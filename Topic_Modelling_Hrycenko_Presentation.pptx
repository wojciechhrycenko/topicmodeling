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 id="2147483676" r:id="rId2"/>
  </p:sldMasterIdLst>
  <p:notesMasterIdLst>
    <p:notesMasterId r:id="rId71"/>
  </p:notesMasterIdLst>
  <p:sldIdLst>
    <p:sldId id="256" r:id="rId3"/>
    <p:sldId id="308" r:id="rId4"/>
    <p:sldId id="310" r:id="rId5"/>
    <p:sldId id="309" r:id="rId6"/>
    <p:sldId id="276" r:id="rId7"/>
    <p:sldId id="316" r:id="rId8"/>
    <p:sldId id="311" r:id="rId9"/>
    <p:sldId id="317" r:id="rId10"/>
    <p:sldId id="318" r:id="rId11"/>
    <p:sldId id="323" r:id="rId12"/>
    <p:sldId id="314" r:id="rId13"/>
    <p:sldId id="315" r:id="rId14"/>
    <p:sldId id="261" r:id="rId15"/>
    <p:sldId id="321" r:id="rId16"/>
    <p:sldId id="320" r:id="rId17"/>
    <p:sldId id="322" r:id="rId18"/>
    <p:sldId id="313" r:id="rId19"/>
    <p:sldId id="319" r:id="rId20"/>
    <p:sldId id="307" r:id="rId21"/>
    <p:sldId id="257" r:id="rId22"/>
    <p:sldId id="258" r:id="rId23"/>
    <p:sldId id="259" r:id="rId24"/>
    <p:sldId id="260" r:id="rId25"/>
    <p:sldId id="312" r:id="rId26"/>
    <p:sldId id="262" r:id="rId27"/>
    <p:sldId id="263" r:id="rId28"/>
    <p:sldId id="264" r:id="rId29"/>
    <p:sldId id="265" r:id="rId30"/>
    <p:sldId id="266" r:id="rId31"/>
    <p:sldId id="267" r:id="rId32"/>
    <p:sldId id="268" r:id="rId33"/>
    <p:sldId id="269" r:id="rId34"/>
    <p:sldId id="270" r:id="rId35"/>
    <p:sldId id="271" r:id="rId36"/>
    <p:sldId id="272" r:id="rId37"/>
    <p:sldId id="273" r:id="rId38"/>
    <p:sldId id="274" r:id="rId39"/>
    <p:sldId id="275" r:id="rId40"/>
    <p:sldId id="277" r:id="rId41"/>
    <p:sldId id="278" r:id="rId42"/>
    <p:sldId id="279" r:id="rId43"/>
    <p:sldId id="280" r:id="rId44"/>
    <p:sldId id="281" r:id="rId45"/>
    <p:sldId id="282" r:id="rId46"/>
    <p:sldId id="283" r:id="rId47"/>
    <p:sldId id="284" r:id="rId48"/>
    <p:sldId id="285" r:id="rId49"/>
    <p:sldId id="286" r:id="rId50"/>
    <p:sldId id="287" r:id="rId51"/>
    <p:sldId id="288" r:id="rId52"/>
    <p:sldId id="289" r:id="rId53"/>
    <p:sldId id="290"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Lst>
  <p:sldSz cx="9144000" cy="5143500" type="screen16x9"/>
  <p:notesSz cx="6858000" cy="9144000"/>
  <p:embeddedFontLst>
    <p:embeddedFont>
      <p:font typeface="Amatic SC" panose="00000500000000000000" pitchFamily="2" charset="-79"/>
      <p:regular r:id="rId72"/>
      <p:bold r:id="rId73"/>
    </p:embeddedFont>
    <p:embeddedFont>
      <p:font typeface="Coda" panose="020B0604020202020204" charset="-18"/>
      <p:regular r:id="rId74"/>
    </p:embeddedFont>
    <p:embeddedFont>
      <p:font typeface="Freckle Face" panose="020B0604020202020204" charset="0"/>
      <p:regular r:id="rId75"/>
    </p:embeddedFont>
    <p:embeddedFont>
      <p:font typeface="Proxima Nova" panose="020B0604020202020204" charset="0"/>
      <p:regular r:id="rId76"/>
      <p:bold r:id="rId77"/>
      <p:italic r:id="rId78"/>
      <p:boldItalic r:id="rId79"/>
    </p:embeddedFont>
    <p:embeddedFont>
      <p:font typeface="Proxima Nova Semibold" panose="020B0604020202020204" charset="0"/>
      <p:regular r:id="rId80"/>
      <p:bold r:id="rId81"/>
      <p:boldItalic r:id="rId82"/>
    </p:embeddedFont>
    <p:embeddedFont>
      <p:font typeface="Roboto Condensed Light" panose="02000000000000000000" pitchFamily="2" charset="0"/>
      <p:regular r:id="rId83"/>
      <p:italic r:id="rId84"/>
    </p:embeddedFont>
    <p:embeddedFont>
      <p:font typeface="Roboto Medium" panose="02000000000000000000" pitchFamily="2" charset="0"/>
      <p:regular r:id="rId85"/>
      <p:bold r:id="rId86"/>
      <p:italic r:id="rId87"/>
      <p:boldItalic r:id="rId8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535294-36AE-4AAC-83D8-889A82E35E47}">
  <a:tblStyle styleId="{90535294-36AE-4AAC-83D8-889A82E35E4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126" y="150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13.fntdata"/><Relationship Id="rId89" Type="http://schemas.openxmlformats.org/officeDocument/2006/relationships/presProps" Target="pres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3.fntdata"/><Relationship Id="rId79" Type="http://schemas.openxmlformats.org/officeDocument/2006/relationships/font" Target="fonts/font8.fntdata"/><Relationship Id="rId5" Type="http://schemas.openxmlformats.org/officeDocument/2006/relationships/slide" Target="slides/slide3.xml"/><Relationship Id="rId90" Type="http://schemas.openxmlformats.org/officeDocument/2006/relationships/viewProps" Target="viewProps.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font" Target="fonts/font6.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fntdata"/><Relationship Id="rId80" Type="http://schemas.openxmlformats.org/officeDocument/2006/relationships/font" Target="fonts/font9.fntdata"/><Relationship Id="rId85" Type="http://schemas.openxmlformats.org/officeDocument/2006/relationships/font" Target="fonts/font14.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font" Target="fonts/font4.fntdata"/><Relationship Id="rId83" Type="http://schemas.openxmlformats.org/officeDocument/2006/relationships/font" Target="fonts/font12.fntdata"/><Relationship Id="rId88" Type="http://schemas.openxmlformats.org/officeDocument/2006/relationships/font" Target="fonts/font17.fnt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font" Target="fonts/font2.fntdata"/><Relationship Id="rId78" Type="http://schemas.openxmlformats.org/officeDocument/2006/relationships/font" Target="fonts/font7.fntdata"/><Relationship Id="rId81" Type="http://schemas.openxmlformats.org/officeDocument/2006/relationships/font" Target="fonts/font10.fntdata"/><Relationship Id="rId86" Type="http://schemas.openxmlformats.org/officeDocument/2006/relationships/font" Target="fonts/font15.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5.fntdata"/><Relationship Id="rId7" Type="http://schemas.openxmlformats.org/officeDocument/2006/relationships/slide" Target="slides/slide5.xml"/><Relationship Id="rId71" Type="http://schemas.openxmlformats.org/officeDocument/2006/relationships/notesMaster" Target="notesMasters/notesMaster1.xml"/><Relationship Id="rId92"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16.fntdata"/><Relationship Id="rId61" Type="http://schemas.openxmlformats.org/officeDocument/2006/relationships/slide" Target="slides/slide59.xml"/><Relationship Id="rId82" Type="http://schemas.openxmlformats.org/officeDocument/2006/relationships/font" Target="fonts/font11.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6" name="Google Shape;51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a:extLst>
            <a:ext uri="{FF2B5EF4-FFF2-40B4-BE49-F238E27FC236}">
              <a16:creationId xmlns:a16="http://schemas.microsoft.com/office/drawing/2014/main" id="{74705780-2751-D7E1-279F-4E89CCE5C6D4}"/>
            </a:ext>
          </a:extLst>
        </p:cNvPr>
        <p:cNvGrpSpPr/>
        <p:nvPr/>
      </p:nvGrpSpPr>
      <p:grpSpPr>
        <a:xfrm>
          <a:off x="0" y="0"/>
          <a:ext cx="0" cy="0"/>
          <a:chOff x="0" y="0"/>
          <a:chExt cx="0" cy="0"/>
        </a:xfrm>
      </p:grpSpPr>
      <p:sp>
        <p:nvSpPr>
          <p:cNvPr id="611" name="Google Shape;611;gd44e19feb1_0_0:notes">
            <a:extLst>
              <a:ext uri="{FF2B5EF4-FFF2-40B4-BE49-F238E27FC236}">
                <a16:creationId xmlns:a16="http://schemas.microsoft.com/office/drawing/2014/main" id="{15EAB6B1-F64B-057D-FFF0-448B695ABA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44e19feb1_0_0:notes">
            <a:extLst>
              <a:ext uri="{FF2B5EF4-FFF2-40B4-BE49-F238E27FC236}">
                <a16:creationId xmlns:a16="http://schemas.microsoft.com/office/drawing/2014/main" id="{DE4E826A-5F0F-DF00-1DE2-C8C35D5426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80026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E80026DB-A62A-AF38-1990-D9F606074B25}"/>
            </a:ext>
          </a:extLst>
        </p:cNvPr>
        <p:cNvGrpSpPr/>
        <p:nvPr/>
      </p:nvGrpSpPr>
      <p:grpSpPr>
        <a:xfrm>
          <a:off x="0" y="0"/>
          <a:ext cx="0" cy="0"/>
          <a:chOff x="0" y="0"/>
          <a:chExt cx="0" cy="0"/>
        </a:xfrm>
      </p:grpSpPr>
      <p:sp>
        <p:nvSpPr>
          <p:cNvPr id="710" name="Google Shape;710;gd42d2e070b_0_876:notes">
            <a:extLst>
              <a:ext uri="{FF2B5EF4-FFF2-40B4-BE49-F238E27FC236}">
                <a16:creationId xmlns:a16="http://schemas.microsoft.com/office/drawing/2014/main" id="{FF8A7166-40EF-5DF4-5829-1628BF3E25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a:extLst>
              <a:ext uri="{FF2B5EF4-FFF2-40B4-BE49-F238E27FC236}">
                <a16:creationId xmlns:a16="http://schemas.microsoft.com/office/drawing/2014/main" id="{4E89D01D-28C0-4AC7-F1EC-BA6762FA9B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4196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a:extLst>
            <a:ext uri="{FF2B5EF4-FFF2-40B4-BE49-F238E27FC236}">
              <a16:creationId xmlns:a16="http://schemas.microsoft.com/office/drawing/2014/main" id="{1A029A9B-79E8-DF91-C691-69E58D1C83A1}"/>
            </a:ext>
          </a:extLst>
        </p:cNvPr>
        <p:cNvGrpSpPr/>
        <p:nvPr/>
      </p:nvGrpSpPr>
      <p:grpSpPr>
        <a:xfrm>
          <a:off x="0" y="0"/>
          <a:ext cx="0" cy="0"/>
          <a:chOff x="0" y="0"/>
          <a:chExt cx="0" cy="0"/>
        </a:xfrm>
      </p:grpSpPr>
      <p:sp>
        <p:nvSpPr>
          <p:cNvPr id="1869" name="Google Shape;1869;gd42d2e070b_0_33310:notes">
            <a:extLst>
              <a:ext uri="{FF2B5EF4-FFF2-40B4-BE49-F238E27FC236}">
                <a16:creationId xmlns:a16="http://schemas.microsoft.com/office/drawing/2014/main" id="{D85B8F72-BD81-4CB4-2334-0D73B0730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a:extLst>
              <a:ext uri="{FF2B5EF4-FFF2-40B4-BE49-F238E27FC236}">
                <a16:creationId xmlns:a16="http://schemas.microsoft.com/office/drawing/2014/main" id="{AF1A988E-4466-22B5-B8CD-529B1773E3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72320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8"/>
        <p:cNvGrpSpPr/>
        <p:nvPr/>
      </p:nvGrpSpPr>
      <p:grpSpPr>
        <a:xfrm>
          <a:off x="0" y="0"/>
          <a:ext cx="0" cy="0"/>
          <a:chOff x="0" y="0"/>
          <a:chExt cx="0" cy="0"/>
        </a:xfrm>
      </p:grpSpPr>
      <p:sp>
        <p:nvSpPr>
          <p:cNvPr id="1489" name="Google Shape;1489;gd44e19feb1_0_1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0" name="Google Shape;1490;gd44e19feb1_0_1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a:extLst>
            <a:ext uri="{FF2B5EF4-FFF2-40B4-BE49-F238E27FC236}">
              <a16:creationId xmlns:a16="http://schemas.microsoft.com/office/drawing/2014/main" id="{046EC256-F1D5-0085-3DA2-3026A4C3BDCE}"/>
            </a:ext>
          </a:extLst>
        </p:cNvPr>
        <p:cNvGrpSpPr/>
        <p:nvPr/>
      </p:nvGrpSpPr>
      <p:grpSpPr>
        <a:xfrm>
          <a:off x="0" y="0"/>
          <a:ext cx="0" cy="0"/>
          <a:chOff x="0" y="0"/>
          <a:chExt cx="0" cy="0"/>
        </a:xfrm>
      </p:grpSpPr>
      <p:sp>
        <p:nvSpPr>
          <p:cNvPr id="937" name="Google Shape;937;gd42d2e070b_0_1139:notes">
            <a:extLst>
              <a:ext uri="{FF2B5EF4-FFF2-40B4-BE49-F238E27FC236}">
                <a16:creationId xmlns:a16="http://schemas.microsoft.com/office/drawing/2014/main" id="{25D7A367-6847-79DA-12DA-9FE3A97E69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a:extLst>
              <a:ext uri="{FF2B5EF4-FFF2-40B4-BE49-F238E27FC236}">
                <a16:creationId xmlns:a16="http://schemas.microsoft.com/office/drawing/2014/main" id="{26F12B5E-8444-C726-0605-6579615B16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70511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a:extLst>
            <a:ext uri="{FF2B5EF4-FFF2-40B4-BE49-F238E27FC236}">
              <a16:creationId xmlns:a16="http://schemas.microsoft.com/office/drawing/2014/main" id="{FF6EB29D-409F-75D0-9C03-D546C5DEF1EB}"/>
            </a:ext>
          </a:extLst>
        </p:cNvPr>
        <p:cNvGrpSpPr/>
        <p:nvPr/>
      </p:nvGrpSpPr>
      <p:grpSpPr>
        <a:xfrm>
          <a:off x="0" y="0"/>
          <a:ext cx="0" cy="0"/>
          <a:chOff x="0" y="0"/>
          <a:chExt cx="0" cy="0"/>
        </a:xfrm>
      </p:grpSpPr>
      <p:sp>
        <p:nvSpPr>
          <p:cNvPr id="1025" name="Google Shape;1025;gd42d2e070b_0_1012:notes">
            <a:extLst>
              <a:ext uri="{FF2B5EF4-FFF2-40B4-BE49-F238E27FC236}">
                <a16:creationId xmlns:a16="http://schemas.microsoft.com/office/drawing/2014/main" id="{49C27065-22D1-A31E-FCA6-743235F0EA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a:extLst>
              <a:ext uri="{FF2B5EF4-FFF2-40B4-BE49-F238E27FC236}">
                <a16:creationId xmlns:a16="http://schemas.microsoft.com/office/drawing/2014/main" id="{2EA77866-62D7-6199-7425-E65FA586EF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03327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a:extLst>
            <a:ext uri="{FF2B5EF4-FFF2-40B4-BE49-F238E27FC236}">
              <a16:creationId xmlns:a16="http://schemas.microsoft.com/office/drawing/2014/main" id="{754BAE21-E0B4-6128-BA53-5F4A14715E54}"/>
            </a:ext>
          </a:extLst>
        </p:cNvPr>
        <p:cNvGrpSpPr/>
        <p:nvPr/>
      </p:nvGrpSpPr>
      <p:grpSpPr>
        <a:xfrm>
          <a:off x="0" y="0"/>
          <a:ext cx="0" cy="0"/>
          <a:chOff x="0" y="0"/>
          <a:chExt cx="0" cy="0"/>
        </a:xfrm>
      </p:grpSpPr>
      <p:sp>
        <p:nvSpPr>
          <p:cNvPr id="1285" name="Google Shape;1285;gd42d2e070b_0_1738:notes">
            <a:extLst>
              <a:ext uri="{FF2B5EF4-FFF2-40B4-BE49-F238E27FC236}">
                <a16:creationId xmlns:a16="http://schemas.microsoft.com/office/drawing/2014/main" id="{6346E1B5-0AC8-56C2-D0C4-9F07E2CB72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6" name="Google Shape;1286;gd42d2e070b_0_1738:notes">
            <a:extLst>
              <a:ext uri="{FF2B5EF4-FFF2-40B4-BE49-F238E27FC236}">
                <a16:creationId xmlns:a16="http://schemas.microsoft.com/office/drawing/2014/main" id="{CFDDB0BE-435C-A446-5EE8-07E1A0C237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1617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a:extLst>
            <a:ext uri="{FF2B5EF4-FFF2-40B4-BE49-F238E27FC236}">
              <a16:creationId xmlns:a16="http://schemas.microsoft.com/office/drawing/2014/main" id="{E12E14FC-6385-D69B-3A75-3AF06D0603A7}"/>
            </a:ext>
          </a:extLst>
        </p:cNvPr>
        <p:cNvGrpSpPr/>
        <p:nvPr/>
      </p:nvGrpSpPr>
      <p:grpSpPr>
        <a:xfrm>
          <a:off x="0" y="0"/>
          <a:ext cx="0" cy="0"/>
          <a:chOff x="0" y="0"/>
          <a:chExt cx="0" cy="0"/>
        </a:xfrm>
      </p:grpSpPr>
      <p:sp>
        <p:nvSpPr>
          <p:cNvPr id="1869" name="Google Shape;1869;gd42d2e070b_0_33310:notes">
            <a:extLst>
              <a:ext uri="{FF2B5EF4-FFF2-40B4-BE49-F238E27FC236}">
                <a16:creationId xmlns:a16="http://schemas.microsoft.com/office/drawing/2014/main" id="{DEE375B2-18FC-7D5B-0C6B-7970D670BC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a:extLst>
              <a:ext uri="{FF2B5EF4-FFF2-40B4-BE49-F238E27FC236}">
                <a16:creationId xmlns:a16="http://schemas.microsoft.com/office/drawing/2014/main" id="{275BA0CC-E90C-B972-BFDF-7C1A0360AE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06510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a:extLst>
            <a:ext uri="{FF2B5EF4-FFF2-40B4-BE49-F238E27FC236}">
              <a16:creationId xmlns:a16="http://schemas.microsoft.com/office/drawing/2014/main" id="{6FE1223F-6496-4787-37DE-3B9CC5789099}"/>
            </a:ext>
          </a:extLst>
        </p:cNvPr>
        <p:cNvGrpSpPr/>
        <p:nvPr/>
      </p:nvGrpSpPr>
      <p:grpSpPr>
        <a:xfrm>
          <a:off x="0" y="0"/>
          <a:ext cx="0" cy="0"/>
          <a:chOff x="0" y="0"/>
          <a:chExt cx="0" cy="0"/>
        </a:xfrm>
      </p:grpSpPr>
      <p:sp>
        <p:nvSpPr>
          <p:cNvPr id="1869" name="Google Shape;1869;gd42d2e070b_0_33310:notes">
            <a:extLst>
              <a:ext uri="{FF2B5EF4-FFF2-40B4-BE49-F238E27FC236}">
                <a16:creationId xmlns:a16="http://schemas.microsoft.com/office/drawing/2014/main" id="{DAEE4090-099C-BCFD-20BA-5D12D70570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a:extLst>
              <a:ext uri="{FF2B5EF4-FFF2-40B4-BE49-F238E27FC236}">
                <a16:creationId xmlns:a16="http://schemas.microsoft.com/office/drawing/2014/main" id="{7F84D326-F6E4-99F5-C650-F0523FA69D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438380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a:extLst>
            <a:ext uri="{FF2B5EF4-FFF2-40B4-BE49-F238E27FC236}">
              <a16:creationId xmlns:a16="http://schemas.microsoft.com/office/drawing/2014/main" id="{D42355AE-434F-78C0-0FCC-5A41F0776018}"/>
            </a:ext>
          </a:extLst>
        </p:cNvPr>
        <p:cNvGrpSpPr/>
        <p:nvPr/>
      </p:nvGrpSpPr>
      <p:grpSpPr>
        <a:xfrm>
          <a:off x="0" y="0"/>
          <a:ext cx="0" cy="0"/>
          <a:chOff x="0" y="0"/>
          <a:chExt cx="0" cy="0"/>
        </a:xfrm>
      </p:grpSpPr>
      <p:sp>
        <p:nvSpPr>
          <p:cNvPr id="1424" name="Google Shape;1424;gd42d2e070b_0_1749:notes">
            <a:extLst>
              <a:ext uri="{FF2B5EF4-FFF2-40B4-BE49-F238E27FC236}">
                <a16:creationId xmlns:a16="http://schemas.microsoft.com/office/drawing/2014/main" id="{A52F837D-2225-2B56-CCEE-EEF85444B4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5" name="Google Shape;1425;gd42d2e070b_0_1749:notes">
            <a:extLst>
              <a:ext uri="{FF2B5EF4-FFF2-40B4-BE49-F238E27FC236}">
                <a16:creationId xmlns:a16="http://schemas.microsoft.com/office/drawing/2014/main" id="{997B6592-1A1F-8B0E-C9E0-4E658295FB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75713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a:extLst>
            <a:ext uri="{FF2B5EF4-FFF2-40B4-BE49-F238E27FC236}">
              <a16:creationId xmlns:a16="http://schemas.microsoft.com/office/drawing/2014/main" id="{F5EEDEB2-A428-03C4-9559-23E4FE9457D3}"/>
            </a:ext>
          </a:extLst>
        </p:cNvPr>
        <p:cNvGrpSpPr/>
        <p:nvPr/>
      </p:nvGrpSpPr>
      <p:grpSpPr>
        <a:xfrm>
          <a:off x="0" y="0"/>
          <a:ext cx="0" cy="0"/>
          <a:chOff x="0" y="0"/>
          <a:chExt cx="0" cy="0"/>
        </a:xfrm>
      </p:grpSpPr>
      <p:sp>
        <p:nvSpPr>
          <p:cNvPr id="890" name="Google Shape;890;gd44e19feb1_0_5:notes">
            <a:extLst>
              <a:ext uri="{FF2B5EF4-FFF2-40B4-BE49-F238E27FC236}">
                <a16:creationId xmlns:a16="http://schemas.microsoft.com/office/drawing/2014/main" id="{631E02CD-4796-188C-0A5A-F4240895E3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1" name="Google Shape;891;gd44e19feb1_0_5:notes">
            <a:extLst>
              <a:ext uri="{FF2B5EF4-FFF2-40B4-BE49-F238E27FC236}">
                <a16:creationId xmlns:a16="http://schemas.microsoft.com/office/drawing/2014/main" id="{A6A13E0F-207A-3B51-292D-EF37C98D9E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28448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gd42d2e070b_0_8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0">
          <a:extLst>
            <a:ext uri="{FF2B5EF4-FFF2-40B4-BE49-F238E27FC236}">
              <a16:creationId xmlns:a16="http://schemas.microsoft.com/office/drawing/2014/main" id="{218B1A86-ACF0-8C43-275A-823E9D9B7C79}"/>
            </a:ext>
          </a:extLst>
        </p:cNvPr>
        <p:cNvGrpSpPr/>
        <p:nvPr/>
      </p:nvGrpSpPr>
      <p:grpSpPr>
        <a:xfrm>
          <a:off x="0" y="0"/>
          <a:ext cx="0" cy="0"/>
          <a:chOff x="0" y="0"/>
          <a:chExt cx="0" cy="0"/>
        </a:xfrm>
      </p:grpSpPr>
      <p:sp>
        <p:nvSpPr>
          <p:cNvPr id="1761" name="Google Shape;1761;gd42d2e070b_0_1753:notes">
            <a:extLst>
              <a:ext uri="{FF2B5EF4-FFF2-40B4-BE49-F238E27FC236}">
                <a16:creationId xmlns:a16="http://schemas.microsoft.com/office/drawing/2014/main" id="{6F5C7563-B6C0-4492-CE31-B3C3D9986D0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2" name="Google Shape;1762;gd42d2e070b_0_1753:notes">
            <a:extLst>
              <a:ext uri="{FF2B5EF4-FFF2-40B4-BE49-F238E27FC236}">
                <a16:creationId xmlns:a16="http://schemas.microsoft.com/office/drawing/2014/main" id="{03AAF923-8B13-D32E-D4DB-AAEB13B470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6798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a:extLst>
            <a:ext uri="{FF2B5EF4-FFF2-40B4-BE49-F238E27FC236}">
              <a16:creationId xmlns:a16="http://schemas.microsoft.com/office/drawing/2014/main" id="{0F7D43D7-0D93-2537-5900-F79C30644B30}"/>
            </a:ext>
          </a:extLst>
        </p:cNvPr>
        <p:cNvGrpSpPr/>
        <p:nvPr/>
      </p:nvGrpSpPr>
      <p:grpSpPr>
        <a:xfrm>
          <a:off x="0" y="0"/>
          <a:ext cx="0" cy="0"/>
          <a:chOff x="0" y="0"/>
          <a:chExt cx="0" cy="0"/>
        </a:xfrm>
      </p:grpSpPr>
      <p:sp>
        <p:nvSpPr>
          <p:cNvPr id="1396" name="Google Shape;1396;gd42d2e070b_0_32754:notes">
            <a:extLst>
              <a:ext uri="{FF2B5EF4-FFF2-40B4-BE49-F238E27FC236}">
                <a16:creationId xmlns:a16="http://schemas.microsoft.com/office/drawing/2014/main" id="{063C8692-AA7D-0B18-B346-830E324EC8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d42d2e070b_0_32754:notes">
            <a:extLst>
              <a:ext uri="{FF2B5EF4-FFF2-40B4-BE49-F238E27FC236}">
                <a16:creationId xmlns:a16="http://schemas.microsoft.com/office/drawing/2014/main" id="{4529D06E-1068-FE5F-5BEC-8A01FDD2496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8706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9">
          <a:extLst>
            <a:ext uri="{FF2B5EF4-FFF2-40B4-BE49-F238E27FC236}">
              <a16:creationId xmlns:a16="http://schemas.microsoft.com/office/drawing/2014/main" id="{666E6DA6-D673-A008-00F2-637D141E74F2}"/>
            </a:ext>
          </a:extLst>
        </p:cNvPr>
        <p:cNvGrpSpPr/>
        <p:nvPr/>
      </p:nvGrpSpPr>
      <p:grpSpPr>
        <a:xfrm>
          <a:off x="0" y="0"/>
          <a:ext cx="0" cy="0"/>
          <a:chOff x="0" y="0"/>
          <a:chExt cx="0" cy="0"/>
        </a:xfrm>
      </p:grpSpPr>
      <p:sp>
        <p:nvSpPr>
          <p:cNvPr id="1820" name="Google Shape;1820;gd42d2e070b_0_33236:notes">
            <a:extLst>
              <a:ext uri="{FF2B5EF4-FFF2-40B4-BE49-F238E27FC236}">
                <a16:creationId xmlns:a16="http://schemas.microsoft.com/office/drawing/2014/main" id="{CD524865-1538-FD26-3801-6ACCAA4324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1" name="Google Shape;1821;gd42d2e070b_0_33236:notes">
            <a:extLst>
              <a:ext uri="{FF2B5EF4-FFF2-40B4-BE49-F238E27FC236}">
                <a16:creationId xmlns:a16="http://schemas.microsoft.com/office/drawing/2014/main" id="{F2CD99ED-7849-49CA-6717-91A16AA4A1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37561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a:extLst>
            <a:ext uri="{FF2B5EF4-FFF2-40B4-BE49-F238E27FC236}">
              <a16:creationId xmlns:a16="http://schemas.microsoft.com/office/drawing/2014/main" id="{3FD405FC-1E66-D667-9673-2101E640C82B}"/>
            </a:ext>
          </a:extLst>
        </p:cNvPr>
        <p:cNvGrpSpPr/>
        <p:nvPr/>
      </p:nvGrpSpPr>
      <p:grpSpPr>
        <a:xfrm>
          <a:off x="0" y="0"/>
          <a:ext cx="0" cy="0"/>
          <a:chOff x="0" y="0"/>
          <a:chExt cx="0" cy="0"/>
        </a:xfrm>
      </p:grpSpPr>
      <p:sp>
        <p:nvSpPr>
          <p:cNvPr id="1025" name="Google Shape;1025;gd42d2e070b_0_1012:notes">
            <a:extLst>
              <a:ext uri="{FF2B5EF4-FFF2-40B4-BE49-F238E27FC236}">
                <a16:creationId xmlns:a16="http://schemas.microsoft.com/office/drawing/2014/main" id="{38833013-D356-F1D8-9497-04F13127A9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a:extLst>
              <a:ext uri="{FF2B5EF4-FFF2-40B4-BE49-F238E27FC236}">
                <a16:creationId xmlns:a16="http://schemas.microsoft.com/office/drawing/2014/main" id="{7ECC604D-73F3-D143-32BC-5D6FF19E48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5061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a:extLst>
            <a:ext uri="{FF2B5EF4-FFF2-40B4-BE49-F238E27FC236}">
              <a16:creationId xmlns:a16="http://schemas.microsoft.com/office/drawing/2014/main" id="{7C291DBB-CFC9-7D4F-107B-371139F40880}"/>
            </a:ext>
          </a:extLst>
        </p:cNvPr>
        <p:cNvGrpSpPr/>
        <p:nvPr/>
      </p:nvGrpSpPr>
      <p:grpSpPr>
        <a:xfrm>
          <a:off x="0" y="0"/>
          <a:ext cx="0" cy="0"/>
          <a:chOff x="0" y="0"/>
          <a:chExt cx="0" cy="0"/>
        </a:xfrm>
      </p:grpSpPr>
      <p:sp>
        <p:nvSpPr>
          <p:cNvPr id="937" name="Google Shape;937;gd42d2e070b_0_1139:notes">
            <a:extLst>
              <a:ext uri="{FF2B5EF4-FFF2-40B4-BE49-F238E27FC236}">
                <a16:creationId xmlns:a16="http://schemas.microsoft.com/office/drawing/2014/main" id="{E7D3D7B1-DC52-EE3B-DE26-C3848C3964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a:extLst>
              <a:ext uri="{FF2B5EF4-FFF2-40B4-BE49-F238E27FC236}">
                <a16:creationId xmlns:a16="http://schemas.microsoft.com/office/drawing/2014/main" id="{66F05DDB-7F22-DE6E-47F6-9FCDCAFA3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0964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a:extLst>
            <a:ext uri="{FF2B5EF4-FFF2-40B4-BE49-F238E27FC236}">
              <a16:creationId xmlns:a16="http://schemas.microsoft.com/office/drawing/2014/main" id="{F05BA47A-F0E5-9C3A-1A3F-789E07EBC67A}"/>
            </a:ext>
          </a:extLst>
        </p:cNvPr>
        <p:cNvGrpSpPr/>
        <p:nvPr/>
      </p:nvGrpSpPr>
      <p:grpSpPr>
        <a:xfrm>
          <a:off x="0" y="0"/>
          <a:ext cx="0" cy="0"/>
          <a:chOff x="0" y="0"/>
          <a:chExt cx="0" cy="0"/>
        </a:xfrm>
      </p:grpSpPr>
      <p:sp>
        <p:nvSpPr>
          <p:cNvPr id="1912" name="Google Shape;1912;gd42d2e070b_0_33415:notes">
            <a:extLst>
              <a:ext uri="{FF2B5EF4-FFF2-40B4-BE49-F238E27FC236}">
                <a16:creationId xmlns:a16="http://schemas.microsoft.com/office/drawing/2014/main" id="{5A3C2885-D0B3-D4C9-FFE2-7E4FA06AC7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d42d2e070b_0_33415:notes">
            <a:extLst>
              <a:ext uri="{FF2B5EF4-FFF2-40B4-BE49-F238E27FC236}">
                <a16:creationId xmlns:a16="http://schemas.microsoft.com/office/drawing/2014/main" id="{C075E350-198D-C3CA-902D-CBC5C727E3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03537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d42d2e070b_0_338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d42d2e070b_0_338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d44e19feb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44e19feb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gd42d2e070b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4" name="Google Shape;634;gd42d2e070b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gd42d2e070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gd42d2e070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F89A9A8B-5F5A-5BAE-02EF-3B53FC70F1B7}"/>
            </a:ext>
          </a:extLst>
        </p:cNvPr>
        <p:cNvGrpSpPr/>
        <p:nvPr/>
      </p:nvGrpSpPr>
      <p:grpSpPr>
        <a:xfrm>
          <a:off x="0" y="0"/>
          <a:ext cx="0" cy="0"/>
          <a:chOff x="0" y="0"/>
          <a:chExt cx="0" cy="0"/>
        </a:xfrm>
      </p:grpSpPr>
      <p:sp>
        <p:nvSpPr>
          <p:cNvPr id="710" name="Google Shape;710;gd42d2e070b_0_876:notes">
            <a:extLst>
              <a:ext uri="{FF2B5EF4-FFF2-40B4-BE49-F238E27FC236}">
                <a16:creationId xmlns:a16="http://schemas.microsoft.com/office/drawing/2014/main" id="{8956BD89-FC12-8A61-CC31-1744C40268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d42d2e070b_0_876:notes">
            <a:extLst>
              <a:ext uri="{FF2B5EF4-FFF2-40B4-BE49-F238E27FC236}">
                <a16:creationId xmlns:a16="http://schemas.microsoft.com/office/drawing/2014/main" id="{2CB4E506-A7D0-74F3-5603-4C21146644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441597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1"/>
        <p:cNvGrpSpPr/>
        <p:nvPr/>
      </p:nvGrpSpPr>
      <p:grpSpPr>
        <a:xfrm>
          <a:off x="0" y="0"/>
          <a:ext cx="0" cy="0"/>
          <a:chOff x="0" y="0"/>
          <a:chExt cx="0" cy="0"/>
        </a:xfrm>
      </p:grpSpPr>
      <p:sp>
        <p:nvSpPr>
          <p:cNvPr id="792" name="Google Shape;792;gd44e19feb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 name="Google Shape;793;gd44e19feb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gd44e19feb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1" name="Google Shape;891;gd44e19feb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2d2e070b_0_1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2d2e070b_0_1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d42d2e070b_0_12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d42d2e070b_0_1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6"/>
        <p:cNvGrpSpPr/>
        <p:nvPr/>
      </p:nvGrpSpPr>
      <p:grpSpPr>
        <a:xfrm>
          <a:off x="0" y="0"/>
          <a:ext cx="0" cy="0"/>
          <a:chOff x="0" y="0"/>
          <a:chExt cx="0" cy="0"/>
        </a:xfrm>
      </p:grpSpPr>
      <p:sp>
        <p:nvSpPr>
          <p:cNvPr id="997" name="Google Shape;997;gd42d2e070b_0_1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8" name="Google Shape;998;gd42d2e070b_0_1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d42d2e070b_0_1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d42d2e070b_0_1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gd42d2e070b_0_10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6" name="Google Shape;1026;gd42d2e070b_0_10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d42d2e070b_0_1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1" name="Google Shape;1111;gd42d2e070b_0_1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gd42d2e070b_0_15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 name="Google Shape;1172;gd42d2e070b_0_15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8"/>
        <p:cNvGrpSpPr/>
        <p:nvPr/>
      </p:nvGrpSpPr>
      <p:grpSpPr>
        <a:xfrm>
          <a:off x="0" y="0"/>
          <a:ext cx="0" cy="0"/>
          <a:chOff x="0" y="0"/>
          <a:chExt cx="0" cy="0"/>
        </a:xfrm>
      </p:grpSpPr>
      <p:sp>
        <p:nvSpPr>
          <p:cNvPr id="1199" name="Google Shape;1199;gd42d2e070b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0" name="Google Shape;1200;gd42d2e070b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p:cNvGrpSpPr/>
        <p:nvPr/>
      </p:nvGrpSpPr>
      <p:grpSpPr>
        <a:xfrm>
          <a:off x="0" y="0"/>
          <a:ext cx="0" cy="0"/>
          <a:chOff x="0" y="0"/>
          <a:chExt cx="0" cy="0"/>
        </a:xfrm>
      </p:grpSpPr>
      <p:sp>
        <p:nvSpPr>
          <p:cNvPr id="1285" name="Google Shape;1285;gd42d2e070b_0_17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6" name="Google Shape;1286;gd42d2e070b_0_1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gd42d2e070b_0_16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d42d2e070b_0_16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d42d2e070b_0_32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d42d2e070b_0_32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p:cNvGrpSpPr/>
        <p:nvPr/>
      </p:nvGrpSpPr>
      <p:grpSpPr>
        <a:xfrm>
          <a:off x="0" y="0"/>
          <a:ext cx="0" cy="0"/>
          <a:chOff x="0" y="0"/>
          <a:chExt cx="0" cy="0"/>
        </a:xfrm>
      </p:grpSpPr>
      <p:sp>
        <p:nvSpPr>
          <p:cNvPr id="1424" name="Google Shape;1424;gd42d2e070b_0_1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5" name="Google Shape;1425;gd42d2e070b_0_1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1"/>
        <p:cNvGrpSpPr/>
        <p:nvPr/>
      </p:nvGrpSpPr>
      <p:grpSpPr>
        <a:xfrm>
          <a:off x="0" y="0"/>
          <a:ext cx="0" cy="0"/>
          <a:chOff x="0" y="0"/>
          <a:chExt cx="0" cy="0"/>
        </a:xfrm>
      </p:grpSpPr>
      <p:sp>
        <p:nvSpPr>
          <p:cNvPr id="1532" name="Google Shape;1532;gd42d2e070b_0_33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3" name="Google Shape;1533;gd42d2e070b_0_33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gd42d2e070b_0_16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1" name="Google Shape;1551;gd42d2e070b_0_16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6"/>
        <p:cNvGrpSpPr/>
        <p:nvPr/>
      </p:nvGrpSpPr>
      <p:grpSpPr>
        <a:xfrm>
          <a:off x="0" y="0"/>
          <a:ext cx="0" cy="0"/>
          <a:chOff x="0" y="0"/>
          <a:chExt cx="0" cy="0"/>
        </a:xfrm>
      </p:grpSpPr>
      <p:sp>
        <p:nvSpPr>
          <p:cNvPr id="1577" name="Google Shape;1577;gd42d2e070b_0_16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8" name="Google Shape;1578;gd42d2e070b_0_16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4"/>
        <p:cNvGrpSpPr/>
        <p:nvPr/>
      </p:nvGrpSpPr>
      <p:grpSpPr>
        <a:xfrm>
          <a:off x="0" y="0"/>
          <a:ext cx="0" cy="0"/>
          <a:chOff x="0" y="0"/>
          <a:chExt cx="0" cy="0"/>
        </a:xfrm>
      </p:grpSpPr>
      <p:sp>
        <p:nvSpPr>
          <p:cNvPr id="1615" name="Google Shape;1615;gd42d2e070b_0_17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6" name="Google Shape;1616;gd42d2e070b_0_17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d42d2e070b_0_17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d42d2e070b_0_17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0"/>
        <p:cNvGrpSpPr/>
        <p:nvPr/>
      </p:nvGrpSpPr>
      <p:grpSpPr>
        <a:xfrm>
          <a:off x="0" y="0"/>
          <a:ext cx="0" cy="0"/>
          <a:chOff x="0" y="0"/>
          <a:chExt cx="0" cy="0"/>
        </a:xfrm>
      </p:grpSpPr>
      <p:sp>
        <p:nvSpPr>
          <p:cNvPr id="1761" name="Google Shape;1761;gd42d2e070b_0_1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2" name="Google Shape;1762;gd42d2e070b_0_1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9"/>
        <p:cNvGrpSpPr/>
        <p:nvPr/>
      </p:nvGrpSpPr>
      <p:grpSpPr>
        <a:xfrm>
          <a:off x="0" y="0"/>
          <a:ext cx="0" cy="0"/>
          <a:chOff x="0" y="0"/>
          <a:chExt cx="0" cy="0"/>
        </a:xfrm>
      </p:grpSpPr>
      <p:sp>
        <p:nvSpPr>
          <p:cNvPr id="1820" name="Google Shape;1820;gd42d2e070b_0_33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1" name="Google Shape;1821;gd42d2e070b_0_33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8"/>
        <p:cNvGrpSpPr/>
        <p:nvPr/>
      </p:nvGrpSpPr>
      <p:grpSpPr>
        <a:xfrm>
          <a:off x="0" y="0"/>
          <a:ext cx="0" cy="0"/>
          <a:chOff x="0" y="0"/>
          <a:chExt cx="0" cy="0"/>
        </a:xfrm>
      </p:grpSpPr>
      <p:sp>
        <p:nvSpPr>
          <p:cNvPr id="1869" name="Google Shape;1869;gd42d2e070b_0_333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0" name="Google Shape;1870;gd42d2e070b_0_333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3"/>
        <p:cNvGrpSpPr/>
        <p:nvPr/>
      </p:nvGrpSpPr>
      <p:grpSpPr>
        <a:xfrm>
          <a:off x="0" y="0"/>
          <a:ext cx="0" cy="0"/>
          <a:chOff x="0" y="0"/>
          <a:chExt cx="0" cy="0"/>
        </a:xfrm>
      </p:grpSpPr>
      <p:sp>
        <p:nvSpPr>
          <p:cNvPr id="1884" name="Google Shape;1884;gd42d2e070b_0_33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5" name="Google Shape;1885;gd42d2e070b_0_33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7"/>
        <p:cNvGrpSpPr/>
        <p:nvPr/>
      </p:nvGrpSpPr>
      <p:grpSpPr>
        <a:xfrm>
          <a:off x="0" y="0"/>
          <a:ext cx="0" cy="0"/>
          <a:chOff x="0" y="0"/>
          <a:chExt cx="0" cy="0"/>
        </a:xfrm>
      </p:grpSpPr>
      <p:sp>
        <p:nvSpPr>
          <p:cNvPr id="1898" name="Google Shape;1898;gd42d2e070b_0_333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9" name="Google Shape;1899;gd42d2e070b_0_33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p:cNvGrpSpPr/>
        <p:nvPr/>
      </p:nvGrpSpPr>
      <p:grpSpPr>
        <a:xfrm>
          <a:off x="0" y="0"/>
          <a:ext cx="0" cy="0"/>
          <a:chOff x="0" y="0"/>
          <a:chExt cx="0" cy="0"/>
        </a:xfrm>
      </p:grpSpPr>
      <p:sp>
        <p:nvSpPr>
          <p:cNvPr id="1912" name="Google Shape;1912;gd42d2e070b_0_334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d42d2e070b_0_334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4"/>
        <p:cNvGrpSpPr/>
        <p:nvPr/>
      </p:nvGrpSpPr>
      <p:grpSpPr>
        <a:xfrm>
          <a:off x="0" y="0"/>
          <a:ext cx="0" cy="0"/>
          <a:chOff x="0" y="0"/>
          <a:chExt cx="0" cy="0"/>
        </a:xfrm>
      </p:grpSpPr>
      <p:sp>
        <p:nvSpPr>
          <p:cNvPr id="2105" name="Google Shape;2105;gd44e19feb1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6" name="Google Shape;2106;gd44e19feb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2"/>
        <p:cNvGrpSpPr/>
        <p:nvPr/>
      </p:nvGrpSpPr>
      <p:grpSpPr>
        <a:xfrm>
          <a:off x="0" y="0"/>
          <a:ext cx="0" cy="0"/>
          <a:chOff x="0" y="0"/>
          <a:chExt cx="0" cy="0"/>
        </a:xfrm>
      </p:grpSpPr>
      <p:sp>
        <p:nvSpPr>
          <p:cNvPr id="2493" name="Google Shape;2493;gd42d2e070b_0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4" name="Google Shape;2494;gd42d2e070b_0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6"/>
        <p:cNvGrpSpPr/>
        <p:nvPr/>
      </p:nvGrpSpPr>
      <p:grpSpPr>
        <a:xfrm>
          <a:off x="0" y="0"/>
          <a:ext cx="0" cy="0"/>
          <a:chOff x="0" y="0"/>
          <a:chExt cx="0" cy="0"/>
        </a:xfrm>
      </p:grpSpPr>
      <p:sp>
        <p:nvSpPr>
          <p:cNvPr id="2997" name="Google Shape;2997;gd44e19feb1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8" name="Google Shape;2998;gd44e19feb1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3"/>
        <p:cNvGrpSpPr/>
        <p:nvPr/>
      </p:nvGrpSpPr>
      <p:grpSpPr>
        <a:xfrm>
          <a:off x="0" y="0"/>
          <a:ext cx="0" cy="0"/>
          <a:chOff x="0" y="0"/>
          <a:chExt cx="0" cy="0"/>
        </a:xfrm>
      </p:grpSpPr>
      <p:sp>
        <p:nvSpPr>
          <p:cNvPr id="3004" name="Google Shape;3004;gd42d2e070b_0_17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5" name="Google Shape;3005;gd42d2e070b_0_17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0"/>
        <p:cNvGrpSpPr/>
        <p:nvPr/>
      </p:nvGrpSpPr>
      <p:grpSpPr>
        <a:xfrm>
          <a:off x="0" y="0"/>
          <a:ext cx="0" cy="0"/>
          <a:chOff x="0" y="0"/>
          <a:chExt cx="0" cy="0"/>
        </a:xfrm>
      </p:grpSpPr>
      <p:sp>
        <p:nvSpPr>
          <p:cNvPr id="3031" name="Google Shape;3031;gd42d2e070b_0_17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2" name="Google Shape;3032;gd42d2e070b_0_17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6"/>
        <p:cNvGrpSpPr/>
        <p:nvPr/>
      </p:nvGrpSpPr>
      <p:grpSpPr>
        <a:xfrm>
          <a:off x="0" y="0"/>
          <a:ext cx="0" cy="0"/>
          <a:chOff x="0" y="0"/>
          <a:chExt cx="0" cy="0"/>
        </a:xfrm>
      </p:grpSpPr>
      <p:sp>
        <p:nvSpPr>
          <p:cNvPr id="3047" name="Google Shape;3047;gd42d2e070b_0_17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8" name="Google Shape;3048;gd42d2e070b_0_17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3"/>
        <p:cNvGrpSpPr/>
        <p:nvPr/>
      </p:nvGrpSpPr>
      <p:grpSpPr>
        <a:xfrm>
          <a:off x="0" y="0"/>
          <a:ext cx="0" cy="0"/>
          <a:chOff x="0" y="0"/>
          <a:chExt cx="0" cy="0"/>
        </a:xfrm>
      </p:grpSpPr>
      <p:sp>
        <p:nvSpPr>
          <p:cNvPr id="3384" name="Google Shape;3384;gd42d2e070b_0_17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5" name="Google Shape;3385;gd42d2e070b_0_17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0"/>
        <p:cNvGrpSpPr/>
        <p:nvPr/>
      </p:nvGrpSpPr>
      <p:grpSpPr>
        <a:xfrm>
          <a:off x="0" y="0"/>
          <a:ext cx="0" cy="0"/>
          <a:chOff x="0" y="0"/>
          <a:chExt cx="0" cy="0"/>
        </a:xfrm>
      </p:grpSpPr>
      <p:sp>
        <p:nvSpPr>
          <p:cNvPr id="6171" name="Google Shape;6171;gd42d2e070b_0_20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2" name="Google Shape;6172;gd42d2e070b_0_20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9"/>
        <p:cNvGrpSpPr/>
        <p:nvPr/>
      </p:nvGrpSpPr>
      <p:grpSpPr>
        <a:xfrm>
          <a:off x="0" y="0"/>
          <a:ext cx="0" cy="0"/>
          <a:chOff x="0" y="0"/>
          <a:chExt cx="0" cy="0"/>
        </a:xfrm>
      </p:grpSpPr>
      <p:sp>
        <p:nvSpPr>
          <p:cNvPr id="6590" name="Google Shape;6590;gd42d2e070b_0_206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1" name="Google Shape;6591;gd42d2e070b_0_20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9"/>
        <p:cNvGrpSpPr/>
        <p:nvPr/>
      </p:nvGrpSpPr>
      <p:grpSpPr>
        <a:xfrm>
          <a:off x="0" y="0"/>
          <a:ext cx="0" cy="0"/>
          <a:chOff x="0" y="0"/>
          <a:chExt cx="0" cy="0"/>
        </a:xfrm>
      </p:grpSpPr>
      <p:sp>
        <p:nvSpPr>
          <p:cNvPr id="6760" name="Google Shape;6760;gd42d2e070b_0_208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1" name="Google Shape;6761;gd42d2e070b_0_208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4"/>
        <p:cNvGrpSpPr/>
        <p:nvPr/>
      </p:nvGrpSpPr>
      <p:grpSpPr>
        <a:xfrm>
          <a:off x="0" y="0"/>
          <a:ext cx="0" cy="0"/>
          <a:chOff x="0" y="0"/>
          <a:chExt cx="0" cy="0"/>
        </a:xfrm>
      </p:grpSpPr>
      <p:sp>
        <p:nvSpPr>
          <p:cNvPr id="7165" name="Google Shape;7165;gd42d2e070b_0_21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66" name="Google Shape;7166;gd42d2e070b_0_21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4"/>
        <p:cNvGrpSpPr/>
        <p:nvPr/>
      </p:nvGrpSpPr>
      <p:grpSpPr>
        <a:xfrm>
          <a:off x="0" y="0"/>
          <a:ext cx="0" cy="0"/>
          <a:chOff x="0" y="0"/>
          <a:chExt cx="0" cy="0"/>
        </a:xfrm>
      </p:grpSpPr>
      <p:sp>
        <p:nvSpPr>
          <p:cNvPr id="7545" name="Google Shape;7545;gd42d2e070b_0_216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46" name="Google Shape;7546;gd42d2e070b_0_216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2"/>
        <p:cNvGrpSpPr/>
        <p:nvPr/>
      </p:nvGrpSpPr>
      <p:grpSpPr>
        <a:xfrm>
          <a:off x="0" y="0"/>
          <a:ext cx="0" cy="0"/>
          <a:chOff x="0" y="0"/>
          <a:chExt cx="0" cy="0"/>
        </a:xfrm>
      </p:grpSpPr>
      <p:sp>
        <p:nvSpPr>
          <p:cNvPr id="8313" name="Google Shape;8313;gd42d2e070b_0_224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4" name="Google Shape;8314;gd42d2e070b_0_22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9"/>
        <p:cNvGrpSpPr/>
        <p:nvPr/>
      </p:nvGrpSpPr>
      <p:grpSpPr>
        <a:xfrm>
          <a:off x="0" y="0"/>
          <a:ext cx="0" cy="0"/>
          <a:chOff x="0" y="0"/>
          <a:chExt cx="0" cy="0"/>
        </a:xfrm>
      </p:grpSpPr>
      <p:sp>
        <p:nvSpPr>
          <p:cNvPr id="9720" name="Google Shape;9720;gd42d2e070b_0_238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21" name="Google Shape;9721;gd42d2e070b_0_238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3"/>
        <p:cNvGrpSpPr/>
        <p:nvPr/>
      </p:nvGrpSpPr>
      <p:grpSpPr>
        <a:xfrm>
          <a:off x="0" y="0"/>
          <a:ext cx="0" cy="0"/>
          <a:chOff x="0" y="0"/>
          <a:chExt cx="0" cy="0"/>
        </a:xfrm>
      </p:grpSpPr>
      <p:sp>
        <p:nvSpPr>
          <p:cNvPr id="12114" name="Google Shape;12114;gd42d2e070b_0_26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5" name="Google Shape;12115;gd42d2e070b_0_26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27"/>
        <p:cNvGrpSpPr/>
        <p:nvPr/>
      </p:nvGrpSpPr>
      <p:grpSpPr>
        <a:xfrm>
          <a:off x="0" y="0"/>
          <a:ext cx="0" cy="0"/>
          <a:chOff x="0" y="0"/>
          <a:chExt cx="0" cy="0"/>
        </a:xfrm>
      </p:grpSpPr>
      <p:sp>
        <p:nvSpPr>
          <p:cNvPr id="14128" name="Google Shape;14128;gd42d2e070b_0_28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29" name="Google Shape;14129;gd42d2e070b_0_28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63"/>
        <p:cNvGrpSpPr/>
        <p:nvPr/>
      </p:nvGrpSpPr>
      <p:grpSpPr>
        <a:xfrm>
          <a:off x="0" y="0"/>
          <a:ext cx="0" cy="0"/>
          <a:chOff x="0" y="0"/>
          <a:chExt cx="0" cy="0"/>
        </a:xfrm>
      </p:grpSpPr>
      <p:sp>
        <p:nvSpPr>
          <p:cNvPr id="15764" name="Google Shape;15764;gd42d2e070b_0_29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65" name="Google Shape;15765;gd42d2e070b_0_29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5"/>
        <p:cNvGrpSpPr/>
        <p:nvPr/>
      </p:nvGrpSpPr>
      <p:grpSpPr>
        <a:xfrm>
          <a:off x="0" y="0"/>
          <a:ext cx="0" cy="0"/>
          <a:chOff x="0" y="0"/>
          <a:chExt cx="0" cy="0"/>
        </a:xfrm>
      </p:grpSpPr>
      <p:sp>
        <p:nvSpPr>
          <p:cNvPr id="16806" name="Google Shape;16806;gd42d2e070b_0_308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07" name="Google Shape;16807;gd42d2e070b_0_308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40"/>
        <p:cNvGrpSpPr/>
        <p:nvPr/>
      </p:nvGrpSpPr>
      <p:grpSpPr>
        <a:xfrm>
          <a:off x="0" y="0"/>
          <a:ext cx="0" cy="0"/>
          <a:chOff x="0" y="0"/>
          <a:chExt cx="0" cy="0"/>
        </a:xfrm>
      </p:grpSpPr>
      <p:sp>
        <p:nvSpPr>
          <p:cNvPr id="18341" name="Google Shape;18341;gd42d2e070b_0_324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42" name="Google Shape;18342;gd42d2e070b_0_32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http://bit.ly/2Tynxth"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8"/>
        <p:cNvGrpSpPr/>
        <p:nvPr/>
      </p:nvGrpSpPr>
      <p:grpSpPr>
        <a:xfrm>
          <a:off x="0" y="0"/>
          <a:ext cx="0" cy="0"/>
          <a:chOff x="0" y="0"/>
          <a:chExt cx="0" cy="0"/>
        </a:xfrm>
      </p:grpSpPr>
      <p:sp>
        <p:nvSpPr>
          <p:cNvPr id="9" name="Google Shape;9;p2"/>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Google Shape;10;p2"/>
          <p:cNvGrpSpPr/>
          <p:nvPr/>
        </p:nvGrpSpPr>
        <p:grpSpPr>
          <a:xfrm>
            <a:off x="-145733" y="-40800"/>
            <a:ext cx="9372079" cy="1277829"/>
            <a:chOff x="-145733" y="-40800"/>
            <a:chExt cx="9372079" cy="1277829"/>
          </a:xfrm>
        </p:grpSpPr>
        <p:sp>
          <p:nvSpPr>
            <p:cNvPr id="11" name="Google Shape;11;p2"/>
            <p:cNvSpPr/>
            <p:nvPr/>
          </p:nvSpPr>
          <p:spPr>
            <a:xfrm>
              <a:off x="3356080" y="-408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145733" y="3748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6972325" y="1389407"/>
            <a:ext cx="2688530" cy="3410596"/>
            <a:chOff x="-705675" y="1389407"/>
            <a:chExt cx="2688530" cy="3410596"/>
          </a:xfrm>
        </p:grpSpPr>
        <p:sp>
          <p:nvSpPr>
            <p:cNvPr id="15" name="Google Shape;15;p2"/>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 name="Google Shape;32;p2"/>
          <p:cNvGrpSpPr/>
          <p:nvPr/>
        </p:nvGrpSpPr>
        <p:grpSpPr>
          <a:xfrm>
            <a:off x="-1690548" y="1350800"/>
            <a:ext cx="2327978" cy="3502413"/>
            <a:chOff x="7256414" y="1350800"/>
            <a:chExt cx="2327978" cy="3502413"/>
          </a:xfrm>
        </p:grpSpPr>
        <p:sp>
          <p:nvSpPr>
            <p:cNvPr id="33" name="Google Shape;33;p2"/>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 name="Google Shape;50;p2"/>
          <p:cNvSpPr txBox="1">
            <a:spLocks noGrp="1"/>
          </p:cNvSpPr>
          <p:nvPr>
            <p:ph type="ctrTitle"/>
          </p:nvPr>
        </p:nvSpPr>
        <p:spPr>
          <a:xfrm>
            <a:off x="947375" y="891675"/>
            <a:ext cx="5715000" cy="2896200"/>
          </a:xfrm>
          <a:prstGeom prst="rect">
            <a:avLst/>
          </a:prstGeom>
          <a:effectLst>
            <a:outerShdw dist="28575" dir="3480000" algn="bl" rotWithShape="0">
              <a:schemeClr val="accent6">
                <a:alpha val="85000"/>
              </a:schemeClr>
            </a:outerShdw>
          </a:effectLst>
        </p:spPr>
        <p:txBody>
          <a:bodyPr spcFirstLastPara="1" wrap="square" lIns="91425" tIns="91425" rIns="91425" bIns="91425" anchor="b" anchorCtr="0">
            <a:noAutofit/>
          </a:bodyPr>
          <a:lstStyle>
            <a:lvl1pPr lvl="0" algn="l">
              <a:spcBef>
                <a:spcPts val="0"/>
              </a:spcBef>
              <a:spcAft>
                <a:spcPts val="0"/>
              </a:spcAft>
              <a:buSzPts val="5200"/>
              <a:buNone/>
              <a:defRPr sz="6000">
                <a:latin typeface="Freckle Face"/>
                <a:ea typeface="Freckle Face"/>
                <a:cs typeface="Freckle Face"/>
                <a:sym typeface="Freckle Fac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1" name="Google Shape;51;p2"/>
          <p:cNvSpPr txBox="1">
            <a:spLocks noGrp="1"/>
          </p:cNvSpPr>
          <p:nvPr>
            <p:ph type="subTitle" idx="1"/>
          </p:nvPr>
        </p:nvSpPr>
        <p:spPr>
          <a:xfrm>
            <a:off x="981300" y="4011775"/>
            <a:ext cx="4265100" cy="2346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a:solidFill>
                  <a:schemeClr val="lt1"/>
                </a:solidFill>
                <a:latin typeface="Coda"/>
                <a:ea typeface="Coda"/>
                <a:cs typeface="Coda"/>
                <a:sym typeface="Coda"/>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3"/>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solidFill>
                  <a:schemeClr val="lt1"/>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54" name="Google Shape;54;p3"/>
          <p:cNvSpPr txBox="1">
            <a:spLocks noGrp="1"/>
          </p:cNvSpPr>
          <p:nvPr>
            <p:ph type="title" idx="2" hasCustomPrompt="1"/>
          </p:nvPr>
        </p:nvSpPr>
        <p:spPr>
          <a:xfrm>
            <a:off x="1413461" y="540000"/>
            <a:ext cx="2955000" cy="19635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35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55" name="Google Shape;55;p3"/>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lvl1pPr lvl="0" algn="ctr">
              <a:spcBef>
                <a:spcPts val="0"/>
              </a:spcBef>
              <a:spcAft>
                <a:spcPts val="0"/>
              </a:spcAft>
              <a:buSzPts val="1600"/>
              <a:buNone/>
              <a:defRPr/>
            </a:lvl1pPr>
            <a:lvl2pPr lvl="1" algn="ctr">
              <a:spcBef>
                <a:spcPts val="0"/>
              </a:spcBef>
              <a:spcAft>
                <a:spcPts val="0"/>
              </a:spcAft>
              <a:buSzPts val="1600"/>
              <a:buNone/>
              <a:defRPr/>
            </a:lvl2pPr>
            <a:lvl3pPr lvl="2" algn="ctr">
              <a:spcBef>
                <a:spcPts val="0"/>
              </a:spcBef>
              <a:spcAft>
                <a:spcPts val="0"/>
              </a:spcAft>
              <a:buSzPts val="1600"/>
              <a:buNone/>
              <a:defRPr/>
            </a:lvl3pPr>
            <a:lvl4pPr lvl="3" algn="ctr">
              <a:spcBef>
                <a:spcPts val="0"/>
              </a:spcBef>
              <a:spcAft>
                <a:spcPts val="0"/>
              </a:spcAft>
              <a:buSzPts val="1600"/>
              <a:buNone/>
              <a:defRPr/>
            </a:lvl4pPr>
            <a:lvl5pPr lvl="4" algn="ctr">
              <a:spcBef>
                <a:spcPts val="0"/>
              </a:spcBef>
              <a:spcAft>
                <a:spcPts val="0"/>
              </a:spcAft>
              <a:buSzPts val="1600"/>
              <a:buNone/>
              <a:defRPr/>
            </a:lvl5pPr>
            <a:lvl6pPr lvl="5" algn="ctr">
              <a:spcBef>
                <a:spcPts val="0"/>
              </a:spcBef>
              <a:spcAft>
                <a:spcPts val="0"/>
              </a:spcAft>
              <a:buSzPts val="1600"/>
              <a:buNone/>
              <a:defRPr/>
            </a:lvl6pPr>
            <a:lvl7pPr lvl="6" algn="ctr">
              <a:spcBef>
                <a:spcPts val="0"/>
              </a:spcBef>
              <a:spcAft>
                <a:spcPts val="0"/>
              </a:spcAft>
              <a:buSzPts val="1600"/>
              <a:buNone/>
              <a:defRPr/>
            </a:lvl7pPr>
            <a:lvl8pPr lvl="7" algn="ctr">
              <a:spcBef>
                <a:spcPts val="0"/>
              </a:spcBef>
              <a:spcAft>
                <a:spcPts val="0"/>
              </a:spcAft>
              <a:buSzPts val="1600"/>
              <a:buNone/>
              <a:defRPr/>
            </a:lvl8pPr>
            <a:lvl9pPr lvl="8" algn="ctr">
              <a:spcBef>
                <a:spcPts val="0"/>
              </a:spcBef>
              <a:spcAft>
                <a:spcPts val="0"/>
              </a:spcAft>
              <a:buSzPts val="1600"/>
              <a:buNone/>
              <a:defRPr/>
            </a:lvl9pPr>
          </a:lstStyle>
          <a:p>
            <a:endParaRPr/>
          </a:p>
        </p:txBody>
      </p:sp>
      <p:grpSp>
        <p:nvGrpSpPr>
          <p:cNvPr id="56" name="Google Shape;56;p3"/>
          <p:cNvGrpSpPr/>
          <p:nvPr/>
        </p:nvGrpSpPr>
        <p:grpSpPr>
          <a:xfrm>
            <a:off x="-309817" y="-31625"/>
            <a:ext cx="9519066" cy="1984479"/>
            <a:chOff x="-309817" y="-31625"/>
            <a:chExt cx="9519066" cy="1984479"/>
          </a:xfrm>
        </p:grpSpPr>
        <p:sp>
          <p:nvSpPr>
            <p:cNvPr id="57" name="Google Shape;57;p3"/>
            <p:cNvSpPr/>
            <p:nvPr/>
          </p:nvSpPr>
          <p:spPr>
            <a:xfrm>
              <a:off x="4512955" y="-31625"/>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309817" y="2862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a:off x="7030167" y="10906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3"/>
          <p:cNvSpPr/>
          <p:nvPr/>
        </p:nvSpPr>
        <p:spPr>
          <a:xfrm flipH="1">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 name="Google Shape;61;p3"/>
          <p:cNvGrpSpPr/>
          <p:nvPr/>
        </p:nvGrpSpPr>
        <p:grpSpPr>
          <a:xfrm>
            <a:off x="6972325" y="1389407"/>
            <a:ext cx="2688530" cy="3410596"/>
            <a:chOff x="-705675" y="1389407"/>
            <a:chExt cx="2688530" cy="3410596"/>
          </a:xfrm>
        </p:grpSpPr>
        <p:sp>
          <p:nvSpPr>
            <p:cNvPr id="62" name="Google Shape;62;p3"/>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3"/>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 name="Google Shape;79;p3"/>
          <p:cNvGrpSpPr/>
          <p:nvPr/>
        </p:nvGrpSpPr>
        <p:grpSpPr>
          <a:xfrm>
            <a:off x="-1690548" y="1350800"/>
            <a:ext cx="2327978" cy="3502413"/>
            <a:chOff x="7256414" y="1350800"/>
            <a:chExt cx="2327978" cy="3502413"/>
          </a:xfrm>
        </p:grpSpPr>
        <p:sp>
          <p:nvSpPr>
            <p:cNvPr id="80" name="Google Shape;80;p3"/>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3"/>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3"/>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7"/>
        <p:cNvGrpSpPr/>
        <p:nvPr/>
      </p:nvGrpSpPr>
      <p:grpSpPr>
        <a:xfrm>
          <a:off x="0" y="0"/>
          <a:ext cx="0" cy="0"/>
          <a:chOff x="0" y="0"/>
          <a:chExt cx="0" cy="0"/>
        </a:xfrm>
      </p:grpSpPr>
      <p:sp>
        <p:nvSpPr>
          <p:cNvPr id="98" name="Google Shape;98;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99" name="Google Shape;99;p4"/>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lvl1pPr marL="457200" lvl="0" indent="-304800">
              <a:spcBef>
                <a:spcPts val="0"/>
              </a:spcBef>
              <a:spcAft>
                <a:spcPts val="0"/>
              </a:spcAft>
              <a:buClr>
                <a:srgbClr val="000000"/>
              </a:buClr>
              <a:buSzPts val="1200"/>
              <a:buAutoNum type="arabicPeriod"/>
              <a:defRPr sz="1200"/>
            </a:lvl1pPr>
            <a:lvl2pPr marL="914400" lvl="1" indent="-304800">
              <a:spcBef>
                <a:spcPts val="0"/>
              </a:spcBef>
              <a:spcAft>
                <a:spcPts val="0"/>
              </a:spcAft>
              <a:buClr>
                <a:srgbClr val="000000"/>
              </a:buClr>
              <a:buSzPts val="1200"/>
              <a:buFont typeface="Roboto Condensed Light"/>
              <a:buAutoNum type="alphaLcPeriod"/>
              <a:defRPr/>
            </a:lvl2pPr>
            <a:lvl3pPr marL="1371600" lvl="2" indent="-304800">
              <a:spcBef>
                <a:spcPts val="0"/>
              </a:spcBef>
              <a:spcAft>
                <a:spcPts val="0"/>
              </a:spcAft>
              <a:buClr>
                <a:srgbClr val="000000"/>
              </a:buClr>
              <a:buSzPts val="1200"/>
              <a:buFont typeface="Roboto Condensed Light"/>
              <a:buAutoNum type="romanLcPeriod"/>
              <a:defRPr/>
            </a:lvl3pPr>
            <a:lvl4pPr marL="1828800" lvl="3" indent="-304800">
              <a:spcBef>
                <a:spcPts val="0"/>
              </a:spcBef>
              <a:spcAft>
                <a:spcPts val="0"/>
              </a:spcAft>
              <a:buClr>
                <a:srgbClr val="000000"/>
              </a:buClr>
              <a:buSzPts val="1200"/>
              <a:buFont typeface="Roboto Condensed Light"/>
              <a:buAutoNum type="arabicPeriod"/>
              <a:defRPr/>
            </a:lvl4pPr>
            <a:lvl5pPr marL="2286000" lvl="4" indent="-304800">
              <a:spcBef>
                <a:spcPts val="0"/>
              </a:spcBef>
              <a:spcAft>
                <a:spcPts val="0"/>
              </a:spcAft>
              <a:buClr>
                <a:srgbClr val="000000"/>
              </a:buClr>
              <a:buSzPts val="1200"/>
              <a:buFont typeface="Roboto Condensed Light"/>
              <a:buAutoNum type="alphaLcPeriod"/>
              <a:defRPr/>
            </a:lvl5pPr>
            <a:lvl6pPr marL="2743200" lvl="5" indent="-304800">
              <a:spcBef>
                <a:spcPts val="0"/>
              </a:spcBef>
              <a:spcAft>
                <a:spcPts val="0"/>
              </a:spcAft>
              <a:buClr>
                <a:srgbClr val="000000"/>
              </a:buClr>
              <a:buSzPts val="1200"/>
              <a:buFont typeface="Roboto Condensed Light"/>
              <a:buAutoNum type="romanLcPeriod"/>
              <a:defRPr/>
            </a:lvl6pPr>
            <a:lvl7pPr marL="3200400" lvl="6" indent="-304800">
              <a:spcBef>
                <a:spcPts val="0"/>
              </a:spcBef>
              <a:spcAft>
                <a:spcPts val="0"/>
              </a:spcAft>
              <a:buClr>
                <a:srgbClr val="000000"/>
              </a:buClr>
              <a:buSzPts val="1200"/>
              <a:buFont typeface="Roboto Condensed Light"/>
              <a:buAutoNum type="arabicPeriod"/>
              <a:defRPr/>
            </a:lvl7pPr>
            <a:lvl8pPr marL="3657600" lvl="7" indent="-304800">
              <a:spcBef>
                <a:spcPts val="0"/>
              </a:spcBef>
              <a:spcAft>
                <a:spcPts val="0"/>
              </a:spcAft>
              <a:buClr>
                <a:srgbClr val="000000"/>
              </a:buClr>
              <a:buSzPts val="1200"/>
              <a:buFont typeface="Roboto Condensed Light"/>
              <a:buAutoNum type="alphaLcPeriod"/>
              <a:defRPr/>
            </a:lvl8pPr>
            <a:lvl9pPr marL="4114800" lvl="8" indent="-304800">
              <a:spcBef>
                <a:spcPts val="0"/>
              </a:spcBef>
              <a:spcAft>
                <a:spcPts val="0"/>
              </a:spcAft>
              <a:buClr>
                <a:srgbClr val="000000"/>
              </a:buClr>
              <a:buSzPts val="1200"/>
              <a:buFont typeface="Roboto Condensed Light"/>
              <a:buAutoNum type="romanLcPeriod"/>
              <a:defRPr/>
            </a:lvl9pPr>
          </a:lstStyle>
          <a:p>
            <a:endParaRPr/>
          </a:p>
        </p:txBody>
      </p:sp>
      <p:grpSp>
        <p:nvGrpSpPr>
          <p:cNvPr id="100" name="Google Shape;100;p4"/>
          <p:cNvGrpSpPr/>
          <p:nvPr/>
        </p:nvGrpSpPr>
        <p:grpSpPr>
          <a:xfrm>
            <a:off x="-145733" y="39252"/>
            <a:ext cx="9244604" cy="1474013"/>
            <a:chOff x="-145733" y="39252"/>
            <a:chExt cx="9244604" cy="1474013"/>
          </a:xfrm>
        </p:grpSpPr>
        <p:sp>
          <p:nvSpPr>
            <p:cNvPr id="101" name="Google Shape;101;p4"/>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4"/>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3"/>
        <p:cNvGrpSpPr/>
        <p:nvPr/>
      </p:nvGrpSpPr>
      <p:grpSpPr>
        <a:xfrm>
          <a:off x="0" y="0"/>
          <a:ext cx="0" cy="0"/>
          <a:chOff x="0" y="0"/>
          <a:chExt cx="0" cy="0"/>
        </a:xfrm>
      </p:grpSpPr>
      <p:sp>
        <p:nvSpPr>
          <p:cNvPr id="104" name="Google Shape;10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105" name="Google Shape;105;p5"/>
          <p:cNvSpPr txBox="1">
            <a:spLocks noGrp="1"/>
          </p:cNvSpPr>
          <p:nvPr>
            <p:ph type="subTitle" idx="1"/>
          </p:nvPr>
        </p:nvSpPr>
        <p:spPr>
          <a:xfrm>
            <a:off x="1542709" y="3592950"/>
            <a:ext cx="2510700" cy="10107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106" name="Google Shape;106;p5"/>
          <p:cNvSpPr txBox="1">
            <a:spLocks noGrp="1"/>
          </p:cNvSpPr>
          <p:nvPr>
            <p:ph type="subTitle" idx="2"/>
          </p:nvPr>
        </p:nvSpPr>
        <p:spPr>
          <a:xfrm>
            <a:off x="5071959" y="3592950"/>
            <a:ext cx="2510700" cy="1010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07" name="Google Shape;107;p5"/>
          <p:cNvSpPr txBox="1">
            <a:spLocks noGrp="1"/>
          </p:cNvSpPr>
          <p:nvPr>
            <p:ph type="subTitle" idx="3"/>
          </p:nvPr>
        </p:nvSpPr>
        <p:spPr>
          <a:xfrm>
            <a:off x="1732209" y="30600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108" name="Google Shape;108;p5"/>
          <p:cNvSpPr txBox="1">
            <a:spLocks noGrp="1"/>
          </p:cNvSpPr>
          <p:nvPr>
            <p:ph type="subTitle" idx="4"/>
          </p:nvPr>
        </p:nvSpPr>
        <p:spPr>
          <a:xfrm>
            <a:off x="5261409" y="30600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109" name="Google Shape;109;p5"/>
          <p:cNvGrpSpPr/>
          <p:nvPr/>
        </p:nvGrpSpPr>
        <p:grpSpPr>
          <a:xfrm flipH="1">
            <a:off x="-145733" y="39252"/>
            <a:ext cx="9244604" cy="1474013"/>
            <a:chOff x="-145733" y="39252"/>
            <a:chExt cx="9244604" cy="1474013"/>
          </a:xfrm>
        </p:grpSpPr>
        <p:sp>
          <p:nvSpPr>
            <p:cNvPr id="110" name="Google Shape;110;p5"/>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2"/>
        <p:cNvGrpSpPr/>
        <p:nvPr/>
      </p:nvGrpSpPr>
      <p:grpSpPr>
        <a:xfrm>
          <a:off x="0" y="0"/>
          <a:ext cx="0" cy="0"/>
          <a:chOff x="0" y="0"/>
          <a:chExt cx="0" cy="0"/>
        </a:xfrm>
      </p:grpSpPr>
      <p:grpSp>
        <p:nvGrpSpPr>
          <p:cNvPr id="113" name="Google Shape;113;p6"/>
          <p:cNvGrpSpPr/>
          <p:nvPr/>
        </p:nvGrpSpPr>
        <p:grpSpPr>
          <a:xfrm flipH="1">
            <a:off x="-145733" y="39252"/>
            <a:ext cx="9244604" cy="1474013"/>
            <a:chOff x="-145733" y="39252"/>
            <a:chExt cx="9244604" cy="1474013"/>
          </a:xfrm>
        </p:grpSpPr>
        <p:sp>
          <p:nvSpPr>
            <p:cNvPr id="114" name="Google Shape;114;p6"/>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6"/>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 name="Google Shape;11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17"/>
        <p:cNvGrpSpPr/>
        <p:nvPr/>
      </p:nvGrpSpPr>
      <p:grpSpPr>
        <a:xfrm>
          <a:off x="0" y="0"/>
          <a:ext cx="0" cy="0"/>
          <a:chOff x="0" y="0"/>
          <a:chExt cx="0" cy="0"/>
        </a:xfrm>
      </p:grpSpPr>
      <p:grpSp>
        <p:nvGrpSpPr>
          <p:cNvPr id="118" name="Google Shape;118;p7"/>
          <p:cNvGrpSpPr/>
          <p:nvPr/>
        </p:nvGrpSpPr>
        <p:grpSpPr>
          <a:xfrm>
            <a:off x="-145733" y="39252"/>
            <a:ext cx="9244604" cy="1474013"/>
            <a:chOff x="-145733" y="39252"/>
            <a:chExt cx="9244604" cy="1474013"/>
          </a:xfrm>
        </p:grpSpPr>
        <p:sp>
          <p:nvSpPr>
            <p:cNvPr id="119" name="Google Shape;119;p7"/>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7"/>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 name="Google Shape;121;p7"/>
          <p:cNvSpPr txBox="1">
            <a:spLocks noGrp="1"/>
          </p:cNvSpPr>
          <p:nvPr>
            <p:ph type="body" idx="1"/>
          </p:nvPr>
        </p:nvSpPr>
        <p:spPr>
          <a:xfrm>
            <a:off x="858125" y="1389600"/>
            <a:ext cx="3607500" cy="3179400"/>
          </a:xfrm>
          <a:prstGeom prst="rect">
            <a:avLst/>
          </a:prstGeom>
        </p:spPr>
        <p:txBody>
          <a:bodyPr spcFirstLastPara="1" wrap="square" lIns="91425" tIns="91425" rIns="91425" bIns="91425" anchor="ctr" anchorCtr="0">
            <a:noAutofit/>
          </a:bodyPr>
          <a:lstStyle>
            <a:lvl1pPr marL="457200" lvl="0" indent="-330200">
              <a:lnSpc>
                <a:spcPct val="100000"/>
              </a:lnSpc>
              <a:spcBef>
                <a:spcPts val="0"/>
              </a:spcBef>
              <a:spcAft>
                <a:spcPts val="0"/>
              </a:spcAft>
              <a:buClr>
                <a:srgbClr val="18254B"/>
              </a:buClr>
              <a:buSzPts val="1600"/>
              <a:buFont typeface="Red Hat Text"/>
              <a:buChar char="●"/>
              <a:defRPr/>
            </a:lvl1pPr>
            <a:lvl2pPr marL="914400" lvl="1" indent="-330200">
              <a:spcBef>
                <a:spcPts val="0"/>
              </a:spcBef>
              <a:spcAft>
                <a:spcPts val="0"/>
              </a:spcAft>
              <a:buClr>
                <a:srgbClr val="142850"/>
              </a:buClr>
              <a:buSzPts val="1600"/>
              <a:buFont typeface="Red Hat Text"/>
              <a:buChar char="○"/>
              <a:defRPr/>
            </a:lvl2pPr>
            <a:lvl3pPr marL="1371600" lvl="2" indent="-330200">
              <a:spcBef>
                <a:spcPts val="0"/>
              </a:spcBef>
              <a:spcAft>
                <a:spcPts val="0"/>
              </a:spcAft>
              <a:buClr>
                <a:srgbClr val="142850"/>
              </a:buClr>
              <a:buSzPts val="1600"/>
              <a:buFont typeface="Red Hat Text"/>
              <a:buChar char="■"/>
              <a:defRPr/>
            </a:lvl3pPr>
            <a:lvl4pPr marL="1828800" lvl="3" indent="-330200">
              <a:spcBef>
                <a:spcPts val="0"/>
              </a:spcBef>
              <a:spcAft>
                <a:spcPts val="0"/>
              </a:spcAft>
              <a:buClr>
                <a:srgbClr val="142850"/>
              </a:buClr>
              <a:buSzPts val="1600"/>
              <a:buFont typeface="Red Hat Text"/>
              <a:buChar char="●"/>
              <a:defRPr/>
            </a:lvl4pPr>
            <a:lvl5pPr marL="2286000" lvl="4" indent="-330200">
              <a:spcBef>
                <a:spcPts val="0"/>
              </a:spcBef>
              <a:spcAft>
                <a:spcPts val="0"/>
              </a:spcAft>
              <a:buClr>
                <a:srgbClr val="142850"/>
              </a:buClr>
              <a:buSzPts val="1600"/>
              <a:buFont typeface="Red Hat Text"/>
              <a:buChar char="○"/>
              <a:defRPr/>
            </a:lvl5pPr>
            <a:lvl6pPr marL="2743200" lvl="5" indent="-330200">
              <a:spcBef>
                <a:spcPts val="0"/>
              </a:spcBef>
              <a:spcAft>
                <a:spcPts val="0"/>
              </a:spcAft>
              <a:buClr>
                <a:srgbClr val="142850"/>
              </a:buClr>
              <a:buSzPts val="1600"/>
              <a:buFont typeface="Red Hat Text"/>
              <a:buChar char="■"/>
              <a:defRPr/>
            </a:lvl6pPr>
            <a:lvl7pPr marL="3200400" lvl="6" indent="-330200">
              <a:spcBef>
                <a:spcPts val="0"/>
              </a:spcBef>
              <a:spcAft>
                <a:spcPts val="0"/>
              </a:spcAft>
              <a:buClr>
                <a:srgbClr val="142850"/>
              </a:buClr>
              <a:buSzPts val="1600"/>
              <a:buFont typeface="Red Hat Text"/>
              <a:buChar char="●"/>
              <a:defRPr/>
            </a:lvl7pPr>
            <a:lvl8pPr marL="3657600" lvl="7" indent="-330200">
              <a:spcBef>
                <a:spcPts val="0"/>
              </a:spcBef>
              <a:spcAft>
                <a:spcPts val="0"/>
              </a:spcAft>
              <a:buClr>
                <a:srgbClr val="142850"/>
              </a:buClr>
              <a:buSzPts val="1600"/>
              <a:buFont typeface="Red Hat Text"/>
              <a:buChar char="○"/>
              <a:defRPr/>
            </a:lvl8pPr>
            <a:lvl9pPr marL="4114800" lvl="8" indent="-330200">
              <a:spcBef>
                <a:spcPts val="0"/>
              </a:spcBef>
              <a:spcAft>
                <a:spcPts val="0"/>
              </a:spcAft>
              <a:buClr>
                <a:srgbClr val="142850"/>
              </a:buClr>
              <a:buSzPts val="1600"/>
              <a:buFont typeface="Red Hat Text"/>
              <a:buChar char="■"/>
              <a:defRPr/>
            </a:lvl9pPr>
          </a:lstStyle>
          <a:p>
            <a:endParaRPr/>
          </a:p>
        </p:txBody>
      </p:sp>
      <p:sp>
        <p:nvSpPr>
          <p:cNvPr id="122" name="Google Shape;122;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23"/>
        <p:cNvGrpSpPr/>
        <p:nvPr/>
      </p:nvGrpSpPr>
      <p:grpSpPr>
        <a:xfrm>
          <a:off x="0" y="0"/>
          <a:ext cx="0" cy="0"/>
          <a:chOff x="0" y="0"/>
          <a:chExt cx="0" cy="0"/>
        </a:xfrm>
      </p:grpSpPr>
      <p:grpSp>
        <p:nvGrpSpPr>
          <p:cNvPr id="124" name="Google Shape;124;p8"/>
          <p:cNvGrpSpPr/>
          <p:nvPr/>
        </p:nvGrpSpPr>
        <p:grpSpPr>
          <a:xfrm flipH="1">
            <a:off x="-369536" y="683777"/>
            <a:ext cx="9325928" cy="862202"/>
            <a:chOff x="190333" y="683777"/>
            <a:chExt cx="9325928" cy="862202"/>
          </a:xfrm>
        </p:grpSpPr>
        <p:sp>
          <p:nvSpPr>
            <p:cNvPr id="125" name="Google Shape;125;p8"/>
            <p:cNvSpPr/>
            <p:nvPr/>
          </p:nvSpPr>
          <p:spPr>
            <a:xfrm flipH="1">
              <a:off x="190333" y="6837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8"/>
            <p:cNvSpPr/>
            <p:nvPr/>
          </p:nvSpPr>
          <p:spPr>
            <a:xfrm flipH="1">
              <a:off x="7337179" y="68377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 name="Google Shape;127;p8"/>
          <p:cNvSpPr/>
          <p:nvPr/>
        </p:nvSpPr>
        <p:spPr>
          <a:xfrm>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8"/>
          <p:cNvSpPr/>
          <p:nvPr/>
        </p:nvSpPr>
        <p:spPr>
          <a:xfrm>
            <a:off x="6777327" y="29453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8"/>
          <p:cNvSpPr/>
          <p:nvPr/>
        </p:nvSpPr>
        <p:spPr>
          <a:xfrm>
            <a:off x="311354" y="26067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 name="Google Shape;130;p8"/>
          <p:cNvGrpSpPr/>
          <p:nvPr/>
        </p:nvGrpSpPr>
        <p:grpSpPr>
          <a:xfrm flipH="1">
            <a:off x="7899695" y="1350800"/>
            <a:ext cx="2327978" cy="3502413"/>
            <a:chOff x="7256414" y="1350800"/>
            <a:chExt cx="2327978" cy="3502413"/>
          </a:xfrm>
        </p:grpSpPr>
        <p:sp>
          <p:nvSpPr>
            <p:cNvPr id="131" name="Google Shape;131;p8"/>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8"/>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8"/>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8"/>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8"/>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8"/>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8"/>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8"/>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8"/>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8"/>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8"/>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8"/>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8"/>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8"/>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8"/>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8"/>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8"/>
          <p:cNvGrpSpPr/>
          <p:nvPr/>
        </p:nvGrpSpPr>
        <p:grpSpPr>
          <a:xfrm flipH="1">
            <a:off x="-984900" y="1389407"/>
            <a:ext cx="2688530" cy="3410596"/>
            <a:chOff x="-705675" y="1389407"/>
            <a:chExt cx="2688530" cy="3410596"/>
          </a:xfrm>
        </p:grpSpPr>
        <p:sp>
          <p:nvSpPr>
            <p:cNvPr id="149" name="Google Shape;149;p8"/>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8"/>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8"/>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8"/>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8"/>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8"/>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8"/>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8"/>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8"/>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8"/>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8"/>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8"/>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8"/>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8"/>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 name="Google Shape;166;p8"/>
          <p:cNvSpPr txBox="1">
            <a:spLocks noGrp="1"/>
          </p:cNvSpPr>
          <p:nvPr>
            <p:ph type="title"/>
          </p:nvPr>
        </p:nvSpPr>
        <p:spPr>
          <a:xfrm>
            <a:off x="1388100" y="1897700"/>
            <a:ext cx="6367800" cy="22821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67"/>
        <p:cNvGrpSpPr/>
        <p:nvPr/>
      </p:nvGrpSpPr>
      <p:grpSpPr>
        <a:xfrm>
          <a:off x="0" y="0"/>
          <a:ext cx="0" cy="0"/>
          <a:chOff x="0" y="0"/>
          <a:chExt cx="0" cy="0"/>
        </a:xfrm>
      </p:grpSpPr>
      <p:sp>
        <p:nvSpPr>
          <p:cNvPr id="168" name="Google Shape;168;p9"/>
          <p:cNvSpPr txBox="1">
            <a:spLocks noGrp="1"/>
          </p:cNvSpPr>
          <p:nvPr>
            <p:ph type="title"/>
          </p:nvPr>
        </p:nvSpPr>
        <p:spPr>
          <a:xfrm>
            <a:off x="845075" y="2133875"/>
            <a:ext cx="4045200" cy="665700"/>
          </a:xfrm>
          <a:prstGeom prst="rect">
            <a:avLst/>
          </a:prstGeom>
        </p:spPr>
        <p:txBody>
          <a:bodyPr spcFirstLastPara="1" wrap="square" lIns="91425" tIns="91425" rIns="91425" bIns="91425" anchor="ctr" anchorCtr="0">
            <a:noAutofit/>
          </a:bodyPr>
          <a:lstStyle>
            <a:lvl1pPr lvl="0" algn="ctr">
              <a:spcBef>
                <a:spcPts val="0"/>
              </a:spcBef>
              <a:spcAft>
                <a:spcPts val="0"/>
              </a:spcAft>
              <a:buSzPts val="4200"/>
              <a:buNone/>
              <a:defRPr sz="8000">
                <a:solidFill>
                  <a:schemeClr val="lt1"/>
                </a:solidFill>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169" name="Google Shape;169;p9"/>
          <p:cNvSpPr txBox="1">
            <a:spLocks noGrp="1"/>
          </p:cNvSpPr>
          <p:nvPr>
            <p:ph type="subTitle" idx="1"/>
          </p:nvPr>
        </p:nvSpPr>
        <p:spPr>
          <a:xfrm>
            <a:off x="968475" y="3061025"/>
            <a:ext cx="3798300" cy="1235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70" name="Google Shape;170;p9"/>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1" name="Google Shape;171;p9"/>
          <p:cNvGrpSpPr/>
          <p:nvPr/>
        </p:nvGrpSpPr>
        <p:grpSpPr>
          <a:xfrm>
            <a:off x="7411532" y="1695616"/>
            <a:ext cx="2098672" cy="3157425"/>
            <a:chOff x="7256414" y="1350800"/>
            <a:chExt cx="2327978" cy="3502413"/>
          </a:xfrm>
        </p:grpSpPr>
        <p:sp>
          <p:nvSpPr>
            <p:cNvPr id="172" name="Google Shape;172;p9"/>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9"/>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9"/>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9"/>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9"/>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9"/>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9"/>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9"/>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9"/>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9"/>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9"/>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9"/>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9"/>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9"/>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9"/>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9"/>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9"/>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9"/>
          <p:cNvGrpSpPr/>
          <p:nvPr/>
        </p:nvGrpSpPr>
        <p:grpSpPr>
          <a:xfrm>
            <a:off x="-67517" y="133912"/>
            <a:ext cx="9276766" cy="1535493"/>
            <a:chOff x="-67517" y="133912"/>
            <a:chExt cx="9276766" cy="1535493"/>
          </a:xfrm>
        </p:grpSpPr>
        <p:sp>
          <p:nvSpPr>
            <p:cNvPr id="190" name="Google Shape;190;p9"/>
            <p:cNvSpPr/>
            <p:nvPr/>
          </p:nvSpPr>
          <p:spPr>
            <a:xfrm>
              <a:off x="3145005" y="6471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9"/>
            <p:cNvSpPr/>
            <p:nvPr/>
          </p:nvSpPr>
          <p:spPr>
            <a:xfrm>
              <a:off x="-67517" y="133912"/>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9"/>
            <p:cNvSpPr/>
            <p:nvPr/>
          </p:nvSpPr>
          <p:spPr>
            <a:xfrm>
              <a:off x="7030167" y="2341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9"/>
          <p:cNvGrpSpPr/>
          <p:nvPr/>
        </p:nvGrpSpPr>
        <p:grpSpPr>
          <a:xfrm>
            <a:off x="-1726991" y="1475289"/>
            <a:ext cx="2614595" cy="3317146"/>
            <a:chOff x="-705675" y="1389407"/>
            <a:chExt cx="2688530" cy="3410596"/>
          </a:xfrm>
        </p:grpSpPr>
        <p:sp>
          <p:nvSpPr>
            <p:cNvPr id="194" name="Google Shape;194;p9"/>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9"/>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9"/>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9"/>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9"/>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9"/>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9"/>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9"/>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9"/>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9"/>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9"/>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9"/>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9"/>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9"/>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9"/>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9"/>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9"/>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11"/>
        <p:cNvGrpSpPr/>
        <p:nvPr/>
      </p:nvGrpSpPr>
      <p:grpSpPr>
        <a:xfrm>
          <a:off x="0" y="0"/>
          <a:ext cx="0" cy="0"/>
          <a:chOff x="0" y="0"/>
          <a:chExt cx="0" cy="0"/>
        </a:xfrm>
      </p:grpSpPr>
      <p:sp>
        <p:nvSpPr>
          <p:cNvPr id="212" name="Google Shape;212;p10"/>
          <p:cNvSpPr txBox="1">
            <a:spLocks noGrp="1"/>
          </p:cNvSpPr>
          <p:nvPr>
            <p:ph type="body" idx="1"/>
          </p:nvPr>
        </p:nvSpPr>
        <p:spPr>
          <a:xfrm>
            <a:off x="894100" y="3273875"/>
            <a:ext cx="3640500" cy="1058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600"/>
              <a:buNone/>
              <a:defRPr sz="3500">
                <a:solidFill>
                  <a:schemeClr val="lt1"/>
                </a:solidFill>
                <a:latin typeface="Freckle Face"/>
                <a:ea typeface="Freckle Face"/>
                <a:cs typeface="Freckle Face"/>
                <a:sym typeface="Freckle Face"/>
              </a:defRPr>
            </a:lvl1pPr>
          </a:lstStyle>
          <a:p>
            <a:endParaRPr/>
          </a:p>
        </p:txBody>
      </p:sp>
      <p:grpSp>
        <p:nvGrpSpPr>
          <p:cNvPr id="213" name="Google Shape;213;p10"/>
          <p:cNvGrpSpPr/>
          <p:nvPr/>
        </p:nvGrpSpPr>
        <p:grpSpPr>
          <a:xfrm>
            <a:off x="203233" y="137312"/>
            <a:ext cx="8435866" cy="2338153"/>
            <a:chOff x="203233" y="137312"/>
            <a:chExt cx="8435866" cy="2338153"/>
          </a:xfrm>
        </p:grpSpPr>
        <p:sp>
          <p:nvSpPr>
            <p:cNvPr id="214" name="Google Shape;214;p10"/>
            <p:cNvSpPr/>
            <p:nvPr/>
          </p:nvSpPr>
          <p:spPr>
            <a:xfrm>
              <a:off x="1950455" y="137312"/>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0"/>
            <p:cNvSpPr/>
            <p:nvPr/>
          </p:nvSpPr>
          <p:spPr>
            <a:xfrm>
              <a:off x="203233" y="17710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6460017" y="54000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17"/>
        <p:cNvGrpSpPr/>
        <p:nvPr/>
      </p:nvGrpSpPr>
      <p:grpSpPr>
        <a:xfrm>
          <a:off x="0" y="0"/>
          <a:ext cx="0" cy="0"/>
          <a:chOff x="0" y="0"/>
          <a:chExt cx="0" cy="0"/>
        </a:xfrm>
      </p:grpSpPr>
      <p:sp>
        <p:nvSpPr>
          <p:cNvPr id="218" name="Google Shape;218;p11"/>
          <p:cNvSpPr txBox="1">
            <a:spLocks noGrp="1"/>
          </p:cNvSpPr>
          <p:nvPr>
            <p:ph type="title" hasCustomPrompt="1"/>
          </p:nvPr>
        </p:nvSpPr>
        <p:spPr>
          <a:xfrm>
            <a:off x="1655550" y="1538952"/>
            <a:ext cx="5832900" cy="1142400"/>
          </a:xfrm>
          <a:prstGeom prst="rect">
            <a:avLst/>
          </a:prstGeom>
        </p:spPr>
        <p:txBody>
          <a:bodyPr spcFirstLastPara="1" wrap="square" lIns="91425" tIns="91425" rIns="91425" bIns="91425" anchor="ctr" anchorCtr="0">
            <a:noAutofit/>
          </a:bodyPr>
          <a:lstStyle>
            <a:lvl1pPr lvl="0" algn="ctr">
              <a:spcBef>
                <a:spcPts val="0"/>
              </a:spcBef>
              <a:spcAft>
                <a:spcPts val="0"/>
              </a:spcAft>
              <a:buSzPts val="12000"/>
              <a:buNone/>
              <a:defRPr sz="12000">
                <a:solidFill>
                  <a:schemeClr val="lt1"/>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19" name="Google Shape;219;p11"/>
          <p:cNvSpPr txBox="1">
            <a:spLocks noGrp="1"/>
          </p:cNvSpPr>
          <p:nvPr>
            <p:ph type="subTitle" idx="1"/>
          </p:nvPr>
        </p:nvSpPr>
        <p:spPr>
          <a:xfrm>
            <a:off x="2863200" y="3131077"/>
            <a:ext cx="3417600" cy="633600"/>
          </a:xfrm>
          <a:prstGeom prst="rect">
            <a:avLst/>
          </a:prstGeom>
        </p:spPr>
        <p:txBody>
          <a:bodyPr spcFirstLastPara="1" wrap="square" lIns="91425" tIns="91425" rIns="91425" bIns="91425" anchor="t" anchorCtr="0">
            <a:noAutofit/>
          </a:bodyPr>
          <a:lstStyle>
            <a:lvl1pPr lvl="0" algn="ctr">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20" name="Google Shape;220;p11"/>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 name="Google Shape;221;p11"/>
          <p:cNvGrpSpPr/>
          <p:nvPr/>
        </p:nvGrpSpPr>
        <p:grpSpPr>
          <a:xfrm>
            <a:off x="8" y="-97213"/>
            <a:ext cx="8975216" cy="1376703"/>
            <a:chOff x="8" y="-97213"/>
            <a:chExt cx="8975216" cy="1376703"/>
          </a:xfrm>
        </p:grpSpPr>
        <p:sp>
          <p:nvSpPr>
            <p:cNvPr id="222" name="Google Shape;222;p11"/>
            <p:cNvSpPr/>
            <p:nvPr/>
          </p:nvSpPr>
          <p:spPr>
            <a:xfrm>
              <a:off x="3611080" y="-97213"/>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11"/>
            <p:cNvSpPr/>
            <p:nvPr/>
          </p:nvSpPr>
          <p:spPr>
            <a:xfrm>
              <a:off x="8" y="575062"/>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1"/>
            <p:cNvSpPr/>
            <p:nvPr/>
          </p:nvSpPr>
          <p:spPr>
            <a:xfrm>
              <a:off x="6796142" y="3348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22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6"/>
        <p:cNvGrpSpPr/>
        <p:nvPr/>
      </p:nvGrpSpPr>
      <p:grpSpPr>
        <a:xfrm>
          <a:off x="0" y="0"/>
          <a:ext cx="0" cy="0"/>
          <a:chOff x="0" y="0"/>
          <a:chExt cx="0" cy="0"/>
        </a:xfrm>
      </p:grpSpPr>
      <p:grpSp>
        <p:nvGrpSpPr>
          <p:cNvPr id="227" name="Google Shape;227;p13"/>
          <p:cNvGrpSpPr/>
          <p:nvPr/>
        </p:nvGrpSpPr>
        <p:grpSpPr>
          <a:xfrm>
            <a:off x="-145733" y="39252"/>
            <a:ext cx="9244604" cy="1474013"/>
            <a:chOff x="-145733" y="39252"/>
            <a:chExt cx="9244604" cy="1474013"/>
          </a:xfrm>
        </p:grpSpPr>
        <p:sp>
          <p:nvSpPr>
            <p:cNvPr id="228" name="Google Shape;228;p13"/>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3"/>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 name="Google Shape;230;p13"/>
          <p:cNvGrpSpPr/>
          <p:nvPr/>
        </p:nvGrpSpPr>
        <p:grpSpPr>
          <a:xfrm flipH="1">
            <a:off x="-1123952" y="1614556"/>
            <a:ext cx="2511087" cy="3185497"/>
            <a:chOff x="-705675" y="1389407"/>
            <a:chExt cx="2688530" cy="3410596"/>
          </a:xfrm>
        </p:grpSpPr>
        <p:sp>
          <p:nvSpPr>
            <p:cNvPr id="231" name="Google Shape;231;p13"/>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3"/>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3"/>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3"/>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3"/>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3"/>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3"/>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3"/>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3"/>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3"/>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3"/>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3"/>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3"/>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3"/>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3"/>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3"/>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3"/>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 name="Google Shape;248;p13"/>
          <p:cNvGrpSpPr/>
          <p:nvPr/>
        </p:nvGrpSpPr>
        <p:grpSpPr>
          <a:xfrm flipH="1">
            <a:off x="8268419" y="1842310"/>
            <a:ext cx="2001362" cy="3011025"/>
            <a:chOff x="7256414" y="1350800"/>
            <a:chExt cx="2327978" cy="3502413"/>
          </a:xfrm>
        </p:grpSpPr>
        <p:sp>
          <p:nvSpPr>
            <p:cNvPr id="249" name="Google Shape;249;p13"/>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3"/>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3"/>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3"/>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3"/>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13"/>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3"/>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3"/>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3"/>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3"/>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3"/>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3"/>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3"/>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3"/>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3"/>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3"/>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3"/>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 name="Google Shape;266;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3500"/>
              <a:buNone/>
              <a:defRPr>
                <a:solidFill>
                  <a:schemeClr val="lt1"/>
                </a:solidFill>
              </a:defRPr>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a:endParaRPr/>
          </a:p>
        </p:txBody>
      </p:sp>
      <p:sp>
        <p:nvSpPr>
          <p:cNvPr id="267" name="Google Shape;267;p13"/>
          <p:cNvSpPr txBox="1">
            <a:spLocks noGrp="1"/>
          </p:cNvSpPr>
          <p:nvPr>
            <p:ph type="title" idx="2" hasCustomPrompt="1"/>
          </p:nvPr>
        </p:nvSpPr>
        <p:spPr>
          <a:xfrm>
            <a:off x="820500" y="1880150"/>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68" name="Google Shape;268;p13"/>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69" name="Google Shape;269;p13"/>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0" name="Google Shape;270;p13"/>
          <p:cNvSpPr txBox="1">
            <a:spLocks noGrp="1"/>
          </p:cNvSpPr>
          <p:nvPr>
            <p:ph type="title" idx="4" hasCustomPrompt="1"/>
          </p:nvPr>
        </p:nvSpPr>
        <p:spPr>
          <a:xfrm>
            <a:off x="4731150" y="1880150"/>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1" name="Google Shape;271;p13"/>
          <p:cNvSpPr txBox="1">
            <a:spLocks noGrp="1"/>
          </p:cNvSpPr>
          <p:nvPr>
            <p:ph type="subTitle" idx="5"/>
          </p:nvPr>
        </p:nvSpPr>
        <p:spPr>
          <a:xfrm>
            <a:off x="6018000" y="22316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2" name="Google Shape;272;p13"/>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3" name="Google Shape;273;p13"/>
          <p:cNvSpPr txBox="1">
            <a:spLocks noGrp="1"/>
          </p:cNvSpPr>
          <p:nvPr>
            <p:ph type="title" idx="7" hasCustomPrompt="1"/>
          </p:nvPr>
        </p:nvSpPr>
        <p:spPr>
          <a:xfrm>
            <a:off x="820500" y="3411425"/>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4" name="Google Shape;274;p13"/>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5" name="Google Shape;275;p13"/>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6" name="Google Shape;276;p13"/>
          <p:cNvSpPr txBox="1">
            <a:spLocks noGrp="1"/>
          </p:cNvSpPr>
          <p:nvPr>
            <p:ph type="title" idx="13" hasCustomPrompt="1"/>
          </p:nvPr>
        </p:nvSpPr>
        <p:spPr>
          <a:xfrm>
            <a:off x="4731150" y="3411425"/>
            <a:ext cx="1162800" cy="71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7" name="Google Shape;277;p13"/>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278" name="Google Shape;278;p13"/>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lvl1pPr lvl="0" rtl="0">
              <a:spcBef>
                <a:spcPts val="0"/>
              </a:spcBef>
              <a:spcAft>
                <a:spcPts val="0"/>
              </a:spcAft>
              <a:buSzPts val="2200"/>
              <a:buFont typeface="Freckle Face"/>
              <a:buNone/>
              <a:defRPr sz="2500">
                <a:latin typeface="Freckle Face"/>
                <a:ea typeface="Freckle Face"/>
                <a:cs typeface="Freckle Face"/>
                <a:sym typeface="Freckle Face"/>
              </a:defRPr>
            </a:lvl1pPr>
            <a:lvl2pPr lvl="1" rtl="0">
              <a:spcBef>
                <a:spcPts val="0"/>
              </a:spcBef>
              <a:spcAft>
                <a:spcPts val="0"/>
              </a:spcAft>
              <a:buSzPts val="2200"/>
              <a:buFont typeface="Freckle Face"/>
              <a:buNone/>
              <a:defRPr sz="2200">
                <a:latin typeface="Freckle Face"/>
                <a:ea typeface="Freckle Face"/>
                <a:cs typeface="Freckle Face"/>
                <a:sym typeface="Freckle Face"/>
              </a:defRPr>
            </a:lvl2pPr>
            <a:lvl3pPr lvl="2" rtl="0">
              <a:spcBef>
                <a:spcPts val="0"/>
              </a:spcBef>
              <a:spcAft>
                <a:spcPts val="0"/>
              </a:spcAft>
              <a:buSzPts val="2200"/>
              <a:buFont typeface="Freckle Face"/>
              <a:buNone/>
              <a:defRPr sz="2200">
                <a:latin typeface="Freckle Face"/>
                <a:ea typeface="Freckle Face"/>
                <a:cs typeface="Freckle Face"/>
                <a:sym typeface="Freckle Face"/>
              </a:defRPr>
            </a:lvl3pPr>
            <a:lvl4pPr lvl="3" rtl="0">
              <a:spcBef>
                <a:spcPts val="0"/>
              </a:spcBef>
              <a:spcAft>
                <a:spcPts val="0"/>
              </a:spcAft>
              <a:buSzPts val="2200"/>
              <a:buFont typeface="Freckle Face"/>
              <a:buNone/>
              <a:defRPr sz="2200">
                <a:latin typeface="Freckle Face"/>
                <a:ea typeface="Freckle Face"/>
                <a:cs typeface="Freckle Face"/>
                <a:sym typeface="Freckle Face"/>
              </a:defRPr>
            </a:lvl4pPr>
            <a:lvl5pPr lvl="4" rtl="0">
              <a:spcBef>
                <a:spcPts val="0"/>
              </a:spcBef>
              <a:spcAft>
                <a:spcPts val="0"/>
              </a:spcAft>
              <a:buSzPts val="2200"/>
              <a:buFont typeface="Freckle Face"/>
              <a:buNone/>
              <a:defRPr sz="2200">
                <a:latin typeface="Freckle Face"/>
                <a:ea typeface="Freckle Face"/>
                <a:cs typeface="Freckle Face"/>
                <a:sym typeface="Freckle Face"/>
              </a:defRPr>
            </a:lvl5pPr>
            <a:lvl6pPr lvl="5" rtl="0">
              <a:spcBef>
                <a:spcPts val="0"/>
              </a:spcBef>
              <a:spcAft>
                <a:spcPts val="0"/>
              </a:spcAft>
              <a:buSzPts val="2200"/>
              <a:buFont typeface="Freckle Face"/>
              <a:buNone/>
              <a:defRPr sz="2200">
                <a:latin typeface="Freckle Face"/>
                <a:ea typeface="Freckle Face"/>
                <a:cs typeface="Freckle Face"/>
                <a:sym typeface="Freckle Face"/>
              </a:defRPr>
            </a:lvl6pPr>
            <a:lvl7pPr lvl="6" rtl="0">
              <a:spcBef>
                <a:spcPts val="0"/>
              </a:spcBef>
              <a:spcAft>
                <a:spcPts val="0"/>
              </a:spcAft>
              <a:buSzPts val="2200"/>
              <a:buFont typeface="Freckle Face"/>
              <a:buNone/>
              <a:defRPr sz="2200">
                <a:latin typeface="Freckle Face"/>
                <a:ea typeface="Freckle Face"/>
                <a:cs typeface="Freckle Face"/>
                <a:sym typeface="Freckle Face"/>
              </a:defRPr>
            </a:lvl7pPr>
            <a:lvl8pPr lvl="7" rtl="0">
              <a:spcBef>
                <a:spcPts val="0"/>
              </a:spcBef>
              <a:spcAft>
                <a:spcPts val="0"/>
              </a:spcAft>
              <a:buSzPts val="2200"/>
              <a:buFont typeface="Freckle Face"/>
              <a:buNone/>
              <a:defRPr sz="2200">
                <a:latin typeface="Freckle Face"/>
                <a:ea typeface="Freckle Face"/>
                <a:cs typeface="Freckle Face"/>
                <a:sym typeface="Freckle Face"/>
              </a:defRPr>
            </a:lvl8pPr>
            <a:lvl9pPr lvl="8" rtl="0">
              <a:spcBef>
                <a:spcPts val="0"/>
              </a:spcBef>
              <a:spcAft>
                <a:spcPts val="0"/>
              </a:spcAft>
              <a:buSzPts val="2200"/>
              <a:buFont typeface="Freckle Face"/>
              <a:buNone/>
              <a:defRPr sz="2200">
                <a:latin typeface="Freckle Face"/>
                <a:ea typeface="Freckle Face"/>
                <a:cs typeface="Freckle Face"/>
                <a:sym typeface="Freckle Face"/>
              </a:defRPr>
            </a:lvl9pPr>
          </a:lstStyle>
          <a:p>
            <a:endParaRPr/>
          </a:p>
        </p:txBody>
      </p:sp>
      <p:sp>
        <p:nvSpPr>
          <p:cNvPr id="279" name="Google Shape;279;p13"/>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1">
    <p:spTree>
      <p:nvGrpSpPr>
        <p:cNvPr id="1" name="Shape 280"/>
        <p:cNvGrpSpPr/>
        <p:nvPr/>
      </p:nvGrpSpPr>
      <p:grpSpPr>
        <a:xfrm>
          <a:off x="0" y="0"/>
          <a:ext cx="0" cy="0"/>
          <a:chOff x="0" y="0"/>
          <a:chExt cx="0" cy="0"/>
        </a:xfrm>
      </p:grpSpPr>
      <p:sp>
        <p:nvSpPr>
          <p:cNvPr id="281" name="Google Shape;281;p14"/>
          <p:cNvSpPr txBox="1">
            <a:spLocks noGrp="1"/>
          </p:cNvSpPr>
          <p:nvPr>
            <p:ph type="subTitle" idx="1"/>
          </p:nvPr>
        </p:nvSpPr>
        <p:spPr>
          <a:xfrm>
            <a:off x="878850" y="1468550"/>
            <a:ext cx="7226100" cy="1724400"/>
          </a:xfrm>
          <a:prstGeom prst="rect">
            <a:avLst/>
          </a:prstGeom>
        </p:spPr>
        <p:txBody>
          <a:bodyPr spcFirstLastPara="1" wrap="square" lIns="91425" tIns="91425" rIns="91425" bIns="91425" anchor="ctr" anchorCtr="0">
            <a:noAutofit/>
          </a:bodyPr>
          <a:lstStyle>
            <a:lvl1pPr lvl="0" algn="ctr">
              <a:spcBef>
                <a:spcPts val="0"/>
              </a:spcBef>
              <a:spcAft>
                <a:spcPts val="0"/>
              </a:spcAft>
              <a:buSzPts val="3000"/>
              <a:buNone/>
              <a:defRPr sz="2700"/>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
        <p:nvSpPr>
          <p:cNvPr id="282" name="Google Shape;282;p14"/>
          <p:cNvSpPr txBox="1">
            <a:spLocks noGrp="1"/>
          </p:cNvSpPr>
          <p:nvPr>
            <p:ph type="subTitle" idx="2"/>
          </p:nvPr>
        </p:nvSpPr>
        <p:spPr>
          <a:xfrm>
            <a:off x="3071400" y="3386850"/>
            <a:ext cx="2841000" cy="310200"/>
          </a:xfrm>
          <a:prstGeom prst="rect">
            <a:avLst/>
          </a:prstGeom>
        </p:spPr>
        <p:txBody>
          <a:bodyPr spcFirstLastPara="1" wrap="square" lIns="91425" tIns="91425" rIns="91425" bIns="91425" anchor="ctr" anchorCtr="0">
            <a:noAutofit/>
          </a:bodyPr>
          <a:lstStyle>
            <a:lvl1pPr lvl="0" algn="ctr">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grpSp>
        <p:nvGrpSpPr>
          <p:cNvPr id="283" name="Google Shape;283;p14"/>
          <p:cNvGrpSpPr/>
          <p:nvPr/>
        </p:nvGrpSpPr>
        <p:grpSpPr>
          <a:xfrm>
            <a:off x="7369870" y="1389407"/>
            <a:ext cx="2688530" cy="3410596"/>
            <a:chOff x="-705675" y="1389407"/>
            <a:chExt cx="2688530" cy="3410596"/>
          </a:xfrm>
        </p:grpSpPr>
        <p:sp>
          <p:nvSpPr>
            <p:cNvPr id="284" name="Google Shape;284;p14"/>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4"/>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4"/>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4"/>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4"/>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4"/>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4"/>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4"/>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4"/>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4"/>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4"/>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4"/>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4"/>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4"/>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4"/>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14"/>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14"/>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 name="Google Shape;301;p14"/>
          <p:cNvGrpSpPr/>
          <p:nvPr/>
        </p:nvGrpSpPr>
        <p:grpSpPr>
          <a:xfrm>
            <a:off x="-145733" y="-40800"/>
            <a:ext cx="9372079" cy="1277829"/>
            <a:chOff x="-145733" y="-40800"/>
            <a:chExt cx="9372079" cy="1277829"/>
          </a:xfrm>
        </p:grpSpPr>
        <p:sp>
          <p:nvSpPr>
            <p:cNvPr id="302" name="Google Shape;302;p14"/>
            <p:cNvSpPr/>
            <p:nvPr/>
          </p:nvSpPr>
          <p:spPr>
            <a:xfrm>
              <a:off x="3356080" y="-4080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4"/>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4"/>
            <p:cNvSpPr/>
            <p:nvPr/>
          </p:nvSpPr>
          <p:spPr>
            <a:xfrm>
              <a:off x="-145733" y="374827"/>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5" name="Google Shape;305;p14"/>
          <p:cNvSpPr/>
          <p:nvPr/>
        </p:nvSpPr>
        <p:spPr>
          <a:xfrm flipH="1">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 name="Google Shape;306;p14"/>
          <p:cNvGrpSpPr/>
          <p:nvPr/>
        </p:nvGrpSpPr>
        <p:grpSpPr>
          <a:xfrm flipH="1">
            <a:off x="-673315" y="1350800"/>
            <a:ext cx="2327978" cy="3502413"/>
            <a:chOff x="7256414" y="1350800"/>
            <a:chExt cx="2327978" cy="3502413"/>
          </a:xfrm>
        </p:grpSpPr>
        <p:sp>
          <p:nvSpPr>
            <p:cNvPr id="307" name="Google Shape;307;p14"/>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4"/>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4"/>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4"/>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4"/>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4"/>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4"/>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4"/>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4"/>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4"/>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4"/>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4"/>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4"/>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4"/>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4"/>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4"/>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4"/>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01">
  <p:cSld name="SECTION_HEADER_1">
    <p:spTree>
      <p:nvGrpSpPr>
        <p:cNvPr id="1" name="Shape 324"/>
        <p:cNvGrpSpPr/>
        <p:nvPr/>
      </p:nvGrpSpPr>
      <p:grpSpPr>
        <a:xfrm>
          <a:off x="0" y="0"/>
          <a:ext cx="0" cy="0"/>
          <a:chOff x="0" y="0"/>
          <a:chExt cx="0" cy="0"/>
        </a:xfrm>
      </p:grpSpPr>
      <p:sp>
        <p:nvSpPr>
          <p:cNvPr id="325" name="Google Shape;325;p15"/>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solidFill>
                  <a:schemeClr val="lt1"/>
                </a:solidFill>
              </a:defRPr>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326" name="Google Shape;326;p15"/>
          <p:cNvSpPr txBox="1">
            <a:spLocks noGrp="1"/>
          </p:cNvSpPr>
          <p:nvPr>
            <p:ph type="title" idx="2" hasCustomPrompt="1"/>
          </p:nvPr>
        </p:nvSpPr>
        <p:spPr>
          <a:xfrm>
            <a:off x="4734186" y="540000"/>
            <a:ext cx="2955000" cy="19635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35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327" name="Google Shape;327;p15"/>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grpSp>
        <p:nvGrpSpPr>
          <p:cNvPr id="328" name="Google Shape;328;p15"/>
          <p:cNvGrpSpPr/>
          <p:nvPr/>
        </p:nvGrpSpPr>
        <p:grpSpPr>
          <a:xfrm flipH="1">
            <a:off x="-62523" y="-31625"/>
            <a:ext cx="9519066" cy="1984479"/>
            <a:chOff x="-309817" y="-31625"/>
            <a:chExt cx="9519066" cy="1984479"/>
          </a:xfrm>
        </p:grpSpPr>
        <p:sp>
          <p:nvSpPr>
            <p:cNvPr id="329" name="Google Shape;329;p15"/>
            <p:cNvSpPr/>
            <p:nvPr/>
          </p:nvSpPr>
          <p:spPr>
            <a:xfrm flipH="1">
              <a:off x="4512955" y="-31625"/>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5"/>
            <p:cNvSpPr/>
            <p:nvPr/>
          </p:nvSpPr>
          <p:spPr>
            <a:xfrm flipH="1">
              <a:off x="-309817" y="2862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5"/>
            <p:cNvSpPr/>
            <p:nvPr/>
          </p:nvSpPr>
          <p:spPr>
            <a:xfrm flipH="1">
              <a:off x="7030167" y="10906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 name="Google Shape;332;p15"/>
          <p:cNvSpPr/>
          <p:nvPr/>
        </p:nvSpPr>
        <p:spPr>
          <a:xfrm>
            <a:off x="-2"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 name="Google Shape;333;p15"/>
          <p:cNvGrpSpPr/>
          <p:nvPr/>
        </p:nvGrpSpPr>
        <p:grpSpPr>
          <a:xfrm flipH="1">
            <a:off x="7899695" y="1350800"/>
            <a:ext cx="2327978" cy="3502413"/>
            <a:chOff x="7256414" y="1350800"/>
            <a:chExt cx="2327978" cy="3502413"/>
          </a:xfrm>
        </p:grpSpPr>
        <p:sp>
          <p:nvSpPr>
            <p:cNvPr id="334" name="Google Shape;334;p15"/>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5"/>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5"/>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5"/>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15"/>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5"/>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5"/>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15"/>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15"/>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5"/>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5"/>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5"/>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5"/>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5"/>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5"/>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5"/>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5"/>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 name="Google Shape;351;p15"/>
          <p:cNvGrpSpPr/>
          <p:nvPr/>
        </p:nvGrpSpPr>
        <p:grpSpPr>
          <a:xfrm flipH="1">
            <a:off x="-984900" y="1389407"/>
            <a:ext cx="2688530" cy="3410596"/>
            <a:chOff x="-705675" y="1389407"/>
            <a:chExt cx="2688530" cy="3410596"/>
          </a:xfrm>
        </p:grpSpPr>
        <p:sp>
          <p:nvSpPr>
            <p:cNvPr id="352" name="Google Shape;352;p15"/>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5"/>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5"/>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5"/>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5"/>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5"/>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5"/>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5"/>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5"/>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5"/>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15"/>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5"/>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5"/>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5"/>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5"/>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5"/>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5"/>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TITLE_AND_TWO_COLUMNS_1">
    <p:spTree>
      <p:nvGrpSpPr>
        <p:cNvPr id="1" name="Shape 369"/>
        <p:cNvGrpSpPr/>
        <p:nvPr/>
      </p:nvGrpSpPr>
      <p:grpSpPr>
        <a:xfrm>
          <a:off x="0" y="0"/>
          <a:ext cx="0" cy="0"/>
          <a:chOff x="0" y="0"/>
          <a:chExt cx="0" cy="0"/>
        </a:xfrm>
      </p:grpSpPr>
      <p:sp>
        <p:nvSpPr>
          <p:cNvPr id="370" name="Google Shape;370;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71" name="Google Shape;371;p16"/>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2" name="Google Shape;372;p16"/>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3" name="Google Shape;373;p16"/>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74" name="Google Shape;374;p16"/>
          <p:cNvSpPr txBox="1">
            <a:spLocks noGrp="1"/>
          </p:cNvSpPr>
          <p:nvPr>
            <p:ph type="subTitle" idx="4"/>
          </p:nvPr>
        </p:nvSpPr>
        <p:spPr>
          <a:xfrm>
            <a:off x="350610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75" name="Google Shape;375;p16"/>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76" name="Google Shape;376;p16"/>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377" name="Google Shape;377;p16"/>
          <p:cNvGrpSpPr/>
          <p:nvPr/>
        </p:nvGrpSpPr>
        <p:grpSpPr>
          <a:xfrm flipH="1">
            <a:off x="-145733" y="39252"/>
            <a:ext cx="9244604" cy="1474013"/>
            <a:chOff x="-145733" y="39252"/>
            <a:chExt cx="9244604" cy="1474013"/>
          </a:xfrm>
        </p:grpSpPr>
        <p:sp>
          <p:nvSpPr>
            <p:cNvPr id="378" name="Google Shape;378;p16"/>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6"/>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Numbers and text">
  <p:cSld name="TITLE_AND_TWO_COLUMNS_1_2">
    <p:spTree>
      <p:nvGrpSpPr>
        <p:cNvPr id="1" name="Shape 380"/>
        <p:cNvGrpSpPr/>
        <p:nvPr/>
      </p:nvGrpSpPr>
      <p:grpSpPr>
        <a:xfrm>
          <a:off x="0" y="0"/>
          <a:ext cx="0" cy="0"/>
          <a:chOff x="0" y="0"/>
          <a:chExt cx="0" cy="0"/>
        </a:xfrm>
      </p:grpSpPr>
      <p:sp>
        <p:nvSpPr>
          <p:cNvPr id="381" name="Google Shape;38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82" name="Google Shape;382;p17"/>
          <p:cNvSpPr txBox="1">
            <a:spLocks noGrp="1"/>
          </p:cNvSpPr>
          <p:nvPr>
            <p:ph type="subTitle" idx="1"/>
          </p:nvPr>
        </p:nvSpPr>
        <p:spPr>
          <a:xfrm>
            <a:off x="72000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3" name="Google Shape;383;p17"/>
          <p:cNvSpPr txBox="1">
            <a:spLocks noGrp="1"/>
          </p:cNvSpPr>
          <p:nvPr>
            <p:ph type="subTitle" idx="2"/>
          </p:nvPr>
        </p:nvSpPr>
        <p:spPr>
          <a:xfrm>
            <a:off x="331665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4" name="Google Shape;384;p17"/>
          <p:cNvSpPr txBox="1">
            <a:spLocks noGrp="1"/>
          </p:cNvSpPr>
          <p:nvPr>
            <p:ph type="subTitle" idx="3"/>
          </p:nvPr>
        </p:nvSpPr>
        <p:spPr>
          <a:xfrm>
            <a:off x="90950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85" name="Google Shape;385;p17"/>
          <p:cNvSpPr txBox="1">
            <a:spLocks noGrp="1"/>
          </p:cNvSpPr>
          <p:nvPr>
            <p:ph type="subTitle" idx="4"/>
          </p:nvPr>
        </p:nvSpPr>
        <p:spPr>
          <a:xfrm>
            <a:off x="350610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86" name="Google Shape;386;p17"/>
          <p:cNvSpPr txBox="1">
            <a:spLocks noGrp="1"/>
          </p:cNvSpPr>
          <p:nvPr>
            <p:ph type="subTitle" idx="5"/>
          </p:nvPr>
        </p:nvSpPr>
        <p:spPr>
          <a:xfrm>
            <a:off x="5913300" y="3624200"/>
            <a:ext cx="2510700" cy="73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87" name="Google Shape;387;p17"/>
          <p:cNvSpPr txBox="1">
            <a:spLocks noGrp="1"/>
          </p:cNvSpPr>
          <p:nvPr>
            <p:ph type="subTitle" idx="6"/>
          </p:nvPr>
        </p:nvSpPr>
        <p:spPr>
          <a:xfrm>
            <a:off x="6102750" y="309127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388" name="Google Shape;388;p17"/>
          <p:cNvGrpSpPr/>
          <p:nvPr/>
        </p:nvGrpSpPr>
        <p:grpSpPr>
          <a:xfrm flipH="1">
            <a:off x="-145733" y="39252"/>
            <a:ext cx="9244604" cy="1474013"/>
            <a:chOff x="-145733" y="39252"/>
            <a:chExt cx="9244604" cy="1474013"/>
          </a:xfrm>
        </p:grpSpPr>
        <p:sp>
          <p:nvSpPr>
            <p:cNvPr id="389" name="Google Shape;389;p17"/>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7"/>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1" name="Google Shape;391;p17"/>
          <p:cNvSpPr txBox="1">
            <a:spLocks noGrp="1"/>
          </p:cNvSpPr>
          <p:nvPr>
            <p:ph type="title" idx="7" hasCustomPrompt="1"/>
          </p:nvPr>
        </p:nvSpPr>
        <p:spPr>
          <a:xfrm>
            <a:off x="95295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392" name="Google Shape;392;p17"/>
          <p:cNvSpPr txBox="1">
            <a:spLocks noGrp="1"/>
          </p:cNvSpPr>
          <p:nvPr>
            <p:ph type="title" idx="8" hasCustomPrompt="1"/>
          </p:nvPr>
        </p:nvSpPr>
        <p:spPr>
          <a:xfrm>
            <a:off x="354960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393" name="Google Shape;393;p17"/>
          <p:cNvSpPr txBox="1">
            <a:spLocks noGrp="1"/>
          </p:cNvSpPr>
          <p:nvPr>
            <p:ph type="title" idx="9" hasCustomPrompt="1"/>
          </p:nvPr>
        </p:nvSpPr>
        <p:spPr>
          <a:xfrm>
            <a:off x="6146250" y="1664250"/>
            <a:ext cx="2044800" cy="1099200"/>
          </a:xfrm>
          <a:prstGeom prst="rect">
            <a:avLst/>
          </a:prstGeom>
        </p:spPr>
        <p:txBody>
          <a:bodyPr spcFirstLastPara="1" wrap="square" lIns="91425" tIns="91425" rIns="91425" bIns="91425" anchor="ctr" anchorCtr="0">
            <a:noAutofit/>
          </a:bodyPr>
          <a:lstStyle>
            <a:lvl1pPr lvl="0" rtl="0">
              <a:spcBef>
                <a:spcPts val="0"/>
              </a:spcBef>
              <a:spcAft>
                <a:spcPts val="0"/>
              </a:spcAft>
              <a:buSzPts val="8000"/>
              <a:buNone/>
              <a:defRPr sz="70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TITLE_AND_TWO_COLUMNS_1_1">
    <p:spTree>
      <p:nvGrpSpPr>
        <p:cNvPr id="1" name="Shape 394"/>
        <p:cNvGrpSpPr/>
        <p:nvPr/>
      </p:nvGrpSpPr>
      <p:grpSpPr>
        <a:xfrm>
          <a:off x="0" y="0"/>
          <a:ext cx="0" cy="0"/>
          <a:chOff x="0" y="0"/>
          <a:chExt cx="0" cy="0"/>
        </a:xfrm>
      </p:grpSpPr>
      <p:sp>
        <p:nvSpPr>
          <p:cNvPr id="395" name="Google Shape;395;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96" name="Google Shape;396;p18"/>
          <p:cNvSpPr txBox="1">
            <a:spLocks noGrp="1"/>
          </p:cNvSpPr>
          <p:nvPr>
            <p:ph type="subTitle" idx="1"/>
          </p:nvPr>
        </p:nvSpPr>
        <p:spPr>
          <a:xfrm>
            <a:off x="720000" y="3956700"/>
            <a:ext cx="2358300" cy="723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algn="r" rtl="0">
              <a:spcBef>
                <a:spcPts val="0"/>
              </a:spcBef>
              <a:spcAft>
                <a:spcPts val="0"/>
              </a:spcAft>
              <a:buSzPts val="1600"/>
              <a:buNone/>
              <a:defRPr/>
            </a:lvl2pPr>
            <a:lvl3pPr lvl="2" algn="r" rtl="0">
              <a:spcBef>
                <a:spcPts val="0"/>
              </a:spcBef>
              <a:spcAft>
                <a:spcPts val="0"/>
              </a:spcAft>
              <a:buSzPts val="1600"/>
              <a:buNone/>
              <a:defRPr/>
            </a:lvl3pPr>
            <a:lvl4pPr lvl="3" algn="r" rtl="0">
              <a:spcBef>
                <a:spcPts val="0"/>
              </a:spcBef>
              <a:spcAft>
                <a:spcPts val="0"/>
              </a:spcAft>
              <a:buSzPts val="1600"/>
              <a:buNone/>
              <a:defRPr/>
            </a:lvl4pPr>
            <a:lvl5pPr lvl="4" algn="r" rtl="0">
              <a:spcBef>
                <a:spcPts val="0"/>
              </a:spcBef>
              <a:spcAft>
                <a:spcPts val="0"/>
              </a:spcAft>
              <a:buSzPts val="1600"/>
              <a:buNone/>
              <a:defRPr/>
            </a:lvl5pPr>
            <a:lvl6pPr lvl="5" algn="r" rtl="0">
              <a:spcBef>
                <a:spcPts val="0"/>
              </a:spcBef>
              <a:spcAft>
                <a:spcPts val="0"/>
              </a:spcAft>
              <a:buSzPts val="1600"/>
              <a:buNone/>
              <a:defRPr/>
            </a:lvl6pPr>
            <a:lvl7pPr lvl="6" algn="r" rtl="0">
              <a:spcBef>
                <a:spcPts val="0"/>
              </a:spcBef>
              <a:spcAft>
                <a:spcPts val="0"/>
              </a:spcAft>
              <a:buSzPts val="1600"/>
              <a:buNone/>
              <a:defRPr/>
            </a:lvl7pPr>
            <a:lvl8pPr lvl="7" algn="r" rtl="0">
              <a:spcBef>
                <a:spcPts val="0"/>
              </a:spcBef>
              <a:spcAft>
                <a:spcPts val="0"/>
              </a:spcAft>
              <a:buSzPts val="1600"/>
              <a:buNone/>
              <a:defRPr/>
            </a:lvl8pPr>
            <a:lvl9pPr lvl="8" algn="r" rtl="0">
              <a:spcBef>
                <a:spcPts val="0"/>
              </a:spcBef>
              <a:spcAft>
                <a:spcPts val="0"/>
              </a:spcAft>
              <a:buSzPts val="1600"/>
              <a:buNone/>
              <a:defRPr/>
            </a:lvl9pPr>
          </a:lstStyle>
          <a:p>
            <a:endParaRPr/>
          </a:p>
        </p:txBody>
      </p:sp>
      <p:sp>
        <p:nvSpPr>
          <p:cNvPr id="397" name="Google Shape;397;p18"/>
          <p:cNvSpPr txBox="1">
            <a:spLocks noGrp="1"/>
          </p:cNvSpPr>
          <p:nvPr>
            <p:ph type="subTitle" idx="2"/>
          </p:nvPr>
        </p:nvSpPr>
        <p:spPr>
          <a:xfrm>
            <a:off x="946500" y="349997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spcBef>
                <a:spcPts val="0"/>
              </a:spcBef>
              <a:spcAft>
                <a:spcPts val="0"/>
              </a:spcAft>
              <a:buSzPts val="2500"/>
              <a:buFont typeface="Freckle Face"/>
              <a:buNone/>
              <a:defRPr sz="2500">
                <a:latin typeface="Freckle Face"/>
                <a:ea typeface="Freckle Face"/>
                <a:cs typeface="Freckle Face"/>
                <a:sym typeface="Freckle Face"/>
              </a:defRPr>
            </a:lvl2pPr>
            <a:lvl3pPr lvl="2" algn="r" rtl="0">
              <a:spcBef>
                <a:spcPts val="0"/>
              </a:spcBef>
              <a:spcAft>
                <a:spcPts val="0"/>
              </a:spcAft>
              <a:buSzPts val="2500"/>
              <a:buFont typeface="Freckle Face"/>
              <a:buNone/>
              <a:defRPr sz="2500">
                <a:latin typeface="Freckle Face"/>
                <a:ea typeface="Freckle Face"/>
                <a:cs typeface="Freckle Face"/>
                <a:sym typeface="Freckle Face"/>
              </a:defRPr>
            </a:lvl3pPr>
            <a:lvl4pPr lvl="3" algn="r" rtl="0">
              <a:spcBef>
                <a:spcPts val="0"/>
              </a:spcBef>
              <a:spcAft>
                <a:spcPts val="0"/>
              </a:spcAft>
              <a:buSzPts val="2500"/>
              <a:buFont typeface="Freckle Face"/>
              <a:buNone/>
              <a:defRPr sz="2500">
                <a:latin typeface="Freckle Face"/>
                <a:ea typeface="Freckle Face"/>
                <a:cs typeface="Freckle Face"/>
                <a:sym typeface="Freckle Face"/>
              </a:defRPr>
            </a:lvl4pPr>
            <a:lvl5pPr lvl="4" algn="r" rtl="0">
              <a:spcBef>
                <a:spcPts val="0"/>
              </a:spcBef>
              <a:spcAft>
                <a:spcPts val="0"/>
              </a:spcAft>
              <a:buSzPts val="2500"/>
              <a:buFont typeface="Freckle Face"/>
              <a:buNone/>
              <a:defRPr sz="2500">
                <a:latin typeface="Freckle Face"/>
                <a:ea typeface="Freckle Face"/>
                <a:cs typeface="Freckle Face"/>
                <a:sym typeface="Freckle Face"/>
              </a:defRPr>
            </a:lvl5pPr>
            <a:lvl6pPr lvl="5" algn="r" rtl="0">
              <a:spcBef>
                <a:spcPts val="0"/>
              </a:spcBef>
              <a:spcAft>
                <a:spcPts val="0"/>
              </a:spcAft>
              <a:buSzPts val="2500"/>
              <a:buFont typeface="Freckle Face"/>
              <a:buNone/>
              <a:defRPr sz="2500">
                <a:latin typeface="Freckle Face"/>
                <a:ea typeface="Freckle Face"/>
                <a:cs typeface="Freckle Face"/>
                <a:sym typeface="Freckle Face"/>
              </a:defRPr>
            </a:lvl6pPr>
            <a:lvl7pPr lvl="6" algn="r" rtl="0">
              <a:spcBef>
                <a:spcPts val="0"/>
              </a:spcBef>
              <a:spcAft>
                <a:spcPts val="0"/>
              </a:spcAft>
              <a:buSzPts val="2500"/>
              <a:buFont typeface="Freckle Face"/>
              <a:buNone/>
              <a:defRPr sz="2500">
                <a:latin typeface="Freckle Face"/>
                <a:ea typeface="Freckle Face"/>
                <a:cs typeface="Freckle Face"/>
                <a:sym typeface="Freckle Face"/>
              </a:defRPr>
            </a:lvl7pPr>
            <a:lvl8pPr lvl="7" algn="r" rtl="0">
              <a:spcBef>
                <a:spcPts val="0"/>
              </a:spcBef>
              <a:spcAft>
                <a:spcPts val="0"/>
              </a:spcAft>
              <a:buSzPts val="2500"/>
              <a:buFont typeface="Freckle Face"/>
              <a:buNone/>
              <a:defRPr sz="2500">
                <a:latin typeface="Freckle Face"/>
                <a:ea typeface="Freckle Face"/>
                <a:cs typeface="Freckle Face"/>
                <a:sym typeface="Freckle Face"/>
              </a:defRPr>
            </a:lvl8pPr>
            <a:lvl9pPr lvl="8" algn="r"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398" name="Google Shape;398;p18"/>
          <p:cNvSpPr txBox="1">
            <a:spLocks noGrp="1"/>
          </p:cNvSpPr>
          <p:nvPr>
            <p:ph type="subTitle" idx="3"/>
          </p:nvPr>
        </p:nvSpPr>
        <p:spPr>
          <a:xfrm>
            <a:off x="6065700" y="3956700"/>
            <a:ext cx="2358300" cy="723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99" name="Google Shape;399;p18"/>
          <p:cNvSpPr txBox="1">
            <a:spLocks noGrp="1"/>
          </p:cNvSpPr>
          <p:nvPr>
            <p:ph type="subTitle" idx="4"/>
          </p:nvPr>
        </p:nvSpPr>
        <p:spPr>
          <a:xfrm>
            <a:off x="6065700" y="349997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grpSp>
        <p:nvGrpSpPr>
          <p:cNvPr id="400" name="Google Shape;400;p18"/>
          <p:cNvGrpSpPr/>
          <p:nvPr/>
        </p:nvGrpSpPr>
        <p:grpSpPr>
          <a:xfrm flipH="1">
            <a:off x="-145733" y="39252"/>
            <a:ext cx="9244604" cy="1474013"/>
            <a:chOff x="-145733" y="39252"/>
            <a:chExt cx="9244604" cy="1474013"/>
          </a:xfrm>
        </p:grpSpPr>
        <p:sp>
          <p:nvSpPr>
            <p:cNvPr id="401" name="Google Shape;401;p18"/>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8"/>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3" name="Google Shape;403;p18"/>
          <p:cNvSpPr txBox="1">
            <a:spLocks noGrp="1"/>
          </p:cNvSpPr>
          <p:nvPr>
            <p:ph type="subTitle" idx="5"/>
          </p:nvPr>
        </p:nvSpPr>
        <p:spPr>
          <a:xfrm>
            <a:off x="720000" y="2300350"/>
            <a:ext cx="2358300" cy="723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algn="r" rtl="0">
              <a:spcBef>
                <a:spcPts val="0"/>
              </a:spcBef>
              <a:spcAft>
                <a:spcPts val="0"/>
              </a:spcAft>
              <a:buSzPts val="1600"/>
              <a:buNone/>
              <a:defRPr/>
            </a:lvl2pPr>
            <a:lvl3pPr lvl="2" algn="r" rtl="0">
              <a:spcBef>
                <a:spcPts val="0"/>
              </a:spcBef>
              <a:spcAft>
                <a:spcPts val="0"/>
              </a:spcAft>
              <a:buSzPts val="1600"/>
              <a:buNone/>
              <a:defRPr/>
            </a:lvl3pPr>
            <a:lvl4pPr lvl="3" algn="r" rtl="0">
              <a:spcBef>
                <a:spcPts val="0"/>
              </a:spcBef>
              <a:spcAft>
                <a:spcPts val="0"/>
              </a:spcAft>
              <a:buSzPts val="1600"/>
              <a:buNone/>
              <a:defRPr/>
            </a:lvl4pPr>
            <a:lvl5pPr lvl="4" algn="r" rtl="0">
              <a:spcBef>
                <a:spcPts val="0"/>
              </a:spcBef>
              <a:spcAft>
                <a:spcPts val="0"/>
              </a:spcAft>
              <a:buSzPts val="1600"/>
              <a:buNone/>
              <a:defRPr/>
            </a:lvl5pPr>
            <a:lvl6pPr lvl="5" algn="r" rtl="0">
              <a:spcBef>
                <a:spcPts val="0"/>
              </a:spcBef>
              <a:spcAft>
                <a:spcPts val="0"/>
              </a:spcAft>
              <a:buSzPts val="1600"/>
              <a:buNone/>
              <a:defRPr/>
            </a:lvl6pPr>
            <a:lvl7pPr lvl="6" algn="r" rtl="0">
              <a:spcBef>
                <a:spcPts val="0"/>
              </a:spcBef>
              <a:spcAft>
                <a:spcPts val="0"/>
              </a:spcAft>
              <a:buSzPts val="1600"/>
              <a:buNone/>
              <a:defRPr/>
            </a:lvl7pPr>
            <a:lvl8pPr lvl="7" algn="r" rtl="0">
              <a:spcBef>
                <a:spcPts val="0"/>
              </a:spcBef>
              <a:spcAft>
                <a:spcPts val="0"/>
              </a:spcAft>
              <a:buSzPts val="1600"/>
              <a:buNone/>
              <a:defRPr/>
            </a:lvl8pPr>
            <a:lvl9pPr lvl="8" algn="r" rtl="0">
              <a:spcBef>
                <a:spcPts val="0"/>
              </a:spcBef>
              <a:spcAft>
                <a:spcPts val="0"/>
              </a:spcAft>
              <a:buSzPts val="1600"/>
              <a:buNone/>
              <a:defRPr/>
            </a:lvl9pPr>
          </a:lstStyle>
          <a:p>
            <a:endParaRPr/>
          </a:p>
        </p:txBody>
      </p:sp>
      <p:sp>
        <p:nvSpPr>
          <p:cNvPr id="404" name="Google Shape;404;p18"/>
          <p:cNvSpPr txBox="1">
            <a:spLocks noGrp="1"/>
          </p:cNvSpPr>
          <p:nvPr>
            <p:ph type="subTitle" idx="6"/>
          </p:nvPr>
        </p:nvSpPr>
        <p:spPr>
          <a:xfrm>
            <a:off x="946500" y="184362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spcBef>
                <a:spcPts val="0"/>
              </a:spcBef>
              <a:spcAft>
                <a:spcPts val="0"/>
              </a:spcAft>
              <a:buSzPts val="2500"/>
              <a:buFont typeface="Freckle Face"/>
              <a:buNone/>
              <a:defRPr sz="2500">
                <a:latin typeface="Freckle Face"/>
                <a:ea typeface="Freckle Face"/>
                <a:cs typeface="Freckle Face"/>
                <a:sym typeface="Freckle Face"/>
              </a:defRPr>
            </a:lvl2pPr>
            <a:lvl3pPr lvl="2" algn="r" rtl="0">
              <a:spcBef>
                <a:spcPts val="0"/>
              </a:spcBef>
              <a:spcAft>
                <a:spcPts val="0"/>
              </a:spcAft>
              <a:buSzPts val="2500"/>
              <a:buFont typeface="Freckle Face"/>
              <a:buNone/>
              <a:defRPr sz="2500">
                <a:latin typeface="Freckle Face"/>
                <a:ea typeface="Freckle Face"/>
                <a:cs typeface="Freckle Face"/>
                <a:sym typeface="Freckle Face"/>
              </a:defRPr>
            </a:lvl3pPr>
            <a:lvl4pPr lvl="3" algn="r" rtl="0">
              <a:spcBef>
                <a:spcPts val="0"/>
              </a:spcBef>
              <a:spcAft>
                <a:spcPts val="0"/>
              </a:spcAft>
              <a:buSzPts val="2500"/>
              <a:buFont typeface="Freckle Face"/>
              <a:buNone/>
              <a:defRPr sz="2500">
                <a:latin typeface="Freckle Face"/>
                <a:ea typeface="Freckle Face"/>
                <a:cs typeface="Freckle Face"/>
                <a:sym typeface="Freckle Face"/>
              </a:defRPr>
            </a:lvl4pPr>
            <a:lvl5pPr lvl="4" algn="r" rtl="0">
              <a:spcBef>
                <a:spcPts val="0"/>
              </a:spcBef>
              <a:spcAft>
                <a:spcPts val="0"/>
              </a:spcAft>
              <a:buSzPts val="2500"/>
              <a:buFont typeface="Freckle Face"/>
              <a:buNone/>
              <a:defRPr sz="2500">
                <a:latin typeface="Freckle Face"/>
                <a:ea typeface="Freckle Face"/>
                <a:cs typeface="Freckle Face"/>
                <a:sym typeface="Freckle Face"/>
              </a:defRPr>
            </a:lvl5pPr>
            <a:lvl6pPr lvl="5" algn="r" rtl="0">
              <a:spcBef>
                <a:spcPts val="0"/>
              </a:spcBef>
              <a:spcAft>
                <a:spcPts val="0"/>
              </a:spcAft>
              <a:buSzPts val="2500"/>
              <a:buFont typeface="Freckle Face"/>
              <a:buNone/>
              <a:defRPr sz="2500">
                <a:latin typeface="Freckle Face"/>
                <a:ea typeface="Freckle Face"/>
                <a:cs typeface="Freckle Face"/>
                <a:sym typeface="Freckle Face"/>
              </a:defRPr>
            </a:lvl6pPr>
            <a:lvl7pPr lvl="6" algn="r" rtl="0">
              <a:spcBef>
                <a:spcPts val="0"/>
              </a:spcBef>
              <a:spcAft>
                <a:spcPts val="0"/>
              </a:spcAft>
              <a:buSzPts val="2500"/>
              <a:buFont typeface="Freckle Face"/>
              <a:buNone/>
              <a:defRPr sz="2500">
                <a:latin typeface="Freckle Face"/>
                <a:ea typeface="Freckle Face"/>
                <a:cs typeface="Freckle Face"/>
                <a:sym typeface="Freckle Face"/>
              </a:defRPr>
            </a:lvl7pPr>
            <a:lvl8pPr lvl="7" algn="r" rtl="0">
              <a:spcBef>
                <a:spcPts val="0"/>
              </a:spcBef>
              <a:spcAft>
                <a:spcPts val="0"/>
              </a:spcAft>
              <a:buSzPts val="2500"/>
              <a:buFont typeface="Freckle Face"/>
              <a:buNone/>
              <a:defRPr sz="2500">
                <a:latin typeface="Freckle Face"/>
                <a:ea typeface="Freckle Face"/>
                <a:cs typeface="Freckle Face"/>
                <a:sym typeface="Freckle Face"/>
              </a:defRPr>
            </a:lvl8pPr>
            <a:lvl9pPr lvl="8" algn="r"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05" name="Google Shape;405;p18"/>
          <p:cNvSpPr txBox="1">
            <a:spLocks noGrp="1"/>
          </p:cNvSpPr>
          <p:nvPr>
            <p:ph type="subTitle" idx="7"/>
          </p:nvPr>
        </p:nvSpPr>
        <p:spPr>
          <a:xfrm>
            <a:off x="6065700" y="2300350"/>
            <a:ext cx="2358300" cy="723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06" name="Google Shape;406;p18"/>
          <p:cNvSpPr txBox="1">
            <a:spLocks noGrp="1"/>
          </p:cNvSpPr>
          <p:nvPr>
            <p:ph type="subTitle" idx="8"/>
          </p:nvPr>
        </p:nvSpPr>
        <p:spPr>
          <a:xfrm>
            <a:off x="6065700" y="184362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CUSTOM_2">
    <p:spTree>
      <p:nvGrpSpPr>
        <p:cNvPr id="1" name="Shape 407"/>
        <p:cNvGrpSpPr/>
        <p:nvPr/>
      </p:nvGrpSpPr>
      <p:grpSpPr>
        <a:xfrm>
          <a:off x="0" y="0"/>
          <a:ext cx="0" cy="0"/>
          <a:chOff x="0" y="0"/>
          <a:chExt cx="0" cy="0"/>
        </a:xfrm>
      </p:grpSpPr>
      <p:sp>
        <p:nvSpPr>
          <p:cNvPr id="408" name="Google Shape;408;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09" name="Google Shape;409;p19"/>
          <p:cNvGrpSpPr/>
          <p:nvPr/>
        </p:nvGrpSpPr>
        <p:grpSpPr>
          <a:xfrm>
            <a:off x="-145733" y="39252"/>
            <a:ext cx="9244604" cy="1474013"/>
            <a:chOff x="-145733" y="39252"/>
            <a:chExt cx="9244604" cy="1474013"/>
          </a:xfrm>
        </p:grpSpPr>
        <p:sp>
          <p:nvSpPr>
            <p:cNvPr id="410" name="Google Shape;410;p19"/>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9"/>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2" name="Google Shape;412;p19"/>
          <p:cNvSpPr txBox="1">
            <a:spLocks noGrp="1"/>
          </p:cNvSpPr>
          <p:nvPr>
            <p:ph type="subTitle" idx="1"/>
          </p:nvPr>
        </p:nvSpPr>
        <p:spPr>
          <a:xfrm>
            <a:off x="1317325" y="1773350"/>
            <a:ext cx="3248400" cy="2830200"/>
          </a:xfrm>
          <a:prstGeom prst="rect">
            <a:avLst/>
          </a:prstGeom>
        </p:spPr>
        <p:txBody>
          <a:bodyPr spcFirstLastPara="1" wrap="square" lIns="91425" tIns="91425" rIns="91425" bIns="91425" anchor="ctr"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six columns">
  <p:cSld name="CUSTOM_2_1">
    <p:spTree>
      <p:nvGrpSpPr>
        <p:cNvPr id="1" name="Shape 413"/>
        <p:cNvGrpSpPr/>
        <p:nvPr/>
      </p:nvGrpSpPr>
      <p:grpSpPr>
        <a:xfrm>
          <a:off x="0" y="0"/>
          <a:ext cx="0" cy="0"/>
          <a:chOff x="0" y="0"/>
          <a:chExt cx="0" cy="0"/>
        </a:xfrm>
      </p:grpSpPr>
      <p:sp>
        <p:nvSpPr>
          <p:cNvPr id="414" name="Google Shape;414;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15" name="Google Shape;415;p20"/>
          <p:cNvGrpSpPr/>
          <p:nvPr/>
        </p:nvGrpSpPr>
        <p:grpSpPr>
          <a:xfrm>
            <a:off x="-145733" y="39252"/>
            <a:ext cx="9244604" cy="1474013"/>
            <a:chOff x="-145733" y="39252"/>
            <a:chExt cx="9244604" cy="1474013"/>
          </a:xfrm>
        </p:grpSpPr>
        <p:sp>
          <p:nvSpPr>
            <p:cNvPr id="416" name="Google Shape;416;p20"/>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20"/>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8" name="Google Shape;418;p20"/>
          <p:cNvSpPr txBox="1">
            <a:spLocks noGrp="1"/>
          </p:cNvSpPr>
          <p:nvPr>
            <p:ph type="subTitle" idx="1"/>
          </p:nvPr>
        </p:nvSpPr>
        <p:spPr>
          <a:xfrm>
            <a:off x="72000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19" name="Google Shape;419;p20"/>
          <p:cNvSpPr txBox="1">
            <a:spLocks noGrp="1"/>
          </p:cNvSpPr>
          <p:nvPr>
            <p:ph type="subTitle" idx="2"/>
          </p:nvPr>
        </p:nvSpPr>
        <p:spPr>
          <a:xfrm>
            <a:off x="331665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0" name="Google Shape;420;p20"/>
          <p:cNvSpPr txBox="1">
            <a:spLocks noGrp="1"/>
          </p:cNvSpPr>
          <p:nvPr>
            <p:ph type="subTitle" idx="3"/>
          </p:nvPr>
        </p:nvSpPr>
        <p:spPr>
          <a:xfrm>
            <a:off x="90950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1" name="Google Shape;421;p20"/>
          <p:cNvSpPr txBox="1">
            <a:spLocks noGrp="1"/>
          </p:cNvSpPr>
          <p:nvPr>
            <p:ph type="subTitle" idx="4"/>
          </p:nvPr>
        </p:nvSpPr>
        <p:spPr>
          <a:xfrm>
            <a:off x="350610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2" name="Google Shape;422;p20"/>
          <p:cNvSpPr txBox="1">
            <a:spLocks noGrp="1"/>
          </p:cNvSpPr>
          <p:nvPr>
            <p:ph type="subTitle" idx="5"/>
          </p:nvPr>
        </p:nvSpPr>
        <p:spPr>
          <a:xfrm>
            <a:off x="5913300" y="4045450"/>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3" name="Google Shape;423;p20"/>
          <p:cNvSpPr txBox="1">
            <a:spLocks noGrp="1"/>
          </p:cNvSpPr>
          <p:nvPr>
            <p:ph type="subTitle" idx="6"/>
          </p:nvPr>
        </p:nvSpPr>
        <p:spPr>
          <a:xfrm>
            <a:off x="6102750" y="3664925"/>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4" name="Google Shape;424;p20"/>
          <p:cNvSpPr txBox="1">
            <a:spLocks noGrp="1"/>
          </p:cNvSpPr>
          <p:nvPr>
            <p:ph type="subTitle" idx="7"/>
          </p:nvPr>
        </p:nvSpPr>
        <p:spPr>
          <a:xfrm>
            <a:off x="72000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5" name="Google Shape;425;p20"/>
          <p:cNvSpPr txBox="1">
            <a:spLocks noGrp="1"/>
          </p:cNvSpPr>
          <p:nvPr>
            <p:ph type="subTitle" idx="8"/>
          </p:nvPr>
        </p:nvSpPr>
        <p:spPr>
          <a:xfrm>
            <a:off x="331665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6" name="Google Shape;426;p20"/>
          <p:cNvSpPr txBox="1">
            <a:spLocks noGrp="1"/>
          </p:cNvSpPr>
          <p:nvPr>
            <p:ph type="subTitle" idx="9"/>
          </p:nvPr>
        </p:nvSpPr>
        <p:spPr>
          <a:xfrm>
            <a:off x="90950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7" name="Google Shape;427;p20"/>
          <p:cNvSpPr txBox="1">
            <a:spLocks noGrp="1"/>
          </p:cNvSpPr>
          <p:nvPr>
            <p:ph type="subTitle" idx="13"/>
          </p:nvPr>
        </p:nvSpPr>
        <p:spPr>
          <a:xfrm>
            <a:off x="350610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28" name="Google Shape;428;p20"/>
          <p:cNvSpPr txBox="1">
            <a:spLocks noGrp="1"/>
          </p:cNvSpPr>
          <p:nvPr>
            <p:ph type="subTitle" idx="14"/>
          </p:nvPr>
        </p:nvSpPr>
        <p:spPr>
          <a:xfrm>
            <a:off x="5913300" y="2372325"/>
            <a:ext cx="2510700" cy="70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29" name="Google Shape;429;p20"/>
          <p:cNvSpPr txBox="1">
            <a:spLocks noGrp="1"/>
          </p:cNvSpPr>
          <p:nvPr>
            <p:ph type="subTitle" idx="15"/>
          </p:nvPr>
        </p:nvSpPr>
        <p:spPr>
          <a:xfrm>
            <a:off x="6102750" y="1991800"/>
            <a:ext cx="2131800" cy="32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1">
  <p:cSld name="CUSTOM_2_1_1">
    <p:spTree>
      <p:nvGrpSpPr>
        <p:cNvPr id="1" name="Shape 430"/>
        <p:cNvGrpSpPr/>
        <p:nvPr/>
      </p:nvGrpSpPr>
      <p:grpSpPr>
        <a:xfrm>
          <a:off x="0" y="0"/>
          <a:ext cx="0" cy="0"/>
          <a:chOff x="0" y="0"/>
          <a:chExt cx="0" cy="0"/>
        </a:xfrm>
      </p:grpSpPr>
      <p:sp>
        <p:nvSpPr>
          <p:cNvPr id="431" name="Google Shape;431;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32" name="Google Shape;432;p21"/>
          <p:cNvGrpSpPr/>
          <p:nvPr/>
        </p:nvGrpSpPr>
        <p:grpSpPr>
          <a:xfrm>
            <a:off x="-145733" y="39252"/>
            <a:ext cx="9244604" cy="1474013"/>
            <a:chOff x="-145733" y="39252"/>
            <a:chExt cx="9244604" cy="1474013"/>
          </a:xfrm>
        </p:grpSpPr>
        <p:sp>
          <p:nvSpPr>
            <p:cNvPr id="433" name="Google Shape;433;p21"/>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21"/>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2">
    <p:spTree>
      <p:nvGrpSpPr>
        <p:cNvPr id="1" name="Shape 435"/>
        <p:cNvGrpSpPr/>
        <p:nvPr/>
      </p:nvGrpSpPr>
      <p:grpSpPr>
        <a:xfrm>
          <a:off x="0" y="0"/>
          <a:ext cx="0" cy="0"/>
          <a:chOff x="0" y="0"/>
          <a:chExt cx="0" cy="0"/>
        </a:xfrm>
      </p:grpSpPr>
      <p:grpSp>
        <p:nvGrpSpPr>
          <p:cNvPr id="436" name="Google Shape;436;p22"/>
          <p:cNvGrpSpPr/>
          <p:nvPr/>
        </p:nvGrpSpPr>
        <p:grpSpPr>
          <a:xfrm>
            <a:off x="-145733" y="39252"/>
            <a:ext cx="9244604" cy="1474013"/>
            <a:chOff x="-145733" y="39252"/>
            <a:chExt cx="9244604" cy="1474013"/>
          </a:xfrm>
        </p:grpSpPr>
        <p:sp>
          <p:nvSpPr>
            <p:cNvPr id="437" name="Google Shape;437;p22"/>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22"/>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9" name="Google Shape;439;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440" name="Google Shape;440;p22"/>
          <p:cNvSpPr txBox="1">
            <a:spLocks noGrp="1"/>
          </p:cNvSpPr>
          <p:nvPr>
            <p:ph type="subTitle" idx="1"/>
          </p:nvPr>
        </p:nvSpPr>
        <p:spPr>
          <a:xfrm>
            <a:off x="1771325" y="3788350"/>
            <a:ext cx="2510700" cy="6771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41" name="Google Shape;441;p22"/>
          <p:cNvSpPr txBox="1">
            <a:spLocks noGrp="1"/>
          </p:cNvSpPr>
          <p:nvPr>
            <p:ph type="subTitle" idx="2"/>
          </p:nvPr>
        </p:nvSpPr>
        <p:spPr>
          <a:xfrm>
            <a:off x="4843375" y="3788350"/>
            <a:ext cx="2510700" cy="677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442" name="Google Shape;442;p22"/>
          <p:cNvSpPr txBox="1">
            <a:spLocks noGrp="1"/>
          </p:cNvSpPr>
          <p:nvPr>
            <p:ph type="subTitle" idx="3"/>
          </p:nvPr>
        </p:nvSpPr>
        <p:spPr>
          <a:xfrm>
            <a:off x="2113225" y="3255425"/>
            <a:ext cx="2131800" cy="3291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43" name="Google Shape;443;p22"/>
          <p:cNvSpPr txBox="1">
            <a:spLocks noGrp="1"/>
          </p:cNvSpPr>
          <p:nvPr>
            <p:ph type="subTitle" idx="4"/>
          </p:nvPr>
        </p:nvSpPr>
        <p:spPr>
          <a:xfrm>
            <a:off x="4880425" y="3255425"/>
            <a:ext cx="2131800" cy="3291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rtl="0">
              <a:spcBef>
                <a:spcPts val="0"/>
              </a:spcBef>
              <a:spcAft>
                <a:spcPts val="0"/>
              </a:spcAft>
              <a:buSzPts val="2500"/>
              <a:buFont typeface="Freckle Face"/>
              <a:buNone/>
              <a:defRPr sz="2500">
                <a:latin typeface="Freckle Face"/>
                <a:ea typeface="Freckle Face"/>
                <a:cs typeface="Freckle Face"/>
                <a:sym typeface="Freckle Face"/>
              </a:defRPr>
            </a:lvl2pPr>
            <a:lvl3pPr lvl="2" rtl="0">
              <a:spcBef>
                <a:spcPts val="0"/>
              </a:spcBef>
              <a:spcAft>
                <a:spcPts val="0"/>
              </a:spcAft>
              <a:buSzPts val="2500"/>
              <a:buFont typeface="Freckle Face"/>
              <a:buNone/>
              <a:defRPr sz="2500">
                <a:latin typeface="Freckle Face"/>
                <a:ea typeface="Freckle Face"/>
                <a:cs typeface="Freckle Face"/>
                <a:sym typeface="Freckle Face"/>
              </a:defRPr>
            </a:lvl3pPr>
            <a:lvl4pPr lvl="3" rtl="0">
              <a:spcBef>
                <a:spcPts val="0"/>
              </a:spcBef>
              <a:spcAft>
                <a:spcPts val="0"/>
              </a:spcAft>
              <a:buSzPts val="2500"/>
              <a:buFont typeface="Freckle Face"/>
              <a:buNone/>
              <a:defRPr sz="2500">
                <a:latin typeface="Freckle Face"/>
                <a:ea typeface="Freckle Face"/>
                <a:cs typeface="Freckle Face"/>
                <a:sym typeface="Freckle Face"/>
              </a:defRPr>
            </a:lvl4pPr>
            <a:lvl5pPr lvl="4" rtl="0">
              <a:spcBef>
                <a:spcPts val="0"/>
              </a:spcBef>
              <a:spcAft>
                <a:spcPts val="0"/>
              </a:spcAft>
              <a:buSzPts val="2500"/>
              <a:buFont typeface="Freckle Face"/>
              <a:buNone/>
              <a:defRPr sz="2500">
                <a:latin typeface="Freckle Face"/>
                <a:ea typeface="Freckle Face"/>
                <a:cs typeface="Freckle Face"/>
                <a:sym typeface="Freckle Face"/>
              </a:defRPr>
            </a:lvl5pPr>
            <a:lvl6pPr lvl="5" rtl="0">
              <a:spcBef>
                <a:spcPts val="0"/>
              </a:spcBef>
              <a:spcAft>
                <a:spcPts val="0"/>
              </a:spcAft>
              <a:buSzPts val="2500"/>
              <a:buFont typeface="Freckle Face"/>
              <a:buNone/>
              <a:defRPr sz="2500">
                <a:latin typeface="Freckle Face"/>
                <a:ea typeface="Freckle Face"/>
                <a:cs typeface="Freckle Face"/>
                <a:sym typeface="Freckle Face"/>
              </a:defRPr>
            </a:lvl6pPr>
            <a:lvl7pPr lvl="6" rtl="0">
              <a:spcBef>
                <a:spcPts val="0"/>
              </a:spcBef>
              <a:spcAft>
                <a:spcPts val="0"/>
              </a:spcAft>
              <a:buSzPts val="2500"/>
              <a:buFont typeface="Freckle Face"/>
              <a:buNone/>
              <a:defRPr sz="2500">
                <a:latin typeface="Freckle Face"/>
                <a:ea typeface="Freckle Face"/>
                <a:cs typeface="Freckle Face"/>
                <a:sym typeface="Freckle Face"/>
              </a:defRPr>
            </a:lvl7pPr>
            <a:lvl8pPr lvl="7" rtl="0">
              <a:spcBef>
                <a:spcPts val="0"/>
              </a:spcBef>
              <a:spcAft>
                <a:spcPts val="0"/>
              </a:spcAft>
              <a:buSzPts val="2500"/>
              <a:buFont typeface="Freckle Face"/>
              <a:buNone/>
              <a:defRPr sz="2500">
                <a:latin typeface="Freckle Face"/>
                <a:ea typeface="Freckle Face"/>
                <a:cs typeface="Freckle Face"/>
                <a:sym typeface="Freckle Face"/>
              </a:defRPr>
            </a:lvl8pPr>
            <a:lvl9pPr lvl="8" rtl="0">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2">
  <p:cSld name="TITLE_AND_TWO_COLUMNS_1_1_1">
    <p:spTree>
      <p:nvGrpSpPr>
        <p:cNvPr id="1" name="Shape 444"/>
        <p:cNvGrpSpPr/>
        <p:nvPr/>
      </p:nvGrpSpPr>
      <p:grpSpPr>
        <a:xfrm>
          <a:off x="0" y="0"/>
          <a:ext cx="0" cy="0"/>
          <a:chOff x="0" y="0"/>
          <a:chExt cx="0" cy="0"/>
        </a:xfrm>
      </p:grpSpPr>
      <p:sp>
        <p:nvSpPr>
          <p:cNvPr id="445" name="Google Shape;445;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46" name="Google Shape;446;p23"/>
          <p:cNvGrpSpPr/>
          <p:nvPr/>
        </p:nvGrpSpPr>
        <p:grpSpPr>
          <a:xfrm flipH="1">
            <a:off x="-145733" y="39252"/>
            <a:ext cx="9244604" cy="1474013"/>
            <a:chOff x="-145733" y="39252"/>
            <a:chExt cx="9244604" cy="1474013"/>
          </a:xfrm>
        </p:grpSpPr>
        <p:sp>
          <p:nvSpPr>
            <p:cNvPr id="447" name="Google Shape;447;p23"/>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23"/>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9" name="Google Shape;449;p23"/>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3">
  <p:cSld name="TITLE_AND_TWO_COLUMNS_1_1_2">
    <p:spTree>
      <p:nvGrpSpPr>
        <p:cNvPr id="1" name="Shape 450"/>
        <p:cNvGrpSpPr/>
        <p:nvPr/>
      </p:nvGrpSpPr>
      <p:grpSpPr>
        <a:xfrm>
          <a:off x="0" y="0"/>
          <a:ext cx="0" cy="0"/>
          <a:chOff x="0" y="0"/>
          <a:chExt cx="0" cy="0"/>
        </a:xfrm>
      </p:grpSpPr>
      <p:sp>
        <p:nvSpPr>
          <p:cNvPr id="451" name="Google Shape;451;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52" name="Google Shape;452;p24"/>
          <p:cNvGrpSpPr/>
          <p:nvPr/>
        </p:nvGrpSpPr>
        <p:grpSpPr>
          <a:xfrm>
            <a:off x="-145733" y="39252"/>
            <a:ext cx="9244604" cy="1474013"/>
            <a:chOff x="-145733" y="39252"/>
            <a:chExt cx="9244604" cy="1474013"/>
          </a:xfrm>
        </p:grpSpPr>
        <p:sp>
          <p:nvSpPr>
            <p:cNvPr id="453" name="Google Shape;453;p24"/>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24"/>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5" name="Google Shape;455;p24"/>
          <p:cNvSpPr txBox="1">
            <a:spLocks noGrp="1"/>
          </p:cNvSpPr>
          <p:nvPr>
            <p:ph type="subTitle" idx="1"/>
          </p:nvPr>
        </p:nvSpPr>
        <p:spPr>
          <a:xfrm>
            <a:off x="4584625" y="1705275"/>
            <a:ext cx="2919600" cy="27420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hanks">
  <p:cSld name="TITLE_1">
    <p:bg>
      <p:bgPr>
        <a:blipFill>
          <a:blip r:embed="rId2">
            <a:alphaModFix/>
          </a:blip>
          <a:stretch>
            <a:fillRect/>
          </a:stretch>
        </a:blipFill>
        <a:effectLst/>
      </p:bgPr>
    </p:bg>
    <p:spTree>
      <p:nvGrpSpPr>
        <p:cNvPr id="1" name="Shape 456"/>
        <p:cNvGrpSpPr/>
        <p:nvPr/>
      </p:nvGrpSpPr>
      <p:grpSpPr>
        <a:xfrm>
          <a:off x="0" y="0"/>
          <a:ext cx="0" cy="0"/>
          <a:chOff x="0" y="0"/>
          <a:chExt cx="0" cy="0"/>
        </a:xfrm>
      </p:grpSpPr>
      <p:sp>
        <p:nvSpPr>
          <p:cNvPr id="457" name="Google Shape;457;p25"/>
          <p:cNvSpPr txBox="1">
            <a:spLocks noGrp="1"/>
          </p:cNvSpPr>
          <p:nvPr>
            <p:ph type="ctrTitle"/>
          </p:nvPr>
        </p:nvSpPr>
        <p:spPr>
          <a:xfrm>
            <a:off x="3784900" y="856250"/>
            <a:ext cx="4265100" cy="789000"/>
          </a:xfrm>
          <a:prstGeom prst="rect">
            <a:avLst/>
          </a:prstGeom>
          <a:effectLst>
            <a:outerShdw dist="28575" dir="3480000" algn="bl" rotWithShape="0">
              <a:schemeClr val="accent6">
                <a:alpha val="85000"/>
              </a:schemeClr>
            </a:outerShdw>
          </a:effectLst>
        </p:spPr>
        <p:txBody>
          <a:bodyPr spcFirstLastPara="1" wrap="square" lIns="91425" tIns="91425" rIns="91425" bIns="91425" anchor="ctr" anchorCtr="0">
            <a:noAutofit/>
          </a:bodyPr>
          <a:lstStyle>
            <a:lvl1pPr lvl="0" algn="r" rtl="0">
              <a:spcBef>
                <a:spcPts val="0"/>
              </a:spcBef>
              <a:spcAft>
                <a:spcPts val="0"/>
              </a:spcAft>
              <a:buSzPts val="5200"/>
              <a:buNone/>
              <a:defRPr sz="8000">
                <a:latin typeface="Freckle Face"/>
                <a:ea typeface="Freckle Face"/>
                <a:cs typeface="Freckle Face"/>
                <a:sym typeface="Freckle Face"/>
              </a:defRPr>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458" name="Google Shape;458;p25"/>
          <p:cNvSpPr txBox="1">
            <a:spLocks noGrp="1"/>
          </p:cNvSpPr>
          <p:nvPr>
            <p:ph type="subTitle" idx="1"/>
          </p:nvPr>
        </p:nvSpPr>
        <p:spPr>
          <a:xfrm>
            <a:off x="3784900" y="1870150"/>
            <a:ext cx="4265100" cy="234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500"/>
              <a:buFont typeface="Freckle Face"/>
              <a:buNone/>
              <a:defRPr sz="2500">
                <a:solidFill>
                  <a:schemeClr val="lt1"/>
                </a:solidFill>
                <a:latin typeface="Freckle Face"/>
                <a:ea typeface="Freckle Face"/>
                <a:cs typeface="Freckle Face"/>
                <a:sym typeface="Freckle Face"/>
              </a:defRPr>
            </a:lvl1pPr>
            <a:lvl2pPr lvl="1"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2pPr>
            <a:lvl3pPr lvl="2"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3pPr>
            <a:lvl4pPr lvl="3"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4pPr>
            <a:lvl5pPr lvl="4"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5pPr>
            <a:lvl6pPr lvl="5"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6pPr>
            <a:lvl7pPr lvl="6"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7pPr>
            <a:lvl8pPr lvl="7"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8pPr>
            <a:lvl9pPr lvl="8" algn="r" rtl="0">
              <a:lnSpc>
                <a:spcPct val="100000"/>
              </a:lnSpc>
              <a:spcBef>
                <a:spcPts val="0"/>
              </a:spcBef>
              <a:spcAft>
                <a:spcPts val="0"/>
              </a:spcAft>
              <a:buSzPts val="2500"/>
              <a:buFont typeface="Freckle Face"/>
              <a:buNone/>
              <a:defRPr sz="2500">
                <a:latin typeface="Freckle Face"/>
                <a:ea typeface="Freckle Face"/>
                <a:cs typeface="Freckle Face"/>
                <a:sym typeface="Freckle Face"/>
              </a:defRPr>
            </a:lvl9pPr>
          </a:lstStyle>
          <a:p>
            <a:endParaRPr/>
          </a:p>
        </p:txBody>
      </p:sp>
      <p:sp>
        <p:nvSpPr>
          <p:cNvPr id="459" name="Google Shape;459;p25"/>
          <p:cNvSpPr txBox="1">
            <a:spLocks noGrp="1"/>
          </p:cNvSpPr>
          <p:nvPr>
            <p:ph type="subTitle" idx="2"/>
          </p:nvPr>
        </p:nvSpPr>
        <p:spPr>
          <a:xfrm>
            <a:off x="3784900" y="2382088"/>
            <a:ext cx="4265100" cy="6981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a:latin typeface="Coda"/>
                <a:ea typeface="Coda"/>
                <a:cs typeface="Coda"/>
                <a:sym typeface="Coda"/>
              </a:defRPr>
            </a:lvl1pPr>
            <a:lvl2pPr lvl="1" algn="r" rtl="0">
              <a:lnSpc>
                <a:spcPct val="100000"/>
              </a:lnSpc>
              <a:spcBef>
                <a:spcPts val="0"/>
              </a:spcBef>
              <a:spcAft>
                <a:spcPts val="0"/>
              </a:spcAft>
              <a:buSzPts val="1600"/>
              <a:buNone/>
              <a:defRPr/>
            </a:lvl2pPr>
            <a:lvl3pPr lvl="2" algn="r" rtl="0">
              <a:lnSpc>
                <a:spcPct val="100000"/>
              </a:lnSpc>
              <a:spcBef>
                <a:spcPts val="0"/>
              </a:spcBef>
              <a:spcAft>
                <a:spcPts val="0"/>
              </a:spcAft>
              <a:buSzPts val="1600"/>
              <a:buNone/>
              <a:defRPr/>
            </a:lvl3pPr>
            <a:lvl4pPr lvl="3" algn="r" rtl="0">
              <a:lnSpc>
                <a:spcPct val="100000"/>
              </a:lnSpc>
              <a:spcBef>
                <a:spcPts val="0"/>
              </a:spcBef>
              <a:spcAft>
                <a:spcPts val="0"/>
              </a:spcAft>
              <a:buSzPts val="1600"/>
              <a:buNone/>
              <a:defRPr/>
            </a:lvl4pPr>
            <a:lvl5pPr lvl="4" algn="r" rtl="0">
              <a:lnSpc>
                <a:spcPct val="100000"/>
              </a:lnSpc>
              <a:spcBef>
                <a:spcPts val="0"/>
              </a:spcBef>
              <a:spcAft>
                <a:spcPts val="0"/>
              </a:spcAft>
              <a:buSzPts val="1600"/>
              <a:buNone/>
              <a:defRPr/>
            </a:lvl5pPr>
            <a:lvl6pPr lvl="5" algn="r" rtl="0">
              <a:lnSpc>
                <a:spcPct val="100000"/>
              </a:lnSpc>
              <a:spcBef>
                <a:spcPts val="0"/>
              </a:spcBef>
              <a:spcAft>
                <a:spcPts val="0"/>
              </a:spcAft>
              <a:buSzPts val="1600"/>
              <a:buNone/>
              <a:defRPr/>
            </a:lvl6pPr>
            <a:lvl7pPr lvl="6" algn="r" rtl="0">
              <a:lnSpc>
                <a:spcPct val="100000"/>
              </a:lnSpc>
              <a:spcBef>
                <a:spcPts val="0"/>
              </a:spcBef>
              <a:spcAft>
                <a:spcPts val="0"/>
              </a:spcAft>
              <a:buSzPts val="1600"/>
              <a:buNone/>
              <a:defRPr/>
            </a:lvl7pPr>
            <a:lvl8pPr lvl="7" algn="r" rtl="0">
              <a:lnSpc>
                <a:spcPct val="100000"/>
              </a:lnSpc>
              <a:spcBef>
                <a:spcPts val="0"/>
              </a:spcBef>
              <a:spcAft>
                <a:spcPts val="0"/>
              </a:spcAft>
              <a:buSzPts val="1600"/>
              <a:buNone/>
              <a:defRPr/>
            </a:lvl8pPr>
            <a:lvl9pPr lvl="8" algn="r" rtl="0">
              <a:lnSpc>
                <a:spcPct val="100000"/>
              </a:lnSpc>
              <a:spcBef>
                <a:spcPts val="0"/>
              </a:spcBef>
              <a:spcAft>
                <a:spcPts val="0"/>
              </a:spcAft>
              <a:buSzPts val="1600"/>
              <a:buNone/>
              <a:defRPr/>
            </a:lvl9pPr>
          </a:lstStyle>
          <a:p>
            <a:endParaRPr/>
          </a:p>
        </p:txBody>
      </p:sp>
      <p:sp>
        <p:nvSpPr>
          <p:cNvPr id="460" name="Google Shape;460;p25"/>
          <p:cNvSpPr txBox="1"/>
          <p:nvPr/>
        </p:nvSpPr>
        <p:spPr>
          <a:xfrm>
            <a:off x="3784900" y="3659475"/>
            <a:ext cx="4265100" cy="615600"/>
          </a:xfrm>
          <a:prstGeom prst="rect">
            <a:avLst/>
          </a:prstGeom>
          <a:noFill/>
          <a:ln>
            <a:noFill/>
          </a:ln>
        </p:spPr>
        <p:txBody>
          <a:bodyPr spcFirstLastPara="1" wrap="square" lIns="91425" tIns="91425" rIns="91425" bIns="91425" anchor="ctr" anchorCtr="0">
            <a:noAutofit/>
          </a:bodyPr>
          <a:lstStyle/>
          <a:p>
            <a:pPr marL="0" lvl="0" indent="0" algn="r" rtl="0">
              <a:lnSpc>
                <a:spcPct val="115000"/>
              </a:lnSpc>
              <a:spcBef>
                <a:spcPts val="0"/>
              </a:spcBef>
              <a:spcAft>
                <a:spcPts val="0"/>
              </a:spcAft>
              <a:buNone/>
            </a:pPr>
            <a:r>
              <a:rPr lang="en" sz="1000" b="1">
                <a:solidFill>
                  <a:schemeClr val="dk1"/>
                </a:solidFill>
                <a:latin typeface="Coda"/>
                <a:ea typeface="Coda"/>
                <a:cs typeface="Coda"/>
                <a:sym typeface="Coda"/>
              </a:rPr>
              <a:t>CREDITS:</a:t>
            </a:r>
            <a:r>
              <a:rPr lang="en" sz="1000">
                <a:solidFill>
                  <a:schemeClr val="dk1"/>
                </a:solidFill>
                <a:latin typeface="Coda"/>
                <a:ea typeface="Coda"/>
                <a:cs typeface="Coda"/>
                <a:sym typeface="Coda"/>
              </a:rPr>
              <a:t> This presentation template was created by </a:t>
            </a:r>
            <a:r>
              <a:rPr lang="en" sz="10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Slidesgo</a:t>
            </a:r>
            <a:r>
              <a:rPr lang="en" sz="1000">
                <a:solidFill>
                  <a:schemeClr val="dk1"/>
                </a:solidFill>
                <a:latin typeface="Coda"/>
                <a:ea typeface="Coda"/>
                <a:cs typeface="Coda"/>
                <a:sym typeface="Coda"/>
              </a:rPr>
              <a:t>, including icons by </a:t>
            </a:r>
            <a:r>
              <a:rPr lang="en" sz="1000" b="1">
                <a:solidFill>
                  <a:schemeClr val="dk1"/>
                </a:solidFill>
                <a:uFill>
                  <a:noFill/>
                </a:uFill>
                <a:latin typeface="Coda"/>
                <a:ea typeface="Coda"/>
                <a:cs typeface="Coda"/>
                <a:sym typeface="Coda"/>
                <a:hlinkClick r:id="rId4">
                  <a:extLst>
                    <a:ext uri="{A12FA001-AC4F-418D-AE19-62706E023703}">
                      <ahyp:hlinkClr xmlns:ahyp="http://schemas.microsoft.com/office/drawing/2018/hyperlinkcolor" val="tx"/>
                    </a:ext>
                  </a:extLst>
                </a:hlinkClick>
              </a:rPr>
              <a:t>Flaticon</a:t>
            </a:r>
            <a:r>
              <a:rPr lang="en" sz="1000">
                <a:solidFill>
                  <a:schemeClr val="dk1"/>
                </a:solidFill>
                <a:latin typeface="Coda"/>
                <a:ea typeface="Coda"/>
                <a:cs typeface="Coda"/>
                <a:sym typeface="Coda"/>
              </a:rPr>
              <a:t>, infographics &amp; images by </a:t>
            </a:r>
            <a:r>
              <a:rPr lang="en" sz="1000" b="1">
                <a:solidFill>
                  <a:schemeClr val="dk1"/>
                </a:solidFill>
                <a:uFill>
                  <a:noFill/>
                </a:uFill>
                <a:latin typeface="Coda"/>
                <a:ea typeface="Coda"/>
                <a:cs typeface="Coda"/>
                <a:sym typeface="Coda"/>
                <a:hlinkClick r:id="rId5">
                  <a:extLst>
                    <a:ext uri="{A12FA001-AC4F-418D-AE19-62706E023703}">
                      <ahyp:hlinkClr xmlns:ahyp="http://schemas.microsoft.com/office/drawing/2018/hyperlinkcolor" val="tx"/>
                    </a:ext>
                  </a:extLst>
                </a:hlinkClick>
              </a:rPr>
              <a:t>Freepik</a:t>
            </a:r>
            <a:endParaRPr sz="1000" b="1">
              <a:solidFill>
                <a:schemeClr val="dk1"/>
              </a:solidFill>
              <a:latin typeface="Coda"/>
              <a:ea typeface="Coda"/>
              <a:cs typeface="Coda"/>
              <a:sym typeface="Coda"/>
            </a:endParaRPr>
          </a:p>
        </p:txBody>
      </p:sp>
      <p:grpSp>
        <p:nvGrpSpPr>
          <p:cNvPr id="461" name="Google Shape;461;p25"/>
          <p:cNvGrpSpPr/>
          <p:nvPr/>
        </p:nvGrpSpPr>
        <p:grpSpPr>
          <a:xfrm flipH="1">
            <a:off x="8094877" y="1350800"/>
            <a:ext cx="2327978" cy="3502413"/>
            <a:chOff x="7256414" y="1350800"/>
            <a:chExt cx="2327978" cy="3502413"/>
          </a:xfrm>
        </p:grpSpPr>
        <p:sp>
          <p:nvSpPr>
            <p:cNvPr id="462" name="Google Shape;462;p25"/>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25"/>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25"/>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25"/>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25"/>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25"/>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25"/>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25"/>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5"/>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25"/>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25"/>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25"/>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5"/>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5"/>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5"/>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5"/>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5"/>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9" name="Google Shape;479;p25"/>
          <p:cNvSpPr/>
          <p:nvPr/>
        </p:nvSpPr>
        <p:spPr>
          <a:xfrm>
            <a:off x="0" y="4698600"/>
            <a:ext cx="9144000" cy="4449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 name="Google Shape;480;p25"/>
          <p:cNvGrpSpPr/>
          <p:nvPr/>
        </p:nvGrpSpPr>
        <p:grpSpPr>
          <a:xfrm flipH="1">
            <a:off x="-1385748" y="1389407"/>
            <a:ext cx="2688530" cy="3410596"/>
            <a:chOff x="-705675" y="1389407"/>
            <a:chExt cx="2688530" cy="3410596"/>
          </a:xfrm>
        </p:grpSpPr>
        <p:sp>
          <p:nvSpPr>
            <p:cNvPr id="481" name="Google Shape;481;p25"/>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5"/>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5"/>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5"/>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5"/>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5"/>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5"/>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5"/>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5"/>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5"/>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5"/>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5"/>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5"/>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5"/>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5"/>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5"/>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5"/>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25"/>
          <p:cNvGrpSpPr/>
          <p:nvPr/>
        </p:nvGrpSpPr>
        <p:grpSpPr>
          <a:xfrm>
            <a:off x="-8" y="-203150"/>
            <a:ext cx="9226354" cy="1519054"/>
            <a:chOff x="-8" y="-203150"/>
            <a:chExt cx="9226354" cy="1519054"/>
          </a:xfrm>
        </p:grpSpPr>
        <p:sp>
          <p:nvSpPr>
            <p:cNvPr id="499" name="Google Shape;499;p25"/>
            <p:cNvSpPr/>
            <p:nvPr/>
          </p:nvSpPr>
          <p:spPr>
            <a:xfrm>
              <a:off x="2131455" y="-203150"/>
              <a:ext cx="2584138" cy="1022305"/>
            </a:xfrm>
            <a:custGeom>
              <a:avLst/>
              <a:gdLst/>
              <a:ahLst/>
              <a:cxnLst/>
              <a:rect l="l" t="t" r="r" b="b"/>
              <a:pathLst>
                <a:path w="18852" h="7458" extrusionOk="0">
                  <a:moveTo>
                    <a:pt x="14507" y="1"/>
                  </a:moveTo>
                  <a:cubicBezTo>
                    <a:pt x="13965" y="1"/>
                    <a:pt x="13424" y="367"/>
                    <a:pt x="13064" y="799"/>
                  </a:cubicBezTo>
                  <a:cubicBezTo>
                    <a:pt x="12153" y="1877"/>
                    <a:pt x="11909" y="3343"/>
                    <a:pt x="11686" y="4743"/>
                  </a:cubicBezTo>
                  <a:cubicBezTo>
                    <a:pt x="11709" y="4353"/>
                    <a:pt x="11731" y="3954"/>
                    <a:pt x="11608" y="3576"/>
                  </a:cubicBezTo>
                  <a:cubicBezTo>
                    <a:pt x="11475" y="3210"/>
                    <a:pt x="11175" y="2876"/>
                    <a:pt x="10786" y="2832"/>
                  </a:cubicBezTo>
                  <a:cubicBezTo>
                    <a:pt x="10760" y="2829"/>
                    <a:pt x="10733" y="2828"/>
                    <a:pt x="10707" y="2828"/>
                  </a:cubicBezTo>
                  <a:cubicBezTo>
                    <a:pt x="10336" y="2828"/>
                    <a:pt x="9985" y="3111"/>
                    <a:pt x="9809" y="3443"/>
                  </a:cubicBezTo>
                  <a:cubicBezTo>
                    <a:pt x="9620" y="3798"/>
                    <a:pt x="9576" y="4220"/>
                    <a:pt x="9542" y="4620"/>
                  </a:cubicBezTo>
                  <a:cubicBezTo>
                    <a:pt x="9398" y="3998"/>
                    <a:pt x="9542" y="3176"/>
                    <a:pt x="8976" y="2865"/>
                  </a:cubicBezTo>
                  <a:cubicBezTo>
                    <a:pt x="8872" y="2808"/>
                    <a:pt x="8758" y="2782"/>
                    <a:pt x="8642" y="2782"/>
                  </a:cubicBezTo>
                  <a:cubicBezTo>
                    <a:pt x="8374" y="2782"/>
                    <a:pt x="8096" y="2919"/>
                    <a:pt x="7909" y="3121"/>
                  </a:cubicBezTo>
                  <a:cubicBezTo>
                    <a:pt x="7643" y="3410"/>
                    <a:pt x="7520" y="3798"/>
                    <a:pt x="7398" y="4176"/>
                  </a:cubicBezTo>
                  <a:cubicBezTo>
                    <a:pt x="7332" y="3554"/>
                    <a:pt x="7243" y="2943"/>
                    <a:pt x="7132" y="2343"/>
                  </a:cubicBezTo>
                  <a:cubicBezTo>
                    <a:pt x="6987" y="1499"/>
                    <a:pt x="6732" y="554"/>
                    <a:pt x="5977" y="166"/>
                  </a:cubicBezTo>
                  <a:cubicBezTo>
                    <a:pt x="5759" y="53"/>
                    <a:pt x="5519" y="2"/>
                    <a:pt x="5276" y="2"/>
                  </a:cubicBezTo>
                  <a:cubicBezTo>
                    <a:pt x="4798" y="2"/>
                    <a:pt x="4308" y="201"/>
                    <a:pt x="3955" y="532"/>
                  </a:cubicBezTo>
                  <a:cubicBezTo>
                    <a:pt x="3422" y="1021"/>
                    <a:pt x="3143" y="1743"/>
                    <a:pt x="3044" y="2465"/>
                  </a:cubicBezTo>
                  <a:cubicBezTo>
                    <a:pt x="2782" y="1984"/>
                    <a:pt x="2229" y="1654"/>
                    <a:pt x="1673" y="1654"/>
                  </a:cubicBezTo>
                  <a:cubicBezTo>
                    <a:pt x="1663" y="1654"/>
                    <a:pt x="1654" y="1654"/>
                    <a:pt x="1644" y="1654"/>
                  </a:cubicBezTo>
                  <a:cubicBezTo>
                    <a:pt x="1077" y="1654"/>
                    <a:pt x="533" y="1988"/>
                    <a:pt x="255" y="2476"/>
                  </a:cubicBezTo>
                  <a:cubicBezTo>
                    <a:pt x="22" y="2909"/>
                    <a:pt x="0" y="3420"/>
                    <a:pt x="55" y="3898"/>
                  </a:cubicBezTo>
                  <a:cubicBezTo>
                    <a:pt x="156" y="4998"/>
                    <a:pt x="644" y="6198"/>
                    <a:pt x="1455" y="6975"/>
                  </a:cubicBezTo>
                  <a:cubicBezTo>
                    <a:pt x="1600" y="7120"/>
                    <a:pt x="1788" y="7220"/>
                    <a:pt x="2000" y="7286"/>
                  </a:cubicBezTo>
                  <a:cubicBezTo>
                    <a:pt x="2314" y="7386"/>
                    <a:pt x="2682" y="7415"/>
                    <a:pt x="3056" y="7415"/>
                  </a:cubicBezTo>
                  <a:cubicBezTo>
                    <a:pt x="3554" y="7415"/>
                    <a:pt x="4064" y="7364"/>
                    <a:pt x="4476" y="7364"/>
                  </a:cubicBezTo>
                  <a:lnTo>
                    <a:pt x="8798" y="7364"/>
                  </a:lnTo>
                  <a:cubicBezTo>
                    <a:pt x="10279" y="7364"/>
                    <a:pt x="11810" y="7458"/>
                    <a:pt x="13321" y="7458"/>
                  </a:cubicBezTo>
                  <a:cubicBezTo>
                    <a:pt x="14076" y="7458"/>
                    <a:pt x="14826" y="7435"/>
                    <a:pt x="15563" y="7364"/>
                  </a:cubicBezTo>
                  <a:cubicBezTo>
                    <a:pt x="17096" y="7209"/>
                    <a:pt x="18518" y="6142"/>
                    <a:pt x="18785" y="4553"/>
                  </a:cubicBezTo>
                  <a:cubicBezTo>
                    <a:pt x="18851" y="4165"/>
                    <a:pt x="18841" y="3709"/>
                    <a:pt x="18562" y="3410"/>
                  </a:cubicBezTo>
                  <a:cubicBezTo>
                    <a:pt x="18359" y="3185"/>
                    <a:pt x="18080" y="3103"/>
                    <a:pt x="17779" y="3103"/>
                  </a:cubicBezTo>
                  <a:cubicBezTo>
                    <a:pt x="17439" y="3103"/>
                    <a:pt x="17070" y="3208"/>
                    <a:pt x="16752" y="3331"/>
                  </a:cubicBezTo>
                  <a:cubicBezTo>
                    <a:pt x="16072" y="3600"/>
                    <a:pt x="15337" y="4015"/>
                    <a:pt x="14952" y="4608"/>
                  </a:cubicBezTo>
                  <a:lnTo>
                    <a:pt x="14952" y="4608"/>
                  </a:lnTo>
                  <a:lnTo>
                    <a:pt x="15452" y="3087"/>
                  </a:lnTo>
                  <a:cubicBezTo>
                    <a:pt x="15630" y="2543"/>
                    <a:pt x="15807" y="1976"/>
                    <a:pt x="15775" y="1410"/>
                  </a:cubicBezTo>
                  <a:cubicBezTo>
                    <a:pt x="15730" y="843"/>
                    <a:pt x="15419" y="255"/>
                    <a:pt x="14886" y="65"/>
                  </a:cubicBezTo>
                  <a:cubicBezTo>
                    <a:pt x="14761" y="21"/>
                    <a:pt x="14634" y="1"/>
                    <a:pt x="14507"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5"/>
            <p:cNvSpPr/>
            <p:nvPr/>
          </p:nvSpPr>
          <p:spPr>
            <a:xfrm>
              <a:off x="7444508" y="53258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5"/>
            <p:cNvSpPr/>
            <p:nvPr/>
          </p:nvSpPr>
          <p:spPr>
            <a:xfrm>
              <a:off x="-8" y="45370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1">
  <p:cSld name="CUSTOM_3">
    <p:spTree>
      <p:nvGrpSpPr>
        <p:cNvPr id="1" name="Shape 502"/>
        <p:cNvGrpSpPr/>
        <p:nvPr/>
      </p:nvGrpSpPr>
      <p:grpSpPr>
        <a:xfrm>
          <a:off x="0" y="0"/>
          <a:ext cx="0" cy="0"/>
          <a:chOff x="0" y="0"/>
          <a:chExt cx="0" cy="0"/>
        </a:xfrm>
      </p:grpSpPr>
      <p:grpSp>
        <p:nvGrpSpPr>
          <p:cNvPr id="503" name="Google Shape;503;p26"/>
          <p:cNvGrpSpPr/>
          <p:nvPr/>
        </p:nvGrpSpPr>
        <p:grpSpPr>
          <a:xfrm>
            <a:off x="-145733" y="39252"/>
            <a:ext cx="9244604" cy="1474013"/>
            <a:chOff x="-145733" y="39252"/>
            <a:chExt cx="9244604" cy="1474013"/>
          </a:xfrm>
        </p:grpSpPr>
        <p:sp>
          <p:nvSpPr>
            <p:cNvPr id="504" name="Google Shape;504;p26"/>
            <p:cNvSpPr/>
            <p:nvPr/>
          </p:nvSpPr>
          <p:spPr>
            <a:xfrm>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6"/>
            <p:cNvSpPr/>
            <p:nvPr/>
          </p:nvSpPr>
          <p:spPr>
            <a:xfrm>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2">
  <p:cSld name="CUSTOM_4">
    <p:spTree>
      <p:nvGrpSpPr>
        <p:cNvPr id="1" name="Shape 506"/>
        <p:cNvGrpSpPr/>
        <p:nvPr/>
      </p:nvGrpSpPr>
      <p:grpSpPr>
        <a:xfrm>
          <a:off x="0" y="0"/>
          <a:ext cx="0" cy="0"/>
          <a:chOff x="0" y="0"/>
          <a:chExt cx="0" cy="0"/>
        </a:xfrm>
      </p:grpSpPr>
      <p:grpSp>
        <p:nvGrpSpPr>
          <p:cNvPr id="507" name="Google Shape;507;p27"/>
          <p:cNvGrpSpPr/>
          <p:nvPr/>
        </p:nvGrpSpPr>
        <p:grpSpPr>
          <a:xfrm flipH="1">
            <a:off x="-145733" y="39252"/>
            <a:ext cx="9244604" cy="1474013"/>
            <a:chOff x="-145733" y="39252"/>
            <a:chExt cx="9244604" cy="1474013"/>
          </a:xfrm>
        </p:grpSpPr>
        <p:sp>
          <p:nvSpPr>
            <p:cNvPr id="508" name="Google Shape;508;p27"/>
            <p:cNvSpPr/>
            <p:nvPr/>
          </p:nvSpPr>
          <p:spPr>
            <a:xfrm flipH="1">
              <a:off x="7317033" y="808837"/>
              <a:ext cx="1781838" cy="704428"/>
            </a:xfrm>
            <a:custGeom>
              <a:avLst/>
              <a:gdLst/>
              <a:ahLst/>
              <a:cxnLst/>
              <a:rect l="l" t="t" r="r" b="b"/>
              <a:pathLst>
                <a:path w="12999" h="5139" extrusionOk="0">
                  <a:moveTo>
                    <a:pt x="3629" y="1"/>
                  </a:moveTo>
                  <a:cubicBezTo>
                    <a:pt x="3301" y="1"/>
                    <a:pt x="2966" y="139"/>
                    <a:pt x="2723" y="360"/>
                  </a:cubicBezTo>
                  <a:cubicBezTo>
                    <a:pt x="2356" y="704"/>
                    <a:pt x="2167" y="1204"/>
                    <a:pt x="2101" y="1703"/>
                  </a:cubicBezTo>
                  <a:cubicBezTo>
                    <a:pt x="1901" y="1360"/>
                    <a:pt x="1523" y="1137"/>
                    <a:pt x="1134" y="1137"/>
                  </a:cubicBezTo>
                  <a:cubicBezTo>
                    <a:pt x="745" y="1137"/>
                    <a:pt x="356" y="1370"/>
                    <a:pt x="179" y="1703"/>
                  </a:cubicBezTo>
                  <a:cubicBezTo>
                    <a:pt x="12" y="2004"/>
                    <a:pt x="1" y="2359"/>
                    <a:pt x="35" y="2693"/>
                  </a:cubicBezTo>
                  <a:cubicBezTo>
                    <a:pt x="101" y="3448"/>
                    <a:pt x="445" y="4270"/>
                    <a:pt x="1001" y="4814"/>
                  </a:cubicBezTo>
                  <a:cubicBezTo>
                    <a:pt x="1101" y="4914"/>
                    <a:pt x="1223" y="4981"/>
                    <a:pt x="1368" y="5025"/>
                  </a:cubicBezTo>
                  <a:cubicBezTo>
                    <a:pt x="1575" y="5093"/>
                    <a:pt x="1813" y="5113"/>
                    <a:pt x="2057" y="5113"/>
                  </a:cubicBezTo>
                  <a:cubicBezTo>
                    <a:pt x="2413" y="5113"/>
                    <a:pt x="2781" y="5070"/>
                    <a:pt x="3078" y="5070"/>
                  </a:cubicBezTo>
                  <a:lnTo>
                    <a:pt x="6056" y="5070"/>
                  </a:lnTo>
                  <a:cubicBezTo>
                    <a:pt x="7078" y="5070"/>
                    <a:pt x="8134" y="5139"/>
                    <a:pt x="9176" y="5139"/>
                  </a:cubicBezTo>
                  <a:cubicBezTo>
                    <a:pt x="9697" y="5139"/>
                    <a:pt x="10214" y="5122"/>
                    <a:pt x="10721" y="5070"/>
                  </a:cubicBezTo>
                  <a:cubicBezTo>
                    <a:pt x="11788" y="4969"/>
                    <a:pt x="12754" y="4236"/>
                    <a:pt x="12943" y="3148"/>
                  </a:cubicBezTo>
                  <a:cubicBezTo>
                    <a:pt x="12998" y="2870"/>
                    <a:pt x="12987" y="2559"/>
                    <a:pt x="12798" y="2348"/>
                  </a:cubicBezTo>
                  <a:cubicBezTo>
                    <a:pt x="12657" y="2196"/>
                    <a:pt x="12464" y="2141"/>
                    <a:pt x="12255" y="2141"/>
                  </a:cubicBezTo>
                  <a:cubicBezTo>
                    <a:pt x="12021" y="2141"/>
                    <a:pt x="11766" y="2210"/>
                    <a:pt x="11543" y="2293"/>
                  </a:cubicBezTo>
                  <a:cubicBezTo>
                    <a:pt x="11076" y="2483"/>
                    <a:pt x="10569" y="2768"/>
                    <a:pt x="10305" y="3178"/>
                  </a:cubicBezTo>
                  <a:lnTo>
                    <a:pt x="10305" y="3178"/>
                  </a:lnTo>
                  <a:cubicBezTo>
                    <a:pt x="10421" y="2825"/>
                    <a:pt x="10538" y="2475"/>
                    <a:pt x="10655" y="2126"/>
                  </a:cubicBezTo>
                  <a:cubicBezTo>
                    <a:pt x="10776" y="1748"/>
                    <a:pt x="10899" y="1370"/>
                    <a:pt x="10865" y="970"/>
                  </a:cubicBezTo>
                  <a:cubicBezTo>
                    <a:pt x="10843" y="582"/>
                    <a:pt x="10632" y="170"/>
                    <a:pt x="10255" y="49"/>
                  </a:cubicBezTo>
                  <a:cubicBezTo>
                    <a:pt x="10166" y="16"/>
                    <a:pt x="10076" y="1"/>
                    <a:pt x="9986" y="1"/>
                  </a:cubicBezTo>
                  <a:cubicBezTo>
                    <a:pt x="9615" y="1"/>
                    <a:pt x="9249" y="253"/>
                    <a:pt x="8999" y="548"/>
                  </a:cubicBezTo>
                  <a:cubicBezTo>
                    <a:pt x="8377" y="1293"/>
                    <a:pt x="8199" y="2303"/>
                    <a:pt x="8055" y="3270"/>
                  </a:cubicBezTo>
                  <a:cubicBezTo>
                    <a:pt x="8066" y="3004"/>
                    <a:pt x="8077" y="2725"/>
                    <a:pt x="7999" y="2470"/>
                  </a:cubicBezTo>
                  <a:cubicBezTo>
                    <a:pt x="7910" y="2214"/>
                    <a:pt x="7700" y="1982"/>
                    <a:pt x="7433" y="1948"/>
                  </a:cubicBezTo>
                  <a:cubicBezTo>
                    <a:pt x="7419" y="1947"/>
                    <a:pt x="7405" y="1946"/>
                    <a:pt x="7391" y="1946"/>
                  </a:cubicBezTo>
                  <a:cubicBezTo>
                    <a:pt x="7128" y="1946"/>
                    <a:pt x="6881" y="2138"/>
                    <a:pt x="6755" y="2370"/>
                  </a:cubicBezTo>
                  <a:cubicBezTo>
                    <a:pt x="6633" y="2614"/>
                    <a:pt x="6599" y="2903"/>
                    <a:pt x="6577" y="3181"/>
                  </a:cubicBezTo>
                  <a:cubicBezTo>
                    <a:pt x="6478" y="2759"/>
                    <a:pt x="6567" y="2182"/>
                    <a:pt x="6189" y="1970"/>
                  </a:cubicBezTo>
                  <a:cubicBezTo>
                    <a:pt x="6116" y="1934"/>
                    <a:pt x="6036" y="1917"/>
                    <a:pt x="5956" y="1917"/>
                  </a:cubicBezTo>
                  <a:cubicBezTo>
                    <a:pt x="5769" y="1917"/>
                    <a:pt x="5577" y="2008"/>
                    <a:pt x="5444" y="2148"/>
                  </a:cubicBezTo>
                  <a:cubicBezTo>
                    <a:pt x="5266" y="2348"/>
                    <a:pt x="5177" y="2614"/>
                    <a:pt x="5100" y="2870"/>
                  </a:cubicBezTo>
                  <a:cubicBezTo>
                    <a:pt x="5044" y="2448"/>
                    <a:pt x="4989" y="2026"/>
                    <a:pt x="4911" y="1615"/>
                  </a:cubicBezTo>
                  <a:cubicBezTo>
                    <a:pt x="4811" y="1037"/>
                    <a:pt x="4634" y="382"/>
                    <a:pt x="4111" y="115"/>
                  </a:cubicBezTo>
                  <a:cubicBezTo>
                    <a:pt x="3961" y="37"/>
                    <a:pt x="3796" y="1"/>
                    <a:pt x="3629" y="1"/>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7"/>
            <p:cNvSpPr/>
            <p:nvPr/>
          </p:nvSpPr>
          <p:spPr>
            <a:xfrm flipH="1">
              <a:off x="-145733" y="39252"/>
              <a:ext cx="2179081" cy="86220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28">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445025"/>
            <a:ext cx="77040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1pPr>
            <a:lvl2pPr lvl="1"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2pPr>
            <a:lvl3pPr lvl="2"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3pPr>
            <a:lvl4pPr lvl="3"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4pPr>
            <a:lvl5pPr lvl="4"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5pPr>
            <a:lvl6pPr lvl="5"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6pPr>
            <a:lvl7pPr lvl="6"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7pPr>
            <a:lvl8pPr lvl="7"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8pPr>
            <a:lvl9pPr lvl="8" algn="ctr">
              <a:spcBef>
                <a:spcPts val="0"/>
              </a:spcBef>
              <a:spcAft>
                <a:spcPts val="0"/>
              </a:spcAft>
              <a:buClr>
                <a:schemeClr val="dk1"/>
              </a:buClr>
              <a:buSzPts val="3500"/>
              <a:buFont typeface="Freckle Face"/>
              <a:buNone/>
              <a:defRPr sz="3500">
                <a:solidFill>
                  <a:schemeClr val="dk1"/>
                </a:solidFill>
                <a:latin typeface="Freckle Face"/>
                <a:ea typeface="Freckle Face"/>
                <a:cs typeface="Freckle Face"/>
                <a:sym typeface="Freckle Face"/>
              </a:defRPr>
            </a:lvl9pPr>
          </a:lstStyle>
          <a:p>
            <a:endParaRPr/>
          </a:p>
        </p:txBody>
      </p:sp>
      <p:sp>
        <p:nvSpPr>
          <p:cNvPr id="7" name="Google Shape;7;p1"/>
          <p:cNvSpPr txBox="1">
            <a:spLocks noGrp="1"/>
          </p:cNvSpPr>
          <p:nvPr>
            <p:ph type="body" idx="1"/>
          </p:nvPr>
        </p:nvSpPr>
        <p:spPr>
          <a:xfrm>
            <a:off x="720000" y="1152475"/>
            <a:ext cx="7704000" cy="3416400"/>
          </a:xfrm>
          <a:prstGeom prst="rect">
            <a:avLst/>
          </a:prstGeom>
          <a:noFill/>
          <a:ln>
            <a:noFill/>
          </a:ln>
        </p:spPr>
        <p:txBody>
          <a:bodyPr spcFirstLastPara="1" wrap="square" lIns="91425" tIns="91425" rIns="91425" bIns="91425" anchor="ctr" anchorCtr="0">
            <a:noAutofit/>
          </a:bodyPr>
          <a:lstStyle>
            <a:lvl1pPr marL="457200" lvl="0"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1pPr>
            <a:lvl2pPr marL="914400" lvl="1"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2pPr>
            <a:lvl3pPr marL="1371600" lvl="2"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3pPr>
            <a:lvl4pPr marL="1828800" lvl="3"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4pPr>
            <a:lvl5pPr marL="2286000" lvl="4"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5pPr>
            <a:lvl6pPr marL="2743200" lvl="5"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6pPr>
            <a:lvl7pPr marL="3200400" lvl="6"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7pPr>
            <a:lvl8pPr marL="3657600" lvl="7"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8pPr>
            <a:lvl9pPr marL="4114800" lvl="8" indent="-330200">
              <a:lnSpc>
                <a:spcPct val="100000"/>
              </a:lnSpc>
              <a:spcBef>
                <a:spcPts val="0"/>
              </a:spcBef>
              <a:spcAft>
                <a:spcPts val="0"/>
              </a:spcAft>
              <a:buClr>
                <a:schemeClr val="dk1"/>
              </a:buClr>
              <a:buSzPts val="1600"/>
              <a:buFont typeface="Coda"/>
              <a:buChar char="■"/>
              <a:defRPr sz="1600">
                <a:solidFill>
                  <a:schemeClr val="dk1"/>
                </a:solidFill>
                <a:latin typeface="Coda"/>
                <a:ea typeface="Coda"/>
                <a:cs typeface="Coda"/>
                <a:sym typeface="Coda"/>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510"/>
        <p:cNvGrpSpPr/>
        <p:nvPr/>
      </p:nvGrpSpPr>
      <p:grpSpPr>
        <a:xfrm>
          <a:off x="0" y="0"/>
          <a:ext cx="0" cy="0"/>
          <a:chOff x="0" y="0"/>
          <a:chExt cx="0" cy="0"/>
        </a:xfrm>
      </p:grpSpPr>
      <p:sp>
        <p:nvSpPr>
          <p:cNvPr id="511" name="Google Shape;511;p28"/>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2" name="Google Shape;512;p28"/>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4"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8" Type="http://schemas.openxmlformats.org/officeDocument/2006/relationships/slide" Target="slide52.xml"/><Relationship Id="rId13" Type="http://schemas.openxmlformats.org/officeDocument/2006/relationships/slide" Target="slide61.xml"/><Relationship Id="rId3" Type="http://schemas.openxmlformats.org/officeDocument/2006/relationships/hyperlink" Target="http://bit.ly/2Tynxth" TargetMode="External"/><Relationship Id="rId7" Type="http://schemas.openxmlformats.org/officeDocument/2006/relationships/slide" Target="slide49.xml"/><Relationship Id="rId12" Type="http://schemas.openxmlformats.org/officeDocument/2006/relationships/slide" Target="slide55.xml"/><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slide" Target="slide50.xml"/><Relationship Id="rId11" Type="http://schemas.openxmlformats.org/officeDocument/2006/relationships/hyperlink" Target="https://storyset.com/?utm_source=slidesgo_template&amp;utm_medium=referral-link&amp;utm_campaign=slidesgo_contents_of_this_template&amp;utm_term=storyset&amp;utm_content=storyset" TargetMode="External"/><Relationship Id="rId5" Type="http://schemas.openxmlformats.org/officeDocument/2006/relationships/hyperlink" Target="http://bit.ly/33VAFh3" TargetMode="External"/><Relationship Id="rId10" Type="http://schemas.openxmlformats.org/officeDocument/2006/relationships/slide" Target="slide54.xml"/><Relationship Id="rId4" Type="http://schemas.openxmlformats.org/officeDocument/2006/relationships/hyperlink" Target="http://bit.ly/30B07Gq" TargetMode="External"/><Relationship Id="rId9" Type="http://schemas.openxmlformats.org/officeDocument/2006/relationships/slide" Target="slide5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5" Type="http://schemas.openxmlformats.org/officeDocument/2006/relationships/image" Target="../media/image10.png"/><Relationship Id="rId4" Type="http://schemas.openxmlformats.org/officeDocument/2006/relationships/hyperlink" Target="https://docs.google.com/spreadsheets/d/1tOV-lii1P9OYNDaNzJ8TzFvzumrqMmceFW2V1qVlt3w/copy"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40.xml"/><Relationship Id="rId1" Type="http://schemas.openxmlformats.org/officeDocument/2006/relationships/slideLayout" Target="../slideLayouts/slideLayout20.xml"/><Relationship Id="rId5" Type="http://schemas.openxmlformats.org/officeDocument/2006/relationships/image" Target="../media/image11.png"/><Relationship Id="rId4" Type="http://schemas.openxmlformats.org/officeDocument/2006/relationships/hyperlink" Target="https://docs.google.com/spreadsheets/d/1tOV-lii1P9OYNDaNzJ8TzFvzumrqMmceFW2V1qVlt3w/copy"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1.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6.xml"/><Relationship Id="rId1" Type="http://schemas.openxmlformats.org/officeDocument/2006/relationships/slideLayout" Target="../slideLayouts/slideLayout22.xml"/></Relationships>
</file>

<file path=ppt/slides/_rels/slide47.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48.xml"/><Relationship Id="rId1" Type="http://schemas.openxmlformats.org/officeDocument/2006/relationships/slideLayout" Target="../slideLayouts/slideLayout22.xml"/></Relationships>
</file>

<file path=ppt/slides/_rels/slide49.xml.rels><?xml version="1.0" encoding="UTF-8" standalone="yes"?>
<Relationships xmlns="http://schemas.openxmlformats.org/package/2006/relationships"><Relationship Id="rId3" Type="http://schemas.openxmlformats.org/officeDocument/2006/relationships/hyperlink" Target="mailto:youremail@freepik.com" TargetMode="External"/><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8" Type="http://schemas.openxmlformats.org/officeDocument/2006/relationships/hyperlink" Target="https://www.freepik.com/free-photo/vegetation-natural-plants-park_11904785.htm/?utm_source=slidesgo_template&amp;utm_medium=referral-link&amp;utm_campaign=s%20g_resources&amp;utm_content=freepik" TargetMode="External"/><Relationship Id="rId3" Type="http://schemas.openxmlformats.org/officeDocument/2006/relationships/hyperlink" Target="https://www.freepik.com/free-vector/hand-drawn-bigfoot-sasquatch-yeti-adominable-snowman-illustration_12503860.htm/?utm_source=slidesgo_template&amp;utm_medium=referral-link&amp;utm_campaign=s%20g_resources&amp;utm_content=freepik" TargetMode="External"/><Relationship Id="rId7" Type="http://schemas.openxmlformats.org/officeDocument/2006/relationships/hyperlink" Target="https://www.flaticon.com/packs/nature-156?word=mountain/?utm_source=slidesgo_template&amp;utm_medium=referral-link&amp;utm_campaign=s%20g_resources&amp;utm_content=flaticon" TargetMode="External"/><Relationship Id="rId2" Type="http://schemas.openxmlformats.org/officeDocument/2006/relationships/notesSlide" Target="../notesSlides/notesSlide52.xml"/><Relationship Id="rId1" Type="http://schemas.openxmlformats.org/officeDocument/2006/relationships/slideLayout" Target="../slideLayouts/slideLayout3.xml"/><Relationship Id="rId6" Type="http://schemas.openxmlformats.org/officeDocument/2006/relationships/hyperlink" Target="https://www.freepik.com/free-vector/cartoon-bigfoot-sasquatch-character-collection_12418355.htm/?utm_source=slidesgo_template&amp;utm_medium=referral-link&amp;utm_campaign=s%20g_resources&amp;utm_content=freepik" TargetMode="External"/><Relationship Id="rId5" Type="http://schemas.openxmlformats.org/officeDocument/2006/relationships/hyperlink" Target="https://www.freepik.com/free-vector/cartoon-bigfoot-sasquatch-character-collection_12503824.htm/?utm_source=slidesgo_template&amp;utm_medium=referral-link&amp;utm_campaign=s%20g_resources&amp;utm_content=freepik" TargetMode="External"/><Relationship Id="rId4" Type="http://schemas.openxmlformats.org/officeDocument/2006/relationships/hyperlink" Target="https://www.freepik.com/free-vector/cartoon-bigfoot-sasquatch-character-pack_12418351.htm/?utm_source=slidesgo_template&amp;utm_medium=referral-link&amp;utm_campaign=s%20g_resources&amp;utm_content=freepik" TargetMode="External"/><Relationship Id="rId9" Type="http://schemas.openxmlformats.org/officeDocument/2006/relationships/hyperlink" Target="https://www.freepik.com/free-photo/vegetation-natural-plants-park_11904786.htm/?utm_source=slidesgo_template&amp;utm_medium=referral-link&amp;utm_campaign=s%20g_resources&amp;utm_content=freepik"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onts.google.com/specimen/Freckle+Face" TargetMode="External"/><Relationship Id="rId2" Type="http://schemas.openxmlformats.org/officeDocument/2006/relationships/notesSlide" Target="../notesSlides/notesSlide53.xml"/><Relationship Id="rId1" Type="http://schemas.openxmlformats.org/officeDocument/2006/relationships/slideLayout" Target="../slideLayouts/slideLayout27.xml"/><Relationship Id="rId4" Type="http://schemas.openxmlformats.org/officeDocument/2006/relationships/hyperlink" Target="https://fonts.google.com/specimen/Coda" TargetMode="External"/></Relationships>
</file>

<file path=ppt/slides/_rels/slide54.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9.gif"/><Relationship Id="rId2" Type="http://schemas.openxmlformats.org/officeDocument/2006/relationships/notesSlide" Target="../notesSlides/notesSlide54.xml"/><Relationship Id="rId1" Type="http://schemas.openxmlformats.org/officeDocument/2006/relationships/slideLayout" Target="../slideLayouts/slideLayout27.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8.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7.gif"/><Relationship Id="rId4" Type="http://schemas.openxmlformats.org/officeDocument/2006/relationships/image" Target="../media/image15.gif"/><Relationship Id="rId9" Type="http://schemas.openxmlformats.org/officeDocument/2006/relationships/image" Target="../media/image16.gif"/></Relationships>
</file>

<file path=ppt/slides/_rels/slide55.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55.xml"/><Relationship Id="rId1" Type="http://schemas.openxmlformats.org/officeDocument/2006/relationships/slideLayout" Target="../slideLayouts/slideLayout2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7.xml"/></Relationships>
</file>

<file path=ppt/slides/_rels/slide61.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61.xml"/><Relationship Id="rId1" Type="http://schemas.openxmlformats.org/officeDocument/2006/relationships/slideLayout" Target="../slideLayouts/slideLayout2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7.xml"/></Relationships>
</file>

<file path=ppt/slides/_rels/slide6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8.xml"/><Relationship Id="rId1" Type="http://schemas.openxmlformats.org/officeDocument/2006/relationships/slideLayout" Target="../slideLayouts/slideLayout27.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30"/>
          <p:cNvSpPr/>
          <p:nvPr/>
        </p:nvSpPr>
        <p:spPr>
          <a:xfrm>
            <a:off x="1466691" y="3676725"/>
            <a:ext cx="3851225" cy="888599"/>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519" name="Google Shape;519;p30"/>
          <p:cNvSpPr txBox="1">
            <a:spLocks noGrp="1"/>
          </p:cNvSpPr>
          <p:nvPr>
            <p:ph type="ctrTitle"/>
          </p:nvPr>
        </p:nvSpPr>
        <p:spPr>
          <a:xfrm>
            <a:off x="705501" y="780525"/>
            <a:ext cx="5715000" cy="2896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pl-PL" dirty="0" err="1"/>
              <a:t>Topic</a:t>
            </a:r>
            <a:r>
              <a:rPr lang="pl-PL" dirty="0"/>
              <a:t> </a:t>
            </a:r>
            <a:r>
              <a:rPr lang="pl-PL" dirty="0" err="1"/>
              <a:t>Modelling</a:t>
            </a:r>
            <a:r>
              <a:rPr lang="pl-PL" dirty="0"/>
              <a:t> </a:t>
            </a:r>
            <a:r>
              <a:rPr lang="en" dirty="0"/>
              <a:t>Bigfoot </a:t>
            </a:r>
            <a:r>
              <a:rPr lang="pl-PL" dirty="0" err="1"/>
              <a:t>Sightings</a:t>
            </a:r>
            <a:r>
              <a:rPr lang="pl-PL" dirty="0"/>
              <a:t> Project</a:t>
            </a:r>
            <a:r>
              <a:rPr lang="en" dirty="0"/>
              <a:t> </a:t>
            </a:r>
            <a:endParaRPr dirty="0"/>
          </a:p>
        </p:txBody>
      </p:sp>
      <p:sp>
        <p:nvSpPr>
          <p:cNvPr id="520" name="Google Shape;520;p30"/>
          <p:cNvSpPr txBox="1">
            <a:spLocks noGrp="1"/>
          </p:cNvSpPr>
          <p:nvPr>
            <p:ph type="subTitle" idx="1"/>
          </p:nvPr>
        </p:nvSpPr>
        <p:spPr>
          <a:xfrm>
            <a:off x="1551531" y="3676726"/>
            <a:ext cx="3722493" cy="888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Topic</a:t>
            </a:r>
            <a:r>
              <a:rPr lang="pl-PL" dirty="0"/>
              <a:t> </a:t>
            </a:r>
            <a:r>
              <a:rPr lang="pl-PL" dirty="0" err="1"/>
              <a:t>Modelling</a:t>
            </a:r>
            <a:r>
              <a:rPr lang="pl-PL" dirty="0"/>
              <a:t> – </a:t>
            </a:r>
            <a:r>
              <a:rPr lang="pl-PL" dirty="0" err="1"/>
              <a:t>Autumn</a:t>
            </a:r>
            <a:r>
              <a:rPr lang="pl-PL" dirty="0"/>
              <a:t> 2025</a:t>
            </a:r>
          </a:p>
          <a:p>
            <a:pPr marL="0" lvl="0" indent="0" algn="ctr" rtl="0">
              <a:spcBef>
                <a:spcPts val="0"/>
              </a:spcBef>
              <a:spcAft>
                <a:spcPts val="0"/>
              </a:spcAft>
              <a:buNone/>
            </a:pPr>
            <a:r>
              <a:rPr lang="pl-PL" dirty="0"/>
              <a:t>Wojciech Hrycenko</a:t>
            </a:r>
            <a:endParaRPr dirty="0"/>
          </a:p>
        </p:txBody>
      </p:sp>
      <p:grpSp>
        <p:nvGrpSpPr>
          <p:cNvPr id="521" name="Google Shape;521;p30"/>
          <p:cNvGrpSpPr/>
          <p:nvPr/>
        </p:nvGrpSpPr>
        <p:grpSpPr>
          <a:xfrm flipH="1">
            <a:off x="6286674" y="1039689"/>
            <a:ext cx="2769323" cy="5609122"/>
            <a:chOff x="5376275" y="3865225"/>
            <a:chExt cx="384100" cy="777975"/>
          </a:xfrm>
        </p:grpSpPr>
        <p:sp>
          <p:nvSpPr>
            <p:cNvPr id="522" name="Google Shape;522;p30"/>
            <p:cNvSpPr/>
            <p:nvPr/>
          </p:nvSpPr>
          <p:spPr>
            <a:xfrm>
              <a:off x="5655425" y="4064775"/>
              <a:ext cx="104950" cy="211575"/>
            </a:xfrm>
            <a:custGeom>
              <a:avLst/>
              <a:gdLst/>
              <a:ahLst/>
              <a:cxnLst/>
              <a:rect l="l" t="t" r="r" b="b"/>
              <a:pathLst>
                <a:path w="4198" h="8463" extrusionOk="0">
                  <a:moveTo>
                    <a:pt x="741" y="1"/>
                  </a:moveTo>
                  <a:cubicBezTo>
                    <a:pt x="1" y="1"/>
                    <a:pt x="545" y="3055"/>
                    <a:pt x="577" y="3435"/>
                  </a:cubicBezTo>
                  <a:cubicBezTo>
                    <a:pt x="633" y="4146"/>
                    <a:pt x="554" y="4857"/>
                    <a:pt x="599" y="5568"/>
                  </a:cubicBezTo>
                  <a:cubicBezTo>
                    <a:pt x="621" y="5879"/>
                    <a:pt x="665" y="6190"/>
                    <a:pt x="788" y="6468"/>
                  </a:cubicBezTo>
                  <a:cubicBezTo>
                    <a:pt x="976" y="6879"/>
                    <a:pt x="1321" y="7202"/>
                    <a:pt x="1687" y="7479"/>
                  </a:cubicBezTo>
                  <a:cubicBezTo>
                    <a:pt x="2188" y="7857"/>
                    <a:pt x="2743" y="8179"/>
                    <a:pt x="3332" y="8424"/>
                  </a:cubicBezTo>
                  <a:cubicBezTo>
                    <a:pt x="3375" y="8445"/>
                    <a:pt x="3428" y="8462"/>
                    <a:pt x="3478" y="8462"/>
                  </a:cubicBezTo>
                  <a:cubicBezTo>
                    <a:pt x="3505" y="8462"/>
                    <a:pt x="3531" y="8457"/>
                    <a:pt x="3554" y="8446"/>
                  </a:cubicBezTo>
                  <a:cubicBezTo>
                    <a:pt x="3610" y="8424"/>
                    <a:pt x="3632" y="8368"/>
                    <a:pt x="3654" y="8323"/>
                  </a:cubicBezTo>
                  <a:cubicBezTo>
                    <a:pt x="4020" y="7590"/>
                    <a:pt x="4198" y="6691"/>
                    <a:pt x="3854" y="5946"/>
                  </a:cubicBezTo>
                  <a:cubicBezTo>
                    <a:pt x="3665" y="5546"/>
                    <a:pt x="3343" y="5235"/>
                    <a:pt x="3087" y="4869"/>
                  </a:cubicBezTo>
                  <a:cubicBezTo>
                    <a:pt x="2709" y="4336"/>
                    <a:pt x="2465" y="3724"/>
                    <a:pt x="2254" y="3102"/>
                  </a:cubicBezTo>
                  <a:cubicBezTo>
                    <a:pt x="2065" y="2547"/>
                    <a:pt x="1910" y="1991"/>
                    <a:pt x="1699" y="1447"/>
                  </a:cubicBezTo>
                  <a:cubicBezTo>
                    <a:pt x="1554" y="1114"/>
                    <a:pt x="1243" y="169"/>
                    <a:pt x="865" y="25"/>
                  </a:cubicBezTo>
                  <a:cubicBezTo>
                    <a:pt x="820" y="9"/>
                    <a:pt x="779" y="1"/>
                    <a:pt x="741"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0"/>
            <p:cNvSpPr/>
            <p:nvPr/>
          </p:nvSpPr>
          <p:spPr>
            <a:xfrm>
              <a:off x="5585700" y="4498900"/>
              <a:ext cx="156350" cy="118750"/>
            </a:xfrm>
            <a:custGeom>
              <a:avLst/>
              <a:gdLst/>
              <a:ahLst/>
              <a:cxnLst/>
              <a:rect l="l" t="t" r="r" b="b"/>
              <a:pathLst>
                <a:path w="6254" h="4750" extrusionOk="0">
                  <a:moveTo>
                    <a:pt x="322" y="1"/>
                  </a:moveTo>
                  <a:cubicBezTo>
                    <a:pt x="244" y="901"/>
                    <a:pt x="100" y="2390"/>
                    <a:pt x="22" y="3289"/>
                  </a:cubicBezTo>
                  <a:cubicBezTo>
                    <a:pt x="11" y="3456"/>
                    <a:pt x="0" y="3634"/>
                    <a:pt x="67" y="3778"/>
                  </a:cubicBezTo>
                  <a:cubicBezTo>
                    <a:pt x="188" y="4022"/>
                    <a:pt x="477" y="4100"/>
                    <a:pt x="744" y="4133"/>
                  </a:cubicBezTo>
                  <a:cubicBezTo>
                    <a:pt x="948" y="4158"/>
                    <a:pt x="1153" y="4170"/>
                    <a:pt x="1359" y="4170"/>
                  </a:cubicBezTo>
                  <a:cubicBezTo>
                    <a:pt x="1714" y="4170"/>
                    <a:pt x="2070" y="4133"/>
                    <a:pt x="2422" y="4056"/>
                  </a:cubicBezTo>
                  <a:cubicBezTo>
                    <a:pt x="2810" y="3978"/>
                    <a:pt x="3188" y="3856"/>
                    <a:pt x="3577" y="3844"/>
                  </a:cubicBezTo>
                  <a:cubicBezTo>
                    <a:pt x="3965" y="3844"/>
                    <a:pt x="4377" y="3978"/>
                    <a:pt x="4577" y="4311"/>
                  </a:cubicBezTo>
                  <a:cubicBezTo>
                    <a:pt x="4643" y="4422"/>
                    <a:pt x="4676" y="4555"/>
                    <a:pt x="4765" y="4656"/>
                  </a:cubicBezTo>
                  <a:cubicBezTo>
                    <a:pt x="4817" y="4714"/>
                    <a:pt x="4899" y="4749"/>
                    <a:pt x="4975" y="4749"/>
                  </a:cubicBezTo>
                  <a:cubicBezTo>
                    <a:pt x="5031" y="4749"/>
                    <a:pt x="5083" y="4731"/>
                    <a:pt x="5121" y="4689"/>
                  </a:cubicBezTo>
                  <a:cubicBezTo>
                    <a:pt x="5187" y="4611"/>
                    <a:pt x="5187" y="4489"/>
                    <a:pt x="5165" y="4389"/>
                  </a:cubicBezTo>
                  <a:cubicBezTo>
                    <a:pt x="5099" y="4034"/>
                    <a:pt x="4932" y="3711"/>
                    <a:pt x="4699" y="3445"/>
                  </a:cubicBezTo>
                  <a:lnTo>
                    <a:pt x="4699" y="3445"/>
                  </a:lnTo>
                  <a:cubicBezTo>
                    <a:pt x="4943" y="3711"/>
                    <a:pt x="5199" y="3967"/>
                    <a:pt x="5443" y="4234"/>
                  </a:cubicBezTo>
                  <a:cubicBezTo>
                    <a:pt x="5478" y="4269"/>
                    <a:pt x="5534" y="4310"/>
                    <a:pt x="5588" y="4310"/>
                  </a:cubicBezTo>
                  <a:cubicBezTo>
                    <a:pt x="5603" y="4310"/>
                    <a:pt x="5618" y="4307"/>
                    <a:pt x="5632" y="4300"/>
                  </a:cubicBezTo>
                  <a:cubicBezTo>
                    <a:pt x="5676" y="4267"/>
                    <a:pt x="5688" y="4200"/>
                    <a:pt x="5688" y="4145"/>
                  </a:cubicBezTo>
                  <a:cubicBezTo>
                    <a:pt x="5688" y="3789"/>
                    <a:pt x="5532" y="3445"/>
                    <a:pt x="5276" y="3222"/>
                  </a:cubicBezTo>
                  <a:lnTo>
                    <a:pt x="5276" y="3222"/>
                  </a:lnTo>
                  <a:cubicBezTo>
                    <a:pt x="5488" y="3400"/>
                    <a:pt x="5710" y="3567"/>
                    <a:pt x="5921" y="3745"/>
                  </a:cubicBezTo>
                  <a:cubicBezTo>
                    <a:pt x="5954" y="3767"/>
                    <a:pt x="5987" y="3800"/>
                    <a:pt x="6021" y="3800"/>
                  </a:cubicBezTo>
                  <a:cubicBezTo>
                    <a:pt x="6029" y="3802"/>
                    <a:pt x="6036" y="3802"/>
                    <a:pt x="6044" y="3802"/>
                  </a:cubicBezTo>
                  <a:cubicBezTo>
                    <a:pt x="6141" y="3802"/>
                    <a:pt x="6199" y="3671"/>
                    <a:pt x="6209" y="3567"/>
                  </a:cubicBezTo>
                  <a:cubicBezTo>
                    <a:pt x="6254" y="3111"/>
                    <a:pt x="5943" y="2711"/>
                    <a:pt x="5554" y="2523"/>
                  </a:cubicBezTo>
                  <a:cubicBezTo>
                    <a:pt x="5177" y="2323"/>
                    <a:pt x="4721" y="2289"/>
                    <a:pt x="4288" y="2267"/>
                  </a:cubicBezTo>
                  <a:cubicBezTo>
                    <a:pt x="3588" y="2223"/>
                    <a:pt x="2877" y="2167"/>
                    <a:pt x="2177" y="2123"/>
                  </a:cubicBezTo>
                  <a:cubicBezTo>
                    <a:pt x="1944" y="2111"/>
                    <a:pt x="1666" y="2056"/>
                    <a:pt x="1600" y="1834"/>
                  </a:cubicBezTo>
                  <a:cubicBezTo>
                    <a:pt x="1577" y="1756"/>
                    <a:pt x="1588" y="1667"/>
                    <a:pt x="1600" y="1590"/>
                  </a:cubicBezTo>
                  <a:cubicBezTo>
                    <a:pt x="1633" y="1257"/>
                    <a:pt x="1800" y="845"/>
                    <a:pt x="1544" y="667"/>
                  </a:cubicBezTo>
                  <a:cubicBezTo>
                    <a:pt x="1322" y="512"/>
                    <a:pt x="600" y="12"/>
                    <a:pt x="322" y="1"/>
                  </a:cubicBezTo>
                  <a:close/>
                </a:path>
              </a:pathLst>
            </a:custGeom>
            <a:solidFill>
              <a:srgbClr val="D37E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0"/>
            <p:cNvSpPr/>
            <p:nvPr/>
          </p:nvSpPr>
          <p:spPr>
            <a:xfrm>
              <a:off x="5625125" y="4538700"/>
              <a:ext cx="575" cy="5775"/>
            </a:xfrm>
            <a:custGeom>
              <a:avLst/>
              <a:gdLst/>
              <a:ahLst/>
              <a:cxnLst/>
              <a:rect l="l" t="t" r="r" b="b"/>
              <a:pathLst>
                <a:path w="23" h="231" extrusionOk="0">
                  <a:moveTo>
                    <a:pt x="22" y="1"/>
                  </a:moveTo>
                  <a:cubicBezTo>
                    <a:pt x="11" y="77"/>
                    <a:pt x="1" y="154"/>
                    <a:pt x="11" y="231"/>
                  </a:cubicBezTo>
                  <a:lnTo>
                    <a:pt x="23" y="231"/>
                  </a:lnTo>
                  <a:cubicBezTo>
                    <a:pt x="1" y="154"/>
                    <a:pt x="11" y="77"/>
                    <a:pt x="22"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0"/>
            <p:cNvSpPr/>
            <p:nvPr/>
          </p:nvSpPr>
          <p:spPr>
            <a:xfrm>
              <a:off x="5590400" y="4509450"/>
              <a:ext cx="37525" cy="35025"/>
            </a:xfrm>
            <a:custGeom>
              <a:avLst/>
              <a:gdLst/>
              <a:ahLst/>
              <a:cxnLst/>
              <a:rect l="l" t="t" r="r" b="b"/>
              <a:pathLst>
                <a:path w="1501" h="1401" extrusionOk="0">
                  <a:moveTo>
                    <a:pt x="434" y="1"/>
                  </a:moveTo>
                  <a:cubicBezTo>
                    <a:pt x="423" y="212"/>
                    <a:pt x="256" y="368"/>
                    <a:pt x="56" y="445"/>
                  </a:cubicBezTo>
                  <a:cubicBezTo>
                    <a:pt x="34" y="635"/>
                    <a:pt x="23" y="835"/>
                    <a:pt x="0" y="1045"/>
                  </a:cubicBezTo>
                  <a:cubicBezTo>
                    <a:pt x="111" y="946"/>
                    <a:pt x="223" y="823"/>
                    <a:pt x="334" y="701"/>
                  </a:cubicBezTo>
                  <a:cubicBezTo>
                    <a:pt x="356" y="667"/>
                    <a:pt x="400" y="645"/>
                    <a:pt x="434" y="645"/>
                  </a:cubicBezTo>
                  <a:cubicBezTo>
                    <a:pt x="479" y="645"/>
                    <a:pt x="523" y="679"/>
                    <a:pt x="545" y="723"/>
                  </a:cubicBezTo>
                  <a:cubicBezTo>
                    <a:pt x="734" y="1146"/>
                    <a:pt x="990" y="1401"/>
                    <a:pt x="1323" y="1401"/>
                  </a:cubicBezTo>
                  <a:lnTo>
                    <a:pt x="1400" y="1401"/>
                  </a:lnTo>
                  <a:cubicBezTo>
                    <a:pt x="1389" y="1323"/>
                    <a:pt x="1400" y="1245"/>
                    <a:pt x="1412" y="1168"/>
                  </a:cubicBezTo>
                  <a:cubicBezTo>
                    <a:pt x="1434" y="968"/>
                    <a:pt x="1501" y="756"/>
                    <a:pt x="1501" y="568"/>
                  </a:cubicBezTo>
                  <a:cubicBezTo>
                    <a:pt x="1489" y="512"/>
                    <a:pt x="1489" y="457"/>
                    <a:pt x="1478" y="412"/>
                  </a:cubicBezTo>
                  <a:cubicBezTo>
                    <a:pt x="1389" y="457"/>
                    <a:pt x="1301" y="479"/>
                    <a:pt x="1212" y="479"/>
                  </a:cubicBezTo>
                  <a:lnTo>
                    <a:pt x="1200" y="479"/>
                  </a:lnTo>
                  <a:cubicBezTo>
                    <a:pt x="889" y="479"/>
                    <a:pt x="600" y="268"/>
                    <a:pt x="434" y="1"/>
                  </a:cubicBezTo>
                  <a:close/>
                </a:path>
              </a:pathLst>
            </a:custGeom>
            <a:solidFill>
              <a:srgbClr val="C47B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0"/>
            <p:cNvSpPr/>
            <p:nvPr/>
          </p:nvSpPr>
          <p:spPr>
            <a:xfrm>
              <a:off x="5551525" y="4392500"/>
              <a:ext cx="120275" cy="129025"/>
            </a:xfrm>
            <a:custGeom>
              <a:avLst/>
              <a:gdLst/>
              <a:ahLst/>
              <a:cxnLst/>
              <a:rect l="l" t="t" r="r" b="b"/>
              <a:pathLst>
                <a:path w="4811" h="5161" extrusionOk="0">
                  <a:moveTo>
                    <a:pt x="4751" y="0"/>
                  </a:moveTo>
                  <a:cubicBezTo>
                    <a:pt x="4705" y="0"/>
                    <a:pt x="4230" y="295"/>
                    <a:pt x="3744" y="580"/>
                  </a:cubicBezTo>
                  <a:cubicBezTo>
                    <a:pt x="3256" y="869"/>
                    <a:pt x="2777" y="1158"/>
                    <a:pt x="2722" y="1158"/>
                  </a:cubicBezTo>
                  <a:cubicBezTo>
                    <a:pt x="2644" y="1158"/>
                    <a:pt x="2555" y="1158"/>
                    <a:pt x="2478" y="1169"/>
                  </a:cubicBezTo>
                  <a:cubicBezTo>
                    <a:pt x="2409" y="1169"/>
                    <a:pt x="2341" y="1170"/>
                    <a:pt x="2272" y="1170"/>
                  </a:cubicBezTo>
                  <a:cubicBezTo>
                    <a:pt x="2140" y="1170"/>
                    <a:pt x="2006" y="1165"/>
                    <a:pt x="1866" y="1136"/>
                  </a:cubicBezTo>
                  <a:cubicBezTo>
                    <a:pt x="1678" y="1097"/>
                    <a:pt x="1503" y="1071"/>
                    <a:pt x="1343" y="1071"/>
                  </a:cubicBezTo>
                  <a:cubicBezTo>
                    <a:pt x="947" y="1071"/>
                    <a:pt x="647" y="1233"/>
                    <a:pt x="489" y="1780"/>
                  </a:cubicBezTo>
                  <a:cubicBezTo>
                    <a:pt x="389" y="2124"/>
                    <a:pt x="400" y="2491"/>
                    <a:pt x="412" y="2846"/>
                  </a:cubicBezTo>
                  <a:cubicBezTo>
                    <a:pt x="323" y="2702"/>
                    <a:pt x="189" y="2580"/>
                    <a:pt x="34" y="2513"/>
                  </a:cubicBezTo>
                  <a:lnTo>
                    <a:pt x="34" y="2513"/>
                  </a:lnTo>
                  <a:cubicBezTo>
                    <a:pt x="133" y="3002"/>
                    <a:pt x="301" y="3469"/>
                    <a:pt x="523" y="3901"/>
                  </a:cubicBezTo>
                  <a:cubicBezTo>
                    <a:pt x="367" y="3735"/>
                    <a:pt x="200" y="3590"/>
                    <a:pt x="0" y="3479"/>
                  </a:cubicBezTo>
                  <a:lnTo>
                    <a:pt x="0" y="3479"/>
                  </a:lnTo>
                  <a:cubicBezTo>
                    <a:pt x="78" y="3913"/>
                    <a:pt x="267" y="4313"/>
                    <a:pt x="545" y="4657"/>
                  </a:cubicBezTo>
                  <a:cubicBezTo>
                    <a:pt x="733" y="4901"/>
                    <a:pt x="1000" y="5113"/>
                    <a:pt x="1300" y="5157"/>
                  </a:cubicBezTo>
                  <a:cubicBezTo>
                    <a:pt x="1323" y="5159"/>
                    <a:pt x="1345" y="5161"/>
                    <a:pt x="1368" y="5161"/>
                  </a:cubicBezTo>
                  <a:cubicBezTo>
                    <a:pt x="1661" y="5161"/>
                    <a:pt x="1968" y="4968"/>
                    <a:pt x="1989" y="4679"/>
                  </a:cubicBezTo>
                  <a:cubicBezTo>
                    <a:pt x="2155" y="4946"/>
                    <a:pt x="2444" y="5157"/>
                    <a:pt x="2767" y="5157"/>
                  </a:cubicBezTo>
                  <a:cubicBezTo>
                    <a:pt x="3000" y="5157"/>
                    <a:pt x="3244" y="5002"/>
                    <a:pt x="3333" y="4779"/>
                  </a:cubicBezTo>
                  <a:cubicBezTo>
                    <a:pt x="3367" y="4713"/>
                    <a:pt x="3377" y="4646"/>
                    <a:pt x="3377" y="4568"/>
                  </a:cubicBezTo>
                  <a:cubicBezTo>
                    <a:pt x="3427" y="4776"/>
                    <a:pt x="3635" y="4931"/>
                    <a:pt x="3845" y="4931"/>
                  </a:cubicBezTo>
                  <a:cubicBezTo>
                    <a:pt x="3871" y="4931"/>
                    <a:pt x="3896" y="4928"/>
                    <a:pt x="3922" y="4923"/>
                  </a:cubicBezTo>
                  <a:cubicBezTo>
                    <a:pt x="4566" y="4824"/>
                    <a:pt x="4288" y="3802"/>
                    <a:pt x="4255" y="3390"/>
                  </a:cubicBezTo>
                  <a:cubicBezTo>
                    <a:pt x="4199" y="2679"/>
                    <a:pt x="4811" y="714"/>
                    <a:pt x="4755" y="3"/>
                  </a:cubicBezTo>
                  <a:cubicBezTo>
                    <a:pt x="4755" y="1"/>
                    <a:pt x="4753" y="0"/>
                    <a:pt x="4751"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0"/>
            <p:cNvSpPr/>
            <p:nvPr/>
          </p:nvSpPr>
          <p:spPr>
            <a:xfrm>
              <a:off x="5567350" y="4474475"/>
              <a:ext cx="56700" cy="46400"/>
            </a:xfrm>
            <a:custGeom>
              <a:avLst/>
              <a:gdLst/>
              <a:ahLst/>
              <a:cxnLst/>
              <a:rect l="l" t="t" r="r" b="b"/>
              <a:pathLst>
                <a:path w="2268" h="1856" extrusionOk="0">
                  <a:moveTo>
                    <a:pt x="1478" y="412"/>
                  </a:moveTo>
                  <a:cubicBezTo>
                    <a:pt x="1522" y="467"/>
                    <a:pt x="1545" y="556"/>
                    <a:pt x="1522" y="634"/>
                  </a:cubicBezTo>
                  <a:cubicBezTo>
                    <a:pt x="1522" y="678"/>
                    <a:pt x="1500" y="723"/>
                    <a:pt x="1489" y="767"/>
                  </a:cubicBezTo>
                  <a:cubicBezTo>
                    <a:pt x="1467" y="656"/>
                    <a:pt x="1467" y="533"/>
                    <a:pt x="1478" y="412"/>
                  </a:cubicBezTo>
                  <a:close/>
                  <a:moveTo>
                    <a:pt x="90" y="0"/>
                  </a:moveTo>
                  <a:cubicBezTo>
                    <a:pt x="11" y="345"/>
                    <a:pt x="1" y="701"/>
                    <a:pt x="56" y="1034"/>
                  </a:cubicBezTo>
                  <a:cubicBezTo>
                    <a:pt x="78" y="1167"/>
                    <a:pt x="123" y="1333"/>
                    <a:pt x="245" y="1422"/>
                  </a:cubicBezTo>
                  <a:lnTo>
                    <a:pt x="256" y="1434"/>
                  </a:lnTo>
                  <a:cubicBezTo>
                    <a:pt x="310" y="1467"/>
                    <a:pt x="372" y="1483"/>
                    <a:pt x="436" y="1483"/>
                  </a:cubicBezTo>
                  <a:cubicBezTo>
                    <a:pt x="542" y="1483"/>
                    <a:pt x="651" y="1439"/>
                    <a:pt x="734" y="1355"/>
                  </a:cubicBezTo>
                  <a:cubicBezTo>
                    <a:pt x="778" y="1323"/>
                    <a:pt x="811" y="1278"/>
                    <a:pt x="834" y="1222"/>
                  </a:cubicBezTo>
                  <a:lnTo>
                    <a:pt x="900" y="1289"/>
                  </a:lnTo>
                  <a:cubicBezTo>
                    <a:pt x="942" y="1318"/>
                    <a:pt x="989" y="1330"/>
                    <a:pt x="1035" y="1330"/>
                  </a:cubicBezTo>
                  <a:cubicBezTo>
                    <a:pt x="1113" y="1330"/>
                    <a:pt x="1190" y="1297"/>
                    <a:pt x="1245" y="1256"/>
                  </a:cubicBezTo>
                  <a:cubicBezTo>
                    <a:pt x="1345" y="1178"/>
                    <a:pt x="1401" y="1078"/>
                    <a:pt x="1456" y="989"/>
                  </a:cubicBezTo>
                  <a:cubicBezTo>
                    <a:pt x="1545" y="1333"/>
                    <a:pt x="1744" y="1634"/>
                    <a:pt x="2033" y="1834"/>
                  </a:cubicBezTo>
                  <a:lnTo>
                    <a:pt x="2078" y="1856"/>
                  </a:lnTo>
                  <a:lnTo>
                    <a:pt x="2267" y="1367"/>
                  </a:lnTo>
                  <a:lnTo>
                    <a:pt x="2200" y="1333"/>
                  </a:lnTo>
                  <a:lnTo>
                    <a:pt x="2033" y="1745"/>
                  </a:lnTo>
                  <a:cubicBezTo>
                    <a:pt x="1767" y="1545"/>
                    <a:pt x="1578" y="1234"/>
                    <a:pt x="1512" y="900"/>
                  </a:cubicBezTo>
                  <a:cubicBezTo>
                    <a:pt x="1545" y="822"/>
                    <a:pt x="1589" y="733"/>
                    <a:pt x="1600" y="645"/>
                  </a:cubicBezTo>
                  <a:cubicBezTo>
                    <a:pt x="1623" y="523"/>
                    <a:pt x="1589" y="367"/>
                    <a:pt x="1478" y="301"/>
                  </a:cubicBezTo>
                  <a:lnTo>
                    <a:pt x="1423" y="278"/>
                  </a:lnTo>
                  <a:lnTo>
                    <a:pt x="1411" y="333"/>
                  </a:lnTo>
                  <a:cubicBezTo>
                    <a:pt x="1389" y="511"/>
                    <a:pt x="1389" y="701"/>
                    <a:pt x="1423" y="878"/>
                  </a:cubicBezTo>
                  <a:cubicBezTo>
                    <a:pt x="1411" y="900"/>
                    <a:pt x="1411" y="923"/>
                    <a:pt x="1401" y="945"/>
                  </a:cubicBezTo>
                  <a:cubicBezTo>
                    <a:pt x="1345" y="1022"/>
                    <a:pt x="1289" y="1123"/>
                    <a:pt x="1201" y="1189"/>
                  </a:cubicBezTo>
                  <a:cubicBezTo>
                    <a:pt x="1155" y="1227"/>
                    <a:pt x="1090" y="1254"/>
                    <a:pt x="1028" y="1254"/>
                  </a:cubicBezTo>
                  <a:cubicBezTo>
                    <a:pt x="998" y="1254"/>
                    <a:pt x="970" y="1248"/>
                    <a:pt x="945" y="1234"/>
                  </a:cubicBezTo>
                  <a:lnTo>
                    <a:pt x="945" y="1222"/>
                  </a:lnTo>
                  <a:cubicBezTo>
                    <a:pt x="900" y="1200"/>
                    <a:pt x="878" y="1156"/>
                    <a:pt x="867" y="1111"/>
                  </a:cubicBezTo>
                  <a:cubicBezTo>
                    <a:pt x="890" y="1034"/>
                    <a:pt x="890" y="945"/>
                    <a:pt x="878" y="867"/>
                  </a:cubicBezTo>
                  <a:lnTo>
                    <a:pt x="834" y="678"/>
                  </a:lnTo>
                  <a:lnTo>
                    <a:pt x="801" y="867"/>
                  </a:lnTo>
                  <a:cubicBezTo>
                    <a:pt x="778" y="967"/>
                    <a:pt x="778" y="1044"/>
                    <a:pt x="789" y="1111"/>
                  </a:cubicBezTo>
                  <a:cubicBezTo>
                    <a:pt x="778" y="1189"/>
                    <a:pt x="734" y="1256"/>
                    <a:pt x="690" y="1311"/>
                  </a:cubicBezTo>
                  <a:cubicBezTo>
                    <a:pt x="625" y="1376"/>
                    <a:pt x="538" y="1410"/>
                    <a:pt x="454" y="1410"/>
                  </a:cubicBezTo>
                  <a:cubicBezTo>
                    <a:pt x="394" y="1410"/>
                    <a:pt x="336" y="1393"/>
                    <a:pt x="290" y="1355"/>
                  </a:cubicBezTo>
                  <a:cubicBezTo>
                    <a:pt x="189" y="1289"/>
                    <a:pt x="145" y="1133"/>
                    <a:pt x="134" y="1022"/>
                  </a:cubicBezTo>
                  <a:cubicBezTo>
                    <a:pt x="78" y="689"/>
                    <a:pt x="90" y="345"/>
                    <a:pt x="156" y="22"/>
                  </a:cubicBezTo>
                  <a:lnTo>
                    <a:pt x="9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30"/>
            <p:cNvSpPr/>
            <p:nvPr/>
          </p:nvSpPr>
          <p:spPr>
            <a:xfrm>
              <a:off x="5731225" y="4579150"/>
              <a:ext cx="10725" cy="13375"/>
            </a:xfrm>
            <a:custGeom>
              <a:avLst/>
              <a:gdLst/>
              <a:ahLst/>
              <a:cxnLst/>
              <a:rect l="l" t="t" r="r" b="b"/>
              <a:pathLst>
                <a:path w="429" h="535" extrusionOk="0">
                  <a:moveTo>
                    <a:pt x="375" y="1"/>
                  </a:moveTo>
                  <a:cubicBezTo>
                    <a:pt x="358" y="1"/>
                    <a:pt x="334" y="8"/>
                    <a:pt x="300" y="24"/>
                  </a:cubicBezTo>
                  <a:cubicBezTo>
                    <a:pt x="188" y="68"/>
                    <a:pt x="89" y="135"/>
                    <a:pt x="0" y="202"/>
                  </a:cubicBezTo>
                  <a:cubicBezTo>
                    <a:pt x="55" y="323"/>
                    <a:pt x="144" y="434"/>
                    <a:pt x="255" y="523"/>
                  </a:cubicBezTo>
                  <a:cubicBezTo>
                    <a:pt x="267" y="523"/>
                    <a:pt x="277" y="535"/>
                    <a:pt x="277" y="535"/>
                  </a:cubicBezTo>
                  <a:cubicBezTo>
                    <a:pt x="300" y="535"/>
                    <a:pt x="311" y="501"/>
                    <a:pt x="322" y="479"/>
                  </a:cubicBezTo>
                  <a:cubicBezTo>
                    <a:pt x="344" y="379"/>
                    <a:pt x="366" y="268"/>
                    <a:pt x="388" y="157"/>
                  </a:cubicBezTo>
                  <a:cubicBezTo>
                    <a:pt x="405" y="73"/>
                    <a:pt x="429" y="1"/>
                    <a:pt x="37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30"/>
            <p:cNvSpPr/>
            <p:nvPr/>
          </p:nvSpPr>
          <p:spPr>
            <a:xfrm>
              <a:off x="5719550" y="4592825"/>
              <a:ext cx="7375" cy="10525"/>
            </a:xfrm>
            <a:custGeom>
              <a:avLst/>
              <a:gdLst/>
              <a:ahLst/>
              <a:cxnLst/>
              <a:rect l="l" t="t" r="r" b="b"/>
              <a:pathLst>
                <a:path w="295" h="421" extrusionOk="0">
                  <a:moveTo>
                    <a:pt x="262" y="0"/>
                  </a:moveTo>
                  <a:cubicBezTo>
                    <a:pt x="249" y="0"/>
                    <a:pt x="229" y="10"/>
                    <a:pt x="200" y="32"/>
                  </a:cubicBezTo>
                  <a:cubicBezTo>
                    <a:pt x="134" y="87"/>
                    <a:pt x="67" y="154"/>
                    <a:pt x="0" y="221"/>
                  </a:cubicBezTo>
                  <a:cubicBezTo>
                    <a:pt x="67" y="310"/>
                    <a:pt x="156" y="376"/>
                    <a:pt x="256" y="421"/>
                  </a:cubicBezTo>
                  <a:lnTo>
                    <a:pt x="278" y="421"/>
                  </a:lnTo>
                  <a:cubicBezTo>
                    <a:pt x="289" y="421"/>
                    <a:pt x="289" y="398"/>
                    <a:pt x="289" y="388"/>
                  </a:cubicBezTo>
                  <a:lnTo>
                    <a:pt x="289" y="121"/>
                  </a:lnTo>
                  <a:cubicBezTo>
                    <a:pt x="289" y="58"/>
                    <a:pt x="295" y="0"/>
                    <a:pt x="262"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30"/>
            <p:cNvSpPr/>
            <p:nvPr/>
          </p:nvSpPr>
          <p:spPr>
            <a:xfrm>
              <a:off x="5704000" y="4604650"/>
              <a:ext cx="8475" cy="12325"/>
            </a:xfrm>
            <a:custGeom>
              <a:avLst/>
              <a:gdLst/>
              <a:ahLst/>
              <a:cxnLst/>
              <a:rect l="l" t="t" r="r" b="b"/>
              <a:pathLst>
                <a:path w="339" h="493" extrusionOk="0">
                  <a:moveTo>
                    <a:pt x="302" y="0"/>
                  </a:moveTo>
                  <a:cubicBezTo>
                    <a:pt x="287" y="0"/>
                    <a:pt x="265" y="11"/>
                    <a:pt x="233" y="37"/>
                  </a:cubicBezTo>
                  <a:cubicBezTo>
                    <a:pt x="144" y="103"/>
                    <a:pt x="78" y="170"/>
                    <a:pt x="0" y="248"/>
                  </a:cubicBezTo>
                  <a:cubicBezTo>
                    <a:pt x="78" y="348"/>
                    <a:pt x="178" y="437"/>
                    <a:pt x="289" y="481"/>
                  </a:cubicBezTo>
                  <a:cubicBezTo>
                    <a:pt x="300" y="481"/>
                    <a:pt x="311" y="492"/>
                    <a:pt x="311" y="492"/>
                  </a:cubicBezTo>
                  <a:cubicBezTo>
                    <a:pt x="334" y="481"/>
                    <a:pt x="334" y="459"/>
                    <a:pt x="334" y="437"/>
                  </a:cubicBezTo>
                  <a:lnTo>
                    <a:pt x="334" y="137"/>
                  </a:lnTo>
                  <a:cubicBezTo>
                    <a:pt x="334" y="66"/>
                    <a:pt x="339" y="0"/>
                    <a:pt x="302"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0"/>
            <p:cNvSpPr/>
            <p:nvPr/>
          </p:nvSpPr>
          <p:spPr>
            <a:xfrm>
              <a:off x="5376275" y="3994925"/>
              <a:ext cx="339125" cy="457900"/>
            </a:xfrm>
            <a:custGeom>
              <a:avLst/>
              <a:gdLst/>
              <a:ahLst/>
              <a:cxnLst/>
              <a:rect l="l" t="t" r="r" b="b"/>
              <a:pathLst>
                <a:path w="13565" h="18316" extrusionOk="0">
                  <a:moveTo>
                    <a:pt x="7204" y="0"/>
                  </a:moveTo>
                  <a:cubicBezTo>
                    <a:pt x="6597" y="0"/>
                    <a:pt x="5997" y="99"/>
                    <a:pt x="5422" y="364"/>
                  </a:cubicBezTo>
                  <a:cubicBezTo>
                    <a:pt x="4556" y="764"/>
                    <a:pt x="3822" y="1397"/>
                    <a:pt x="3189" y="2108"/>
                  </a:cubicBezTo>
                  <a:cubicBezTo>
                    <a:pt x="1634" y="3819"/>
                    <a:pt x="601" y="6041"/>
                    <a:pt x="534" y="8352"/>
                  </a:cubicBezTo>
                  <a:cubicBezTo>
                    <a:pt x="523" y="8552"/>
                    <a:pt x="523" y="8751"/>
                    <a:pt x="623" y="8918"/>
                  </a:cubicBezTo>
                  <a:cubicBezTo>
                    <a:pt x="745" y="8796"/>
                    <a:pt x="867" y="8673"/>
                    <a:pt x="989" y="8562"/>
                  </a:cubicBezTo>
                  <a:lnTo>
                    <a:pt x="989" y="8562"/>
                  </a:lnTo>
                  <a:cubicBezTo>
                    <a:pt x="356" y="10018"/>
                    <a:pt x="1" y="11618"/>
                    <a:pt x="123" y="13206"/>
                  </a:cubicBezTo>
                  <a:cubicBezTo>
                    <a:pt x="179" y="13983"/>
                    <a:pt x="367" y="14750"/>
                    <a:pt x="678" y="15472"/>
                  </a:cubicBezTo>
                  <a:cubicBezTo>
                    <a:pt x="956" y="16116"/>
                    <a:pt x="1401" y="16994"/>
                    <a:pt x="1989" y="17405"/>
                  </a:cubicBezTo>
                  <a:cubicBezTo>
                    <a:pt x="3042" y="18128"/>
                    <a:pt x="4433" y="18316"/>
                    <a:pt x="5723" y="18316"/>
                  </a:cubicBezTo>
                  <a:cubicBezTo>
                    <a:pt x="5999" y="18316"/>
                    <a:pt x="6271" y="18307"/>
                    <a:pt x="6533" y="18294"/>
                  </a:cubicBezTo>
                  <a:cubicBezTo>
                    <a:pt x="7121" y="18261"/>
                    <a:pt x="7710" y="18205"/>
                    <a:pt x="8299" y="18138"/>
                  </a:cubicBezTo>
                  <a:cubicBezTo>
                    <a:pt x="9210" y="18038"/>
                    <a:pt x="10121" y="17861"/>
                    <a:pt x="11021" y="17783"/>
                  </a:cubicBezTo>
                  <a:cubicBezTo>
                    <a:pt x="11854" y="17727"/>
                    <a:pt x="12621" y="17350"/>
                    <a:pt x="13009" y="16583"/>
                  </a:cubicBezTo>
                  <a:cubicBezTo>
                    <a:pt x="13295" y="16030"/>
                    <a:pt x="13328" y="15386"/>
                    <a:pt x="13319" y="14751"/>
                  </a:cubicBezTo>
                  <a:lnTo>
                    <a:pt x="13319" y="14751"/>
                  </a:lnTo>
                  <a:cubicBezTo>
                    <a:pt x="13326" y="14770"/>
                    <a:pt x="13333" y="14788"/>
                    <a:pt x="13342" y="14805"/>
                  </a:cubicBezTo>
                  <a:cubicBezTo>
                    <a:pt x="13420" y="14617"/>
                    <a:pt x="13443" y="14417"/>
                    <a:pt x="13453" y="14217"/>
                  </a:cubicBezTo>
                  <a:cubicBezTo>
                    <a:pt x="13564" y="11806"/>
                    <a:pt x="11876" y="9773"/>
                    <a:pt x="11809" y="7429"/>
                  </a:cubicBezTo>
                  <a:cubicBezTo>
                    <a:pt x="11799" y="7063"/>
                    <a:pt x="11821" y="6696"/>
                    <a:pt x="11910" y="6308"/>
                  </a:cubicBezTo>
                  <a:cubicBezTo>
                    <a:pt x="11976" y="5996"/>
                    <a:pt x="12076" y="5685"/>
                    <a:pt x="12142" y="5363"/>
                  </a:cubicBezTo>
                  <a:cubicBezTo>
                    <a:pt x="12342" y="4274"/>
                    <a:pt x="11987" y="3130"/>
                    <a:pt x="11431" y="2163"/>
                  </a:cubicBezTo>
                  <a:cubicBezTo>
                    <a:pt x="10854" y="1164"/>
                    <a:pt x="10098" y="475"/>
                    <a:pt x="8977" y="220"/>
                  </a:cubicBezTo>
                  <a:cubicBezTo>
                    <a:pt x="8391" y="94"/>
                    <a:pt x="7794" y="0"/>
                    <a:pt x="720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0"/>
            <p:cNvSpPr/>
            <p:nvPr/>
          </p:nvSpPr>
          <p:spPr>
            <a:xfrm>
              <a:off x="5520700" y="3995675"/>
              <a:ext cx="150000" cy="70000"/>
            </a:xfrm>
            <a:custGeom>
              <a:avLst/>
              <a:gdLst/>
              <a:ahLst/>
              <a:cxnLst/>
              <a:rect l="l" t="t" r="r" b="b"/>
              <a:pathLst>
                <a:path w="6000" h="2800" extrusionOk="0">
                  <a:moveTo>
                    <a:pt x="2267" y="23"/>
                  </a:moveTo>
                  <a:cubicBezTo>
                    <a:pt x="2578" y="67"/>
                    <a:pt x="2889" y="123"/>
                    <a:pt x="3200" y="190"/>
                  </a:cubicBezTo>
                  <a:cubicBezTo>
                    <a:pt x="4321" y="445"/>
                    <a:pt x="5077" y="1134"/>
                    <a:pt x="5654" y="2133"/>
                  </a:cubicBezTo>
                  <a:cubicBezTo>
                    <a:pt x="5788" y="2345"/>
                    <a:pt x="5899" y="2578"/>
                    <a:pt x="5999" y="2800"/>
                  </a:cubicBezTo>
                  <a:lnTo>
                    <a:pt x="5999" y="2800"/>
                  </a:lnTo>
                  <a:cubicBezTo>
                    <a:pt x="5899" y="2578"/>
                    <a:pt x="5788" y="2345"/>
                    <a:pt x="5654" y="2133"/>
                  </a:cubicBezTo>
                  <a:cubicBezTo>
                    <a:pt x="5077" y="1134"/>
                    <a:pt x="4321" y="445"/>
                    <a:pt x="3200" y="190"/>
                  </a:cubicBezTo>
                  <a:cubicBezTo>
                    <a:pt x="2889" y="123"/>
                    <a:pt x="2578" y="67"/>
                    <a:pt x="2267" y="23"/>
                  </a:cubicBezTo>
                  <a:close/>
                  <a:moveTo>
                    <a:pt x="823" y="1"/>
                  </a:moveTo>
                  <a:cubicBezTo>
                    <a:pt x="544" y="34"/>
                    <a:pt x="267" y="101"/>
                    <a:pt x="1" y="190"/>
                  </a:cubicBezTo>
                  <a:cubicBezTo>
                    <a:pt x="267" y="101"/>
                    <a:pt x="544" y="34"/>
                    <a:pt x="823" y="1"/>
                  </a:cubicBezTo>
                  <a:close/>
                  <a:moveTo>
                    <a:pt x="833" y="1"/>
                  </a:moveTo>
                  <a:lnTo>
                    <a:pt x="823"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0"/>
            <p:cNvSpPr/>
            <p:nvPr/>
          </p:nvSpPr>
          <p:spPr>
            <a:xfrm>
              <a:off x="5670675" y="4065675"/>
              <a:ext cx="850" cy="2225"/>
            </a:xfrm>
            <a:custGeom>
              <a:avLst/>
              <a:gdLst/>
              <a:ahLst/>
              <a:cxnLst/>
              <a:rect l="l" t="t" r="r" b="b"/>
              <a:pathLst>
                <a:path w="34" h="89" extrusionOk="0">
                  <a:moveTo>
                    <a:pt x="0" y="0"/>
                  </a:moveTo>
                  <a:lnTo>
                    <a:pt x="0" y="0"/>
                  </a:lnTo>
                  <a:cubicBezTo>
                    <a:pt x="11" y="34"/>
                    <a:pt x="23" y="56"/>
                    <a:pt x="33" y="89"/>
                  </a:cubicBezTo>
                  <a:lnTo>
                    <a:pt x="33" y="89"/>
                  </a:lnTo>
                  <a:cubicBezTo>
                    <a:pt x="23" y="56"/>
                    <a:pt x="11" y="34"/>
                    <a:pt x="0"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0"/>
            <p:cNvSpPr/>
            <p:nvPr/>
          </p:nvSpPr>
          <p:spPr>
            <a:xfrm>
              <a:off x="5389625" y="4004000"/>
              <a:ext cx="122225" cy="200000"/>
            </a:xfrm>
            <a:custGeom>
              <a:avLst/>
              <a:gdLst/>
              <a:ahLst/>
              <a:cxnLst/>
              <a:rect l="l" t="t" r="r" b="b"/>
              <a:pathLst>
                <a:path w="4889" h="8000" extrusionOk="0">
                  <a:moveTo>
                    <a:pt x="1744" y="2889"/>
                  </a:moveTo>
                  <a:cubicBezTo>
                    <a:pt x="711" y="4389"/>
                    <a:pt x="55" y="6167"/>
                    <a:pt x="0" y="7989"/>
                  </a:cubicBezTo>
                  <a:lnTo>
                    <a:pt x="0" y="7999"/>
                  </a:lnTo>
                  <a:lnTo>
                    <a:pt x="0" y="7989"/>
                  </a:lnTo>
                  <a:cubicBezTo>
                    <a:pt x="55" y="6167"/>
                    <a:pt x="711" y="4389"/>
                    <a:pt x="1744" y="2889"/>
                  </a:cubicBezTo>
                  <a:close/>
                  <a:moveTo>
                    <a:pt x="4888" y="1"/>
                  </a:moveTo>
                  <a:lnTo>
                    <a:pt x="4888" y="1"/>
                  </a:lnTo>
                  <a:cubicBezTo>
                    <a:pt x="4232" y="301"/>
                    <a:pt x="3655" y="734"/>
                    <a:pt x="3133" y="1234"/>
                  </a:cubicBezTo>
                  <a:cubicBezTo>
                    <a:pt x="3655" y="734"/>
                    <a:pt x="4232" y="301"/>
                    <a:pt x="4888" y="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30"/>
            <p:cNvSpPr/>
            <p:nvPr/>
          </p:nvSpPr>
          <p:spPr>
            <a:xfrm>
              <a:off x="5671500" y="4103725"/>
              <a:ext cx="10025" cy="117475"/>
            </a:xfrm>
            <a:custGeom>
              <a:avLst/>
              <a:gdLst/>
              <a:ahLst/>
              <a:cxnLst/>
              <a:rect l="l" t="t" r="r" b="b"/>
              <a:pathLst>
                <a:path w="401" h="4699" extrusionOk="0">
                  <a:moveTo>
                    <a:pt x="0" y="3089"/>
                  </a:moveTo>
                  <a:cubicBezTo>
                    <a:pt x="12" y="3644"/>
                    <a:pt x="123" y="4177"/>
                    <a:pt x="278" y="4699"/>
                  </a:cubicBezTo>
                  <a:lnTo>
                    <a:pt x="278" y="4699"/>
                  </a:lnTo>
                  <a:cubicBezTo>
                    <a:pt x="123" y="4177"/>
                    <a:pt x="12" y="3644"/>
                    <a:pt x="0" y="3089"/>
                  </a:cubicBezTo>
                  <a:close/>
                  <a:moveTo>
                    <a:pt x="0" y="2933"/>
                  </a:moveTo>
                  <a:lnTo>
                    <a:pt x="0" y="3077"/>
                  </a:lnTo>
                  <a:lnTo>
                    <a:pt x="0" y="3089"/>
                  </a:lnTo>
                  <a:lnTo>
                    <a:pt x="0" y="3077"/>
                  </a:lnTo>
                  <a:lnTo>
                    <a:pt x="0" y="2933"/>
                  </a:lnTo>
                  <a:close/>
                  <a:moveTo>
                    <a:pt x="189" y="1588"/>
                  </a:moveTo>
                  <a:cubicBezTo>
                    <a:pt x="156" y="1711"/>
                    <a:pt x="123" y="1833"/>
                    <a:pt x="101" y="1956"/>
                  </a:cubicBezTo>
                  <a:cubicBezTo>
                    <a:pt x="34" y="2289"/>
                    <a:pt x="0" y="2610"/>
                    <a:pt x="0" y="2922"/>
                  </a:cubicBezTo>
                  <a:cubicBezTo>
                    <a:pt x="0" y="2610"/>
                    <a:pt x="34" y="2289"/>
                    <a:pt x="101" y="1956"/>
                  </a:cubicBezTo>
                  <a:cubicBezTo>
                    <a:pt x="123" y="1833"/>
                    <a:pt x="156" y="1711"/>
                    <a:pt x="189" y="1588"/>
                  </a:cubicBezTo>
                  <a:close/>
                  <a:moveTo>
                    <a:pt x="378" y="0"/>
                  </a:moveTo>
                  <a:lnTo>
                    <a:pt x="378" y="0"/>
                  </a:lnTo>
                  <a:cubicBezTo>
                    <a:pt x="400" y="344"/>
                    <a:pt x="389" y="678"/>
                    <a:pt x="333" y="1011"/>
                  </a:cubicBezTo>
                  <a:cubicBezTo>
                    <a:pt x="311" y="1100"/>
                    <a:pt x="301" y="1178"/>
                    <a:pt x="278" y="1255"/>
                  </a:cubicBezTo>
                  <a:cubicBezTo>
                    <a:pt x="301" y="1178"/>
                    <a:pt x="311" y="1100"/>
                    <a:pt x="333" y="1011"/>
                  </a:cubicBezTo>
                  <a:cubicBezTo>
                    <a:pt x="389" y="678"/>
                    <a:pt x="400" y="344"/>
                    <a:pt x="378"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30"/>
            <p:cNvSpPr/>
            <p:nvPr/>
          </p:nvSpPr>
          <p:spPr>
            <a:xfrm>
              <a:off x="5393225" y="4348675"/>
              <a:ext cx="319400" cy="89150"/>
            </a:xfrm>
            <a:custGeom>
              <a:avLst/>
              <a:gdLst/>
              <a:ahLst/>
              <a:cxnLst/>
              <a:rect l="l" t="t" r="r" b="b"/>
              <a:pathLst>
                <a:path w="12776" h="3566" extrusionOk="0">
                  <a:moveTo>
                    <a:pt x="10854" y="3555"/>
                  </a:moveTo>
                  <a:cubicBezTo>
                    <a:pt x="10842" y="3555"/>
                    <a:pt x="10832" y="3566"/>
                    <a:pt x="10809" y="3566"/>
                  </a:cubicBezTo>
                  <a:lnTo>
                    <a:pt x="10809" y="3566"/>
                  </a:lnTo>
                  <a:cubicBezTo>
                    <a:pt x="10832" y="3566"/>
                    <a:pt x="10842" y="3555"/>
                    <a:pt x="10854" y="3555"/>
                  </a:cubicBezTo>
                  <a:close/>
                  <a:moveTo>
                    <a:pt x="12342" y="2433"/>
                  </a:moveTo>
                  <a:lnTo>
                    <a:pt x="12331" y="2433"/>
                  </a:lnTo>
                  <a:lnTo>
                    <a:pt x="12342" y="2433"/>
                  </a:lnTo>
                  <a:close/>
                  <a:moveTo>
                    <a:pt x="12342" y="2422"/>
                  </a:moveTo>
                  <a:lnTo>
                    <a:pt x="12342" y="2433"/>
                  </a:lnTo>
                  <a:lnTo>
                    <a:pt x="12342" y="2422"/>
                  </a:lnTo>
                  <a:close/>
                  <a:moveTo>
                    <a:pt x="12342" y="2411"/>
                  </a:moveTo>
                  <a:lnTo>
                    <a:pt x="12342" y="2422"/>
                  </a:lnTo>
                  <a:lnTo>
                    <a:pt x="12342" y="2411"/>
                  </a:lnTo>
                  <a:close/>
                  <a:moveTo>
                    <a:pt x="12353" y="2411"/>
                  </a:moveTo>
                  <a:lnTo>
                    <a:pt x="12342" y="2411"/>
                  </a:lnTo>
                  <a:lnTo>
                    <a:pt x="12353" y="2411"/>
                  </a:lnTo>
                  <a:close/>
                  <a:moveTo>
                    <a:pt x="12353" y="2400"/>
                  </a:moveTo>
                  <a:lnTo>
                    <a:pt x="12353" y="2400"/>
                  </a:lnTo>
                  <a:lnTo>
                    <a:pt x="12353" y="2400"/>
                  </a:lnTo>
                  <a:close/>
                  <a:moveTo>
                    <a:pt x="12353" y="2388"/>
                  </a:moveTo>
                  <a:lnTo>
                    <a:pt x="12353" y="2400"/>
                  </a:lnTo>
                  <a:lnTo>
                    <a:pt x="12353" y="2388"/>
                  </a:lnTo>
                  <a:close/>
                  <a:moveTo>
                    <a:pt x="12365" y="2378"/>
                  </a:moveTo>
                  <a:lnTo>
                    <a:pt x="12365" y="2388"/>
                  </a:lnTo>
                  <a:lnTo>
                    <a:pt x="12365" y="2378"/>
                  </a:lnTo>
                  <a:close/>
                  <a:moveTo>
                    <a:pt x="12365" y="2378"/>
                  </a:moveTo>
                  <a:lnTo>
                    <a:pt x="12365" y="2378"/>
                  </a:lnTo>
                  <a:lnTo>
                    <a:pt x="12365" y="2378"/>
                  </a:lnTo>
                  <a:close/>
                  <a:moveTo>
                    <a:pt x="12365" y="2366"/>
                  </a:moveTo>
                  <a:lnTo>
                    <a:pt x="12365" y="2378"/>
                  </a:lnTo>
                  <a:lnTo>
                    <a:pt x="12365" y="2366"/>
                  </a:lnTo>
                  <a:close/>
                  <a:moveTo>
                    <a:pt x="12375" y="2355"/>
                  </a:moveTo>
                  <a:lnTo>
                    <a:pt x="12375" y="2366"/>
                  </a:lnTo>
                  <a:lnTo>
                    <a:pt x="12375" y="2355"/>
                  </a:lnTo>
                  <a:close/>
                  <a:moveTo>
                    <a:pt x="12375" y="2355"/>
                  </a:moveTo>
                  <a:lnTo>
                    <a:pt x="12375" y="2355"/>
                  </a:lnTo>
                  <a:lnTo>
                    <a:pt x="12375" y="2355"/>
                  </a:lnTo>
                  <a:close/>
                  <a:moveTo>
                    <a:pt x="12375" y="2344"/>
                  </a:moveTo>
                  <a:lnTo>
                    <a:pt x="12375" y="2344"/>
                  </a:lnTo>
                  <a:lnTo>
                    <a:pt x="12375" y="2344"/>
                  </a:lnTo>
                  <a:close/>
                  <a:moveTo>
                    <a:pt x="12387" y="2333"/>
                  </a:moveTo>
                  <a:lnTo>
                    <a:pt x="12387" y="2344"/>
                  </a:lnTo>
                  <a:lnTo>
                    <a:pt x="12387" y="2333"/>
                  </a:lnTo>
                  <a:close/>
                  <a:moveTo>
                    <a:pt x="12387" y="2333"/>
                  </a:moveTo>
                  <a:lnTo>
                    <a:pt x="12387" y="2333"/>
                  </a:lnTo>
                  <a:lnTo>
                    <a:pt x="12387" y="2333"/>
                  </a:lnTo>
                  <a:close/>
                  <a:moveTo>
                    <a:pt x="12387" y="2322"/>
                  </a:moveTo>
                  <a:lnTo>
                    <a:pt x="12387" y="2322"/>
                  </a:lnTo>
                  <a:lnTo>
                    <a:pt x="12387" y="2322"/>
                  </a:lnTo>
                  <a:close/>
                  <a:moveTo>
                    <a:pt x="12398" y="2311"/>
                  </a:moveTo>
                  <a:lnTo>
                    <a:pt x="12398" y="2311"/>
                  </a:lnTo>
                  <a:lnTo>
                    <a:pt x="12398" y="2311"/>
                  </a:lnTo>
                  <a:close/>
                  <a:moveTo>
                    <a:pt x="12398" y="2299"/>
                  </a:moveTo>
                  <a:lnTo>
                    <a:pt x="12398" y="2311"/>
                  </a:lnTo>
                  <a:lnTo>
                    <a:pt x="12398" y="2299"/>
                  </a:lnTo>
                  <a:close/>
                  <a:moveTo>
                    <a:pt x="12398" y="2299"/>
                  </a:moveTo>
                  <a:lnTo>
                    <a:pt x="12398" y="2299"/>
                  </a:lnTo>
                  <a:lnTo>
                    <a:pt x="12398" y="2299"/>
                  </a:lnTo>
                  <a:close/>
                  <a:moveTo>
                    <a:pt x="12409" y="2289"/>
                  </a:moveTo>
                  <a:lnTo>
                    <a:pt x="12398" y="2289"/>
                  </a:lnTo>
                  <a:lnTo>
                    <a:pt x="12409" y="2289"/>
                  </a:lnTo>
                  <a:close/>
                  <a:moveTo>
                    <a:pt x="234" y="1833"/>
                  </a:moveTo>
                  <a:lnTo>
                    <a:pt x="234" y="1833"/>
                  </a:lnTo>
                  <a:lnTo>
                    <a:pt x="234" y="1833"/>
                  </a:lnTo>
                  <a:close/>
                  <a:moveTo>
                    <a:pt x="0" y="1322"/>
                  </a:moveTo>
                  <a:cubicBezTo>
                    <a:pt x="67" y="1477"/>
                    <a:pt x="145" y="1655"/>
                    <a:pt x="234" y="1833"/>
                  </a:cubicBezTo>
                  <a:cubicBezTo>
                    <a:pt x="145" y="1655"/>
                    <a:pt x="67" y="1477"/>
                    <a:pt x="0" y="1322"/>
                  </a:cubicBezTo>
                  <a:close/>
                  <a:moveTo>
                    <a:pt x="12775" y="89"/>
                  </a:moveTo>
                  <a:cubicBezTo>
                    <a:pt x="12765" y="289"/>
                    <a:pt x="12742" y="478"/>
                    <a:pt x="12664" y="655"/>
                  </a:cubicBezTo>
                  <a:lnTo>
                    <a:pt x="12664" y="655"/>
                  </a:lnTo>
                  <a:cubicBezTo>
                    <a:pt x="12742" y="478"/>
                    <a:pt x="12765" y="289"/>
                    <a:pt x="12775" y="89"/>
                  </a:cubicBezTo>
                  <a:close/>
                  <a:moveTo>
                    <a:pt x="12775" y="55"/>
                  </a:moveTo>
                  <a:lnTo>
                    <a:pt x="12775" y="55"/>
                  </a:lnTo>
                  <a:lnTo>
                    <a:pt x="12775" y="55"/>
                  </a:lnTo>
                  <a:close/>
                  <a:moveTo>
                    <a:pt x="12775" y="45"/>
                  </a:moveTo>
                  <a:lnTo>
                    <a:pt x="12775" y="45"/>
                  </a:lnTo>
                  <a:lnTo>
                    <a:pt x="12775" y="45"/>
                  </a:lnTo>
                  <a:close/>
                  <a:moveTo>
                    <a:pt x="12775" y="33"/>
                  </a:moveTo>
                  <a:lnTo>
                    <a:pt x="12775" y="45"/>
                  </a:lnTo>
                  <a:lnTo>
                    <a:pt x="12775" y="33"/>
                  </a:lnTo>
                  <a:close/>
                  <a:moveTo>
                    <a:pt x="12775" y="33"/>
                  </a:moveTo>
                  <a:lnTo>
                    <a:pt x="12775" y="33"/>
                  </a:lnTo>
                  <a:lnTo>
                    <a:pt x="12775" y="33"/>
                  </a:lnTo>
                  <a:close/>
                  <a:moveTo>
                    <a:pt x="12775" y="23"/>
                  </a:moveTo>
                  <a:lnTo>
                    <a:pt x="12775" y="23"/>
                  </a:lnTo>
                  <a:lnTo>
                    <a:pt x="12775" y="23"/>
                  </a:lnTo>
                  <a:close/>
                  <a:moveTo>
                    <a:pt x="12775" y="23"/>
                  </a:moveTo>
                  <a:lnTo>
                    <a:pt x="12775" y="23"/>
                  </a:lnTo>
                  <a:lnTo>
                    <a:pt x="12775" y="23"/>
                  </a:lnTo>
                  <a:close/>
                  <a:moveTo>
                    <a:pt x="12775" y="11"/>
                  </a:moveTo>
                  <a:lnTo>
                    <a:pt x="12775" y="11"/>
                  </a:lnTo>
                  <a:lnTo>
                    <a:pt x="12775" y="11"/>
                  </a:lnTo>
                  <a:close/>
                  <a:moveTo>
                    <a:pt x="12775" y="0"/>
                  </a:moveTo>
                  <a:lnTo>
                    <a:pt x="12775" y="0"/>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30"/>
            <p:cNvSpPr/>
            <p:nvPr/>
          </p:nvSpPr>
          <p:spPr>
            <a:xfrm>
              <a:off x="5617900" y="4437800"/>
              <a:ext cx="45575" cy="5875"/>
            </a:xfrm>
            <a:custGeom>
              <a:avLst/>
              <a:gdLst/>
              <a:ahLst/>
              <a:cxnLst/>
              <a:rect l="l" t="t" r="r" b="b"/>
              <a:pathLst>
                <a:path w="1823" h="235" extrusionOk="0">
                  <a:moveTo>
                    <a:pt x="1822" y="1"/>
                  </a:moveTo>
                  <a:cubicBezTo>
                    <a:pt x="1678" y="35"/>
                    <a:pt x="1522" y="57"/>
                    <a:pt x="1356" y="68"/>
                  </a:cubicBezTo>
                  <a:cubicBezTo>
                    <a:pt x="912" y="112"/>
                    <a:pt x="456" y="168"/>
                    <a:pt x="1" y="235"/>
                  </a:cubicBezTo>
                  <a:cubicBezTo>
                    <a:pt x="456" y="168"/>
                    <a:pt x="912" y="112"/>
                    <a:pt x="1356" y="68"/>
                  </a:cubicBezTo>
                  <a:cubicBezTo>
                    <a:pt x="1522" y="57"/>
                    <a:pt x="1678" y="35"/>
                    <a:pt x="1822" y="1"/>
                  </a:cubicBezTo>
                  <a:close/>
                </a:path>
              </a:pathLst>
            </a:custGeom>
            <a:solidFill>
              <a:srgbClr val="7744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30"/>
            <p:cNvSpPr/>
            <p:nvPr/>
          </p:nvSpPr>
          <p:spPr>
            <a:xfrm>
              <a:off x="5472650" y="4448650"/>
              <a:ext cx="66950" cy="4175"/>
            </a:xfrm>
            <a:custGeom>
              <a:avLst/>
              <a:gdLst/>
              <a:ahLst/>
              <a:cxnLst/>
              <a:rect l="l" t="t" r="r" b="b"/>
              <a:pathLst>
                <a:path w="2678" h="167" extrusionOk="0">
                  <a:moveTo>
                    <a:pt x="12" y="1"/>
                  </a:moveTo>
                  <a:cubicBezTo>
                    <a:pt x="634" y="122"/>
                    <a:pt x="1267" y="167"/>
                    <a:pt x="1878" y="167"/>
                  </a:cubicBezTo>
                  <a:cubicBezTo>
                    <a:pt x="2155" y="167"/>
                    <a:pt x="2422" y="156"/>
                    <a:pt x="2678" y="145"/>
                  </a:cubicBezTo>
                  <a:cubicBezTo>
                    <a:pt x="2422" y="156"/>
                    <a:pt x="2155" y="167"/>
                    <a:pt x="1878" y="167"/>
                  </a:cubicBezTo>
                  <a:cubicBezTo>
                    <a:pt x="1267" y="167"/>
                    <a:pt x="634" y="122"/>
                    <a:pt x="12" y="1"/>
                  </a:cubicBezTo>
                  <a:close/>
                  <a:moveTo>
                    <a:pt x="0" y="1"/>
                  </a:moveTo>
                  <a:lnTo>
                    <a:pt x="12" y="1"/>
                  </a:lnTo>
                  <a:lnTo>
                    <a:pt x="0" y="1"/>
                  </a:lnTo>
                  <a:close/>
                  <a:moveTo>
                    <a:pt x="0" y="1"/>
                  </a:moveTo>
                  <a:lnTo>
                    <a:pt x="0"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30"/>
            <p:cNvSpPr/>
            <p:nvPr/>
          </p:nvSpPr>
          <p:spPr>
            <a:xfrm>
              <a:off x="5378775" y="3994850"/>
              <a:ext cx="334400" cy="457975"/>
            </a:xfrm>
            <a:custGeom>
              <a:avLst/>
              <a:gdLst/>
              <a:ahLst/>
              <a:cxnLst/>
              <a:rect l="l" t="t" r="r" b="b"/>
              <a:pathLst>
                <a:path w="13376" h="18319" extrusionOk="0">
                  <a:moveTo>
                    <a:pt x="7099" y="1"/>
                  </a:moveTo>
                  <a:cubicBezTo>
                    <a:pt x="6900" y="1"/>
                    <a:pt x="6710" y="11"/>
                    <a:pt x="6510" y="34"/>
                  </a:cubicBezTo>
                  <a:lnTo>
                    <a:pt x="6500" y="34"/>
                  </a:lnTo>
                  <a:cubicBezTo>
                    <a:pt x="6221" y="67"/>
                    <a:pt x="5944" y="134"/>
                    <a:pt x="5678" y="223"/>
                  </a:cubicBezTo>
                  <a:cubicBezTo>
                    <a:pt x="5555" y="267"/>
                    <a:pt x="5444" y="312"/>
                    <a:pt x="5322" y="367"/>
                  </a:cubicBezTo>
                  <a:cubicBezTo>
                    <a:pt x="4666" y="667"/>
                    <a:pt x="4089" y="1100"/>
                    <a:pt x="3567" y="1600"/>
                  </a:cubicBezTo>
                  <a:cubicBezTo>
                    <a:pt x="3400" y="1767"/>
                    <a:pt x="3244" y="1934"/>
                    <a:pt x="3089" y="2111"/>
                  </a:cubicBezTo>
                  <a:cubicBezTo>
                    <a:pt x="2755" y="2467"/>
                    <a:pt x="2456" y="2845"/>
                    <a:pt x="2178" y="3255"/>
                  </a:cubicBezTo>
                  <a:cubicBezTo>
                    <a:pt x="1145" y="4755"/>
                    <a:pt x="489" y="6533"/>
                    <a:pt x="434" y="8355"/>
                  </a:cubicBezTo>
                  <a:lnTo>
                    <a:pt x="434" y="8365"/>
                  </a:lnTo>
                  <a:cubicBezTo>
                    <a:pt x="423" y="8555"/>
                    <a:pt x="434" y="8754"/>
                    <a:pt x="523" y="8921"/>
                  </a:cubicBezTo>
                  <a:cubicBezTo>
                    <a:pt x="645" y="8799"/>
                    <a:pt x="767" y="8676"/>
                    <a:pt x="889" y="8565"/>
                  </a:cubicBezTo>
                  <a:lnTo>
                    <a:pt x="889" y="8565"/>
                  </a:lnTo>
                  <a:cubicBezTo>
                    <a:pt x="345" y="9832"/>
                    <a:pt x="0" y="11198"/>
                    <a:pt x="0" y="12587"/>
                  </a:cubicBezTo>
                  <a:cubicBezTo>
                    <a:pt x="0" y="12787"/>
                    <a:pt x="0" y="12998"/>
                    <a:pt x="23" y="13209"/>
                  </a:cubicBezTo>
                  <a:cubicBezTo>
                    <a:pt x="79" y="13986"/>
                    <a:pt x="267" y="14753"/>
                    <a:pt x="578" y="15475"/>
                  </a:cubicBezTo>
                  <a:cubicBezTo>
                    <a:pt x="645" y="15630"/>
                    <a:pt x="723" y="15808"/>
                    <a:pt x="812" y="15986"/>
                  </a:cubicBezTo>
                  <a:cubicBezTo>
                    <a:pt x="1078" y="16531"/>
                    <a:pt x="1445" y="17097"/>
                    <a:pt x="1889" y="17408"/>
                  </a:cubicBezTo>
                  <a:cubicBezTo>
                    <a:pt x="2444" y="17786"/>
                    <a:pt x="3078" y="18019"/>
                    <a:pt x="3755" y="18153"/>
                  </a:cubicBezTo>
                  <a:lnTo>
                    <a:pt x="3767" y="18153"/>
                  </a:lnTo>
                  <a:cubicBezTo>
                    <a:pt x="4389" y="18274"/>
                    <a:pt x="5022" y="18319"/>
                    <a:pt x="5633" y="18319"/>
                  </a:cubicBezTo>
                  <a:cubicBezTo>
                    <a:pt x="5910" y="18319"/>
                    <a:pt x="6177" y="18308"/>
                    <a:pt x="6433" y="18297"/>
                  </a:cubicBezTo>
                  <a:cubicBezTo>
                    <a:pt x="7021" y="18264"/>
                    <a:pt x="7610" y="18208"/>
                    <a:pt x="8199" y="18141"/>
                  </a:cubicBezTo>
                  <a:cubicBezTo>
                    <a:pt x="8655" y="18097"/>
                    <a:pt x="9110" y="18019"/>
                    <a:pt x="9566" y="17953"/>
                  </a:cubicBezTo>
                  <a:cubicBezTo>
                    <a:pt x="10021" y="17886"/>
                    <a:pt x="10477" y="17830"/>
                    <a:pt x="10921" y="17786"/>
                  </a:cubicBezTo>
                  <a:cubicBezTo>
                    <a:pt x="11087" y="17775"/>
                    <a:pt x="11243" y="17753"/>
                    <a:pt x="11387" y="17719"/>
                  </a:cubicBezTo>
                  <a:cubicBezTo>
                    <a:pt x="11410" y="17719"/>
                    <a:pt x="11420" y="17708"/>
                    <a:pt x="11432" y="17708"/>
                  </a:cubicBezTo>
                  <a:cubicBezTo>
                    <a:pt x="12054" y="17553"/>
                    <a:pt x="12598" y="17197"/>
                    <a:pt x="12909" y="16586"/>
                  </a:cubicBezTo>
                  <a:lnTo>
                    <a:pt x="12920" y="16586"/>
                  </a:lnTo>
                  <a:lnTo>
                    <a:pt x="12920" y="16575"/>
                  </a:lnTo>
                  <a:lnTo>
                    <a:pt x="12920" y="16564"/>
                  </a:lnTo>
                  <a:lnTo>
                    <a:pt x="12931" y="16564"/>
                  </a:lnTo>
                  <a:lnTo>
                    <a:pt x="12931" y="16553"/>
                  </a:lnTo>
                  <a:lnTo>
                    <a:pt x="12931" y="16541"/>
                  </a:lnTo>
                  <a:lnTo>
                    <a:pt x="12943" y="16541"/>
                  </a:lnTo>
                  <a:lnTo>
                    <a:pt x="12943" y="16531"/>
                  </a:lnTo>
                  <a:lnTo>
                    <a:pt x="12943" y="16519"/>
                  </a:lnTo>
                  <a:lnTo>
                    <a:pt x="12953" y="16519"/>
                  </a:lnTo>
                  <a:lnTo>
                    <a:pt x="12953" y="16508"/>
                  </a:lnTo>
                  <a:lnTo>
                    <a:pt x="12953" y="16497"/>
                  </a:lnTo>
                  <a:lnTo>
                    <a:pt x="12965" y="16497"/>
                  </a:lnTo>
                  <a:lnTo>
                    <a:pt x="12965" y="16486"/>
                  </a:lnTo>
                  <a:lnTo>
                    <a:pt x="12965" y="16475"/>
                  </a:lnTo>
                  <a:lnTo>
                    <a:pt x="12976" y="16464"/>
                  </a:lnTo>
                  <a:lnTo>
                    <a:pt x="12976" y="16452"/>
                  </a:lnTo>
                  <a:lnTo>
                    <a:pt x="12976" y="16442"/>
                  </a:lnTo>
                  <a:lnTo>
                    <a:pt x="12987" y="16442"/>
                  </a:lnTo>
                  <a:cubicBezTo>
                    <a:pt x="13209" y="15919"/>
                    <a:pt x="13232" y="15331"/>
                    <a:pt x="13220" y="14754"/>
                  </a:cubicBezTo>
                  <a:lnTo>
                    <a:pt x="13220" y="14754"/>
                  </a:lnTo>
                  <a:cubicBezTo>
                    <a:pt x="13220" y="14765"/>
                    <a:pt x="13232" y="14787"/>
                    <a:pt x="13242" y="14808"/>
                  </a:cubicBezTo>
                  <a:cubicBezTo>
                    <a:pt x="13320" y="14631"/>
                    <a:pt x="13343" y="14442"/>
                    <a:pt x="13353" y="14242"/>
                  </a:cubicBezTo>
                  <a:lnTo>
                    <a:pt x="13353" y="14220"/>
                  </a:lnTo>
                  <a:lnTo>
                    <a:pt x="13353" y="14208"/>
                  </a:lnTo>
                  <a:lnTo>
                    <a:pt x="13353" y="14198"/>
                  </a:lnTo>
                  <a:lnTo>
                    <a:pt x="13353" y="14186"/>
                  </a:lnTo>
                  <a:lnTo>
                    <a:pt x="13353" y="14176"/>
                  </a:lnTo>
                  <a:lnTo>
                    <a:pt x="13353" y="14164"/>
                  </a:lnTo>
                  <a:lnTo>
                    <a:pt x="13353" y="14153"/>
                  </a:lnTo>
                  <a:cubicBezTo>
                    <a:pt x="13376" y="13553"/>
                    <a:pt x="13287" y="12976"/>
                    <a:pt x="13131" y="12409"/>
                  </a:cubicBezTo>
                  <a:cubicBezTo>
                    <a:pt x="13009" y="12776"/>
                    <a:pt x="12854" y="13131"/>
                    <a:pt x="12654" y="13475"/>
                  </a:cubicBezTo>
                  <a:cubicBezTo>
                    <a:pt x="11676" y="15253"/>
                    <a:pt x="9854" y="16364"/>
                    <a:pt x="7855" y="16364"/>
                  </a:cubicBezTo>
                  <a:cubicBezTo>
                    <a:pt x="7677" y="16364"/>
                    <a:pt x="7499" y="16353"/>
                    <a:pt x="7332" y="16331"/>
                  </a:cubicBezTo>
                  <a:cubicBezTo>
                    <a:pt x="5644" y="16164"/>
                    <a:pt x="3500" y="15230"/>
                    <a:pt x="4022" y="13186"/>
                  </a:cubicBezTo>
                  <a:cubicBezTo>
                    <a:pt x="4033" y="13142"/>
                    <a:pt x="4066" y="13109"/>
                    <a:pt x="4100" y="13109"/>
                  </a:cubicBezTo>
                  <a:cubicBezTo>
                    <a:pt x="4111" y="13109"/>
                    <a:pt x="4122" y="13120"/>
                    <a:pt x="4133" y="13120"/>
                  </a:cubicBezTo>
                  <a:cubicBezTo>
                    <a:pt x="4278" y="13164"/>
                    <a:pt x="4377" y="13198"/>
                    <a:pt x="4488" y="13198"/>
                  </a:cubicBezTo>
                  <a:cubicBezTo>
                    <a:pt x="4600" y="13198"/>
                    <a:pt x="4700" y="13154"/>
                    <a:pt x="4833" y="13031"/>
                  </a:cubicBezTo>
                  <a:cubicBezTo>
                    <a:pt x="4911" y="12942"/>
                    <a:pt x="4967" y="12831"/>
                    <a:pt x="5066" y="12776"/>
                  </a:cubicBezTo>
                  <a:cubicBezTo>
                    <a:pt x="5133" y="12742"/>
                    <a:pt x="5211" y="12720"/>
                    <a:pt x="5288" y="12720"/>
                  </a:cubicBezTo>
                  <a:cubicBezTo>
                    <a:pt x="5555" y="12720"/>
                    <a:pt x="5877" y="12909"/>
                    <a:pt x="6110" y="12954"/>
                  </a:cubicBezTo>
                  <a:cubicBezTo>
                    <a:pt x="6266" y="12976"/>
                    <a:pt x="6421" y="12986"/>
                    <a:pt x="6588" y="12986"/>
                  </a:cubicBezTo>
                  <a:cubicBezTo>
                    <a:pt x="7488" y="12986"/>
                    <a:pt x="8421" y="12620"/>
                    <a:pt x="9154" y="12154"/>
                  </a:cubicBezTo>
                  <a:cubicBezTo>
                    <a:pt x="10287" y="11409"/>
                    <a:pt x="11321" y="10310"/>
                    <a:pt x="11987" y="9054"/>
                  </a:cubicBezTo>
                  <a:cubicBezTo>
                    <a:pt x="11832" y="8532"/>
                    <a:pt x="11721" y="7999"/>
                    <a:pt x="11709" y="7444"/>
                  </a:cubicBezTo>
                  <a:lnTo>
                    <a:pt x="11709" y="7432"/>
                  </a:lnTo>
                  <a:lnTo>
                    <a:pt x="11709" y="7288"/>
                  </a:lnTo>
                  <a:lnTo>
                    <a:pt x="11709" y="7277"/>
                  </a:lnTo>
                  <a:cubicBezTo>
                    <a:pt x="11709" y="6965"/>
                    <a:pt x="11743" y="6644"/>
                    <a:pt x="11810" y="6311"/>
                  </a:cubicBezTo>
                  <a:cubicBezTo>
                    <a:pt x="11832" y="6188"/>
                    <a:pt x="11865" y="6066"/>
                    <a:pt x="11898" y="5943"/>
                  </a:cubicBezTo>
                  <a:cubicBezTo>
                    <a:pt x="11931" y="5832"/>
                    <a:pt x="11954" y="5721"/>
                    <a:pt x="11987" y="5610"/>
                  </a:cubicBezTo>
                  <a:cubicBezTo>
                    <a:pt x="12010" y="5533"/>
                    <a:pt x="12020" y="5455"/>
                    <a:pt x="12042" y="5366"/>
                  </a:cubicBezTo>
                  <a:cubicBezTo>
                    <a:pt x="12098" y="5033"/>
                    <a:pt x="12109" y="4699"/>
                    <a:pt x="12087" y="4355"/>
                  </a:cubicBezTo>
                  <a:lnTo>
                    <a:pt x="12087" y="4355"/>
                  </a:lnTo>
                  <a:cubicBezTo>
                    <a:pt x="11709" y="4388"/>
                    <a:pt x="11365" y="4566"/>
                    <a:pt x="11065" y="4788"/>
                  </a:cubicBezTo>
                  <a:cubicBezTo>
                    <a:pt x="10709" y="5055"/>
                    <a:pt x="10410" y="5400"/>
                    <a:pt x="10087" y="5699"/>
                  </a:cubicBezTo>
                  <a:cubicBezTo>
                    <a:pt x="9776" y="5988"/>
                    <a:pt x="9410" y="6255"/>
                    <a:pt x="8999" y="6255"/>
                  </a:cubicBezTo>
                  <a:cubicBezTo>
                    <a:pt x="8966" y="6255"/>
                    <a:pt x="8944" y="6244"/>
                    <a:pt x="8910" y="6244"/>
                  </a:cubicBezTo>
                  <a:cubicBezTo>
                    <a:pt x="8832" y="6232"/>
                    <a:pt x="8754" y="6222"/>
                    <a:pt x="8677" y="6222"/>
                  </a:cubicBezTo>
                  <a:lnTo>
                    <a:pt x="8621" y="6222"/>
                  </a:lnTo>
                  <a:cubicBezTo>
                    <a:pt x="8443" y="6244"/>
                    <a:pt x="8310" y="6377"/>
                    <a:pt x="8166" y="6488"/>
                  </a:cubicBezTo>
                  <a:cubicBezTo>
                    <a:pt x="7821" y="6766"/>
                    <a:pt x="7377" y="6921"/>
                    <a:pt x="6932" y="6921"/>
                  </a:cubicBezTo>
                  <a:cubicBezTo>
                    <a:pt x="6821" y="6921"/>
                    <a:pt x="6710" y="6910"/>
                    <a:pt x="6611" y="6899"/>
                  </a:cubicBezTo>
                  <a:cubicBezTo>
                    <a:pt x="6055" y="6799"/>
                    <a:pt x="5555" y="6466"/>
                    <a:pt x="5266" y="5988"/>
                  </a:cubicBezTo>
                  <a:cubicBezTo>
                    <a:pt x="5189" y="5877"/>
                    <a:pt x="5133" y="5744"/>
                    <a:pt x="5033" y="5655"/>
                  </a:cubicBezTo>
                  <a:cubicBezTo>
                    <a:pt x="4900" y="5521"/>
                    <a:pt x="4722" y="5466"/>
                    <a:pt x="4589" y="5355"/>
                  </a:cubicBezTo>
                  <a:cubicBezTo>
                    <a:pt x="4422" y="5222"/>
                    <a:pt x="4333" y="5055"/>
                    <a:pt x="4167" y="4921"/>
                  </a:cubicBezTo>
                  <a:cubicBezTo>
                    <a:pt x="3889" y="4699"/>
                    <a:pt x="3722" y="4444"/>
                    <a:pt x="3644" y="4099"/>
                  </a:cubicBezTo>
                  <a:cubicBezTo>
                    <a:pt x="3611" y="3978"/>
                    <a:pt x="3589" y="3855"/>
                    <a:pt x="3578" y="3733"/>
                  </a:cubicBezTo>
                  <a:cubicBezTo>
                    <a:pt x="4000" y="2622"/>
                    <a:pt x="4777" y="1667"/>
                    <a:pt x="5766" y="1023"/>
                  </a:cubicBezTo>
                  <a:cubicBezTo>
                    <a:pt x="6366" y="633"/>
                    <a:pt x="6900" y="411"/>
                    <a:pt x="7544" y="411"/>
                  </a:cubicBezTo>
                  <a:cubicBezTo>
                    <a:pt x="7677" y="411"/>
                    <a:pt x="7810" y="423"/>
                    <a:pt x="7944" y="445"/>
                  </a:cubicBezTo>
                  <a:cubicBezTo>
                    <a:pt x="8855" y="556"/>
                    <a:pt x="9754" y="823"/>
                    <a:pt x="10465" y="1433"/>
                  </a:cubicBezTo>
                  <a:cubicBezTo>
                    <a:pt x="10965" y="1845"/>
                    <a:pt x="11387" y="2356"/>
                    <a:pt x="11709" y="2922"/>
                  </a:cubicBezTo>
                  <a:cubicBezTo>
                    <a:pt x="11699" y="2889"/>
                    <a:pt x="11687" y="2867"/>
                    <a:pt x="11676" y="2833"/>
                  </a:cubicBezTo>
                  <a:cubicBezTo>
                    <a:pt x="11576" y="2611"/>
                    <a:pt x="11465" y="2378"/>
                    <a:pt x="11331" y="2166"/>
                  </a:cubicBezTo>
                  <a:cubicBezTo>
                    <a:pt x="10754" y="1167"/>
                    <a:pt x="9998" y="478"/>
                    <a:pt x="8877" y="223"/>
                  </a:cubicBezTo>
                  <a:cubicBezTo>
                    <a:pt x="8566" y="156"/>
                    <a:pt x="8255" y="100"/>
                    <a:pt x="7944" y="56"/>
                  </a:cubicBezTo>
                  <a:cubicBezTo>
                    <a:pt x="7666" y="23"/>
                    <a:pt x="7377" y="1"/>
                    <a:pt x="7099"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30"/>
            <p:cNvSpPr/>
            <p:nvPr/>
          </p:nvSpPr>
          <p:spPr>
            <a:xfrm>
              <a:off x="5671500" y="4067875"/>
              <a:ext cx="14750" cy="35875"/>
            </a:xfrm>
            <a:custGeom>
              <a:avLst/>
              <a:gdLst/>
              <a:ahLst/>
              <a:cxnLst/>
              <a:rect l="l" t="t" r="r" b="b"/>
              <a:pathLst>
                <a:path w="590" h="1435" extrusionOk="0">
                  <a:moveTo>
                    <a:pt x="0" y="1"/>
                  </a:moveTo>
                  <a:lnTo>
                    <a:pt x="0" y="1"/>
                  </a:lnTo>
                  <a:cubicBezTo>
                    <a:pt x="189" y="467"/>
                    <a:pt x="323" y="946"/>
                    <a:pt x="378" y="1434"/>
                  </a:cubicBezTo>
                  <a:lnTo>
                    <a:pt x="589" y="1434"/>
                  </a:lnTo>
                  <a:cubicBezTo>
                    <a:pt x="511" y="1146"/>
                    <a:pt x="422" y="857"/>
                    <a:pt x="301" y="590"/>
                  </a:cubicBezTo>
                  <a:cubicBezTo>
                    <a:pt x="212" y="390"/>
                    <a:pt x="111" y="190"/>
                    <a:pt x="0" y="1"/>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0"/>
            <p:cNvSpPr/>
            <p:nvPr/>
          </p:nvSpPr>
          <p:spPr>
            <a:xfrm>
              <a:off x="5671500" y="4067875"/>
              <a:ext cx="9450" cy="35875"/>
            </a:xfrm>
            <a:custGeom>
              <a:avLst/>
              <a:gdLst/>
              <a:ahLst/>
              <a:cxnLst/>
              <a:rect l="l" t="t" r="r" b="b"/>
              <a:pathLst>
                <a:path w="378" h="1435" extrusionOk="0">
                  <a:moveTo>
                    <a:pt x="0" y="1"/>
                  </a:moveTo>
                  <a:cubicBezTo>
                    <a:pt x="189" y="467"/>
                    <a:pt x="323" y="946"/>
                    <a:pt x="378" y="1434"/>
                  </a:cubicBezTo>
                  <a:lnTo>
                    <a:pt x="378" y="1434"/>
                  </a:lnTo>
                  <a:cubicBezTo>
                    <a:pt x="323" y="946"/>
                    <a:pt x="189" y="467"/>
                    <a:pt x="0" y="1"/>
                  </a:cubicBezTo>
                  <a:close/>
                </a:path>
              </a:pathLst>
            </a:custGeom>
            <a:solidFill>
              <a:srgbClr val="6030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0"/>
            <p:cNvSpPr/>
            <p:nvPr/>
          </p:nvSpPr>
          <p:spPr>
            <a:xfrm>
              <a:off x="5468200" y="4005125"/>
              <a:ext cx="212750" cy="162775"/>
            </a:xfrm>
            <a:custGeom>
              <a:avLst/>
              <a:gdLst/>
              <a:ahLst/>
              <a:cxnLst/>
              <a:rect l="l" t="t" r="r" b="b"/>
              <a:pathLst>
                <a:path w="8510" h="6511" extrusionOk="0">
                  <a:moveTo>
                    <a:pt x="3967" y="0"/>
                  </a:moveTo>
                  <a:cubicBezTo>
                    <a:pt x="3323" y="0"/>
                    <a:pt x="2789" y="222"/>
                    <a:pt x="2189" y="612"/>
                  </a:cubicBezTo>
                  <a:cubicBezTo>
                    <a:pt x="1200" y="1256"/>
                    <a:pt x="423" y="2211"/>
                    <a:pt x="1" y="3322"/>
                  </a:cubicBezTo>
                  <a:cubicBezTo>
                    <a:pt x="12" y="3444"/>
                    <a:pt x="34" y="3567"/>
                    <a:pt x="67" y="3688"/>
                  </a:cubicBezTo>
                  <a:cubicBezTo>
                    <a:pt x="145" y="4033"/>
                    <a:pt x="312" y="4288"/>
                    <a:pt x="590" y="4510"/>
                  </a:cubicBezTo>
                  <a:cubicBezTo>
                    <a:pt x="756" y="4644"/>
                    <a:pt x="845" y="4811"/>
                    <a:pt x="1012" y="4944"/>
                  </a:cubicBezTo>
                  <a:cubicBezTo>
                    <a:pt x="1145" y="5055"/>
                    <a:pt x="1323" y="5110"/>
                    <a:pt x="1456" y="5244"/>
                  </a:cubicBezTo>
                  <a:cubicBezTo>
                    <a:pt x="1556" y="5333"/>
                    <a:pt x="1612" y="5466"/>
                    <a:pt x="1689" y="5577"/>
                  </a:cubicBezTo>
                  <a:cubicBezTo>
                    <a:pt x="1978" y="6055"/>
                    <a:pt x="2478" y="6388"/>
                    <a:pt x="3034" y="6488"/>
                  </a:cubicBezTo>
                  <a:cubicBezTo>
                    <a:pt x="3133" y="6499"/>
                    <a:pt x="3244" y="6510"/>
                    <a:pt x="3355" y="6510"/>
                  </a:cubicBezTo>
                  <a:cubicBezTo>
                    <a:pt x="3800" y="6510"/>
                    <a:pt x="4244" y="6355"/>
                    <a:pt x="4589" y="6077"/>
                  </a:cubicBezTo>
                  <a:cubicBezTo>
                    <a:pt x="4733" y="5966"/>
                    <a:pt x="4866" y="5833"/>
                    <a:pt x="5044" y="5811"/>
                  </a:cubicBezTo>
                  <a:lnTo>
                    <a:pt x="5100" y="5811"/>
                  </a:lnTo>
                  <a:cubicBezTo>
                    <a:pt x="5177" y="5811"/>
                    <a:pt x="5255" y="5821"/>
                    <a:pt x="5333" y="5833"/>
                  </a:cubicBezTo>
                  <a:cubicBezTo>
                    <a:pt x="5367" y="5833"/>
                    <a:pt x="5389" y="5844"/>
                    <a:pt x="5422" y="5844"/>
                  </a:cubicBezTo>
                  <a:cubicBezTo>
                    <a:pt x="5833" y="5844"/>
                    <a:pt x="6199" y="5577"/>
                    <a:pt x="6510" y="5288"/>
                  </a:cubicBezTo>
                  <a:cubicBezTo>
                    <a:pt x="6833" y="4989"/>
                    <a:pt x="7132" y="4644"/>
                    <a:pt x="7488" y="4377"/>
                  </a:cubicBezTo>
                  <a:cubicBezTo>
                    <a:pt x="7788" y="4155"/>
                    <a:pt x="8132" y="3977"/>
                    <a:pt x="8510" y="3944"/>
                  </a:cubicBezTo>
                  <a:cubicBezTo>
                    <a:pt x="8455" y="3456"/>
                    <a:pt x="8321" y="2977"/>
                    <a:pt x="8132" y="2511"/>
                  </a:cubicBezTo>
                  <a:cubicBezTo>
                    <a:pt x="7810" y="1945"/>
                    <a:pt x="7388" y="1434"/>
                    <a:pt x="6888" y="1022"/>
                  </a:cubicBezTo>
                  <a:cubicBezTo>
                    <a:pt x="6177" y="412"/>
                    <a:pt x="5278" y="145"/>
                    <a:pt x="4367" y="34"/>
                  </a:cubicBezTo>
                  <a:cubicBezTo>
                    <a:pt x="4233" y="12"/>
                    <a:pt x="4100" y="0"/>
                    <a:pt x="3967" y="0"/>
                  </a:cubicBezTo>
                  <a:close/>
                </a:path>
              </a:pathLst>
            </a:custGeom>
            <a:solidFill>
              <a:srgbClr val="6B38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0"/>
            <p:cNvSpPr/>
            <p:nvPr/>
          </p:nvSpPr>
          <p:spPr>
            <a:xfrm>
              <a:off x="5599025" y="4325050"/>
              <a:ext cx="87500" cy="97775"/>
            </a:xfrm>
            <a:custGeom>
              <a:avLst/>
              <a:gdLst/>
              <a:ahLst/>
              <a:cxnLst/>
              <a:rect l="l" t="t" r="r" b="b"/>
              <a:pathLst>
                <a:path w="3500" h="3911" extrusionOk="0">
                  <a:moveTo>
                    <a:pt x="3410" y="1"/>
                  </a:moveTo>
                  <a:cubicBezTo>
                    <a:pt x="3377" y="12"/>
                    <a:pt x="3355" y="12"/>
                    <a:pt x="3333" y="23"/>
                  </a:cubicBezTo>
                  <a:cubicBezTo>
                    <a:pt x="3400" y="201"/>
                    <a:pt x="3422" y="401"/>
                    <a:pt x="3422" y="534"/>
                  </a:cubicBezTo>
                  <a:cubicBezTo>
                    <a:pt x="3432" y="1323"/>
                    <a:pt x="3066" y="2111"/>
                    <a:pt x="2455" y="2622"/>
                  </a:cubicBezTo>
                  <a:cubicBezTo>
                    <a:pt x="2422" y="2501"/>
                    <a:pt x="2400" y="2390"/>
                    <a:pt x="2400" y="2267"/>
                  </a:cubicBezTo>
                  <a:cubicBezTo>
                    <a:pt x="2410" y="2190"/>
                    <a:pt x="2410" y="2123"/>
                    <a:pt x="2400" y="2045"/>
                  </a:cubicBezTo>
                  <a:lnTo>
                    <a:pt x="2355" y="1701"/>
                  </a:lnTo>
                  <a:lnTo>
                    <a:pt x="2322" y="2045"/>
                  </a:lnTo>
                  <a:lnTo>
                    <a:pt x="2322" y="2256"/>
                  </a:lnTo>
                  <a:cubicBezTo>
                    <a:pt x="2277" y="2545"/>
                    <a:pt x="2066" y="2789"/>
                    <a:pt x="1877" y="2956"/>
                  </a:cubicBezTo>
                  <a:cubicBezTo>
                    <a:pt x="1455" y="3333"/>
                    <a:pt x="922" y="3600"/>
                    <a:pt x="356" y="3689"/>
                  </a:cubicBezTo>
                  <a:cubicBezTo>
                    <a:pt x="233" y="3711"/>
                    <a:pt x="67" y="3745"/>
                    <a:pt x="0" y="3878"/>
                  </a:cubicBezTo>
                  <a:lnTo>
                    <a:pt x="67" y="3911"/>
                  </a:lnTo>
                  <a:cubicBezTo>
                    <a:pt x="122" y="3811"/>
                    <a:pt x="255" y="3789"/>
                    <a:pt x="378" y="3767"/>
                  </a:cubicBezTo>
                  <a:cubicBezTo>
                    <a:pt x="944" y="3667"/>
                    <a:pt x="1499" y="3400"/>
                    <a:pt x="1933" y="3012"/>
                  </a:cubicBezTo>
                  <a:cubicBezTo>
                    <a:pt x="2089" y="2867"/>
                    <a:pt x="2255" y="2678"/>
                    <a:pt x="2344" y="2456"/>
                  </a:cubicBezTo>
                  <a:cubicBezTo>
                    <a:pt x="2355" y="2533"/>
                    <a:pt x="2378" y="2622"/>
                    <a:pt x="2400" y="2701"/>
                  </a:cubicBezTo>
                  <a:lnTo>
                    <a:pt x="2422" y="2745"/>
                  </a:lnTo>
                  <a:lnTo>
                    <a:pt x="2466" y="2711"/>
                  </a:lnTo>
                  <a:cubicBezTo>
                    <a:pt x="3111" y="2200"/>
                    <a:pt x="3499" y="1356"/>
                    <a:pt x="3499" y="534"/>
                  </a:cubicBezTo>
                  <a:cubicBezTo>
                    <a:pt x="3488" y="390"/>
                    <a:pt x="3477" y="190"/>
                    <a:pt x="341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0"/>
            <p:cNvSpPr/>
            <p:nvPr/>
          </p:nvSpPr>
          <p:spPr>
            <a:xfrm>
              <a:off x="5447100" y="3865225"/>
              <a:ext cx="249700" cy="287900"/>
            </a:xfrm>
            <a:custGeom>
              <a:avLst/>
              <a:gdLst/>
              <a:ahLst/>
              <a:cxnLst/>
              <a:rect l="l" t="t" r="r" b="b"/>
              <a:pathLst>
                <a:path w="9988" h="11516" extrusionOk="0">
                  <a:moveTo>
                    <a:pt x="5919" y="0"/>
                  </a:moveTo>
                  <a:cubicBezTo>
                    <a:pt x="5640" y="0"/>
                    <a:pt x="5360" y="34"/>
                    <a:pt x="5110" y="86"/>
                  </a:cubicBezTo>
                  <a:cubicBezTo>
                    <a:pt x="4589" y="187"/>
                    <a:pt x="4078" y="387"/>
                    <a:pt x="3633" y="676"/>
                  </a:cubicBezTo>
                  <a:cubicBezTo>
                    <a:pt x="3522" y="753"/>
                    <a:pt x="2506" y="1548"/>
                    <a:pt x="2610" y="1685"/>
                  </a:cubicBezTo>
                  <a:lnTo>
                    <a:pt x="2610" y="1685"/>
                  </a:lnTo>
                  <a:cubicBezTo>
                    <a:pt x="2478" y="1518"/>
                    <a:pt x="2488" y="1219"/>
                    <a:pt x="2278" y="1108"/>
                  </a:cubicBezTo>
                  <a:cubicBezTo>
                    <a:pt x="2145" y="1231"/>
                    <a:pt x="2122" y="1464"/>
                    <a:pt x="2222" y="1619"/>
                  </a:cubicBezTo>
                  <a:cubicBezTo>
                    <a:pt x="2056" y="1464"/>
                    <a:pt x="1878" y="1330"/>
                    <a:pt x="1678" y="1231"/>
                  </a:cubicBezTo>
                  <a:cubicBezTo>
                    <a:pt x="1610" y="1193"/>
                    <a:pt x="1558" y="1176"/>
                    <a:pt x="1520" y="1176"/>
                  </a:cubicBezTo>
                  <a:cubicBezTo>
                    <a:pt x="1230" y="1176"/>
                    <a:pt x="1685" y="2129"/>
                    <a:pt x="1656" y="2286"/>
                  </a:cubicBezTo>
                  <a:cubicBezTo>
                    <a:pt x="1600" y="2542"/>
                    <a:pt x="1234" y="2853"/>
                    <a:pt x="1089" y="3086"/>
                  </a:cubicBezTo>
                  <a:cubicBezTo>
                    <a:pt x="901" y="3386"/>
                    <a:pt x="745" y="3697"/>
                    <a:pt x="600" y="4019"/>
                  </a:cubicBezTo>
                  <a:cubicBezTo>
                    <a:pt x="234" y="4852"/>
                    <a:pt x="0" y="5863"/>
                    <a:pt x="467" y="6641"/>
                  </a:cubicBezTo>
                  <a:cubicBezTo>
                    <a:pt x="589" y="6441"/>
                    <a:pt x="701" y="6241"/>
                    <a:pt x="822" y="6041"/>
                  </a:cubicBezTo>
                  <a:lnTo>
                    <a:pt x="822" y="6041"/>
                  </a:lnTo>
                  <a:cubicBezTo>
                    <a:pt x="412" y="6729"/>
                    <a:pt x="1222" y="8496"/>
                    <a:pt x="1933" y="8741"/>
                  </a:cubicBezTo>
                  <a:cubicBezTo>
                    <a:pt x="1947" y="8745"/>
                    <a:pt x="1962" y="8747"/>
                    <a:pt x="1976" y="8747"/>
                  </a:cubicBezTo>
                  <a:cubicBezTo>
                    <a:pt x="2082" y="8747"/>
                    <a:pt x="2191" y="8633"/>
                    <a:pt x="2270" y="8633"/>
                  </a:cubicBezTo>
                  <a:cubicBezTo>
                    <a:pt x="2281" y="8633"/>
                    <a:pt x="2291" y="8635"/>
                    <a:pt x="2300" y="8640"/>
                  </a:cubicBezTo>
                  <a:cubicBezTo>
                    <a:pt x="2444" y="8718"/>
                    <a:pt x="2589" y="9096"/>
                    <a:pt x="2711" y="9240"/>
                  </a:cubicBezTo>
                  <a:cubicBezTo>
                    <a:pt x="3100" y="9707"/>
                    <a:pt x="3611" y="10062"/>
                    <a:pt x="4133" y="10362"/>
                  </a:cubicBezTo>
                  <a:cubicBezTo>
                    <a:pt x="4315" y="10474"/>
                    <a:pt x="4516" y="10576"/>
                    <a:pt x="4719" y="10576"/>
                  </a:cubicBezTo>
                  <a:cubicBezTo>
                    <a:pt x="4738" y="10576"/>
                    <a:pt x="4758" y="10575"/>
                    <a:pt x="4777" y="10573"/>
                  </a:cubicBezTo>
                  <a:cubicBezTo>
                    <a:pt x="5011" y="10551"/>
                    <a:pt x="5233" y="10318"/>
                    <a:pt x="5144" y="10106"/>
                  </a:cubicBezTo>
                  <a:lnTo>
                    <a:pt x="5144" y="10106"/>
                  </a:lnTo>
                  <a:cubicBezTo>
                    <a:pt x="5577" y="10785"/>
                    <a:pt x="6233" y="11373"/>
                    <a:pt x="7021" y="11496"/>
                  </a:cubicBezTo>
                  <a:cubicBezTo>
                    <a:pt x="7107" y="11509"/>
                    <a:pt x="7195" y="11515"/>
                    <a:pt x="7283" y="11515"/>
                  </a:cubicBezTo>
                  <a:cubicBezTo>
                    <a:pt x="8007" y="11515"/>
                    <a:pt x="8741" y="11077"/>
                    <a:pt x="8910" y="10373"/>
                  </a:cubicBezTo>
                  <a:cubicBezTo>
                    <a:pt x="8974" y="10412"/>
                    <a:pt x="9044" y="10429"/>
                    <a:pt x="9115" y="10429"/>
                  </a:cubicBezTo>
                  <a:cubicBezTo>
                    <a:pt x="9330" y="10429"/>
                    <a:pt x="9554" y="10273"/>
                    <a:pt x="9654" y="10074"/>
                  </a:cubicBezTo>
                  <a:cubicBezTo>
                    <a:pt x="9798" y="9795"/>
                    <a:pt x="9776" y="9474"/>
                    <a:pt x="9765" y="9173"/>
                  </a:cubicBezTo>
                  <a:lnTo>
                    <a:pt x="9632" y="7141"/>
                  </a:lnTo>
                  <a:cubicBezTo>
                    <a:pt x="9743" y="7141"/>
                    <a:pt x="9865" y="7129"/>
                    <a:pt x="9988" y="7129"/>
                  </a:cubicBezTo>
                  <a:cubicBezTo>
                    <a:pt x="9843" y="7129"/>
                    <a:pt x="9221" y="5075"/>
                    <a:pt x="9143" y="4852"/>
                  </a:cubicBezTo>
                  <a:cubicBezTo>
                    <a:pt x="9299" y="4774"/>
                    <a:pt x="9332" y="4652"/>
                    <a:pt x="9321" y="4475"/>
                  </a:cubicBezTo>
                  <a:cubicBezTo>
                    <a:pt x="9243" y="3275"/>
                    <a:pt x="8510" y="2142"/>
                    <a:pt x="7443" y="1586"/>
                  </a:cubicBezTo>
                  <a:cubicBezTo>
                    <a:pt x="7566" y="1553"/>
                    <a:pt x="7665" y="1475"/>
                    <a:pt x="7732" y="1364"/>
                  </a:cubicBezTo>
                  <a:cubicBezTo>
                    <a:pt x="7554" y="1219"/>
                    <a:pt x="7321" y="1120"/>
                    <a:pt x="7088" y="1075"/>
                  </a:cubicBezTo>
                  <a:cubicBezTo>
                    <a:pt x="7288" y="831"/>
                    <a:pt x="7233" y="587"/>
                    <a:pt x="7088" y="397"/>
                  </a:cubicBezTo>
                  <a:cubicBezTo>
                    <a:pt x="6977" y="253"/>
                    <a:pt x="6810" y="153"/>
                    <a:pt x="6655" y="98"/>
                  </a:cubicBezTo>
                  <a:cubicBezTo>
                    <a:pt x="6427" y="29"/>
                    <a:pt x="6173" y="0"/>
                    <a:pt x="591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0"/>
            <p:cNvSpPr/>
            <p:nvPr/>
          </p:nvSpPr>
          <p:spPr>
            <a:xfrm>
              <a:off x="5519600" y="3910750"/>
              <a:ext cx="153875" cy="134175"/>
            </a:xfrm>
            <a:custGeom>
              <a:avLst/>
              <a:gdLst/>
              <a:ahLst/>
              <a:cxnLst/>
              <a:rect l="l" t="t" r="r" b="b"/>
              <a:pathLst>
                <a:path w="6155" h="5367" extrusionOk="0">
                  <a:moveTo>
                    <a:pt x="3415" y="0"/>
                  </a:moveTo>
                  <a:cubicBezTo>
                    <a:pt x="3139" y="0"/>
                    <a:pt x="2872" y="185"/>
                    <a:pt x="2744" y="432"/>
                  </a:cubicBezTo>
                  <a:cubicBezTo>
                    <a:pt x="2677" y="554"/>
                    <a:pt x="2711" y="765"/>
                    <a:pt x="2544" y="776"/>
                  </a:cubicBezTo>
                  <a:cubicBezTo>
                    <a:pt x="2541" y="776"/>
                    <a:pt x="2539" y="776"/>
                    <a:pt x="2537" y="776"/>
                  </a:cubicBezTo>
                  <a:cubicBezTo>
                    <a:pt x="2424" y="776"/>
                    <a:pt x="2219" y="498"/>
                    <a:pt x="2077" y="465"/>
                  </a:cubicBezTo>
                  <a:cubicBezTo>
                    <a:pt x="2001" y="446"/>
                    <a:pt x="1924" y="437"/>
                    <a:pt x="1847" y="437"/>
                  </a:cubicBezTo>
                  <a:cubicBezTo>
                    <a:pt x="1698" y="437"/>
                    <a:pt x="1550" y="469"/>
                    <a:pt x="1410" y="521"/>
                  </a:cubicBezTo>
                  <a:cubicBezTo>
                    <a:pt x="822" y="731"/>
                    <a:pt x="344" y="1254"/>
                    <a:pt x="211" y="1854"/>
                  </a:cubicBezTo>
                  <a:cubicBezTo>
                    <a:pt x="122" y="2232"/>
                    <a:pt x="156" y="2632"/>
                    <a:pt x="111" y="3009"/>
                  </a:cubicBezTo>
                  <a:cubicBezTo>
                    <a:pt x="89" y="3242"/>
                    <a:pt x="45" y="3476"/>
                    <a:pt x="22" y="3698"/>
                  </a:cubicBezTo>
                  <a:cubicBezTo>
                    <a:pt x="0" y="3987"/>
                    <a:pt x="11" y="4253"/>
                    <a:pt x="133" y="4508"/>
                  </a:cubicBezTo>
                  <a:cubicBezTo>
                    <a:pt x="311" y="4864"/>
                    <a:pt x="689" y="5075"/>
                    <a:pt x="1077" y="5197"/>
                  </a:cubicBezTo>
                  <a:cubicBezTo>
                    <a:pt x="1444" y="5314"/>
                    <a:pt x="1824" y="5367"/>
                    <a:pt x="2206" y="5367"/>
                  </a:cubicBezTo>
                  <a:cubicBezTo>
                    <a:pt x="2588" y="5367"/>
                    <a:pt x="2971" y="5314"/>
                    <a:pt x="3343" y="5219"/>
                  </a:cubicBezTo>
                  <a:cubicBezTo>
                    <a:pt x="4088" y="5019"/>
                    <a:pt x="4777" y="4664"/>
                    <a:pt x="5410" y="4231"/>
                  </a:cubicBezTo>
                  <a:cubicBezTo>
                    <a:pt x="5621" y="4086"/>
                    <a:pt x="5832" y="3920"/>
                    <a:pt x="5932" y="3698"/>
                  </a:cubicBezTo>
                  <a:cubicBezTo>
                    <a:pt x="6154" y="3242"/>
                    <a:pt x="5910" y="2698"/>
                    <a:pt x="5632" y="2264"/>
                  </a:cubicBezTo>
                  <a:cubicBezTo>
                    <a:pt x="5221" y="1642"/>
                    <a:pt x="4765" y="1043"/>
                    <a:pt x="4254" y="499"/>
                  </a:cubicBezTo>
                  <a:cubicBezTo>
                    <a:pt x="4044" y="287"/>
                    <a:pt x="3822" y="65"/>
                    <a:pt x="3521" y="10"/>
                  </a:cubicBezTo>
                  <a:cubicBezTo>
                    <a:pt x="3486" y="3"/>
                    <a:pt x="3450" y="0"/>
                    <a:pt x="341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0"/>
            <p:cNvSpPr/>
            <p:nvPr/>
          </p:nvSpPr>
          <p:spPr>
            <a:xfrm>
              <a:off x="5601800" y="3922025"/>
              <a:ext cx="36125" cy="13700"/>
            </a:xfrm>
            <a:custGeom>
              <a:avLst/>
              <a:gdLst/>
              <a:ahLst/>
              <a:cxnLst/>
              <a:rect l="l" t="t" r="r" b="b"/>
              <a:pathLst>
                <a:path w="1445" h="548" extrusionOk="0">
                  <a:moveTo>
                    <a:pt x="203" y="0"/>
                  </a:moveTo>
                  <a:cubicBezTo>
                    <a:pt x="146" y="0"/>
                    <a:pt x="88" y="4"/>
                    <a:pt x="33" y="14"/>
                  </a:cubicBezTo>
                  <a:cubicBezTo>
                    <a:pt x="23" y="169"/>
                    <a:pt x="11" y="325"/>
                    <a:pt x="0" y="492"/>
                  </a:cubicBezTo>
                  <a:lnTo>
                    <a:pt x="111" y="492"/>
                  </a:lnTo>
                  <a:cubicBezTo>
                    <a:pt x="321" y="476"/>
                    <a:pt x="536" y="457"/>
                    <a:pt x="748" y="457"/>
                  </a:cubicBezTo>
                  <a:cubicBezTo>
                    <a:pt x="975" y="457"/>
                    <a:pt x="1199" y="478"/>
                    <a:pt x="1411" y="547"/>
                  </a:cubicBezTo>
                  <a:lnTo>
                    <a:pt x="1444" y="448"/>
                  </a:lnTo>
                  <a:cubicBezTo>
                    <a:pt x="1189" y="258"/>
                    <a:pt x="911" y="114"/>
                    <a:pt x="611" y="48"/>
                  </a:cubicBezTo>
                  <a:cubicBezTo>
                    <a:pt x="485" y="24"/>
                    <a:pt x="343" y="0"/>
                    <a:pt x="20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0"/>
            <p:cNvSpPr/>
            <p:nvPr/>
          </p:nvSpPr>
          <p:spPr>
            <a:xfrm>
              <a:off x="5540975" y="3935125"/>
              <a:ext cx="33350" cy="35325"/>
            </a:xfrm>
            <a:custGeom>
              <a:avLst/>
              <a:gdLst/>
              <a:ahLst/>
              <a:cxnLst/>
              <a:rect l="l" t="t" r="r" b="b"/>
              <a:pathLst>
                <a:path w="1334" h="1413" extrusionOk="0">
                  <a:moveTo>
                    <a:pt x="1011" y="1"/>
                  </a:moveTo>
                  <a:cubicBezTo>
                    <a:pt x="822" y="112"/>
                    <a:pt x="656" y="290"/>
                    <a:pt x="511" y="445"/>
                  </a:cubicBezTo>
                  <a:cubicBezTo>
                    <a:pt x="278" y="712"/>
                    <a:pt x="111" y="1023"/>
                    <a:pt x="0" y="1356"/>
                  </a:cubicBezTo>
                  <a:cubicBezTo>
                    <a:pt x="22" y="1378"/>
                    <a:pt x="44" y="1390"/>
                    <a:pt x="78" y="1412"/>
                  </a:cubicBezTo>
                  <a:cubicBezTo>
                    <a:pt x="367" y="1012"/>
                    <a:pt x="811" y="723"/>
                    <a:pt x="1234" y="445"/>
                  </a:cubicBezTo>
                  <a:cubicBezTo>
                    <a:pt x="1266" y="412"/>
                    <a:pt x="1300" y="390"/>
                    <a:pt x="1333" y="356"/>
                  </a:cubicBezTo>
                  <a:cubicBezTo>
                    <a:pt x="1222" y="245"/>
                    <a:pt x="1111" y="123"/>
                    <a:pt x="10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0"/>
            <p:cNvSpPr/>
            <p:nvPr/>
          </p:nvSpPr>
          <p:spPr>
            <a:xfrm>
              <a:off x="5587075" y="3963925"/>
              <a:ext cx="27225" cy="21225"/>
            </a:xfrm>
            <a:custGeom>
              <a:avLst/>
              <a:gdLst/>
              <a:ahLst/>
              <a:cxnLst/>
              <a:rect l="l" t="t" r="r" b="b"/>
              <a:pathLst>
                <a:path w="1089" h="849" extrusionOk="0">
                  <a:moveTo>
                    <a:pt x="818" y="1"/>
                  </a:moveTo>
                  <a:cubicBezTo>
                    <a:pt x="713" y="1"/>
                    <a:pt x="629" y="81"/>
                    <a:pt x="589" y="171"/>
                  </a:cubicBezTo>
                  <a:cubicBezTo>
                    <a:pt x="567" y="226"/>
                    <a:pt x="567" y="282"/>
                    <a:pt x="556" y="337"/>
                  </a:cubicBezTo>
                  <a:cubicBezTo>
                    <a:pt x="475" y="271"/>
                    <a:pt x="375" y="236"/>
                    <a:pt x="274" y="236"/>
                  </a:cubicBezTo>
                  <a:cubicBezTo>
                    <a:pt x="207" y="236"/>
                    <a:pt x="140" y="251"/>
                    <a:pt x="78" y="282"/>
                  </a:cubicBezTo>
                  <a:cubicBezTo>
                    <a:pt x="56" y="293"/>
                    <a:pt x="34" y="305"/>
                    <a:pt x="22" y="327"/>
                  </a:cubicBezTo>
                  <a:cubicBezTo>
                    <a:pt x="12" y="349"/>
                    <a:pt x="0" y="382"/>
                    <a:pt x="0" y="416"/>
                  </a:cubicBezTo>
                  <a:cubicBezTo>
                    <a:pt x="12" y="515"/>
                    <a:pt x="101" y="593"/>
                    <a:pt x="167" y="648"/>
                  </a:cubicBezTo>
                  <a:cubicBezTo>
                    <a:pt x="300" y="749"/>
                    <a:pt x="422" y="848"/>
                    <a:pt x="578" y="848"/>
                  </a:cubicBezTo>
                  <a:cubicBezTo>
                    <a:pt x="589" y="848"/>
                    <a:pt x="600" y="848"/>
                    <a:pt x="622" y="838"/>
                  </a:cubicBezTo>
                  <a:lnTo>
                    <a:pt x="612" y="760"/>
                  </a:lnTo>
                  <a:cubicBezTo>
                    <a:pt x="604" y="760"/>
                    <a:pt x="596" y="761"/>
                    <a:pt x="588" y="761"/>
                  </a:cubicBezTo>
                  <a:cubicBezTo>
                    <a:pt x="463" y="761"/>
                    <a:pt x="338" y="676"/>
                    <a:pt x="222" y="582"/>
                  </a:cubicBezTo>
                  <a:cubicBezTo>
                    <a:pt x="156" y="537"/>
                    <a:pt x="101" y="482"/>
                    <a:pt x="89" y="404"/>
                  </a:cubicBezTo>
                  <a:lnTo>
                    <a:pt x="89" y="382"/>
                  </a:lnTo>
                  <a:lnTo>
                    <a:pt x="111" y="360"/>
                  </a:lnTo>
                  <a:cubicBezTo>
                    <a:pt x="159" y="336"/>
                    <a:pt x="212" y="325"/>
                    <a:pt x="265" y="325"/>
                  </a:cubicBezTo>
                  <a:cubicBezTo>
                    <a:pt x="385" y="325"/>
                    <a:pt x="506" y="382"/>
                    <a:pt x="567" y="482"/>
                  </a:cubicBezTo>
                  <a:lnTo>
                    <a:pt x="667" y="616"/>
                  </a:lnTo>
                  <a:lnTo>
                    <a:pt x="656" y="449"/>
                  </a:lnTo>
                  <a:cubicBezTo>
                    <a:pt x="644" y="371"/>
                    <a:pt x="634" y="271"/>
                    <a:pt x="667" y="204"/>
                  </a:cubicBezTo>
                  <a:cubicBezTo>
                    <a:pt x="696" y="146"/>
                    <a:pt x="750" y="89"/>
                    <a:pt x="807" y="89"/>
                  </a:cubicBezTo>
                  <a:cubicBezTo>
                    <a:pt x="816" y="89"/>
                    <a:pt x="825" y="90"/>
                    <a:pt x="834" y="93"/>
                  </a:cubicBezTo>
                  <a:cubicBezTo>
                    <a:pt x="900" y="105"/>
                    <a:pt x="945" y="182"/>
                    <a:pt x="967" y="249"/>
                  </a:cubicBezTo>
                  <a:cubicBezTo>
                    <a:pt x="1000" y="404"/>
                    <a:pt x="967" y="582"/>
                    <a:pt x="933" y="727"/>
                  </a:cubicBezTo>
                  <a:lnTo>
                    <a:pt x="1022" y="749"/>
                  </a:lnTo>
                  <a:cubicBezTo>
                    <a:pt x="1056" y="582"/>
                    <a:pt x="1089" y="404"/>
                    <a:pt x="1044" y="226"/>
                  </a:cubicBezTo>
                  <a:cubicBezTo>
                    <a:pt x="1011" y="105"/>
                    <a:pt x="945" y="26"/>
                    <a:pt x="856" y="4"/>
                  </a:cubicBezTo>
                  <a:cubicBezTo>
                    <a:pt x="843" y="2"/>
                    <a:pt x="830" y="1"/>
                    <a:pt x="81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0"/>
            <p:cNvSpPr/>
            <p:nvPr/>
          </p:nvSpPr>
          <p:spPr>
            <a:xfrm>
              <a:off x="5600950" y="3983200"/>
              <a:ext cx="14200" cy="9450"/>
            </a:xfrm>
            <a:custGeom>
              <a:avLst/>
              <a:gdLst/>
              <a:ahLst/>
              <a:cxnLst/>
              <a:rect l="l" t="t" r="r" b="b"/>
              <a:pathLst>
                <a:path w="568" h="378" extrusionOk="0">
                  <a:moveTo>
                    <a:pt x="456" y="0"/>
                  </a:moveTo>
                  <a:cubicBezTo>
                    <a:pt x="334" y="0"/>
                    <a:pt x="212" y="45"/>
                    <a:pt x="112" y="100"/>
                  </a:cubicBezTo>
                  <a:cubicBezTo>
                    <a:pt x="79" y="122"/>
                    <a:pt x="45" y="144"/>
                    <a:pt x="23" y="178"/>
                  </a:cubicBezTo>
                  <a:cubicBezTo>
                    <a:pt x="1" y="222"/>
                    <a:pt x="12" y="267"/>
                    <a:pt x="23" y="322"/>
                  </a:cubicBezTo>
                  <a:cubicBezTo>
                    <a:pt x="23" y="333"/>
                    <a:pt x="34" y="344"/>
                    <a:pt x="45" y="356"/>
                  </a:cubicBezTo>
                  <a:cubicBezTo>
                    <a:pt x="57" y="378"/>
                    <a:pt x="89" y="378"/>
                    <a:pt x="123" y="378"/>
                  </a:cubicBezTo>
                  <a:cubicBezTo>
                    <a:pt x="234" y="366"/>
                    <a:pt x="356" y="344"/>
                    <a:pt x="467" y="311"/>
                  </a:cubicBezTo>
                  <a:cubicBezTo>
                    <a:pt x="568" y="277"/>
                    <a:pt x="568" y="200"/>
                    <a:pt x="556" y="100"/>
                  </a:cubicBezTo>
                  <a:cubicBezTo>
                    <a:pt x="545" y="67"/>
                    <a:pt x="545" y="33"/>
                    <a:pt x="523" y="22"/>
                  </a:cubicBezTo>
                  <a:cubicBezTo>
                    <a:pt x="501" y="11"/>
                    <a:pt x="479" y="0"/>
                    <a:pt x="45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0"/>
            <p:cNvSpPr/>
            <p:nvPr/>
          </p:nvSpPr>
          <p:spPr>
            <a:xfrm>
              <a:off x="5585400" y="3983175"/>
              <a:ext cx="13900" cy="13525"/>
            </a:xfrm>
            <a:custGeom>
              <a:avLst/>
              <a:gdLst/>
              <a:ahLst/>
              <a:cxnLst/>
              <a:rect l="l" t="t" r="r" b="b"/>
              <a:pathLst>
                <a:path w="556" h="541" extrusionOk="0">
                  <a:moveTo>
                    <a:pt x="86" y="0"/>
                  </a:moveTo>
                  <a:cubicBezTo>
                    <a:pt x="69" y="0"/>
                    <a:pt x="52" y="13"/>
                    <a:pt x="45" y="34"/>
                  </a:cubicBezTo>
                  <a:cubicBezTo>
                    <a:pt x="12" y="179"/>
                    <a:pt x="0" y="323"/>
                    <a:pt x="12" y="468"/>
                  </a:cubicBezTo>
                  <a:cubicBezTo>
                    <a:pt x="12" y="490"/>
                    <a:pt x="12" y="512"/>
                    <a:pt x="23" y="534"/>
                  </a:cubicBezTo>
                  <a:lnTo>
                    <a:pt x="34" y="534"/>
                  </a:lnTo>
                  <a:cubicBezTo>
                    <a:pt x="85" y="538"/>
                    <a:pt x="135" y="540"/>
                    <a:pt x="184" y="540"/>
                  </a:cubicBezTo>
                  <a:cubicBezTo>
                    <a:pt x="285" y="540"/>
                    <a:pt x="381" y="530"/>
                    <a:pt x="479" y="501"/>
                  </a:cubicBezTo>
                  <a:cubicBezTo>
                    <a:pt x="501" y="490"/>
                    <a:pt x="534" y="478"/>
                    <a:pt x="556" y="478"/>
                  </a:cubicBezTo>
                  <a:cubicBezTo>
                    <a:pt x="479" y="401"/>
                    <a:pt x="400" y="334"/>
                    <a:pt x="334" y="256"/>
                  </a:cubicBezTo>
                  <a:cubicBezTo>
                    <a:pt x="301" y="234"/>
                    <a:pt x="178" y="101"/>
                    <a:pt x="112" y="12"/>
                  </a:cubicBezTo>
                  <a:cubicBezTo>
                    <a:pt x="104" y="4"/>
                    <a:pt x="95" y="0"/>
                    <a:pt x="8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0"/>
            <p:cNvSpPr/>
            <p:nvPr/>
          </p:nvSpPr>
          <p:spPr>
            <a:xfrm>
              <a:off x="5621225" y="3968075"/>
              <a:ext cx="11150" cy="17625"/>
            </a:xfrm>
            <a:custGeom>
              <a:avLst/>
              <a:gdLst/>
              <a:ahLst/>
              <a:cxnLst/>
              <a:rect l="l" t="t" r="r" b="b"/>
              <a:pathLst>
                <a:path w="446" h="705" extrusionOk="0">
                  <a:moveTo>
                    <a:pt x="71" y="1"/>
                  </a:moveTo>
                  <a:cubicBezTo>
                    <a:pt x="53" y="1"/>
                    <a:pt x="34" y="14"/>
                    <a:pt x="34" y="38"/>
                  </a:cubicBezTo>
                  <a:lnTo>
                    <a:pt x="34" y="361"/>
                  </a:lnTo>
                  <a:cubicBezTo>
                    <a:pt x="23" y="472"/>
                    <a:pt x="12" y="583"/>
                    <a:pt x="1" y="682"/>
                  </a:cubicBezTo>
                  <a:lnTo>
                    <a:pt x="1" y="705"/>
                  </a:lnTo>
                  <a:cubicBezTo>
                    <a:pt x="56" y="638"/>
                    <a:pt x="145" y="594"/>
                    <a:pt x="212" y="549"/>
                  </a:cubicBezTo>
                  <a:cubicBezTo>
                    <a:pt x="290" y="505"/>
                    <a:pt x="367" y="450"/>
                    <a:pt x="445" y="394"/>
                  </a:cubicBezTo>
                  <a:lnTo>
                    <a:pt x="445" y="371"/>
                  </a:lnTo>
                  <a:cubicBezTo>
                    <a:pt x="445" y="349"/>
                    <a:pt x="434" y="339"/>
                    <a:pt x="412" y="316"/>
                  </a:cubicBezTo>
                  <a:cubicBezTo>
                    <a:pt x="323" y="194"/>
                    <a:pt x="212" y="94"/>
                    <a:pt x="90" y="5"/>
                  </a:cubicBezTo>
                  <a:cubicBezTo>
                    <a:pt x="84" y="2"/>
                    <a:pt x="78" y="1"/>
                    <a:pt x="7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0"/>
            <p:cNvSpPr/>
            <p:nvPr/>
          </p:nvSpPr>
          <p:spPr>
            <a:xfrm>
              <a:off x="5584850" y="3977075"/>
              <a:ext cx="48350" cy="20050"/>
            </a:xfrm>
            <a:custGeom>
              <a:avLst/>
              <a:gdLst/>
              <a:ahLst/>
              <a:cxnLst/>
              <a:rect l="l" t="t" r="r" b="b"/>
              <a:pathLst>
                <a:path w="1934" h="802" extrusionOk="0">
                  <a:moveTo>
                    <a:pt x="1889" y="1"/>
                  </a:moveTo>
                  <a:cubicBezTo>
                    <a:pt x="1389" y="467"/>
                    <a:pt x="711" y="734"/>
                    <a:pt x="12" y="734"/>
                  </a:cubicBezTo>
                  <a:cubicBezTo>
                    <a:pt x="12" y="756"/>
                    <a:pt x="12" y="778"/>
                    <a:pt x="0" y="801"/>
                  </a:cubicBezTo>
                  <a:cubicBezTo>
                    <a:pt x="19" y="801"/>
                    <a:pt x="37" y="801"/>
                    <a:pt x="55" y="801"/>
                  </a:cubicBezTo>
                  <a:cubicBezTo>
                    <a:pt x="569" y="801"/>
                    <a:pt x="1071" y="658"/>
                    <a:pt x="1500" y="389"/>
                  </a:cubicBezTo>
                  <a:cubicBezTo>
                    <a:pt x="1656" y="300"/>
                    <a:pt x="1800" y="189"/>
                    <a:pt x="1933" y="56"/>
                  </a:cubicBezTo>
                  <a:cubicBezTo>
                    <a:pt x="1923" y="45"/>
                    <a:pt x="1911" y="23"/>
                    <a:pt x="188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0"/>
            <p:cNvSpPr/>
            <p:nvPr/>
          </p:nvSpPr>
          <p:spPr>
            <a:xfrm>
              <a:off x="5476825" y="3976775"/>
              <a:ext cx="53900" cy="51525"/>
            </a:xfrm>
            <a:custGeom>
              <a:avLst/>
              <a:gdLst/>
              <a:ahLst/>
              <a:cxnLst/>
              <a:rect l="l" t="t" r="r" b="b"/>
              <a:pathLst>
                <a:path w="2156" h="2061" extrusionOk="0">
                  <a:moveTo>
                    <a:pt x="606" y="1"/>
                  </a:moveTo>
                  <a:cubicBezTo>
                    <a:pt x="536" y="1"/>
                    <a:pt x="467" y="11"/>
                    <a:pt x="400" y="35"/>
                  </a:cubicBezTo>
                  <a:cubicBezTo>
                    <a:pt x="144" y="134"/>
                    <a:pt x="0" y="435"/>
                    <a:pt x="33" y="712"/>
                  </a:cubicBezTo>
                  <a:cubicBezTo>
                    <a:pt x="67" y="979"/>
                    <a:pt x="245" y="1223"/>
                    <a:pt x="478" y="1379"/>
                  </a:cubicBezTo>
                  <a:cubicBezTo>
                    <a:pt x="566" y="1435"/>
                    <a:pt x="667" y="1490"/>
                    <a:pt x="766" y="1546"/>
                  </a:cubicBezTo>
                  <a:cubicBezTo>
                    <a:pt x="933" y="1657"/>
                    <a:pt x="1077" y="1801"/>
                    <a:pt x="1245" y="1912"/>
                  </a:cubicBezTo>
                  <a:cubicBezTo>
                    <a:pt x="1397" y="2010"/>
                    <a:pt x="1561" y="2061"/>
                    <a:pt x="1704" y="2061"/>
                  </a:cubicBezTo>
                  <a:cubicBezTo>
                    <a:pt x="1967" y="2061"/>
                    <a:pt x="2156" y="1887"/>
                    <a:pt x="2055" y="1512"/>
                  </a:cubicBezTo>
                  <a:cubicBezTo>
                    <a:pt x="1922" y="968"/>
                    <a:pt x="1578" y="413"/>
                    <a:pt x="1077" y="134"/>
                  </a:cubicBezTo>
                  <a:cubicBezTo>
                    <a:pt x="930" y="57"/>
                    <a:pt x="767" y="1"/>
                    <a:pt x="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0"/>
            <p:cNvSpPr/>
            <p:nvPr/>
          </p:nvSpPr>
          <p:spPr>
            <a:xfrm>
              <a:off x="5484875" y="3985075"/>
              <a:ext cx="37175" cy="35575"/>
            </a:xfrm>
            <a:custGeom>
              <a:avLst/>
              <a:gdLst/>
              <a:ahLst/>
              <a:cxnLst/>
              <a:rect l="l" t="t" r="r" b="b"/>
              <a:pathLst>
                <a:path w="1487" h="1423" extrusionOk="0">
                  <a:moveTo>
                    <a:pt x="419" y="0"/>
                  </a:moveTo>
                  <a:cubicBezTo>
                    <a:pt x="370" y="0"/>
                    <a:pt x="323" y="8"/>
                    <a:pt x="278" y="25"/>
                  </a:cubicBezTo>
                  <a:cubicBezTo>
                    <a:pt x="100" y="91"/>
                    <a:pt x="0" y="303"/>
                    <a:pt x="22" y="491"/>
                  </a:cubicBezTo>
                  <a:cubicBezTo>
                    <a:pt x="44" y="681"/>
                    <a:pt x="167" y="836"/>
                    <a:pt x="323" y="947"/>
                  </a:cubicBezTo>
                  <a:cubicBezTo>
                    <a:pt x="389" y="992"/>
                    <a:pt x="456" y="1024"/>
                    <a:pt x="523" y="1069"/>
                  </a:cubicBezTo>
                  <a:cubicBezTo>
                    <a:pt x="644" y="1147"/>
                    <a:pt x="745" y="1236"/>
                    <a:pt x="856" y="1313"/>
                  </a:cubicBezTo>
                  <a:cubicBezTo>
                    <a:pt x="963" y="1385"/>
                    <a:pt x="1080" y="1422"/>
                    <a:pt x="1180" y="1422"/>
                  </a:cubicBezTo>
                  <a:cubicBezTo>
                    <a:pt x="1359" y="1422"/>
                    <a:pt x="1486" y="1303"/>
                    <a:pt x="1422" y="1047"/>
                  </a:cubicBezTo>
                  <a:cubicBezTo>
                    <a:pt x="1322" y="669"/>
                    <a:pt x="1089" y="281"/>
                    <a:pt x="745" y="91"/>
                  </a:cubicBezTo>
                  <a:cubicBezTo>
                    <a:pt x="645" y="38"/>
                    <a:pt x="529" y="0"/>
                    <a:pt x="41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0"/>
            <p:cNvSpPr/>
            <p:nvPr/>
          </p:nvSpPr>
          <p:spPr>
            <a:xfrm>
              <a:off x="5490975" y="3990675"/>
              <a:ext cx="21975" cy="19750"/>
            </a:xfrm>
            <a:custGeom>
              <a:avLst/>
              <a:gdLst/>
              <a:ahLst/>
              <a:cxnLst/>
              <a:rect l="l" t="t" r="r" b="b"/>
              <a:pathLst>
                <a:path w="879" h="790" extrusionOk="0">
                  <a:moveTo>
                    <a:pt x="12" y="1"/>
                  </a:moveTo>
                  <a:lnTo>
                    <a:pt x="0" y="89"/>
                  </a:lnTo>
                  <a:cubicBezTo>
                    <a:pt x="367" y="123"/>
                    <a:pt x="711" y="634"/>
                    <a:pt x="812" y="790"/>
                  </a:cubicBezTo>
                  <a:lnTo>
                    <a:pt x="878" y="745"/>
                  </a:lnTo>
                  <a:cubicBezTo>
                    <a:pt x="745" y="534"/>
                    <a:pt x="400" y="45"/>
                    <a:pt x="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0"/>
            <p:cNvSpPr/>
            <p:nvPr/>
          </p:nvSpPr>
          <p:spPr>
            <a:xfrm>
              <a:off x="5495425" y="4001225"/>
              <a:ext cx="13075" cy="4475"/>
            </a:xfrm>
            <a:custGeom>
              <a:avLst/>
              <a:gdLst/>
              <a:ahLst/>
              <a:cxnLst/>
              <a:rect l="l" t="t" r="r" b="b"/>
              <a:pathLst>
                <a:path w="523" h="179" extrusionOk="0">
                  <a:moveTo>
                    <a:pt x="0" y="1"/>
                  </a:moveTo>
                  <a:lnTo>
                    <a:pt x="0" y="79"/>
                  </a:lnTo>
                  <a:cubicBezTo>
                    <a:pt x="167" y="90"/>
                    <a:pt x="333" y="123"/>
                    <a:pt x="489" y="178"/>
                  </a:cubicBezTo>
                  <a:lnTo>
                    <a:pt x="523" y="101"/>
                  </a:lnTo>
                  <a:cubicBezTo>
                    <a:pt x="356" y="35"/>
                    <a:pt x="178" y="1"/>
                    <a:pt x="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0"/>
            <p:cNvSpPr/>
            <p:nvPr/>
          </p:nvSpPr>
          <p:spPr>
            <a:xfrm>
              <a:off x="5636500" y="3924050"/>
              <a:ext cx="33075" cy="54700"/>
            </a:xfrm>
            <a:custGeom>
              <a:avLst/>
              <a:gdLst/>
              <a:ahLst/>
              <a:cxnLst/>
              <a:rect l="l" t="t" r="r" b="b"/>
              <a:pathLst>
                <a:path w="1323" h="2188" extrusionOk="0">
                  <a:moveTo>
                    <a:pt x="681" y="0"/>
                  </a:moveTo>
                  <a:cubicBezTo>
                    <a:pt x="623" y="0"/>
                    <a:pt x="565" y="11"/>
                    <a:pt x="511" y="33"/>
                  </a:cubicBezTo>
                  <a:cubicBezTo>
                    <a:pt x="323" y="111"/>
                    <a:pt x="212" y="311"/>
                    <a:pt x="145" y="500"/>
                  </a:cubicBezTo>
                  <a:cubicBezTo>
                    <a:pt x="0" y="977"/>
                    <a:pt x="134" y="1533"/>
                    <a:pt x="368" y="1955"/>
                  </a:cubicBezTo>
                  <a:cubicBezTo>
                    <a:pt x="466" y="2118"/>
                    <a:pt x="580" y="2187"/>
                    <a:pt x="690" y="2187"/>
                  </a:cubicBezTo>
                  <a:cubicBezTo>
                    <a:pt x="879" y="2187"/>
                    <a:pt x="1055" y="1984"/>
                    <a:pt x="1111" y="1710"/>
                  </a:cubicBezTo>
                  <a:cubicBezTo>
                    <a:pt x="1156" y="1533"/>
                    <a:pt x="1156" y="1355"/>
                    <a:pt x="1200" y="1189"/>
                  </a:cubicBezTo>
                  <a:cubicBezTo>
                    <a:pt x="1222" y="1100"/>
                    <a:pt x="1256" y="999"/>
                    <a:pt x="1267" y="910"/>
                  </a:cubicBezTo>
                  <a:cubicBezTo>
                    <a:pt x="1323" y="678"/>
                    <a:pt x="1289" y="422"/>
                    <a:pt x="1145" y="233"/>
                  </a:cubicBezTo>
                  <a:cubicBezTo>
                    <a:pt x="1037" y="92"/>
                    <a:pt x="855" y="0"/>
                    <a:pt x="68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0"/>
            <p:cNvSpPr/>
            <p:nvPr/>
          </p:nvSpPr>
          <p:spPr>
            <a:xfrm>
              <a:off x="5643725" y="3932150"/>
              <a:ext cx="21125" cy="35225"/>
            </a:xfrm>
            <a:custGeom>
              <a:avLst/>
              <a:gdLst/>
              <a:ahLst/>
              <a:cxnLst/>
              <a:rect l="l" t="t" r="r" b="b"/>
              <a:pathLst>
                <a:path w="845" h="1409" extrusionOk="0">
                  <a:moveTo>
                    <a:pt x="406" y="0"/>
                  </a:moveTo>
                  <a:cubicBezTo>
                    <a:pt x="366" y="0"/>
                    <a:pt x="327" y="7"/>
                    <a:pt x="289" y="20"/>
                  </a:cubicBezTo>
                  <a:cubicBezTo>
                    <a:pt x="167" y="75"/>
                    <a:pt x="79" y="209"/>
                    <a:pt x="45" y="342"/>
                  </a:cubicBezTo>
                  <a:cubicBezTo>
                    <a:pt x="12" y="442"/>
                    <a:pt x="0" y="542"/>
                    <a:pt x="0" y="642"/>
                  </a:cubicBezTo>
                  <a:cubicBezTo>
                    <a:pt x="34" y="687"/>
                    <a:pt x="56" y="720"/>
                    <a:pt x="89" y="764"/>
                  </a:cubicBezTo>
                  <a:cubicBezTo>
                    <a:pt x="212" y="909"/>
                    <a:pt x="356" y="1065"/>
                    <a:pt x="467" y="1220"/>
                  </a:cubicBezTo>
                  <a:cubicBezTo>
                    <a:pt x="511" y="1287"/>
                    <a:pt x="556" y="1342"/>
                    <a:pt x="600" y="1408"/>
                  </a:cubicBezTo>
                  <a:cubicBezTo>
                    <a:pt x="645" y="1353"/>
                    <a:pt x="689" y="1275"/>
                    <a:pt x="711" y="1176"/>
                  </a:cubicBezTo>
                  <a:cubicBezTo>
                    <a:pt x="733" y="1065"/>
                    <a:pt x="745" y="942"/>
                    <a:pt x="767" y="820"/>
                  </a:cubicBezTo>
                  <a:cubicBezTo>
                    <a:pt x="778" y="754"/>
                    <a:pt x="800" y="698"/>
                    <a:pt x="822" y="631"/>
                  </a:cubicBezTo>
                  <a:cubicBezTo>
                    <a:pt x="845" y="465"/>
                    <a:pt x="822" y="287"/>
                    <a:pt x="733" y="164"/>
                  </a:cubicBezTo>
                  <a:cubicBezTo>
                    <a:pt x="658" y="63"/>
                    <a:pt x="531" y="0"/>
                    <a:pt x="406"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30"/>
            <p:cNvSpPr/>
            <p:nvPr/>
          </p:nvSpPr>
          <p:spPr>
            <a:xfrm>
              <a:off x="5649575" y="3935425"/>
              <a:ext cx="6400" cy="22500"/>
            </a:xfrm>
            <a:custGeom>
              <a:avLst/>
              <a:gdLst/>
              <a:ahLst/>
              <a:cxnLst/>
              <a:rect l="l" t="t" r="r" b="b"/>
              <a:pathLst>
                <a:path w="256" h="900" extrusionOk="0">
                  <a:moveTo>
                    <a:pt x="188" y="0"/>
                  </a:moveTo>
                  <a:cubicBezTo>
                    <a:pt x="0" y="245"/>
                    <a:pt x="33" y="667"/>
                    <a:pt x="77" y="900"/>
                  </a:cubicBezTo>
                  <a:lnTo>
                    <a:pt x="166" y="889"/>
                  </a:lnTo>
                  <a:cubicBezTo>
                    <a:pt x="122" y="667"/>
                    <a:pt x="89" y="278"/>
                    <a:pt x="255" y="67"/>
                  </a:cubicBezTo>
                  <a:lnTo>
                    <a:pt x="18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30"/>
            <p:cNvSpPr/>
            <p:nvPr/>
          </p:nvSpPr>
          <p:spPr>
            <a:xfrm>
              <a:off x="5651500" y="3944575"/>
              <a:ext cx="8075" cy="10325"/>
            </a:xfrm>
            <a:custGeom>
              <a:avLst/>
              <a:gdLst/>
              <a:ahLst/>
              <a:cxnLst/>
              <a:rect l="l" t="t" r="r" b="b"/>
              <a:pathLst>
                <a:path w="323" h="413" extrusionOk="0">
                  <a:moveTo>
                    <a:pt x="256" y="1"/>
                  </a:moveTo>
                  <a:cubicBezTo>
                    <a:pt x="145" y="112"/>
                    <a:pt x="67" y="234"/>
                    <a:pt x="0" y="378"/>
                  </a:cubicBezTo>
                  <a:lnTo>
                    <a:pt x="79" y="412"/>
                  </a:lnTo>
                  <a:cubicBezTo>
                    <a:pt x="145" y="279"/>
                    <a:pt x="223" y="168"/>
                    <a:pt x="323" y="57"/>
                  </a:cubicBezTo>
                  <a:lnTo>
                    <a:pt x="2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30"/>
            <p:cNvSpPr/>
            <p:nvPr/>
          </p:nvSpPr>
          <p:spPr>
            <a:xfrm>
              <a:off x="5483475" y="4028725"/>
              <a:ext cx="151375" cy="103350"/>
            </a:xfrm>
            <a:custGeom>
              <a:avLst/>
              <a:gdLst/>
              <a:ahLst/>
              <a:cxnLst/>
              <a:rect l="l" t="t" r="r" b="b"/>
              <a:pathLst>
                <a:path w="6055" h="4134" extrusionOk="0">
                  <a:moveTo>
                    <a:pt x="112" y="1"/>
                  </a:moveTo>
                  <a:lnTo>
                    <a:pt x="1" y="12"/>
                  </a:lnTo>
                  <a:cubicBezTo>
                    <a:pt x="78" y="534"/>
                    <a:pt x="312" y="1034"/>
                    <a:pt x="678" y="1411"/>
                  </a:cubicBezTo>
                  <a:cubicBezTo>
                    <a:pt x="723" y="1445"/>
                    <a:pt x="767" y="1490"/>
                    <a:pt x="834" y="1512"/>
                  </a:cubicBezTo>
                  <a:cubicBezTo>
                    <a:pt x="848" y="1514"/>
                    <a:pt x="862" y="1516"/>
                    <a:pt x="877" y="1516"/>
                  </a:cubicBezTo>
                  <a:cubicBezTo>
                    <a:pt x="922" y="1516"/>
                    <a:pt x="970" y="1503"/>
                    <a:pt x="1011" y="1478"/>
                  </a:cubicBezTo>
                  <a:cubicBezTo>
                    <a:pt x="1045" y="1456"/>
                    <a:pt x="1090" y="1411"/>
                    <a:pt x="1112" y="1367"/>
                  </a:cubicBezTo>
                  <a:cubicBezTo>
                    <a:pt x="1423" y="2056"/>
                    <a:pt x="1956" y="2656"/>
                    <a:pt x="2589" y="3045"/>
                  </a:cubicBezTo>
                  <a:cubicBezTo>
                    <a:pt x="2654" y="3085"/>
                    <a:pt x="2744" y="3132"/>
                    <a:pt x="2831" y="3132"/>
                  </a:cubicBezTo>
                  <a:cubicBezTo>
                    <a:pt x="2862" y="3132"/>
                    <a:pt x="2893" y="3126"/>
                    <a:pt x="2922" y="3111"/>
                  </a:cubicBezTo>
                  <a:cubicBezTo>
                    <a:pt x="3011" y="3067"/>
                    <a:pt x="3067" y="2989"/>
                    <a:pt x="3089" y="2845"/>
                  </a:cubicBezTo>
                  <a:cubicBezTo>
                    <a:pt x="3100" y="2778"/>
                    <a:pt x="3111" y="2712"/>
                    <a:pt x="3111" y="2645"/>
                  </a:cubicBezTo>
                  <a:cubicBezTo>
                    <a:pt x="3134" y="2689"/>
                    <a:pt x="3167" y="2722"/>
                    <a:pt x="3200" y="2756"/>
                  </a:cubicBezTo>
                  <a:cubicBezTo>
                    <a:pt x="3556" y="3167"/>
                    <a:pt x="3933" y="3589"/>
                    <a:pt x="4422" y="3867"/>
                  </a:cubicBezTo>
                  <a:cubicBezTo>
                    <a:pt x="4733" y="4045"/>
                    <a:pt x="5067" y="4133"/>
                    <a:pt x="5378" y="4133"/>
                  </a:cubicBezTo>
                  <a:cubicBezTo>
                    <a:pt x="5622" y="4133"/>
                    <a:pt x="5855" y="4077"/>
                    <a:pt x="6055" y="3966"/>
                  </a:cubicBezTo>
                  <a:lnTo>
                    <a:pt x="6000" y="3855"/>
                  </a:lnTo>
                  <a:cubicBezTo>
                    <a:pt x="5804" y="3964"/>
                    <a:pt x="5591" y="4008"/>
                    <a:pt x="5380" y="4008"/>
                  </a:cubicBezTo>
                  <a:cubicBezTo>
                    <a:pt x="5052" y="4008"/>
                    <a:pt x="4728" y="3902"/>
                    <a:pt x="4477" y="3766"/>
                  </a:cubicBezTo>
                  <a:cubicBezTo>
                    <a:pt x="4011" y="3500"/>
                    <a:pt x="3645" y="3078"/>
                    <a:pt x="3289" y="2678"/>
                  </a:cubicBezTo>
                  <a:cubicBezTo>
                    <a:pt x="3223" y="2600"/>
                    <a:pt x="3156" y="2512"/>
                    <a:pt x="3100" y="2423"/>
                  </a:cubicBezTo>
                  <a:cubicBezTo>
                    <a:pt x="3089" y="2312"/>
                    <a:pt x="3055" y="2189"/>
                    <a:pt x="3011" y="2078"/>
                  </a:cubicBezTo>
                  <a:lnTo>
                    <a:pt x="2934" y="1867"/>
                  </a:lnTo>
                  <a:lnTo>
                    <a:pt x="2900" y="2100"/>
                  </a:lnTo>
                  <a:cubicBezTo>
                    <a:pt x="2878" y="2233"/>
                    <a:pt x="2922" y="2356"/>
                    <a:pt x="2978" y="2467"/>
                  </a:cubicBezTo>
                  <a:cubicBezTo>
                    <a:pt x="3000" y="2589"/>
                    <a:pt x="2989" y="2712"/>
                    <a:pt x="2967" y="2823"/>
                  </a:cubicBezTo>
                  <a:cubicBezTo>
                    <a:pt x="2956" y="2922"/>
                    <a:pt x="2922" y="2978"/>
                    <a:pt x="2878" y="3000"/>
                  </a:cubicBezTo>
                  <a:cubicBezTo>
                    <a:pt x="2862" y="3008"/>
                    <a:pt x="2844" y="3012"/>
                    <a:pt x="2826" y="3012"/>
                  </a:cubicBezTo>
                  <a:cubicBezTo>
                    <a:pt x="2769" y="3012"/>
                    <a:pt x="2706" y="2978"/>
                    <a:pt x="2656" y="2944"/>
                  </a:cubicBezTo>
                  <a:cubicBezTo>
                    <a:pt x="1967" y="2522"/>
                    <a:pt x="1423" y="1856"/>
                    <a:pt x="1134" y="1112"/>
                  </a:cubicBezTo>
                  <a:cubicBezTo>
                    <a:pt x="1112" y="1045"/>
                    <a:pt x="1090" y="979"/>
                    <a:pt x="1067" y="923"/>
                  </a:cubicBezTo>
                  <a:lnTo>
                    <a:pt x="956" y="967"/>
                  </a:lnTo>
                  <a:cubicBezTo>
                    <a:pt x="967" y="1023"/>
                    <a:pt x="989" y="1078"/>
                    <a:pt x="1011" y="1145"/>
                  </a:cubicBezTo>
                  <a:cubicBezTo>
                    <a:pt x="1023" y="1179"/>
                    <a:pt x="1023" y="1223"/>
                    <a:pt x="1023" y="1256"/>
                  </a:cubicBezTo>
                  <a:cubicBezTo>
                    <a:pt x="1011" y="1312"/>
                    <a:pt x="979" y="1356"/>
                    <a:pt x="945" y="1378"/>
                  </a:cubicBezTo>
                  <a:cubicBezTo>
                    <a:pt x="923" y="1389"/>
                    <a:pt x="890" y="1401"/>
                    <a:pt x="867" y="1401"/>
                  </a:cubicBezTo>
                  <a:cubicBezTo>
                    <a:pt x="834" y="1389"/>
                    <a:pt x="801" y="1356"/>
                    <a:pt x="767" y="1322"/>
                  </a:cubicBezTo>
                  <a:cubicBezTo>
                    <a:pt x="423" y="967"/>
                    <a:pt x="189" y="500"/>
                    <a:pt x="1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30"/>
            <p:cNvSpPr/>
            <p:nvPr/>
          </p:nvSpPr>
          <p:spPr>
            <a:xfrm>
              <a:off x="5469875" y="4529575"/>
              <a:ext cx="162750" cy="113625"/>
            </a:xfrm>
            <a:custGeom>
              <a:avLst/>
              <a:gdLst/>
              <a:ahLst/>
              <a:cxnLst/>
              <a:rect l="l" t="t" r="r" b="b"/>
              <a:pathLst>
                <a:path w="6510" h="4545" extrusionOk="0">
                  <a:moveTo>
                    <a:pt x="825" y="0"/>
                  </a:moveTo>
                  <a:cubicBezTo>
                    <a:pt x="712" y="0"/>
                    <a:pt x="596" y="4"/>
                    <a:pt x="489" y="7"/>
                  </a:cubicBezTo>
                  <a:cubicBezTo>
                    <a:pt x="385" y="7"/>
                    <a:pt x="287" y="12"/>
                    <a:pt x="206" y="12"/>
                  </a:cubicBezTo>
                  <a:cubicBezTo>
                    <a:pt x="166" y="12"/>
                    <a:pt x="130" y="11"/>
                    <a:pt x="101" y="7"/>
                  </a:cubicBezTo>
                  <a:cubicBezTo>
                    <a:pt x="78" y="741"/>
                    <a:pt x="45" y="1474"/>
                    <a:pt x="22" y="2207"/>
                  </a:cubicBezTo>
                  <a:cubicBezTo>
                    <a:pt x="0" y="2807"/>
                    <a:pt x="12" y="3217"/>
                    <a:pt x="667" y="3417"/>
                  </a:cubicBezTo>
                  <a:cubicBezTo>
                    <a:pt x="1355" y="3629"/>
                    <a:pt x="2078" y="3573"/>
                    <a:pt x="2789" y="3607"/>
                  </a:cubicBezTo>
                  <a:cubicBezTo>
                    <a:pt x="3488" y="3629"/>
                    <a:pt x="4244" y="3762"/>
                    <a:pt x="4799" y="4239"/>
                  </a:cubicBezTo>
                  <a:cubicBezTo>
                    <a:pt x="4888" y="4328"/>
                    <a:pt x="4977" y="4429"/>
                    <a:pt x="5100" y="4484"/>
                  </a:cubicBezTo>
                  <a:cubicBezTo>
                    <a:pt x="5187" y="4525"/>
                    <a:pt x="5254" y="4544"/>
                    <a:pt x="5305" y="4544"/>
                  </a:cubicBezTo>
                  <a:cubicBezTo>
                    <a:pt x="5717" y="4544"/>
                    <a:pt x="5058" y="3330"/>
                    <a:pt x="4900" y="3162"/>
                  </a:cubicBezTo>
                  <a:lnTo>
                    <a:pt x="4900" y="3162"/>
                  </a:lnTo>
                  <a:cubicBezTo>
                    <a:pt x="5177" y="3451"/>
                    <a:pt x="5444" y="3728"/>
                    <a:pt x="5722" y="4017"/>
                  </a:cubicBezTo>
                  <a:cubicBezTo>
                    <a:pt x="5765" y="4061"/>
                    <a:pt x="5823" y="4105"/>
                    <a:pt x="5879" y="4105"/>
                  </a:cubicBezTo>
                  <a:cubicBezTo>
                    <a:pt x="5893" y="4105"/>
                    <a:pt x="5908" y="4102"/>
                    <a:pt x="5922" y="4095"/>
                  </a:cubicBezTo>
                  <a:cubicBezTo>
                    <a:pt x="5966" y="4062"/>
                    <a:pt x="5977" y="3995"/>
                    <a:pt x="5966" y="3940"/>
                  </a:cubicBezTo>
                  <a:cubicBezTo>
                    <a:pt x="5955" y="3555"/>
                    <a:pt x="5780" y="3181"/>
                    <a:pt x="5497" y="2936"/>
                  </a:cubicBezTo>
                  <a:lnTo>
                    <a:pt x="5497" y="2936"/>
                  </a:lnTo>
                  <a:cubicBezTo>
                    <a:pt x="5728" y="3133"/>
                    <a:pt x="5969" y="3320"/>
                    <a:pt x="6199" y="3518"/>
                  </a:cubicBezTo>
                  <a:cubicBezTo>
                    <a:pt x="6233" y="3540"/>
                    <a:pt x="6266" y="3573"/>
                    <a:pt x="6299" y="3573"/>
                  </a:cubicBezTo>
                  <a:cubicBezTo>
                    <a:pt x="6308" y="3574"/>
                    <a:pt x="6316" y="3575"/>
                    <a:pt x="6324" y="3575"/>
                  </a:cubicBezTo>
                  <a:cubicBezTo>
                    <a:pt x="6430" y="3575"/>
                    <a:pt x="6488" y="3443"/>
                    <a:pt x="6488" y="3328"/>
                  </a:cubicBezTo>
                  <a:cubicBezTo>
                    <a:pt x="6510" y="2851"/>
                    <a:pt x="6166" y="2407"/>
                    <a:pt x="5755" y="2195"/>
                  </a:cubicBezTo>
                  <a:cubicBezTo>
                    <a:pt x="5332" y="1973"/>
                    <a:pt x="4866" y="1929"/>
                    <a:pt x="4411" y="1884"/>
                  </a:cubicBezTo>
                  <a:cubicBezTo>
                    <a:pt x="3666" y="1818"/>
                    <a:pt x="2933" y="1751"/>
                    <a:pt x="2189" y="1684"/>
                  </a:cubicBezTo>
                  <a:cubicBezTo>
                    <a:pt x="1945" y="1662"/>
                    <a:pt x="1644" y="1595"/>
                    <a:pt x="1567" y="1351"/>
                  </a:cubicBezTo>
                  <a:cubicBezTo>
                    <a:pt x="1545" y="1274"/>
                    <a:pt x="1545" y="1173"/>
                    <a:pt x="1555" y="1084"/>
                  </a:cubicBezTo>
                  <a:cubicBezTo>
                    <a:pt x="1578" y="741"/>
                    <a:pt x="1722" y="307"/>
                    <a:pt x="1444" y="96"/>
                  </a:cubicBezTo>
                  <a:cubicBezTo>
                    <a:pt x="1336" y="19"/>
                    <a:pt x="1086" y="0"/>
                    <a:pt x="82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30"/>
            <p:cNvSpPr/>
            <p:nvPr/>
          </p:nvSpPr>
          <p:spPr>
            <a:xfrm>
              <a:off x="5594275" y="4627675"/>
              <a:ext cx="10325" cy="12350"/>
            </a:xfrm>
            <a:custGeom>
              <a:avLst/>
              <a:gdLst/>
              <a:ahLst/>
              <a:cxnLst/>
              <a:rect l="l" t="t" r="r" b="b"/>
              <a:pathLst>
                <a:path w="413" h="494" extrusionOk="0">
                  <a:moveTo>
                    <a:pt x="228" y="1"/>
                  </a:moveTo>
                  <a:cubicBezTo>
                    <a:pt x="210" y="1"/>
                    <a:pt x="187" y="18"/>
                    <a:pt x="156" y="60"/>
                  </a:cubicBezTo>
                  <a:cubicBezTo>
                    <a:pt x="101" y="149"/>
                    <a:pt x="45" y="238"/>
                    <a:pt x="1" y="338"/>
                  </a:cubicBezTo>
                  <a:cubicBezTo>
                    <a:pt x="112" y="426"/>
                    <a:pt x="245" y="471"/>
                    <a:pt x="379" y="493"/>
                  </a:cubicBezTo>
                  <a:lnTo>
                    <a:pt x="401" y="493"/>
                  </a:lnTo>
                  <a:cubicBezTo>
                    <a:pt x="412" y="482"/>
                    <a:pt x="412" y="460"/>
                    <a:pt x="401" y="438"/>
                  </a:cubicBezTo>
                  <a:cubicBezTo>
                    <a:pt x="368" y="338"/>
                    <a:pt x="334" y="238"/>
                    <a:pt x="301" y="127"/>
                  </a:cubicBezTo>
                  <a:cubicBezTo>
                    <a:pt x="279" y="61"/>
                    <a:pt x="262" y="1"/>
                    <a:pt x="228"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30"/>
            <p:cNvSpPr/>
            <p:nvPr/>
          </p:nvSpPr>
          <p:spPr>
            <a:xfrm>
              <a:off x="5471525" y="4529450"/>
              <a:ext cx="38925" cy="36425"/>
            </a:xfrm>
            <a:custGeom>
              <a:avLst/>
              <a:gdLst/>
              <a:ahLst/>
              <a:cxnLst/>
              <a:rect l="l" t="t" r="r" b="b"/>
              <a:pathLst>
                <a:path w="1557" h="1457" extrusionOk="0">
                  <a:moveTo>
                    <a:pt x="1501" y="1368"/>
                  </a:moveTo>
                  <a:cubicBezTo>
                    <a:pt x="1523" y="1400"/>
                    <a:pt x="1534" y="1434"/>
                    <a:pt x="1556" y="1456"/>
                  </a:cubicBezTo>
                  <a:lnTo>
                    <a:pt x="1556" y="1456"/>
                  </a:lnTo>
                  <a:cubicBezTo>
                    <a:pt x="1534" y="1434"/>
                    <a:pt x="1523" y="1400"/>
                    <a:pt x="1501" y="1368"/>
                  </a:cubicBezTo>
                  <a:close/>
                  <a:moveTo>
                    <a:pt x="1501" y="1368"/>
                  </a:moveTo>
                  <a:lnTo>
                    <a:pt x="1501" y="1368"/>
                  </a:lnTo>
                  <a:lnTo>
                    <a:pt x="1501" y="1368"/>
                  </a:lnTo>
                  <a:close/>
                  <a:moveTo>
                    <a:pt x="1479" y="1212"/>
                  </a:moveTo>
                  <a:lnTo>
                    <a:pt x="1479" y="1267"/>
                  </a:lnTo>
                  <a:lnTo>
                    <a:pt x="1479" y="1212"/>
                  </a:lnTo>
                  <a:close/>
                  <a:moveTo>
                    <a:pt x="35" y="12"/>
                  </a:moveTo>
                  <a:cubicBezTo>
                    <a:pt x="23" y="334"/>
                    <a:pt x="12" y="645"/>
                    <a:pt x="1" y="956"/>
                  </a:cubicBezTo>
                  <a:lnTo>
                    <a:pt x="1" y="956"/>
                  </a:lnTo>
                  <a:cubicBezTo>
                    <a:pt x="12" y="645"/>
                    <a:pt x="23" y="334"/>
                    <a:pt x="35" y="12"/>
                  </a:cubicBezTo>
                  <a:lnTo>
                    <a:pt x="35" y="12"/>
                  </a:lnTo>
                  <a:close/>
                  <a:moveTo>
                    <a:pt x="267" y="12"/>
                  </a:moveTo>
                  <a:cubicBezTo>
                    <a:pt x="212" y="23"/>
                    <a:pt x="168" y="23"/>
                    <a:pt x="123" y="23"/>
                  </a:cubicBezTo>
                  <a:lnTo>
                    <a:pt x="123" y="23"/>
                  </a:lnTo>
                  <a:cubicBezTo>
                    <a:pt x="168" y="23"/>
                    <a:pt x="212" y="23"/>
                    <a:pt x="267" y="12"/>
                  </a:cubicBezTo>
                  <a:close/>
                  <a:moveTo>
                    <a:pt x="768" y="1"/>
                  </a:moveTo>
                  <a:lnTo>
                    <a:pt x="667" y="1"/>
                  </a:lnTo>
                  <a:lnTo>
                    <a:pt x="768" y="1"/>
                  </a:lnTo>
                  <a:cubicBezTo>
                    <a:pt x="1023" y="1"/>
                    <a:pt x="1267" y="23"/>
                    <a:pt x="1378" y="101"/>
                  </a:cubicBezTo>
                  <a:cubicBezTo>
                    <a:pt x="1423" y="134"/>
                    <a:pt x="1457" y="168"/>
                    <a:pt x="1479" y="212"/>
                  </a:cubicBezTo>
                  <a:cubicBezTo>
                    <a:pt x="1457" y="168"/>
                    <a:pt x="1423" y="134"/>
                    <a:pt x="1378" y="101"/>
                  </a:cubicBezTo>
                  <a:cubicBezTo>
                    <a:pt x="1267" y="23"/>
                    <a:pt x="1023" y="1"/>
                    <a:pt x="768"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30"/>
            <p:cNvSpPr/>
            <p:nvPr/>
          </p:nvSpPr>
          <p:spPr>
            <a:xfrm>
              <a:off x="5471525" y="4529450"/>
              <a:ext cx="40575" cy="51675"/>
            </a:xfrm>
            <a:custGeom>
              <a:avLst/>
              <a:gdLst/>
              <a:ahLst/>
              <a:cxnLst/>
              <a:rect l="l" t="t" r="r" b="b"/>
              <a:pathLst>
                <a:path w="1623" h="2067" extrusionOk="0">
                  <a:moveTo>
                    <a:pt x="667" y="1"/>
                  </a:moveTo>
                  <a:cubicBezTo>
                    <a:pt x="578" y="1"/>
                    <a:pt x="501" y="12"/>
                    <a:pt x="423" y="12"/>
                  </a:cubicBezTo>
                  <a:lnTo>
                    <a:pt x="267" y="12"/>
                  </a:lnTo>
                  <a:cubicBezTo>
                    <a:pt x="212" y="23"/>
                    <a:pt x="168" y="23"/>
                    <a:pt x="123" y="23"/>
                  </a:cubicBezTo>
                  <a:cubicBezTo>
                    <a:pt x="90" y="23"/>
                    <a:pt x="57" y="23"/>
                    <a:pt x="35" y="12"/>
                  </a:cubicBezTo>
                  <a:cubicBezTo>
                    <a:pt x="23" y="334"/>
                    <a:pt x="12" y="645"/>
                    <a:pt x="1" y="956"/>
                  </a:cubicBezTo>
                  <a:cubicBezTo>
                    <a:pt x="112" y="1356"/>
                    <a:pt x="223" y="1901"/>
                    <a:pt x="623" y="2034"/>
                  </a:cubicBezTo>
                  <a:cubicBezTo>
                    <a:pt x="679" y="2067"/>
                    <a:pt x="746" y="2067"/>
                    <a:pt x="801" y="2067"/>
                  </a:cubicBezTo>
                  <a:cubicBezTo>
                    <a:pt x="1112" y="2067"/>
                    <a:pt x="1368" y="1778"/>
                    <a:pt x="1556" y="1456"/>
                  </a:cubicBezTo>
                  <a:cubicBezTo>
                    <a:pt x="1534" y="1434"/>
                    <a:pt x="1523" y="1400"/>
                    <a:pt x="1501" y="1368"/>
                  </a:cubicBezTo>
                  <a:lnTo>
                    <a:pt x="1501" y="1356"/>
                  </a:lnTo>
                  <a:cubicBezTo>
                    <a:pt x="1489" y="1334"/>
                    <a:pt x="1489" y="1301"/>
                    <a:pt x="1479" y="1267"/>
                  </a:cubicBezTo>
                  <a:lnTo>
                    <a:pt x="1479" y="1212"/>
                  </a:lnTo>
                  <a:cubicBezTo>
                    <a:pt x="1479" y="1168"/>
                    <a:pt x="1489" y="1134"/>
                    <a:pt x="1489" y="1089"/>
                  </a:cubicBezTo>
                  <a:cubicBezTo>
                    <a:pt x="1512" y="790"/>
                    <a:pt x="1623" y="434"/>
                    <a:pt x="1479" y="212"/>
                  </a:cubicBezTo>
                  <a:cubicBezTo>
                    <a:pt x="1457" y="168"/>
                    <a:pt x="1423" y="134"/>
                    <a:pt x="1378" y="101"/>
                  </a:cubicBezTo>
                  <a:cubicBezTo>
                    <a:pt x="1267" y="23"/>
                    <a:pt x="1023" y="1"/>
                    <a:pt x="76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0"/>
            <p:cNvSpPr/>
            <p:nvPr/>
          </p:nvSpPr>
          <p:spPr>
            <a:xfrm>
              <a:off x="5422950" y="4398475"/>
              <a:ext cx="128325" cy="151800"/>
            </a:xfrm>
            <a:custGeom>
              <a:avLst/>
              <a:gdLst/>
              <a:ahLst/>
              <a:cxnLst/>
              <a:rect l="l" t="t" r="r" b="b"/>
              <a:pathLst>
                <a:path w="5133" h="6072" extrusionOk="0">
                  <a:moveTo>
                    <a:pt x="1035" y="0"/>
                  </a:moveTo>
                  <a:cubicBezTo>
                    <a:pt x="717" y="0"/>
                    <a:pt x="481" y="190"/>
                    <a:pt x="389" y="707"/>
                  </a:cubicBezTo>
                  <a:cubicBezTo>
                    <a:pt x="289" y="1218"/>
                    <a:pt x="489" y="2963"/>
                    <a:pt x="455" y="3485"/>
                  </a:cubicBezTo>
                  <a:cubicBezTo>
                    <a:pt x="311" y="3351"/>
                    <a:pt x="178" y="3185"/>
                    <a:pt x="89" y="3007"/>
                  </a:cubicBezTo>
                  <a:lnTo>
                    <a:pt x="89" y="3007"/>
                  </a:lnTo>
                  <a:cubicBezTo>
                    <a:pt x="11" y="3541"/>
                    <a:pt x="122" y="4096"/>
                    <a:pt x="400" y="4563"/>
                  </a:cubicBezTo>
                  <a:cubicBezTo>
                    <a:pt x="255" y="4451"/>
                    <a:pt x="134" y="4307"/>
                    <a:pt x="33" y="4151"/>
                  </a:cubicBezTo>
                  <a:lnTo>
                    <a:pt x="33" y="4151"/>
                  </a:lnTo>
                  <a:cubicBezTo>
                    <a:pt x="0" y="4707"/>
                    <a:pt x="378" y="5185"/>
                    <a:pt x="766" y="5573"/>
                  </a:cubicBezTo>
                  <a:cubicBezTo>
                    <a:pt x="1048" y="5854"/>
                    <a:pt x="1620" y="6037"/>
                    <a:pt x="2138" y="6037"/>
                  </a:cubicBezTo>
                  <a:cubicBezTo>
                    <a:pt x="2519" y="6037"/>
                    <a:pt x="2871" y="5938"/>
                    <a:pt x="3055" y="5706"/>
                  </a:cubicBezTo>
                  <a:cubicBezTo>
                    <a:pt x="3077" y="5785"/>
                    <a:pt x="3111" y="5862"/>
                    <a:pt x="3166" y="5918"/>
                  </a:cubicBezTo>
                  <a:cubicBezTo>
                    <a:pt x="3265" y="6016"/>
                    <a:pt x="3407" y="6072"/>
                    <a:pt x="3551" y="6072"/>
                  </a:cubicBezTo>
                  <a:cubicBezTo>
                    <a:pt x="3586" y="6072"/>
                    <a:pt x="3620" y="6068"/>
                    <a:pt x="3655" y="6062"/>
                  </a:cubicBezTo>
                  <a:cubicBezTo>
                    <a:pt x="3911" y="6007"/>
                    <a:pt x="4099" y="5795"/>
                    <a:pt x="4210" y="5562"/>
                  </a:cubicBezTo>
                  <a:cubicBezTo>
                    <a:pt x="4310" y="5329"/>
                    <a:pt x="4343" y="5074"/>
                    <a:pt x="4366" y="4818"/>
                  </a:cubicBezTo>
                  <a:cubicBezTo>
                    <a:pt x="4466" y="3884"/>
                    <a:pt x="5133" y="1696"/>
                    <a:pt x="3955" y="1385"/>
                  </a:cubicBezTo>
                  <a:cubicBezTo>
                    <a:pt x="3108" y="1164"/>
                    <a:pt x="1821" y="0"/>
                    <a:pt x="103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30"/>
            <p:cNvSpPr/>
            <p:nvPr/>
          </p:nvSpPr>
          <p:spPr>
            <a:xfrm>
              <a:off x="5439600" y="4474750"/>
              <a:ext cx="57500" cy="68000"/>
            </a:xfrm>
            <a:custGeom>
              <a:avLst/>
              <a:gdLst/>
              <a:ahLst/>
              <a:cxnLst/>
              <a:rect l="l" t="t" r="r" b="b"/>
              <a:pathLst>
                <a:path w="2300" h="2720" extrusionOk="0">
                  <a:moveTo>
                    <a:pt x="1633" y="1556"/>
                  </a:moveTo>
                  <a:cubicBezTo>
                    <a:pt x="1645" y="1556"/>
                    <a:pt x="1667" y="1556"/>
                    <a:pt x="1678" y="1567"/>
                  </a:cubicBezTo>
                  <a:cubicBezTo>
                    <a:pt x="1722" y="1578"/>
                    <a:pt x="1756" y="1623"/>
                    <a:pt x="1767" y="1667"/>
                  </a:cubicBezTo>
                  <a:cubicBezTo>
                    <a:pt x="1778" y="1744"/>
                    <a:pt x="1734" y="1833"/>
                    <a:pt x="1678" y="1911"/>
                  </a:cubicBezTo>
                  <a:cubicBezTo>
                    <a:pt x="1667" y="1934"/>
                    <a:pt x="1656" y="1956"/>
                    <a:pt x="1645" y="1967"/>
                  </a:cubicBezTo>
                  <a:cubicBezTo>
                    <a:pt x="1623" y="1889"/>
                    <a:pt x="1600" y="1811"/>
                    <a:pt x="1589" y="1734"/>
                  </a:cubicBezTo>
                  <a:cubicBezTo>
                    <a:pt x="1578" y="1645"/>
                    <a:pt x="1589" y="1600"/>
                    <a:pt x="1611" y="1567"/>
                  </a:cubicBezTo>
                  <a:cubicBezTo>
                    <a:pt x="1623" y="1567"/>
                    <a:pt x="1623" y="1556"/>
                    <a:pt x="1633" y="1556"/>
                  </a:cubicBezTo>
                  <a:close/>
                  <a:moveTo>
                    <a:pt x="290" y="1"/>
                  </a:moveTo>
                  <a:lnTo>
                    <a:pt x="290" y="1"/>
                  </a:lnTo>
                  <a:cubicBezTo>
                    <a:pt x="1" y="712"/>
                    <a:pt x="34" y="1544"/>
                    <a:pt x="367" y="2233"/>
                  </a:cubicBezTo>
                  <a:cubicBezTo>
                    <a:pt x="467" y="2455"/>
                    <a:pt x="601" y="2566"/>
                    <a:pt x="745" y="2566"/>
                  </a:cubicBezTo>
                  <a:cubicBezTo>
                    <a:pt x="934" y="2566"/>
                    <a:pt x="1045" y="2378"/>
                    <a:pt x="1112" y="2233"/>
                  </a:cubicBezTo>
                  <a:cubicBezTo>
                    <a:pt x="1134" y="2178"/>
                    <a:pt x="1167" y="2111"/>
                    <a:pt x="1189" y="2033"/>
                  </a:cubicBezTo>
                  <a:cubicBezTo>
                    <a:pt x="1245" y="2122"/>
                    <a:pt x="1334" y="2189"/>
                    <a:pt x="1433" y="2189"/>
                  </a:cubicBezTo>
                  <a:cubicBezTo>
                    <a:pt x="1500" y="2189"/>
                    <a:pt x="1556" y="2156"/>
                    <a:pt x="1611" y="2122"/>
                  </a:cubicBezTo>
                  <a:cubicBezTo>
                    <a:pt x="1633" y="2211"/>
                    <a:pt x="1667" y="2300"/>
                    <a:pt x="1712" y="2389"/>
                  </a:cubicBezTo>
                  <a:cubicBezTo>
                    <a:pt x="1756" y="2478"/>
                    <a:pt x="1811" y="2578"/>
                    <a:pt x="1900" y="2645"/>
                  </a:cubicBezTo>
                  <a:cubicBezTo>
                    <a:pt x="1959" y="2695"/>
                    <a:pt x="2023" y="2720"/>
                    <a:pt x="2089" y="2720"/>
                  </a:cubicBezTo>
                  <a:cubicBezTo>
                    <a:pt x="2111" y="2720"/>
                    <a:pt x="2134" y="2717"/>
                    <a:pt x="2156" y="2711"/>
                  </a:cubicBezTo>
                  <a:cubicBezTo>
                    <a:pt x="2178" y="2700"/>
                    <a:pt x="2200" y="2689"/>
                    <a:pt x="2211" y="2678"/>
                  </a:cubicBezTo>
                  <a:cubicBezTo>
                    <a:pt x="2267" y="2645"/>
                    <a:pt x="2300" y="2578"/>
                    <a:pt x="2300" y="2500"/>
                  </a:cubicBezTo>
                  <a:cubicBezTo>
                    <a:pt x="2300" y="2445"/>
                    <a:pt x="2267" y="2389"/>
                    <a:pt x="2223" y="2356"/>
                  </a:cubicBezTo>
                  <a:lnTo>
                    <a:pt x="2178" y="2422"/>
                  </a:lnTo>
                  <a:cubicBezTo>
                    <a:pt x="2211" y="2433"/>
                    <a:pt x="2223" y="2467"/>
                    <a:pt x="2223" y="2500"/>
                  </a:cubicBezTo>
                  <a:cubicBezTo>
                    <a:pt x="2223" y="2544"/>
                    <a:pt x="2200" y="2589"/>
                    <a:pt x="2167" y="2611"/>
                  </a:cubicBezTo>
                  <a:cubicBezTo>
                    <a:pt x="2142" y="2632"/>
                    <a:pt x="2112" y="2640"/>
                    <a:pt x="2082" y="2640"/>
                  </a:cubicBezTo>
                  <a:cubicBezTo>
                    <a:pt x="2032" y="2640"/>
                    <a:pt x="1979" y="2617"/>
                    <a:pt x="1944" y="2589"/>
                  </a:cubicBezTo>
                  <a:cubicBezTo>
                    <a:pt x="1867" y="2534"/>
                    <a:pt x="1823" y="2433"/>
                    <a:pt x="1778" y="2356"/>
                  </a:cubicBezTo>
                  <a:cubicBezTo>
                    <a:pt x="1734" y="2255"/>
                    <a:pt x="1700" y="2156"/>
                    <a:pt x="1667" y="2055"/>
                  </a:cubicBezTo>
                  <a:cubicBezTo>
                    <a:pt x="1700" y="2023"/>
                    <a:pt x="1722" y="1989"/>
                    <a:pt x="1744" y="1956"/>
                  </a:cubicBezTo>
                  <a:cubicBezTo>
                    <a:pt x="1800" y="1867"/>
                    <a:pt x="1855" y="1767"/>
                    <a:pt x="1833" y="1656"/>
                  </a:cubicBezTo>
                  <a:cubicBezTo>
                    <a:pt x="1823" y="1578"/>
                    <a:pt x="1767" y="1512"/>
                    <a:pt x="1700" y="1489"/>
                  </a:cubicBezTo>
                  <a:cubicBezTo>
                    <a:pt x="1684" y="1485"/>
                    <a:pt x="1666" y="1482"/>
                    <a:pt x="1648" y="1482"/>
                  </a:cubicBezTo>
                  <a:cubicBezTo>
                    <a:pt x="1618" y="1482"/>
                    <a:pt x="1588" y="1490"/>
                    <a:pt x="1567" y="1512"/>
                  </a:cubicBezTo>
                  <a:cubicBezTo>
                    <a:pt x="1500" y="1567"/>
                    <a:pt x="1500" y="1678"/>
                    <a:pt x="1512" y="1744"/>
                  </a:cubicBezTo>
                  <a:lnTo>
                    <a:pt x="1578" y="2045"/>
                  </a:lnTo>
                  <a:cubicBezTo>
                    <a:pt x="1544" y="2078"/>
                    <a:pt x="1489" y="2111"/>
                    <a:pt x="1433" y="2111"/>
                  </a:cubicBezTo>
                  <a:cubicBezTo>
                    <a:pt x="1344" y="2111"/>
                    <a:pt x="1256" y="2033"/>
                    <a:pt x="1223" y="1944"/>
                  </a:cubicBezTo>
                  <a:cubicBezTo>
                    <a:pt x="1223" y="1934"/>
                    <a:pt x="1211" y="1934"/>
                    <a:pt x="1211" y="1922"/>
                  </a:cubicBezTo>
                  <a:cubicBezTo>
                    <a:pt x="1233" y="1823"/>
                    <a:pt x="1223" y="1712"/>
                    <a:pt x="1167" y="1611"/>
                  </a:cubicBezTo>
                  <a:lnTo>
                    <a:pt x="1089" y="1478"/>
                  </a:lnTo>
                  <a:lnTo>
                    <a:pt x="1100" y="1633"/>
                  </a:lnTo>
                  <a:cubicBezTo>
                    <a:pt x="1100" y="1722"/>
                    <a:pt x="1100" y="1833"/>
                    <a:pt x="1134" y="1934"/>
                  </a:cubicBezTo>
                  <a:cubicBezTo>
                    <a:pt x="1122" y="2023"/>
                    <a:pt x="1078" y="2122"/>
                    <a:pt x="1045" y="2200"/>
                  </a:cubicBezTo>
                  <a:cubicBezTo>
                    <a:pt x="945" y="2400"/>
                    <a:pt x="856" y="2489"/>
                    <a:pt x="745" y="2489"/>
                  </a:cubicBezTo>
                  <a:cubicBezTo>
                    <a:pt x="601" y="2489"/>
                    <a:pt x="500" y="2334"/>
                    <a:pt x="434" y="2200"/>
                  </a:cubicBezTo>
                  <a:cubicBezTo>
                    <a:pt x="112" y="1522"/>
                    <a:pt x="78" y="712"/>
                    <a:pt x="356" y="34"/>
                  </a:cubicBezTo>
                  <a:lnTo>
                    <a:pt x="290"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30"/>
            <p:cNvSpPr/>
            <p:nvPr/>
          </p:nvSpPr>
          <p:spPr>
            <a:xfrm>
              <a:off x="5619575" y="4599400"/>
              <a:ext cx="11400" cy="13675"/>
            </a:xfrm>
            <a:custGeom>
              <a:avLst/>
              <a:gdLst/>
              <a:ahLst/>
              <a:cxnLst/>
              <a:rect l="l" t="t" r="r" b="b"/>
              <a:pathLst>
                <a:path w="456" h="547" extrusionOk="0">
                  <a:moveTo>
                    <a:pt x="237" y="0"/>
                  </a:moveTo>
                  <a:cubicBezTo>
                    <a:pt x="219" y="0"/>
                    <a:pt x="197" y="20"/>
                    <a:pt x="166" y="69"/>
                  </a:cubicBezTo>
                  <a:cubicBezTo>
                    <a:pt x="100" y="169"/>
                    <a:pt x="45" y="269"/>
                    <a:pt x="0" y="391"/>
                  </a:cubicBezTo>
                  <a:cubicBezTo>
                    <a:pt x="122" y="480"/>
                    <a:pt x="267" y="535"/>
                    <a:pt x="411" y="547"/>
                  </a:cubicBezTo>
                  <a:lnTo>
                    <a:pt x="445" y="547"/>
                  </a:lnTo>
                  <a:cubicBezTo>
                    <a:pt x="455" y="535"/>
                    <a:pt x="455" y="503"/>
                    <a:pt x="445" y="480"/>
                  </a:cubicBezTo>
                  <a:cubicBezTo>
                    <a:pt x="400" y="369"/>
                    <a:pt x="366" y="258"/>
                    <a:pt x="322" y="147"/>
                  </a:cubicBezTo>
                  <a:cubicBezTo>
                    <a:pt x="293" y="74"/>
                    <a:pt x="273" y="0"/>
                    <a:pt x="237"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30"/>
            <p:cNvSpPr/>
            <p:nvPr/>
          </p:nvSpPr>
          <p:spPr>
            <a:xfrm>
              <a:off x="5608725" y="4616250"/>
              <a:ext cx="8350" cy="11000"/>
            </a:xfrm>
            <a:custGeom>
              <a:avLst/>
              <a:gdLst/>
              <a:ahLst/>
              <a:cxnLst/>
              <a:rect l="l" t="t" r="r" b="b"/>
              <a:pathLst>
                <a:path w="334" h="440" extrusionOk="0">
                  <a:moveTo>
                    <a:pt x="217" y="0"/>
                  </a:moveTo>
                  <a:cubicBezTo>
                    <a:pt x="203" y="0"/>
                    <a:pt x="184" y="11"/>
                    <a:pt x="156" y="39"/>
                  </a:cubicBezTo>
                  <a:cubicBezTo>
                    <a:pt x="101" y="106"/>
                    <a:pt x="45" y="184"/>
                    <a:pt x="1" y="273"/>
                  </a:cubicBezTo>
                  <a:cubicBezTo>
                    <a:pt x="89" y="350"/>
                    <a:pt x="190" y="406"/>
                    <a:pt x="301" y="439"/>
                  </a:cubicBezTo>
                  <a:lnTo>
                    <a:pt x="323" y="439"/>
                  </a:lnTo>
                  <a:cubicBezTo>
                    <a:pt x="334" y="428"/>
                    <a:pt x="334" y="406"/>
                    <a:pt x="334" y="395"/>
                  </a:cubicBezTo>
                  <a:cubicBezTo>
                    <a:pt x="312" y="295"/>
                    <a:pt x="289" y="206"/>
                    <a:pt x="267" y="117"/>
                  </a:cubicBezTo>
                  <a:cubicBezTo>
                    <a:pt x="252" y="56"/>
                    <a:pt x="247" y="0"/>
                    <a:pt x="217"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30"/>
            <p:cNvSpPr/>
            <p:nvPr/>
          </p:nvSpPr>
          <p:spPr>
            <a:xfrm>
              <a:off x="5450150" y="4405325"/>
              <a:ext cx="11400" cy="21125"/>
            </a:xfrm>
            <a:custGeom>
              <a:avLst/>
              <a:gdLst/>
              <a:ahLst/>
              <a:cxnLst/>
              <a:rect l="l" t="t" r="r" b="b"/>
              <a:pathLst>
                <a:path w="456" h="845" extrusionOk="0">
                  <a:moveTo>
                    <a:pt x="367" y="1"/>
                  </a:moveTo>
                  <a:cubicBezTo>
                    <a:pt x="156" y="223"/>
                    <a:pt x="34" y="522"/>
                    <a:pt x="1" y="833"/>
                  </a:cubicBezTo>
                  <a:lnTo>
                    <a:pt x="123" y="845"/>
                  </a:lnTo>
                  <a:cubicBezTo>
                    <a:pt x="145" y="567"/>
                    <a:pt x="268" y="289"/>
                    <a:pt x="456" y="89"/>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30"/>
            <p:cNvSpPr/>
            <p:nvPr/>
          </p:nvSpPr>
          <p:spPr>
            <a:xfrm>
              <a:off x="5461525" y="4426425"/>
              <a:ext cx="5875" cy="15575"/>
            </a:xfrm>
            <a:custGeom>
              <a:avLst/>
              <a:gdLst/>
              <a:ahLst/>
              <a:cxnLst/>
              <a:rect l="l" t="t" r="r" b="b"/>
              <a:pathLst>
                <a:path w="235" h="623" extrusionOk="0">
                  <a:moveTo>
                    <a:pt x="124" y="1"/>
                  </a:moveTo>
                  <a:cubicBezTo>
                    <a:pt x="35" y="201"/>
                    <a:pt x="1" y="411"/>
                    <a:pt x="23" y="623"/>
                  </a:cubicBezTo>
                  <a:lnTo>
                    <a:pt x="146" y="611"/>
                  </a:lnTo>
                  <a:cubicBezTo>
                    <a:pt x="124" y="423"/>
                    <a:pt x="156" y="223"/>
                    <a:pt x="235" y="45"/>
                  </a:cubicBezTo>
                  <a:lnTo>
                    <a:pt x="124"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30"/>
            <p:cNvSpPr/>
            <p:nvPr/>
          </p:nvSpPr>
          <p:spPr>
            <a:xfrm>
              <a:off x="5449875" y="4444775"/>
              <a:ext cx="3900" cy="6950"/>
            </a:xfrm>
            <a:custGeom>
              <a:avLst/>
              <a:gdLst/>
              <a:ahLst/>
              <a:cxnLst/>
              <a:rect l="l" t="t" r="r" b="b"/>
              <a:pathLst>
                <a:path w="156" h="278" extrusionOk="0">
                  <a:moveTo>
                    <a:pt x="111" y="0"/>
                  </a:moveTo>
                  <a:lnTo>
                    <a:pt x="0" y="44"/>
                  </a:lnTo>
                  <a:cubicBezTo>
                    <a:pt x="23" y="111"/>
                    <a:pt x="34" y="178"/>
                    <a:pt x="12" y="244"/>
                  </a:cubicBezTo>
                  <a:lnTo>
                    <a:pt x="134" y="277"/>
                  </a:lnTo>
                  <a:cubicBezTo>
                    <a:pt x="156" y="188"/>
                    <a:pt x="145" y="89"/>
                    <a:pt x="11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30"/>
            <p:cNvSpPr/>
            <p:nvPr/>
          </p:nvSpPr>
          <p:spPr>
            <a:xfrm>
              <a:off x="5465150" y="4460575"/>
              <a:ext cx="3075" cy="3375"/>
            </a:xfrm>
            <a:custGeom>
              <a:avLst/>
              <a:gdLst/>
              <a:ahLst/>
              <a:cxnLst/>
              <a:rect l="l" t="t" r="r" b="b"/>
              <a:pathLst>
                <a:path w="123" h="135" extrusionOk="0">
                  <a:moveTo>
                    <a:pt x="1" y="1"/>
                  </a:moveTo>
                  <a:lnTo>
                    <a:pt x="1" y="134"/>
                  </a:lnTo>
                  <a:lnTo>
                    <a:pt x="123" y="134"/>
                  </a:lnTo>
                  <a:lnTo>
                    <a:pt x="123"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30"/>
            <p:cNvSpPr/>
            <p:nvPr/>
          </p:nvSpPr>
          <p:spPr>
            <a:xfrm>
              <a:off x="5671225" y="4107325"/>
              <a:ext cx="4175" cy="8075"/>
            </a:xfrm>
            <a:custGeom>
              <a:avLst/>
              <a:gdLst/>
              <a:ahLst/>
              <a:cxnLst/>
              <a:rect l="l" t="t" r="r" b="b"/>
              <a:pathLst>
                <a:path w="167" h="323" extrusionOk="0">
                  <a:moveTo>
                    <a:pt x="100" y="0"/>
                  </a:moveTo>
                  <a:lnTo>
                    <a:pt x="23" y="89"/>
                  </a:lnTo>
                  <a:cubicBezTo>
                    <a:pt x="33" y="101"/>
                    <a:pt x="45" y="134"/>
                    <a:pt x="33" y="156"/>
                  </a:cubicBezTo>
                  <a:cubicBezTo>
                    <a:pt x="33" y="190"/>
                    <a:pt x="23" y="212"/>
                    <a:pt x="1" y="223"/>
                  </a:cubicBezTo>
                  <a:lnTo>
                    <a:pt x="56" y="323"/>
                  </a:lnTo>
                  <a:cubicBezTo>
                    <a:pt x="112" y="301"/>
                    <a:pt x="144" y="245"/>
                    <a:pt x="156" y="178"/>
                  </a:cubicBezTo>
                  <a:cubicBezTo>
                    <a:pt x="167" y="111"/>
                    <a:pt x="144" y="45"/>
                    <a:pt x="10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0"/>
            <p:cNvSpPr/>
            <p:nvPr/>
          </p:nvSpPr>
          <p:spPr>
            <a:xfrm>
              <a:off x="5677050" y="4091775"/>
              <a:ext cx="3650" cy="6675"/>
            </a:xfrm>
            <a:custGeom>
              <a:avLst/>
              <a:gdLst/>
              <a:ahLst/>
              <a:cxnLst/>
              <a:rect l="l" t="t" r="r" b="b"/>
              <a:pathLst>
                <a:path w="146" h="267" extrusionOk="0">
                  <a:moveTo>
                    <a:pt x="89" y="0"/>
                  </a:moveTo>
                  <a:lnTo>
                    <a:pt x="0" y="78"/>
                  </a:lnTo>
                  <a:cubicBezTo>
                    <a:pt x="12" y="89"/>
                    <a:pt x="23" y="111"/>
                    <a:pt x="23" y="134"/>
                  </a:cubicBezTo>
                  <a:cubicBezTo>
                    <a:pt x="23" y="145"/>
                    <a:pt x="12" y="167"/>
                    <a:pt x="0" y="178"/>
                  </a:cubicBezTo>
                  <a:lnTo>
                    <a:pt x="67" y="267"/>
                  </a:lnTo>
                  <a:cubicBezTo>
                    <a:pt x="111" y="245"/>
                    <a:pt x="134" y="190"/>
                    <a:pt x="145" y="134"/>
                  </a:cubicBezTo>
                  <a:cubicBezTo>
                    <a:pt x="145" y="78"/>
                    <a:pt x="123" y="34"/>
                    <a:pt x="8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30"/>
            <p:cNvSpPr/>
            <p:nvPr/>
          </p:nvSpPr>
          <p:spPr>
            <a:xfrm>
              <a:off x="5550400" y="3967900"/>
              <a:ext cx="26975" cy="23925"/>
            </a:xfrm>
            <a:custGeom>
              <a:avLst/>
              <a:gdLst/>
              <a:ahLst/>
              <a:cxnLst/>
              <a:rect l="l" t="t" r="r" b="b"/>
              <a:pathLst>
                <a:path w="1079" h="957" extrusionOk="0">
                  <a:moveTo>
                    <a:pt x="901" y="1"/>
                  </a:moveTo>
                  <a:lnTo>
                    <a:pt x="834" y="45"/>
                  </a:lnTo>
                  <a:cubicBezTo>
                    <a:pt x="934" y="212"/>
                    <a:pt x="990" y="356"/>
                    <a:pt x="990" y="501"/>
                  </a:cubicBezTo>
                  <a:cubicBezTo>
                    <a:pt x="990" y="634"/>
                    <a:pt x="901" y="812"/>
                    <a:pt x="756" y="857"/>
                  </a:cubicBezTo>
                  <a:cubicBezTo>
                    <a:pt x="729" y="864"/>
                    <a:pt x="701" y="867"/>
                    <a:pt x="672" y="867"/>
                  </a:cubicBezTo>
                  <a:cubicBezTo>
                    <a:pt x="568" y="867"/>
                    <a:pt x="454" y="823"/>
                    <a:pt x="368" y="745"/>
                  </a:cubicBezTo>
                  <a:cubicBezTo>
                    <a:pt x="257" y="634"/>
                    <a:pt x="190" y="501"/>
                    <a:pt x="123" y="356"/>
                  </a:cubicBezTo>
                  <a:cubicBezTo>
                    <a:pt x="101" y="334"/>
                    <a:pt x="112" y="323"/>
                    <a:pt x="112" y="323"/>
                  </a:cubicBezTo>
                  <a:lnTo>
                    <a:pt x="45" y="257"/>
                  </a:lnTo>
                  <a:cubicBezTo>
                    <a:pt x="23" y="279"/>
                    <a:pt x="1" y="323"/>
                    <a:pt x="45" y="401"/>
                  </a:cubicBezTo>
                  <a:cubicBezTo>
                    <a:pt x="112" y="534"/>
                    <a:pt x="190" y="689"/>
                    <a:pt x="301" y="801"/>
                  </a:cubicBezTo>
                  <a:cubicBezTo>
                    <a:pt x="390" y="879"/>
                    <a:pt x="523" y="956"/>
                    <a:pt x="657" y="956"/>
                  </a:cubicBezTo>
                  <a:cubicBezTo>
                    <a:pt x="701" y="956"/>
                    <a:pt x="734" y="945"/>
                    <a:pt x="778" y="934"/>
                  </a:cubicBezTo>
                  <a:cubicBezTo>
                    <a:pt x="945" y="879"/>
                    <a:pt x="1067" y="701"/>
                    <a:pt x="1067" y="501"/>
                  </a:cubicBezTo>
                  <a:cubicBezTo>
                    <a:pt x="1079" y="346"/>
                    <a:pt x="1023" y="178"/>
                    <a:pt x="90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30"/>
            <p:cNvSpPr/>
            <p:nvPr/>
          </p:nvSpPr>
          <p:spPr>
            <a:xfrm>
              <a:off x="5615675" y="3942350"/>
              <a:ext cx="26950" cy="23925"/>
            </a:xfrm>
            <a:custGeom>
              <a:avLst/>
              <a:gdLst/>
              <a:ahLst/>
              <a:cxnLst/>
              <a:rect l="l" t="t" r="r" b="b"/>
              <a:pathLst>
                <a:path w="1078" h="957" extrusionOk="0">
                  <a:moveTo>
                    <a:pt x="900" y="1"/>
                  </a:moveTo>
                  <a:lnTo>
                    <a:pt x="823" y="45"/>
                  </a:lnTo>
                  <a:cubicBezTo>
                    <a:pt x="934" y="212"/>
                    <a:pt x="989" y="356"/>
                    <a:pt x="989" y="501"/>
                  </a:cubicBezTo>
                  <a:cubicBezTo>
                    <a:pt x="978" y="645"/>
                    <a:pt x="900" y="812"/>
                    <a:pt x="745" y="857"/>
                  </a:cubicBezTo>
                  <a:cubicBezTo>
                    <a:pt x="718" y="867"/>
                    <a:pt x="689" y="872"/>
                    <a:pt x="659" y="872"/>
                  </a:cubicBezTo>
                  <a:cubicBezTo>
                    <a:pt x="562" y="872"/>
                    <a:pt x="452" y="821"/>
                    <a:pt x="367" y="745"/>
                  </a:cubicBezTo>
                  <a:cubicBezTo>
                    <a:pt x="256" y="634"/>
                    <a:pt x="178" y="501"/>
                    <a:pt x="112" y="356"/>
                  </a:cubicBezTo>
                  <a:cubicBezTo>
                    <a:pt x="100" y="334"/>
                    <a:pt x="100" y="323"/>
                    <a:pt x="100" y="323"/>
                  </a:cubicBezTo>
                  <a:lnTo>
                    <a:pt x="45" y="257"/>
                  </a:lnTo>
                  <a:cubicBezTo>
                    <a:pt x="23" y="279"/>
                    <a:pt x="1" y="323"/>
                    <a:pt x="45" y="401"/>
                  </a:cubicBezTo>
                  <a:cubicBezTo>
                    <a:pt x="112" y="534"/>
                    <a:pt x="178" y="689"/>
                    <a:pt x="300" y="801"/>
                  </a:cubicBezTo>
                  <a:cubicBezTo>
                    <a:pt x="389" y="879"/>
                    <a:pt x="522" y="956"/>
                    <a:pt x="656" y="956"/>
                  </a:cubicBezTo>
                  <a:cubicBezTo>
                    <a:pt x="700" y="956"/>
                    <a:pt x="734" y="945"/>
                    <a:pt x="778" y="934"/>
                  </a:cubicBezTo>
                  <a:cubicBezTo>
                    <a:pt x="945" y="879"/>
                    <a:pt x="1067" y="701"/>
                    <a:pt x="1067" y="501"/>
                  </a:cubicBezTo>
                  <a:cubicBezTo>
                    <a:pt x="1078" y="346"/>
                    <a:pt x="1023" y="178"/>
                    <a:pt x="9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0"/>
            <p:cNvSpPr/>
            <p:nvPr/>
          </p:nvSpPr>
          <p:spPr>
            <a:xfrm>
              <a:off x="5597350" y="4042325"/>
              <a:ext cx="110550" cy="200275"/>
            </a:xfrm>
            <a:custGeom>
              <a:avLst/>
              <a:gdLst/>
              <a:ahLst/>
              <a:cxnLst/>
              <a:rect l="l" t="t" r="r" b="b"/>
              <a:pathLst>
                <a:path w="4422" h="8011" extrusionOk="0">
                  <a:moveTo>
                    <a:pt x="334" y="1"/>
                  </a:moveTo>
                  <a:lnTo>
                    <a:pt x="1" y="346"/>
                  </a:lnTo>
                  <a:cubicBezTo>
                    <a:pt x="934" y="1267"/>
                    <a:pt x="1756" y="2467"/>
                    <a:pt x="2445" y="3901"/>
                  </a:cubicBezTo>
                  <a:cubicBezTo>
                    <a:pt x="3089" y="5244"/>
                    <a:pt x="3555" y="6666"/>
                    <a:pt x="3966" y="8011"/>
                  </a:cubicBezTo>
                  <a:lnTo>
                    <a:pt x="4422" y="7866"/>
                  </a:lnTo>
                  <a:cubicBezTo>
                    <a:pt x="4010" y="6511"/>
                    <a:pt x="3533" y="5066"/>
                    <a:pt x="2877" y="3701"/>
                  </a:cubicBezTo>
                  <a:cubicBezTo>
                    <a:pt x="2156" y="2200"/>
                    <a:pt x="1300" y="968"/>
                    <a:pt x="3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30"/>
            <p:cNvSpPr/>
            <p:nvPr/>
          </p:nvSpPr>
          <p:spPr>
            <a:xfrm>
              <a:off x="5649575" y="4036225"/>
              <a:ext cx="68050" cy="241650"/>
            </a:xfrm>
            <a:custGeom>
              <a:avLst/>
              <a:gdLst/>
              <a:ahLst/>
              <a:cxnLst/>
              <a:rect l="l" t="t" r="r" b="b"/>
              <a:pathLst>
                <a:path w="2722" h="9666" extrusionOk="0">
                  <a:moveTo>
                    <a:pt x="477" y="0"/>
                  </a:moveTo>
                  <a:lnTo>
                    <a:pt x="0" y="79"/>
                  </a:lnTo>
                  <a:cubicBezTo>
                    <a:pt x="578" y="3300"/>
                    <a:pt x="1344" y="6532"/>
                    <a:pt x="2266" y="9665"/>
                  </a:cubicBezTo>
                  <a:lnTo>
                    <a:pt x="2721" y="9532"/>
                  </a:lnTo>
                  <a:cubicBezTo>
                    <a:pt x="1800" y="6411"/>
                    <a:pt x="1044" y="3200"/>
                    <a:pt x="47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30"/>
            <p:cNvSpPr/>
            <p:nvPr/>
          </p:nvSpPr>
          <p:spPr>
            <a:xfrm>
              <a:off x="5690100" y="3998200"/>
              <a:ext cx="42250" cy="304100"/>
            </a:xfrm>
            <a:custGeom>
              <a:avLst/>
              <a:gdLst/>
              <a:ahLst/>
              <a:cxnLst/>
              <a:rect l="l" t="t" r="r" b="b"/>
              <a:pathLst>
                <a:path w="1690" h="12164" extrusionOk="0">
                  <a:moveTo>
                    <a:pt x="478" y="0"/>
                  </a:moveTo>
                  <a:lnTo>
                    <a:pt x="478" y="0"/>
                  </a:lnTo>
                  <a:cubicBezTo>
                    <a:pt x="1" y="4077"/>
                    <a:pt x="245" y="8176"/>
                    <a:pt x="1223" y="12164"/>
                  </a:cubicBezTo>
                  <a:lnTo>
                    <a:pt x="1689" y="12053"/>
                  </a:lnTo>
                  <a:cubicBezTo>
                    <a:pt x="723" y="8120"/>
                    <a:pt x="478" y="4077"/>
                    <a:pt x="956" y="55"/>
                  </a:cubicBezTo>
                  <a:lnTo>
                    <a:pt x="47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30"/>
            <p:cNvSpPr/>
            <p:nvPr/>
          </p:nvSpPr>
          <p:spPr>
            <a:xfrm>
              <a:off x="5646775" y="3990675"/>
              <a:ext cx="75025" cy="319700"/>
            </a:xfrm>
            <a:custGeom>
              <a:avLst/>
              <a:gdLst/>
              <a:ahLst/>
              <a:cxnLst/>
              <a:rect l="l" t="t" r="r" b="b"/>
              <a:pathLst>
                <a:path w="3001" h="12788" extrusionOk="0">
                  <a:moveTo>
                    <a:pt x="468" y="1"/>
                  </a:moveTo>
                  <a:lnTo>
                    <a:pt x="1" y="112"/>
                  </a:lnTo>
                  <a:cubicBezTo>
                    <a:pt x="245" y="1145"/>
                    <a:pt x="490" y="2212"/>
                    <a:pt x="690" y="3278"/>
                  </a:cubicBezTo>
                  <a:cubicBezTo>
                    <a:pt x="856" y="4178"/>
                    <a:pt x="989" y="5100"/>
                    <a:pt x="1122" y="5989"/>
                  </a:cubicBezTo>
                  <a:cubicBezTo>
                    <a:pt x="1234" y="6799"/>
                    <a:pt x="1356" y="7621"/>
                    <a:pt x="1500" y="8443"/>
                  </a:cubicBezTo>
                  <a:cubicBezTo>
                    <a:pt x="1756" y="9910"/>
                    <a:pt x="2100" y="11365"/>
                    <a:pt x="2534" y="12787"/>
                  </a:cubicBezTo>
                  <a:lnTo>
                    <a:pt x="3000" y="12654"/>
                  </a:lnTo>
                  <a:cubicBezTo>
                    <a:pt x="2567" y="11243"/>
                    <a:pt x="2223" y="9799"/>
                    <a:pt x="1967" y="8354"/>
                  </a:cubicBezTo>
                  <a:cubicBezTo>
                    <a:pt x="1823" y="7555"/>
                    <a:pt x="1712" y="6722"/>
                    <a:pt x="1589" y="5922"/>
                  </a:cubicBezTo>
                  <a:cubicBezTo>
                    <a:pt x="1467" y="5033"/>
                    <a:pt x="1334" y="4100"/>
                    <a:pt x="1167" y="3189"/>
                  </a:cubicBezTo>
                  <a:cubicBezTo>
                    <a:pt x="967" y="2123"/>
                    <a:pt x="712" y="1045"/>
                    <a:pt x="4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30"/>
            <p:cNvSpPr/>
            <p:nvPr/>
          </p:nvSpPr>
          <p:spPr>
            <a:xfrm>
              <a:off x="5527075" y="4000975"/>
              <a:ext cx="109175" cy="90475"/>
            </a:xfrm>
            <a:custGeom>
              <a:avLst/>
              <a:gdLst/>
              <a:ahLst/>
              <a:cxnLst/>
              <a:rect l="l" t="t" r="r" b="b"/>
              <a:pathLst>
                <a:path w="4367" h="3619" extrusionOk="0">
                  <a:moveTo>
                    <a:pt x="3426" y="0"/>
                  </a:moveTo>
                  <a:cubicBezTo>
                    <a:pt x="3189" y="0"/>
                    <a:pt x="2948" y="130"/>
                    <a:pt x="2789" y="322"/>
                  </a:cubicBezTo>
                  <a:cubicBezTo>
                    <a:pt x="2578" y="566"/>
                    <a:pt x="2489" y="899"/>
                    <a:pt x="2422" y="1211"/>
                  </a:cubicBezTo>
                  <a:cubicBezTo>
                    <a:pt x="2389" y="1044"/>
                    <a:pt x="2256" y="911"/>
                    <a:pt x="2101" y="855"/>
                  </a:cubicBezTo>
                  <a:cubicBezTo>
                    <a:pt x="2040" y="835"/>
                    <a:pt x="1977" y="825"/>
                    <a:pt x="1915" y="825"/>
                  </a:cubicBezTo>
                  <a:cubicBezTo>
                    <a:pt x="1807" y="825"/>
                    <a:pt x="1699" y="855"/>
                    <a:pt x="1600" y="911"/>
                  </a:cubicBezTo>
                  <a:cubicBezTo>
                    <a:pt x="1556" y="933"/>
                    <a:pt x="1511" y="966"/>
                    <a:pt x="1489" y="1022"/>
                  </a:cubicBezTo>
                  <a:cubicBezTo>
                    <a:pt x="1456" y="1067"/>
                    <a:pt x="1467" y="1133"/>
                    <a:pt x="1467" y="1188"/>
                  </a:cubicBezTo>
                  <a:cubicBezTo>
                    <a:pt x="1489" y="1344"/>
                    <a:pt x="1678" y="1566"/>
                    <a:pt x="1578" y="1699"/>
                  </a:cubicBezTo>
                  <a:cubicBezTo>
                    <a:pt x="1501" y="1810"/>
                    <a:pt x="1178" y="1833"/>
                    <a:pt x="1045" y="1889"/>
                  </a:cubicBezTo>
                  <a:cubicBezTo>
                    <a:pt x="656" y="2055"/>
                    <a:pt x="334" y="2344"/>
                    <a:pt x="123" y="2711"/>
                  </a:cubicBezTo>
                  <a:cubicBezTo>
                    <a:pt x="45" y="2844"/>
                    <a:pt x="1" y="3044"/>
                    <a:pt x="112" y="3155"/>
                  </a:cubicBezTo>
                  <a:cubicBezTo>
                    <a:pt x="168" y="3210"/>
                    <a:pt x="245" y="3222"/>
                    <a:pt x="323" y="3222"/>
                  </a:cubicBezTo>
                  <a:cubicBezTo>
                    <a:pt x="347" y="3224"/>
                    <a:pt x="370" y="3225"/>
                    <a:pt x="393" y="3225"/>
                  </a:cubicBezTo>
                  <a:cubicBezTo>
                    <a:pt x="732" y="3225"/>
                    <a:pt x="1042" y="3007"/>
                    <a:pt x="1323" y="2800"/>
                  </a:cubicBezTo>
                  <a:cubicBezTo>
                    <a:pt x="1508" y="2665"/>
                    <a:pt x="1699" y="2511"/>
                    <a:pt x="1829" y="2319"/>
                  </a:cubicBezTo>
                  <a:lnTo>
                    <a:pt x="1829" y="2319"/>
                  </a:lnTo>
                  <a:cubicBezTo>
                    <a:pt x="1695" y="2589"/>
                    <a:pt x="1591" y="2881"/>
                    <a:pt x="1645" y="3166"/>
                  </a:cubicBezTo>
                  <a:cubicBezTo>
                    <a:pt x="1667" y="3288"/>
                    <a:pt x="1723" y="3399"/>
                    <a:pt x="1812" y="3488"/>
                  </a:cubicBezTo>
                  <a:cubicBezTo>
                    <a:pt x="1902" y="3578"/>
                    <a:pt x="2023" y="3619"/>
                    <a:pt x="2149" y="3619"/>
                  </a:cubicBezTo>
                  <a:cubicBezTo>
                    <a:pt x="2303" y="3619"/>
                    <a:pt x="2462" y="3559"/>
                    <a:pt x="2578" y="3454"/>
                  </a:cubicBezTo>
                  <a:cubicBezTo>
                    <a:pt x="2778" y="3266"/>
                    <a:pt x="2867" y="2977"/>
                    <a:pt x="2889" y="2699"/>
                  </a:cubicBezTo>
                  <a:cubicBezTo>
                    <a:pt x="2911" y="2450"/>
                    <a:pt x="2880" y="2189"/>
                    <a:pt x="2805" y="1939"/>
                  </a:cubicBezTo>
                  <a:lnTo>
                    <a:pt x="2805" y="1939"/>
                  </a:lnTo>
                  <a:cubicBezTo>
                    <a:pt x="2901" y="2240"/>
                    <a:pt x="3216" y="2443"/>
                    <a:pt x="3528" y="2443"/>
                  </a:cubicBezTo>
                  <a:cubicBezTo>
                    <a:pt x="3609" y="2443"/>
                    <a:pt x="3690" y="2429"/>
                    <a:pt x="3767" y="2400"/>
                  </a:cubicBezTo>
                  <a:cubicBezTo>
                    <a:pt x="4155" y="2255"/>
                    <a:pt x="4367" y="1788"/>
                    <a:pt x="4244" y="1400"/>
                  </a:cubicBezTo>
                  <a:cubicBezTo>
                    <a:pt x="4234" y="1333"/>
                    <a:pt x="4200" y="1277"/>
                    <a:pt x="4155" y="1222"/>
                  </a:cubicBezTo>
                  <a:cubicBezTo>
                    <a:pt x="4122" y="1188"/>
                    <a:pt x="4066" y="1155"/>
                    <a:pt x="4011" y="1133"/>
                  </a:cubicBezTo>
                  <a:cubicBezTo>
                    <a:pt x="3903" y="1090"/>
                    <a:pt x="3785" y="1068"/>
                    <a:pt x="3665" y="1068"/>
                  </a:cubicBezTo>
                  <a:cubicBezTo>
                    <a:pt x="3538" y="1068"/>
                    <a:pt x="3409" y="1093"/>
                    <a:pt x="3289" y="1144"/>
                  </a:cubicBezTo>
                  <a:cubicBezTo>
                    <a:pt x="3634" y="966"/>
                    <a:pt x="3834" y="578"/>
                    <a:pt x="3778" y="200"/>
                  </a:cubicBezTo>
                  <a:cubicBezTo>
                    <a:pt x="3767" y="166"/>
                    <a:pt x="3767" y="133"/>
                    <a:pt x="3745" y="111"/>
                  </a:cubicBezTo>
                  <a:cubicBezTo>
                    <a:pt x="3733" y="77"/>
                    <a:pt x="3689" y="67"/>
                    <a:pt x="3656" y="45"/>
                  </a:cubicBezTo>
                  <a:cubicBezTo>
                    <a:pt x="3582" y="14"/>
                    <a:pt x="3504" y="0"/>
                    <a:pt x="3426" y="0"/>
                  </a:cubicBezTo>
                  <a:close/>
                </a:path>
              </a:pathLst>
            </a:custGeom>
            <a:solidFill>
              <a:srgbClr val="194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30"/>
            <p:cNvSpPr/>
            <p:nvPr/>
          </p:nvSpPr>
          <p:spPr>
            <a:xfrm>
              <a:off x="5569575" y="4029275"/>
              <a:ext cx="30025" cy="24275"/>
            </a:xfrm>
            <a:custGeom>
              <a:avLst/>
              <a:gdLst/>
              <a:ahLst/>
              <a:cxnLst/>
              <a:rect l="l" t="t" r="r" b="b"/>
              <a:pathLst>
                <a:path w="1201" h="971" extrusionOk="0">
                  <a:moveTo>
                    <a:pt x="875" y="0"/>
                  </a:moveTo>
                  <a:cubicBezTo>
                    <a:pt x="800" y="0"/>
                    <a:pt x="724" y="13"/>
                    <a:pt x="656" y="34"/>
                  </a:cubicBezTo>
                  <a:cubicBezTo>
                    <a:pt x="445" y="90"/>
                    <a:pt x="256" y="212"/>
                    <a:pt x="145" y="390"/>
                  </a:cubicBezTo>
                  <a:cubicBezTo>
                    <a:pt x="67" y="523"/>
                    <a:pt x="1" y="712"/>
                    <a:pt x="45" y="856"/>
                  </a:cubicBezTo>
                  <a:cubicBezTo>
                    <a:pt x="72" y="941"/>
                    <a:pt x="114" y="970"/>
                    <a:pt x="165" y="970"/>
                  </a:cubicBezTo>
                  <a:cubicBezTo>
                    <a:pt x="241" y="970"/>
                    <a:pt x="336" y="903"/>
                    <a:pt x="423" y="856"/>
                  </a:cubicBezTo>
                  <a:cubicBezTo>
                    <a:pt x="745" y="690"/>
                    <a:pt x="1011" y="434"/>
                    <a:pt x="1200" y="123"/>
                  </a:cubicBezTo>
                  <a:cubicBezTo>
                    <a:pt x="1118" y="34"/>
                    <a:pt x="997" y="0"/>
                    <a:pt x="87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30"/>
            <p:cNvSpPr/>
            <p:nvPr/>
          </p:nvSpPr>
          <p:spPr>
            <a:xfrm>
              <a:off x="5645675" y="3970025"/>
              <a:ext cx="103900" cy="59475"/>
            </a:xfrm>
            <a:custGeom>
              <a:avLst/>
              <a:gdLst/>
              <a:ahLst/>
              <a:cxnLst/>
              <a:rect l="l" t="t" r="r" b="b"/>
              <a:pathLst>
                <a:path w="4156" h="2379" extrusionOk="0">
                  <a:moveTo>
                    <a:pt x="2249" y="0"/>
                  </a:moveTo>
                  <a:cubicBezTo>
                    <a:pt x="2237" y="0"/>
                    <a:pt x="2224" y="1"/>
                    <a:pt x="2211" y="5"/>
                  </a:cubicBezTo>
                  <a:cubicBezTo>
                    <a:pt x="2156" y="16"/>
                    <a:pt x="2111" y="61"/>
                    <a:pt x="2077" y="105"/>
                  </a:cubicBezTo>
                  <a:cubicBezTo>
                    <a:pt x="2000" y="205"/>
                    <a:pt x="1966" y="460"/>
                    <a:pt x="1822" y="471"/>
                  </a:cubicBezTo>
                  <a:cubicBezTo>
                    <a:pt x="1816" y="472"/>
                    <a:pt x="1809" y="473"/>
                    <a:pt x="1802" y="473"/>
                  </a:cubicBezTo>
                  <a:cubicBezTo>
                    <a:pt x="1678" y="473"/>
                    <a:pt x="1483" y="291"/>
                    <a:pt x="1378" y="238"/>
                  </a:cubicBezTo>
                  <a:cubicBezTo>
                    <a:pt x="1153" y="144"/>
                    <a:pt x="915" y="92"/>
                    <a:pt x="677" y="92"/>
                  </a:cubicBezTo>
                  <a:cubicBezTo>
                    <a:pt x="550" y="92"/>
                    <a:pt x="424" y="107"/>
                    <a:pt x="300" y="138"/>
                  </a:cubicBezTo>
                  <a:cubicBezTo>
                    <a:pt x="156" y="172"/>
                    <a:pt x="1" y="261"/>
                    <a:pt x="1" y="394"/>
                  </a:cubicBezTo>
                  <a:cubicBezTo>
                    <a:pt x="1" y="460"/>
                    <a:pt x="33" y="527"/>
                    <a:pt x="78" y="572"/>
                  </a:cubicBezTo>
                  <a:cubicBezTo>
                    <a:pt x="278" y="827"/>
                    <a:pt x="623" y="905"/>
                    <a:pt x="944" y="971"/>
                  </a:cubicBezTo>
                  <a:cubicBezTo>
                    <a:pt x="1092" y="996"/>
                    <a:pt x="1246" y="1021"/>
                    <a:pt x="1398" y="1021"/>
                  </a:cubicBezTo>
                  <a:cubicBezTo>
                    <a:pt x="1455" y="1021"/>
                    <a:pt x="1512" y="1017"/>
                    <a:pt x="1567" y="1009"/>
                  </a:cubicBezTo>
                  <a:lnTo>
                    <a:pt x="1567" y="1009"/>
                  </a:lnTo>
                  <a:cubicBezTo>
                    <a:pt x="1309" y="1083"/>
                    <a:pt x="1063" y="1190"/>
                    <a:pt x="911" y="1404"/>
                  </a:cubicBezTo>
                  <a:cubicBezTo>
                    <a:pt x="845" y="1482"/>
                    <a:pt x="800" y="1594"/>
                    <a:pt x="800" y="1693"/>
                  </a:cubicBezTo>
                  <a:cubicBezTo>
                    <a:pt x="789" y="1938"/>
                    <a:pt x="1033" y="2149"/>
                    <a:pt x="1278" y="2171"/>
                  </a:cubicBezTo>
                  <a:cubicBezTo>
                    <a:pt x="1299" y="2173"/>
                    <a:pt x="1320" y="2174"/>
                    <a:pt x="1340" y="2174"/>
                  </a:cubicBezTo>
                  <a:cubicBezTo>
                    <a:pt x="1563" y="2174"/>
                    <a:pt x="1783" y="2069"/>
                    <a:pt x="1956" y="1927"/>
                  </a:cubicBezTo>
                  <a:cubicBezTo>
                    <a:pt x="2130" y="1793"/>
                    <a:pt x="2267" y="1630"/>
                    <a:pt x="2375" y="1440"/>
                  </a:cubicBezTo>
                  <a:lnTo>
                    <a:pt x="2375" y="1440"/>
                  </a:lnTo>
                  <a:cubicBezTo>
                    <a:pt x="2225" y="1747"/>
                    <a:pt x="2371" y="2157"/>
                    <a:pt x="2677" y="2315"/>
                  </a:cubicBezTo>
                  <a:cubicBezTo>
                    <a:pt x="2767" y="2358"/>
                    <a:pt x="2864" y="2378"/>
                    <a:pt x="2962" y="2378"/>
                  </a:cubicBezTo>
                  <a:cubicBezTo>
                    <a:pt x="3220" y="2378"/>
                    <a:pt x="3482" y="2241"/>
                    <a:pt x="3610" y="2016"/>
                  </a:cubicBezTo>
                  <a:cubicBezTo>
                    <a:pt x="3644" y="1971"/>
                    <a:pt x="3666" y="1915"/>
                    <a:pt x="3677" y="1860"/>
                  </a:cubicBezTo>
                  <a:cubicBezTo>
                    <a:pt x="3677" y="1804"/>
                    <a:pt x="3666" y="1760"/>
                    <a:pt x="3644" y="1705"/>
                  </a:cubicBezTo>
                  <a:cubicBezTo>
                    <a:pt x="3566" y="1505"/>
                    <a:pt x="3400" y="1338"/>
                    <a:pt x="3200" y="1249"/>
                  </a:cubicBezTo>
                  <a:lnTo>
                    <a:pt x="3200" y="1249"/>
                  </a:lnTo>
                  <a:cubicBezTo>
                    <a:pt x="3287" y="1279"/>
                    <a:pt x="3379" y="1294"/>
                    <a:pt x="3470" y="1294"/>
                  </a:cubicBezTo>
                  <a:cubicBezTo>
                    <a:pt x="3714" y="1294"/>
                    <a:pt x="3957" y="1188"/>
                    <a:pt x="4111" y="994"/>
                  </a:cubicBezTo>
                  <a:cubicBezTo>
                    <a:pt x="4121" y="971"/>
                    <a:pt x="4144" y="949"/>
                    <a:pt x="4144" y="927"/>
                  </a:cubicBezTo>
                  <a:cubicBezTo>
                    <a:pt x="4155" y="893"/>
                    <a:pt x="4144" y="860"/>
                    <a:pt x="4133" y="827"/>
                  </a:cubicBezTo>
                  <a:cubicBezTo>
                    <a:pt x="4047" y="569"/>
                    <a:pt x="3744" y="426"/>
                    <a:pt x="3463" y="426"/>
                  </a:cubicBezTo>
                  <a:cubicBezTo>
                    <a:pt x="3453" y="426"/>
                    <a:pt x="3443" y="426"/>
                    <a:pt x="3433" y="427"/>
                  </a:cubicBezTo>
                  <a:cubicBezTo>
                    <a:pt x="3144" y="438"/>
                    <a:pt x="2877" y="582"/>
                    <a:pt x="2633" y="727"/>
                  </a:cubicBezTo>
                  <a:cubicBezTo>
                    <a:pt x="2722" y="604"/>
                    <a:pt x="2744" y="438"/>
                    <a:pt x="2677" y="293"/>
                  </a:cubicBezTo>
                  <a:cubicBezTo>
                    <a:pt x="2611" y="160"/>
                    <a:pt x="2489" y="61"/>
                    <a:pt x="2344" y="16"/>
                  </a:cubicBezTo>
                  <a:cubicBezTo>
                    <a:pt x="2312" y="8"/>
                    <a:pt x="2281" y="0"/>
                    <a:pt x="2249" y="0"/>
                  </a:cubicBezTo>
                  <a:close/>
                </a:path>
              </a:pathLst>
            </a:custGeom>
            <a:solidFill>
              <a:srgbClr val="194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30"/>
            <p:cNvSpPr/>
            <p:nvPr/>
          </p:nvSpPr>
          <p:spPr>
            <a:xfrm>
              <a:off x="5686500" y="3983225"/>
              <a:ext cx="31975" cy="14250"/>
            </a:xfrm>
            <a:custGeom>
              <a:avLst/>
              <a:gdLst/>
              <a:ahLst/>
              <a:cxnLst/>
              <a:rect l="l" t="t" r="r" b="b"/>
              <a:pathLst>
                <a:path w="1279" h="570" extrusionOk="0">
                  <a:moveTo>
                    <a:pt x="568" y="0"/>
                  </a:moveTo>
                  <a:cubicBezTo>
                    <a:pt x="531" y="0"/>
                    <a:pt x="493" y="3"/>
                    <a:pt x="456" y="10"/>
                  </a:cubicBezTo>
                  <a:cubicBezTo>
                    <a:pt x="333" y="32"/>
                    <a:pt x="167" y="110"/>
                    <a:pt x="100" y="232"/>
                  </a:cubicBezTo>
                  <a:cubicBezTo>
                    <a:pt x="0" y="387"/>
                    <a:pt x="189" y="421"/>
                    <a:pt x="333" y="466"/>
                  </a:cubicBezTo>
                  <a:cubicBezTo>
                    <a:pt x="514" y="535"/>
                    <a:pt x="712" y="570"/>
                    <a:pt x="911" y="570"/>
                  </a:cubicBezTo>
                  <a:cubicBezTo>
                    <a:pt x="1030" y="570"/>
                    <a:pt x="1150" y="557"/>
                    <a:pt x="1266" y="532"/>
                  </a:cubicBezTo>
                  <a:cubicBezTo>
                    <a:pt x="1278" y="355"/>
                    <a:pt x="1145" y="210"/>
                    <a:pt x="1000" y="121"/>
                  </a:cubicBezTo>
                  <a:cubicBezTo>
                    <a:pt x="867" y="50"/>
                    <a:pt x="719" y="0"/>
                    <a:pt x="568"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30"/>
            <p:cNvSpPr/>
            <p:nvPr/>
          </p:nvSpPr>
          <p:spPr>
            <a:xfrm>
              <a:off x="5586500" y="3985950"/>
              <a:ext cx="96975" cy="44275"/>
            </a:xfrm>
            <a:custGeom>
              <a:avLst/>
              <a:gdLst/>
              <a:ahLst/>
              <a:cxnLst/>
              <a:rect l="l" t="t" r="r" b="b"/>
              <a:pathLst>
                <a:path w="3879" h="1771" extrusionOk="0">
                  <a:moveTo>
                    <a:pt x="3600" y="1"/>
                  </a:moveTo>
                  <a:cubicBezTo>
                    <a:pt x="3556" y="1"/>
                    <a:pt x="3511" y="7"/>
                    <a:pt x="3467" y="12"/>
                  </a:cubicBezTo>
                  <a:cubicBezTo>
                    <a:pt x="2934" y="67"/>
                    <a:pt x="2379" y="313"/>
                    <a:pt x="1845" y="313"/>
                  </a:cubicBezTo>
                  <a:cubicBezTo>
                    <a:pt x="1834" y="313"/>
                    <a:pt x="1823" y="312"/>
                    <a:pt x="1812" y="312"/>
                  </a:cubicBezTo>
                  <a:cubicBezTo>
                    <a:pt x="1452" y="305"/>
                    <a:pt x="1113" y="186"/>
                    <a:pt x="775" y="186"/>
                  </a:cubicBezTo>
                  <a:cubicBezTo>
                    <a:pt x="570" y="186"/>
                    <a:pt x="366" y="229"/>
                    <a:pt x="156" y="367"/>
                  </a:cubicBezTo>
                  <a:cubicBezTo>
                    <a:pt x="79" y="412"/>
                    <a:pt x="12" y="478"/>
                    <a:pt x="1" y="557"/>
                  </a:cubicBezTo>
                  <a:cubicBezTo>
                    <a:pt x="1" y="623"/>
                    <a:pt x="35" y="678"/>
                    <a:pt x="79" y="734"/>
                  </a:cubicBezTo>
                  <a:cubicBezTo>
                    <a:pt x="192" y="847"/>
                    <a:pt x="352" y="878"/>
                    <a:pt x="516" y="878"/>
                  </a:cubicBezTo>
                  <a:cubicBezTo>
                    <a:pt x="578" y="878"/>
                    <a:pt x="640" y="874"/>
                    <a:pt x="701" y="868"/>
                  </a:cubicBezTo>
                  <a:cubicBezTo>
                    <a:pt x="1034" y="834"/>
                    <a:pt x="1368" y="767"/>
                    <a:pt x="1689" y="668"/>
                  </a:cubicBezTo>
                  <a:lnTo>
                    <a:pt x="1689" y="668"/>
                  </a:lnTo>
                  <a:cubicBezTo>
                    <a:pt x="1457" y="757"/>
                    <a:pt x="1245" y="890"/>
                    <a:pt x="1057" y="1056"/>
                  </a:cubicBezTo>
                  <a:cubicBezTo>
                    <a:pt x="956" y="1134"/>
                    <a:pt x="867" y="1223"/>
                    <a:pt x="823" y="1345"/>
                  </a:cubicBezTo>
                  <a:cubicBezTo>
                    <a:pt x="779" y="1456"/>
                    <a:pt x="801" y="1601"/>
                    <a:pt x="890" y="1690"/>
                  </a:cubicBezTo>
                  <a:cubicBezTo>
                    <a:pt x="956" y="1745"/>
                    <a:pt x="1045" y="1767"/>
                    <a:pt x="1123" y="1767"/>
                  </a:cubicBezTo>
                  <a:cubicBezTo>
                    <a:pt x="1151" y="1769"/>
                    <a:pt x="1179" y="1771"/>
                    <a:pt x="1207" y="1771"/>
                  </a:cubicBezTo>
                  <a:cubicBezTo>
                    <a:pt x="1689" y="1771"/>
                    <a:pt x="2145" y="1420"/>
                    <a:pt x="2272" y="950"/>
                  </a:cubicBezTo>
                  <a:lnTo>
                    <a:pt x="2272" y="950"/>
                  </a:lnTo>
                  <a:cubicBezTo>
                    <a:pt x="2244" y="1087"/>
                    <a:pt x="2319" y="1229"/>
                    <a:pt x="2434" y="1323"/>
                  </a:cubicBezTo>
                  <a:cubicBezTo>
                    <a:pt x="2545" y="1423"/>
                    <a:pt x="2701" y="1468"/>
                    <a:pt x="2845" y="1500"/>
                  </a:cubicBezTo>
                  <a:cubicBezTo>
                    <a:pt x="2920" y="1515"/>
                    <a:pt x="3002" y="1527"/>
                    <a:pt x="3081" y="1527"/>
                  </a:cubicBezTo>
                  <a:cubicBezTo>
                    <a:pt x="3190" y="1527"/>
                    <a:pt x="3295" y="1504"/>
                    <a:pt x="3378" y="1434"/>
                  </a:cubicBezTo>
                  <a:cubicBezTo>
                    <a:pt x="3545" y="1301"/>
                    <a:pt x="3533" y="1034"/>
                    <a:pt x="3412" y="856"/>
                  </a:cubicBezTo>
                  <a:cubicBezTo>
                    <a:pt x="3289" y="690"/>
                    <a:pt x="3078" y="601"/>
                    <a:pt x="2867" y="567"/>
                  </a:cubicBezTo>
                  <a:lnTo>
                    <a:pt x="2867" y="567"/>
                  </a:lnTo>
                  <a:cubicBezTo>
                    <a:pt x="2929" y="576"/>
                    <a:pt x="2991" y="581"/>
                    <a:pt x="3053" y="581"/>
                  </a:cubicBezTo>
                  <a:cubicBezTo>
                    <a:pt x="3303" y="581"/>
                    <a:pt x="3551" y="508"/>
                    <a:pt x="3756" y="357"/>
                  </a:cubicBezTo>
                  <a:cubicBezTo>
                    <a:pt x="3800" y="334"/>
                    <a:pt x="3845" y="290"/>
                    <a:pt x="3856" y="234"/>
                  </a:cubicBezTo>
                  <a:cubicBezTo>
                    <a:pt x="3878" y="157"/>
                    <a:pt x="3812" y="56"/>
                    <a:pt x="3733" y="23"/>
                  </a:cubicBezTo>
                  <a:cubicBezTo>
                    <a:pt x="3689" y="7"/>
                    <a:pt x="3645" y="1"/>
                    <a:pt x="3600" y="1"/>
                  </a:cubicBezTo>
                  <a:close/>
                </a:path>
              </a:pathLst>
            </a:custGeom>
            <a:solidFill>
              <a:srgbClr val="224E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30"/>
            <p:cNvSpPr/>
            <p:nvPr/>
          </p:nvSpPr>
          <p:spPr>
            <a:xfrm>
              <a:off x="5626225" y="3979500"/>
              <a:ext cx="21400" cy="23900"/>
            </a:xfrm>
            <a:custGeom>
              <a:avLst/>
              <a:gdLst/>
              <a:ahLst/>
              <a:cxnLst/>
              <a:rect l="l" t="t" r="r" b="b"/>
              <a:pathLst>
                <a:path w="856" h="956" extrusionOk="0">
                  <a:moveTo>
                    <a:pt x="392" y="0"/>
                  </a:moveTo>
                  <a:cubicBezTo>
                    <a:pt x="361" y="0"/>
                    <a:pt x="330" y="5"/>
                    <a:pt x="300" y="15"/>
                  </a:cubicBezTo>
                  <a:cubicBezTo>
                    <a:pt x="189" y="59"/>
                    <a:pt x="112" y="159"/>
                    <a:pt x="78" y="270"/>
                  </a:cubicBezTo>
                  <a:cubicBezTo>
                    <a:pt x="34" y="381"/>
                    <a:pt x="34" y="504"/>
                    <a:pt x="34" y="625"/>
                  </a:cubicBezTo>
                  <a:cubicBezTo>
                    <a:pt x="34" y="803"/>
                    <a:pt x="1" y="870"/>
                    <a:pt x="179" y="936"/>
                  </a:cubicBezTo>
                  <a:cubicBezTo>
                    <a:pt x="220" y="950"/>
                    <a:pt x="271" y="955"/>
                    <a:pt x="326" y="955"/>
                  </a:cubicBezTo>
                  <a:cubicBezTo>
                    <a:pt x="448" y="955"/>
                    <a:pt x="590" y="930"/>
                    <a:pt x="690" y="914"/>
                  </a:cubicBezTo>
                  <a:cubicBezTo>
                    <a:pt x="745" y="914"/>
                    <a:pt x="801" y="892"/>
                    <a:pt x="834" y="848"/>
                  </a:cubicBezTo>
                  <a:cubicBezTo>
                    <a:pt x="856" y="815"/>
                    <a:pt x="856" y="770"/>
                    <a:pt x="856" y="736"/>
                  </a:cubicBezTo>
                  <a:cubicBezTo>
                    <a:pt x="845" y="559"/>
                    <a:pt x="823" y="370"/>
                    <a:pt x="745" y="225"/>
                  </a:cubicBezTo>
                  <a:cubicBezTo>
                    <a:pt x="672" y="98"/>
                    <a:pt x="532" y="0"/>
                    <a:pt x="392"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30"/>
            <p:cNvSpPr/>
            <p:nvPr/>
          </p:nvSpPr>
          <p:spPr>
            <a:xfrm>
              <a:off x="5591250" y="4001575"/>
              <a:ext cx="107775" cy="81500"/>
            </a:xfrm>
            <a:custGeom>
              <a:avLst/>
              <a:gdLst/>
              <a:ahLst/>
              <a:cxnLst/>
              <a:rect l="l" t="t" r="r" b="b"/>
              <a:pathLst>
                <a:path w="4311" h="3260" extrusionOk="0">
                  <a:moveTo>
                    <a:pt x="3572" y="0"/>
                  </a:moveTo>
                  <a:cubicBezTo>
                    <a:pt x="3375" y="0"/>
                    <a:pt x="3171" y="85"/>
                    <a:pt x="3022" y="220"/>
                  </a:cubicBezTo>
                  <a:cubicBezTo>
                    <a:pt x="2788" y="431"/>
                    <a:pt x="2655" y="720"/>
                    <a:pt x="2544" y="1020"/>
                  </a:cubicBezTo>
                  <a:cubicBezTo>
                    <a:pt x="2544" y="853"/>
                    <a:pt x="2444" y="698"/>
                    <a:pt x="2299" y="631"/>
                  </a:cubicBezTo>
                  <a:cubicBezTo>
                    <a:pt x="2221" y="589"/>
                    <a:pt x="2133" y="570"/>
                    <a:pt x="2044" y="570"/>
                  </a:cubicBezTo>
                  <a:cubicBezTo>
                    <a:pt x="1969" y="570"/>
                    <a:pt x="1893" y="584"/>
                    <a:pt x="1822" y="609"/>
                  </a:cubicBezTo>
                  <a:cubicBezTo>
                    <a:pt x="1778" y="631"/>
                    <a:pt x="1733" y="653"/>
                    <a:pt x="1699" y="698"/>
                  </a:cubicBezTo>
                  <a:cubicBezTo>
                    <a:pt x="1667" y="742"/>
                    <a:pt x="1655" y="809"/>
                    <a:pt x="1655" y="865"/>
                  </a:cubicBezTo>
                  <a:cubicBezTo>
                    <a:pt x="1655" y="998"/>
                    <a:pt x="1800" y="1242"/>
                    <a:pt x="1689" y="1354"/>
                  </a:cubicBezTo>
                  <a:cubicBezTo>
                    <a:pt x="1588" y="1453"/>
                    <a:pt x="1289" y="1420"/>
                    <a:pt x="1155" y="1453"/>
                  </a:cubicBezTo>
                  <a:cubicBezTo>
                    <a:pt x="766" y="1564"/>
                    <a:pt x="411" y="1786"/>
                    <a:pt x="166" y="2097"/>
                  </a:cubicBezTo>
                  <a:cubicBezTo>
                    <a:pt x="77" y="2220"/>
                    <a:pt x="0" y="2398"/>
                    <a:pt x="89" y="2520"/>
                  </a:cubicBezTo>
                  <a:cubicBezTo>
                    <a:pt x="133" y="2576"/>
                    <a:pt x="211" y="2608"/>
                    <a:pt x="277" y="2620"/>
                  </a:cubicBezTo>
                  <a:cubicBezTo>
                    <a:pt x="337" y="2633"/>
                    <a:pt x="397" y="2640"/>
                    <a:pt x="457" y="2640"/>
                  </a:cubicBezTo>
                  <a:cubicBezTo>
                    <a:pt x="741" y="2640"/>
                    <a:pt x="1020" y="2502"/>
                    <a:pt x="1277" y="2364"/>
                  </a:cubicBezTo>
                  <a:cubicBezTo>
                    <a:pt x="1474" y="2258"/>
                    <a:pt x="1677" y="2146"/>
                    <a:pt x="1823" y="1991"/>
                  </a:cubicBezTo>
                  <a:lnTo>
                    <a:pt x="1823" y="1991"/>
                  </a:lnTo>
                  <a:cubicBezTo>
                    <a:pt x="1664" y="2224"/>
                    <a:pt x="1535" y="2482"/>
                    <a:pt x="1544" y="2753"/>
                  </a:cubicBezTo>
                  <a:cubicBezTo>
                    <a:pt x="1544" y="2875"/>
                    <a:pt x="1578" y="2986"/>
                    <a:pt x="1644" y="3075"/>
                  </a:cubicBezTo>
                  <a:cubicBezTo>
                    <a:pt x="1739" y="3201"/>
                    <a:pt x="1891" y="3260"/>
                    <a:pt x="2046" y="3260"/>
                  </a:cubicBezTo>
                  <a:cubicBezTo>
                    <a:pt x="2163" y="3260"/>
                    <a:pt x="2282" y="3226"/>
                    <a:pt x="2377" y="3164"/>
                  </a:cubicBezTo>
                  <a:cubicBezTo>
                    <a:pt x="2600" y="3008"/>
                    <a:pt x="2721" y="2753"/>
                    <a:pt x="2788" y="2487"/>
                  </a:cubicBezTo>
                  <a:cubicBezTo>
                    <a:pt x="2842" y="2250"/>
                    <a:pt x="2844" y="2002"/>
                    <a:pt x="2813" y="1765"/>
                  </a:cubicBezTo>
                  <a:lnTo>
                    <a:pt x="2813" y="1765"/>
                  </a:lnTo>
                  <a:cubicBezTo>
                    <a:pt x="2864" y="2098"/>
                    <a:pt x="3193" y="2344"/>
                    <a:pt x="3525" y="2344"/>
                  </a:cubicBezTo>
                  <a:cubicBezTo>
                    <a:pt x="3568" y="2344"/>
                    <a:pt x="3612" y="2340"/>
                    <a:pt x="3655" y="2331"/>
                  </a:cubicBezTo>
                  <a:cubicBezTo>
                    <a:pt x="4044" y="2242"/>
                    <a:pt x="4310" y="1831"/>
                    <a:pt x="4254" y="1453"/>
                  </a:cubicBezTo>
                  <a:cubicBezTo>
                    <a:pt x="4244" y="1386"/>
                    <a:pt x="4232" y="1331"/>
                    <a:pt x="4199" y="1275"/>
                  </a:cubicBezTo>
                  <a:cubicBezTo>
                    <a:pt x="4166" y="1231"/>
                    <a:pt x="4110" y="1198"/>
                    <a:pt x="4066" y="1164"/>
                  </a:cubicBezTo>
                  <a:cubicBezTo>
                    <a:pt x="3930" y="1089"/>
                    <a:pt x="3768" y="1049"/>
                    <a:pt x="3608" y="1049"/>
                  </a:cubicBezTo>
                  <a:cubicBezTo>
                    <a:pt x="3533" y="1049"/>
                    <a:pt x="3459" y="1058"/>
                    <a:pt x="3388" y="1075"/>
                  </a:cubicBezTo>
                  <a:cubicBezTo>
                    <a:pt x="3733" y="954"/>
                    <a:pt x="3977" y="609"/>
                    <a:pt x="3977" y="253"/>
                  </a:cubicBezTo>
                  <a:cubicBezTo>
                    <a:pt x="3977" y="220"/>
                    <a:pt x="3977" y="187"/>
                    <a:pt x="3966" y="164"/>
                  </a:cubicBezTo>
                  <a:cubicBezTo>
                    <a:pt x="3943" y="132"/>
                    <a:pt x="3921" y="109"/>
                    <a:pt x="3888" y="87"/>
                  </a:cubicBezTo>
                  <a:cubicBezTo>
                    <a:pt x="3792" y="27"/>
                    <a:pt x="3683" y="0"/>
                    <a:pt x="35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30"/>
            <p:cNvSpPr/>
            <p:nvPr/>
          </p:nvSpPr>
          <p:spPr>
            <a:xfrm>
              <a:off x="5635675" y="4025250"/>
              <a:ext cx="30575" cy="20650"/>
            </a:xfrm>
            <a:custGeom>
              <a:avLst/>
              <a:gdLst/>
              <a:ahLst/>
              <a:cxnLst/>
              <a:rect l="l" t="t" r="r" b="b"/>
              <a:pathLst>
                <a:path w="1223" h="826" extrusionOk="0">
                  <a:moveTo>
                    <a:pt x="816" y="0"/>
                  </a:moveTo>
                  <a:cubicBezTo>
                    <a:pt x="781" y="0"/>
                    <a:pt x="746" y="3"/>
                    <a:pt x="712" y="7"/>
                  </a:cubicBezTo>
                  <a:cubicBezTo>
                    <a:pt x="512" y="40"/>
                    <a:pt x="322" y="128"/>
                    <a:pt x="189" y="284"/>
                  </a:cubicBezTo>
                  <a:cubicBezTo>
                    <a:pt x="89" y="384"/>
                    <a:pt x="1" y="562"/>
                    <a:pt x="23" y="706"/>
                  </a:cubicBezTo>
                  <a:cubicBezTo>
                    <a:pt x="38" y="796"/>
                    <a:pt x="82" y="825"/>
                    <a:pt x="140" y="825"/>
                  </a:cubicBezTo>
                  <a:cubicBezTo>
                    <a:pt x="211" y="825"/>
                    <a:pt x="303" y="781"/>
                    <a:pt x="389" y="751"/>
                  </a:cubicBezTo>
                  <a:cubicBezTo>
                    <a:pt x="712" y="639"/>
                    <a:pt x="1000" y="439"/>
                    <a:pt x="1223" y="173"/>
                  </a:cubicBezTo>
                  <a:cubicBezTo>
                    <a:pt x="1132" y="46"/>
                    <a:pt x="973" y="0"/>
                    <a:pt x="8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30"/>
            <p:cNvSpPr/>
            <p:nvPr/>
          </p:nvSpPr>
          <p:spPr>
            <a:xfrm>
              <a:off x="5594575" y="4122050"/>
              <a:ext cx="85000" cy="53675"/>
            </a:xfrm>
            <a:custGeom>
              <a:avLst/>
              <a:gdLst/>
              <a:ahLst/>
              <a:cxnLst/>
              <a:rect l="l" t="t" r="r" b="b"/>
              <a:pathLst>
                <a:path w="3400" h="2147" extrusionOk="0">
                  <a:moveTo>
                    <a:pt x="372" y="0"/>
                  </a:moveTo>
                  <a:cubicBezTo>
                    <a:pt x="248" y="0"/>
                    <a:pt x="124" y="8"/>
                    <a:pt x="0" y="23"/>
                  </a:cubicBezTo>
                  <a:cubicBezTo>
                    <a:pt x="344" y="423"/>
                    <a:pt x="700" y="823"/>
                    <a:pt x="1078" y="1200"/>
                  </a:cubicBezTo>
                  <a:cubicBezTo>
                    <a:pt x="1278" y="1411"/>
                    <a:pt x="1478" y="1611"/>
                    <a:pt x="1733" y="1744"/>
                  </a:cubicBezTo>
                  <a:cubicBezTo>
                    <a:pt x="1933" y="1845"/>
                    <a:pt x="2144" y="1900"/>
                    <a:pt x="2366" y="1956"/>
                  </a:cubicBezTo>
                  <a:cubicBezTo>
                    <a:pt x="2529" y="1994"/>
                    <a:pt x="2855" y="2147"/>
                    <a:pt x="3070" y="2147"/>
                  </a:cubicBezTo>
                  <a:cubicBezTo>
                    <a:pt x="3106" y="2147"/>
                    <a:pt x="3138" y="2143"/>
                    <a:pt x="3166" y="2133"/>
                  </a:cubicBezTo>
                  <a:cubicBezTo>
                    <a:pt x="3400" y="2033"/>
                    <a:pt x="3222" y="1800"/>
                    <a:pt x="3133" y="1633"/>
                  </a:cubicBezTo>
                  <a:cubicBezTo>
                    <a:pt x="2877" y="1189"/>
                    <a:pt x="2533" y="800"/>
                    <a:pt x="2111" y="522"/>
                  </a:cubicBezTo>
                  <a:cubicBezTo>
                    <a:pt x="1594" y="181"/>
                    <a:pt x="984" y="0"/>
                    <a:pt x="3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30"/>
            <p:cNvSpPr/>
            <p:nvPr/>
          </p:nvSpPr>
          <p:spPr>
            <a:xfrm>
              <a:off x="5699275" y="4034550"/>
              <a:ext cx="43625" cy="93350"/>
            </a:xfrm>
            <a:custGeom>
              <a:avLst/>
              <a:gdLst/>
              <a:ahLst/>
              <a:cxnLst/>
              <a:rect l="l" t="t" r="r" b="b"/>
              <a:pathLst>
                <a:path w="1745" h="3734" extrusionOk="0">
                  <a:moveTo>
                    <a:pt x="1378" y="1"/>
                  </a:moveTo>
                  <a:cubicBezTo>
                    <a:pt x="945" y="534"/>
                    <a:pt x="545" y="1112"/>
                    <a:pt x="300" y="1745"/>
                  </a:cubicBezTo>
                  <a:cubicBezTo>
                    <a:pt x="178" y="2079"/>
                    <a:pt x="89" y="2423"/>
                    <a:pt x="56" y="2767"/>
                  </a:cubicBezTo>
                  <a:cubicBezTo>
                    <a:pt x="45" y="2923"/>
                    <a:pt x="0" y="3701"/>
                    <a:pt x="200" y="3733"/>
                  </a:cubicBezTo>
                  <a:cubicBezTo>
                    <a:pt x="203" y="3734"/>
                    <a:pt x="205" y="3734"/>
                    <a:pt x="208" y="3734"/>
                  </a:cubicBezTo>
                  <a:cubicBezTo>
                    <a:pt x="370" y="3734"/>
                    <a:pt x="791" y="3087"/>
                    <a:pt x="878" y="2967"/>
                  </a:cubicBezTo>
                  <a:cubicBezTo>
                    <a:pt x="1089" y="2678"/>
                    <a:pt x="1278" y="2378"/>
                    <a:pt x="1411" y="2056"/>
                  </a:cubicBezTo>
                  <a:cubicBezTo>
                    <a:pt x="1689" y="1401"/>
                    <a:pt x="1745" y="612"/>
                    <a:pt x="13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30"/>
            <p:cNvSpPr/>
            <p:nvPr/>
          </p:nvSpPr>
          <p:spPr>
            <a:xfrm>
              <a:off x="5664550" y="4070650"/>
              <a:ext cx="30300" cy="79525"/>
            </a:xfrm>
            <a:custGeom>
              <a:avLst/>
              <a:gdLst/>
              <a:ahLst/>
              <a:cxnLst/>
              <a:rect l="l" t="t" r="r" b="b"/>
              <a:pathLst>
                <a:path w="1212" h="3181" extrusionOk="0">
                  <a:moveTo>
                    <a:pt x="767" y="1"/>
                  </a:moveTo>
                  <a:cubicBezTo>
                    <a:pt x="234" y="679"/>
                    <a:pt x="1" y="1578"/>
                    <a:pt x="112" y="2423"/>
                  </a:cubicBezTo>
                  <a:cubicBezTo>
                    <a:pt x="139" y="2630"/>
                    <a:pt x="246" y="3180"/>
                    <a:pt x="487" y="3180"/>
                  </a:cubicBezTo>
                  <a:cubicBezTo>
                    <a:pt x="543" y="3180"/>
                    <a:pt x="607" y="3150"/>
                    <a:pt x="678" y="3079"/>
                  </a:cubicBezTo>
                  <a:cubicBezTo>
                    <a:pt x="945" y="2812"/>
                    <a:pt x="1067" y="2145"/>
                    <a:pt x="1122" y="1778"/>
                  </a:cubicBezTo>
                  <a:cubicBezTo>
                    <a:pt x="1211" y="1168"/>
                    <a:pt x="1112" y="512"/>
                    <a:pt x="7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30"/>
            <p:cNvSpPr/>
            <p:nvPr/>
          </p:nvSpPr>
          <p:spPr>
            <a:xfrm>
              <a:off x="5603175" y="4080750"/>
              <a:ext cx="37525" cy="21875"/>
            </a:xfrm>
            <a:custGeom>
              <a:avLst/>
              <a:gdLst/>
              <a:ahLst/>
              <a:cxnLst/>
              <a:rect l="l" t="t" r="r" b="b"/>
              <a:pathLst>
                <a:path w="1501" h="875" extrusionOk="0">
                  <a:moveTo>
                    <a:pt x="170" y="0"/>
                  </a:moveTo>
                  <a:cubicBezTo>
                    <a:pt x="113" y="0"/>
                    <a:pt x="56" y="9"/>
                    <a:pt x="0" y="31"/>
                  </a:cubicBezTo>
                  <a:cubicBezTo>
                    <a:pt x="334" y="386"/>
                    <a:pt x="934" y="853"/>
                    <a:pt x="1434" y="875"/>
                  </a:cubicBezTo>
                  <a:cubicBezTo>
                    <a:pt x="1501" y="631"/>
                    <a:pt x="867" y="297"/>
                    <a:pt x="689" y="186"/>
                  </a:cubicBezTo>
                  <a:cubicBezTo>
                    <a:pt x="529" y="93"/>
                    <a:pt x="349" y="0"/>
                    <a:pt x="1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30"/>
            <p:cNvSpPr/>
            <p:nvPr/>
          </p:nvSpPr>
          <p:spPr>
            <a:xfrm>
              <a:off x="5642600" y="4104700"/>
              <a:ext cx="87525" cy="89900"/>
            </a:xfrm>
            <a:custGeom>
              <a:avLst/>
              <a:gdLst/>
              <a:ahLst/>
              <a:cxnLst/>
              <a:rect l="l" t="t" r="r" b="b"/>
              <a:pathLst>
                <a:path w="3501" h="3596" extrusionOk="0">
                  <a:moveTo>
                    <a:pt x="2300" y="1"/>
                  </a:moveTo>
                  <a:cubicBezTo>
                    <a:pt x="2197" y="1"/>
                    <a:pt x="2101" y="79"/>
                    <a:pt x="2012" y="150"/>
                  </a:cubicBezTo>
                  <a:cubicBezTo>
                    <a:pt x="1756" y="372"/>
                    <a:pt x="1501" y="606"/>
                    <a:pt x="1234" y="828"/>
                  </a:cubicBezTo>
                  <a:cubicBezTo>
                    <a:pt x="1090" y="727"/>
                    <a:pt x="1267" y="461"/>
                    <a:pt x="1146" y="328"/>
                  </a:cubicBezTo>
                  <a:cubicBezTo>
                    <a:pt x="1116" y="298"/>
                    <a:pt x="1074" y="285"/>
                    <a:pt x="1032" y="285"/>
                  </a:cubicBezTo>
                  <a:cubicBezTo>
                    <a:pt x="994" y="285"/>
                    <a:pt x="955" y="296"/>
                    <a:pt x="923" y="317"/>
                  </a:cubicBezTo>
                  <a:cubicBezTo>
                    <a:pt x="857" y="350"/>
                    <a:pt x="801" y="416"/>
                    <a:pt x="756" y="483"/>
                  </a:cubicBezTo>
                  <a:cubicBezTo>
                    <a:pt x="501" y="850"/>
                    <a:pt x="245" y="1216"/>
                    <a:pt x="1" y="1594"/>
                  </a:cubicBezTo>
                  <a:cubicBezTo>
                    <a:pt x="423" y="1694"/>
                    <a:pt x="690" y="2116"/>
                    <a:pt x="867" y="2527"/>
                  </a:cubicBezTo>
                  <a:cubicBezTo>
                    <a:pt x="1033" y="2869"/>
                    <a:pt x="1247" y="3595"/>
                    <a:pt x="1697" y="3595"/>
                  </a:cubicBezTo>
                  <a:cubicBezTo>
                    <a:pt x="1730" y="3595"/>
                    <a:pt x="1765" y="3591"/>
                    <a:pt x="1800" y="3583"/>
                  </a:cubicBezTo>
                  <a:cubicBezTo>
                    <a:pt x="2378" y="3427"/>
                    <a:pt x="3045" y="3050"/>
                    <a:pt x="3378" y="2539"/>
                  </a:cubicBezTo>
                  <a:cubicBezTo>
                    <a:pt x="3456" y="2438"/>
                    <a:pt x="3501" y="2260"/>
                    <a:pt x="3378" y="2205"/>
                  </a:cubicBezTo>
                  <a:cubicBezTo>
                    <a:pt x="3357" y="2197"/>
                    <a:pt x="3335" y="2193"/>
                    <a:pt x="3314" y="2193"/>
                  </a:cubicBezTo>
                  <a:cubicBezTo>
                    <a:pt x="3280" y="2193"/>
                    <a:pt x="3246" y="2202"/>
                    <a:pt x="3212" y="2216"/>
                  </a:cubicBezTo>
                  <a:cubicBezTo>
                    <a:pt x="3008" y="2313"/>
                    <a:pt x="2813" y="2519"/>
                    <a:pt x="2605" y="2519"/>
                  </a:cubicBezTo>
                  <a:cubicBezTo>
                    <a:pt x="2574" y="2519"/>
                    <a:pt x="2543" y="2515"/>
                    <a:pt x="2511" y="2505"/>
                  </a:cubicBezTo>
                  <a:cubicBezTo>
                    <a:pt x="2823" y="2305"/>
                    <a:pt x="3089" y="2050"/>
                    <a:pt x="3289" y="1749"/>
                  </a:cubicBezTo>
                  <a:cubicBezTo>
                    <a:pt x="3334" y="1672"/>
                    <a:pt x="3378" y="1583"/>
                    <a:pt x="3356" y="1494"/>
                  </a:cubicBezTo>
                  <a:cubicBezTo>
                    <a:pt x="3325" y="1410"/>
                    <a:pt x="3231" y="1373"/>
                    <a:pt x="3135" y="1373"/>
                  </a:cubicBezTo>
                  <a:cubicBezTo>
                    <a:pt x="3092" y="1373"/>
                    <a:pt x="3049" y="1380"/>
                    <a:pt x="3012" y="1394"/>
                  </a:cubicBezTo>
                  <a:cubicBezTo>
                    <a:pt x="2845" y="1461"/>
                    <a:pt x="2711" y="1594"/>
                    <a:pt x="2578" y="1705"/>
                  </a:cubicBezTo>
                  <a:cubicBezTo>
                    <a:pt x="2465" y="1784"/>
                    <a:pt x="2331" y="1856"/>
                    <a:pt x="2198" y="1856"/>
                  </a:cubicBezTo>
                  <a:cubicBezTo>
                    <a:pt x="2161" y="1856"/>
                    <a:pt x="2125" y="1850"/>
                    <a:pt x="2089" y="1838"/>
                  </a:cubicBezTo>
                  <a:cubicBezTo>
                    <a:pt x="2345" y="1616"/>
                    <a:pt x="2600" y="1383"/>
                    <a:pt x="2845" y="1150"/>
                  </a:cubicBezTo>
                  <a:cubicBezTo>
                    <a:pt x="2967" y="1038"/>
                    <a:pt x="3089" y="850"/>
                    <a:pt x="2990" y="717"/>
                  </a:cubicBezTo>
                  <a:cubicBezTo>
                    <a:pt x="2950" y="661"/>
                    <a:pt x="2883" y="640"/>
                    <a:pt x="2812" y="640"/>
                  </a:cubicBezTo>
                  <a:cubicBezTo>
                    <a:pt x="2782" y="640"/>
                    <a:pt x="2752" y="644"/>
                    <a:pt x="2723" y="650"/>
                  </a:cubicBezTo>
                  <a:cubicBezTo>
                    <a:pt x="2334" y="705"/>
                    <a:pt x="2101" y="1127"/>
                    <a:pt x="1756" y="1317"/>
                  </a:cubicBezTo>
                  <a:cubicBezTo>
                    <a:pt x="1736" y="1332"/>
                    <a:pt x="1710" y="1340"/>
                    <a:pt x="1688" y="1340"/>
                  </a:cubicBezTo>
                  <a:cubicBezTo>
                    <a:pt x="1662" y="1340"/>
                    <a:pt x="1640" y="1329"/>
                    <a:pt x="1634" y="1305"/>
                  </a:cubicBezTo>
                  <a:cubicBezTo>
                    <a:pt x="1856" y="1083"/>
                    <a:pt x="2067" y="861"/>
                    <a:pt x="2289" y="639"/>
                  </a:cubicBezTo>
                  <a:cubicBezTo>
                    <a:pt x="2378" y="550"/>
                    <a:pt x="2467" y="461"/>
                    <a:pt x="2511" y="339"/>
                  </a:cubicBezTo>
                  <a:cubicBezTo>
                    <a:pt x="2545" y="216"/>
                    <a:pt x="2501" y="50"/>
                    <a:pt x="2378" y="16"/>
                  </a:cubicBezTo>
                  <a:cubicBezTo>
                    <a:pt x="2352" y="5"/>
                    <a:pt x="2325" y="1"/>
                    <a:pt x="23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30"/>
            <p:cNvSpPr/>
            <p:nvPr/>
          </p:nvSpPr>
          <p:spPr>
            <a:xfrm>
              <a:off x="5406825" y="4061325"/>
              <a:ext cx="291650" cy="237000"/>
            </a:xfrm>
            <a:custGeom>
              <a:avLst/>
              <a:gdLst/>
              <a:ahLst/>
              <a:cxnLst/>
              <a:rect l="l" t="t" r="r" b="b"/>
              <a:pathLst>
                <a:path w="11666" h="9480" extrusionOk="0">
                  <a:moveTo>
                    <a:pt x="9089" y="7662"/>
                  </a:moveTo>
                  <a:cubicBezTo>
                    <a:pt x="9084" y="7673"/>
                    <a:pt x="9080" y="7684"/>
                    <a:pt x="9076" y="7695"/>
                  </a:cubicBezTo>
                  <a:cubicBezTo>
                    <a:pt x="9081" y="7684"/>
                    <a:pt x="9085" y="7673"/>
                    <a:pt x="9089" y="7662"/>
                  </a:cubicBezTo>
                  <a:close/>
                  <a:moveTo>
                    <a:pt x="1594" y="0"/>
                  </a:moveTo>
                  <a:cubicBezTo>
                    <a:pt x="1439" y="0"/>
                    <a:pt x="1273" y="42"/>
                    <a:pt x="1090" y="141"/>
                  </a:cubicBezTo>
                  <a:cubicBezTo>
                    <a:pt x="634" y="386"/>
                    <a:pt x="356" y="897"/>
                    <a:pt x="234" y="1408"/>
                  </a:cubicBezTo>
                  <a:cubicBezTo>
                    <a:pt x="1" y="2374"/>
                    <a:pt x="334" y="3318"/>
                    <a:pt x="734" y="4185"/>
                  </a:cubicBezTo>
                  <a:cubicBezTo>
                    <a:pt x="1201" y="5217"/>
                    <a:pt x="1722" y="6239"/>
                    <a:pt x="2356" y="7162"/>
                  </a:cubicBezTo>
                  <a:cubicBezTo>
                    <a:pt x="2600" y="7506"/>
                    <a:pt x="2855" y="7828"/>
                    <a:pt x="3134" y="8128"/>
                  </a:cubicBezTo>
                  <a:cubicBezTo>
                    <a:pt x="3511" y="8528"/>
                    <a:pt x="3933" y="8883"/>
                    <a:pt x="4400" y="9172"/>
                  </a:cubicBezTo>
                  <a:cubicBezTo>
                    <a:pt x="4655" y="9317"/>
                    <a:pt x="4922" y="9450"/>
                    <a:pt x="5211" y="9473"/>
                  </a:cubicBezTo>
                  <a:cubicBezTo>
                    <a:pt x="5254" y="9477"/>
                    <a:pt x="5298" y="9479"/>
                    <a:pt x="5341" y="9479"/>
                  </a:cubicBezTo>
                  <a:cubicBezTo>
                    <a:pt x="5505" y="9479"/>
                    <a:pt x="5663" y="9447"/>
                    <a:pt x="5822" y="9394"/>
                  </a:cubicBezTo>
                  <a:cubicBezTo>
                    <a:pt x="6099" y="9317"/>
                    <a:pt x="6355" y="9184"/>
                    <a:pt x="6600" y="9028"/>
                  </a:cubicBezTo>
                  <a:lnTo>
                    <a:pt x="6600" y="9061"/>
                  </a:lnTo>
                  <a:cubicBezTo>
                    <a:pt x="7010" y="8883"/>
                    <a:pt x="7410" y="8683"/>
                    <a:pt x="7788" y="8473"/>
                  </a:cubicBezTo>
                  <a:lnTo>
                    <a:pt x="7788" y="8473"/>
                  </a:lnTo>
                  <a:cubicBezTo>
                    <a:pt x="7666" y="8650"/>
                    <a:pt x="7555" y="8839"/>
                    <a:pt x="7432" y="9017"/>
                  </a:cubicBezTo>
                  <a:cubicBezTo>
                    <a:pt x="8066" y="8528"/>
                    <a:pt x="8666" y="7972"/>
                    <a:pt x="9199" y="7362"/>
                  </a:cubicBezTo>
                  <a:lnTo>
                    <a:pt x="9199" y="7362"/>
                  </a:lnTo>
                  <a:cubicBezTo>
                    <a:pt x="9159" y="7462"/>
                    <a:pt x="9128" y="7562"/>
                    <a:pt x="9089" y="7662"/>
                  </a:cubicBezTo>
                  <a:lnTo>
                    <a:pt x="9089" y="7662"/>
                  </a:lnTo>
                  <a:cubicBezTo>
                    <a:pt x="9169" y="7485"/>
                    <a:pt x="9386" y="7401"/>
                    <a:pt x="9543" y="7306"/>
                  </a:cubicBezTo>
                  <a:cubicBezTo>
                    <a:pt x="9732" y="7195"/>
                    <a:pt x="9888" y="7039"/>
                    <a:pt x="10076" y="6906"/>
                  </a:cubicBezTo>
                  <a:cubicBezTo>
                    <a:pt x="10565" y="6562"/>
                    <a:pt x="11032" y="6173"/>
                    <a:pt x="11454" y="5762"/>
                  </a:cubicBezTo>
                  <a:cubicBezTo>
                    <a:pt x="11554" y="5662"/>
                    <a:pt x="11665" y="5506"/>
                    <a:pt x="11587" y="5384"/>
                  </a:cubicBezTo>
                  <a:cubicBezTo>
                    <a:pt x="11537" y="5306"/>
                    <a:pt x="11444" y="5298"/>
                    <a:pt x="11344" y="5298"/>
                  </a:cubicBezTo>
                  <a:cubicBezTo>
                    <a:pt x="11318" y="5298"/>
                    <a:pt x="11291" y="5299"/>
                    <a:pt x="11265" y="5299"/>
                  </a:cubicBezTo>
                  <a:cubicBezTo>
                    <a:pt x="11190" y="5299"/>
                    <a:pt x="11115" y="5294"/>
                    <a:pt x="11054" y="5262"/>
                  </a:cubicBezTo>
                  <a:cubicBezTo>
                    <a:pt x="11187" y="5217"/>
                    <a:pt x="11332" y="5162"/>
                    <a:pt x="11431" y="5062"/>
                  </a:cubicBezTo>
                  <a:cubicBezTo>
                    <a:pt x="11532" y="4962"/>
                    <a:pt x="11587" y="4795"/>
                    <a:pt x="11520" y="4674"/>
                  </a:cubicBezTo>
                  <a:cubicBezTo>
                    <a:pt x="11465" y="4551"/>
                    <a:pt x="11320" y="4506"/>
                    <a:pt x="11187" y="4484"/>
                  </a:cubicBezTo>
                  <a:cubicBezTo>
                    <a:pt x="11152" y="4481"/>
                    <a:pt x="11118" y="4479"/>
                    <a:pt x="11083" y="4479"/>
                  </a:cubicBezTo>
                  <a:cubicBezTo>
                    <a:pt x="10874" y="4479"/>
                    <a:pt x="10670" y="4537"/>
                    <a:pt x="10498" y="4651"/>
                  </a:cubicBezTo>
                  <a:cubicBezTo>
                    <a:pt x="10676" y="4496"/>
                    <a:pt x="10799" y="4284"/>
                    <a:pt x="10854" y="4051"/>
                  </a:cubicBezTo>
                  <a:cubicBezTo>
                    <a:pt x="10876" y="3929"/>
                    <a:pt x="10865" y="3773"/>
                    <a:pt x="10754" y="3718"/>
                  </a:cubicBezTo>
                  <a:cubicBezTo>
                    <a:pt x="10730" y="3706"/>
                    <a:pt x="10703" y="3701"/>
                    <a:pt x="10676" y="3701"/>
                  </a:cubicBezTo>
                  <a:cubicBezTo>
                    <a:pt x="10630" y="3701"/>
                    <a:pt x="10581" y="3715"/>
                    <a:pt x="10532" y="3729"/>
                  </a:cubicBezTo>
                  <a:cubicBezTo>
                    <a:pt x="10365" y="3795"/>
                    <a:pt x="10199" y="3896"/>
                    <a:pt x="10066" y="4029"/>
                  </a:cubicBezTo>
                  <a:cubicBezTo>
                    <a:pt x="10187" y="3840"/>
                    <a:pt x="10288" y="3640"/>
                    <a:pt x="10354" y="3429"/>
                  </a:cubicBezTo>
                  <a:cubicBezTo>
                    <a:pt x="10387" y="3351"/>
                    <a:pt x="10399" y="3262"/>
                    <a:pt x="10343" y="3207"/>
                  </a:cubicBezTo>
                  <a:cubicBezTo>
                    <a:pt x="10315" y="3186"/>
                    <a:pt x="10282" y="3178"/>
                    <a:pt x="10248" y="3178"/>
                  </a:cubicBezTo>
                  <a:cubicBezTo>
                    <a:pt x="10228" y="3178"/>
                    <a:pt x="10208" y="3181"/>
                    <a:pt x="10187" y="3185"/>
                  </a:cubicBezTo>
                  <a:cubicBezTo>
                    <a:pt x="9921" y="3240"/>
                    <a:pt x="9666" y="3373"/>
                    <a:pt x="9488" y="3573"/>
                  </a:cubicBezTo>
                  <a:cubicBezTo>
                    <a:pt x="9632" y="3296"/>
                    <a:pt x="9654" y="2963"/>
                    <a:pt x="9555" y="2674"/>
                  </a:cubicBezTo>
                  <a:lnTo>
                    <a:pt x="9555" y="2674"/>
                  </a:lnTo>
                  <a:cubicBezTo>
                    <a:pt x="8743" y="3318"/>
                    <a:pt x="7866" y="3829"/>
                    <a:pt x="6943" y="4240"/>
                  </a:cubicBezTo>
                  <a:cubicBezTo>
                    <a:pt x="6632" y="4385"/>
                    <a:pt x="6299" y="4518"/>
                    <a:pt x="5977" y="4640"/>
                  </a:cubicBezTo>
                  <a:cubicBezTo>
                    <a:pt x="5422" y="3929"/>
                    <a:pt x="4877" y="3207"/>
                    <a:pt x="4444" y="2430"/>
                  </a:cubicBezTo>
                  <a:cubicBezTo>
                    <a:pt x="3944" y="1751"/>
                    <a:pt x="3366" y="1119"/>
                    <a:pt x="2711" y="585"/>
                  </a:cubicBezTo>
                  <a:cubicBezTo>
                    <a:pt x="2347" y="302"/>
                    <a:pt x="2011" y="0"/>
                    <a:pt x="159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30"/>
            <p:cNvSpPr/>
            <p:nvPr/>
          </p:nvSpPr>
          <p:spPr>
            <a:xfrm>
              <a:off x="5470150" y="4204800"/>
              <a:ext cx="201925" cy="77250"/>
            </a:xfrm>
            <a:custGeom>
              <a:avLst/>
              <a:gdLst/>
              <a:ahLst/>
              <a:cxnLst/>
              <a:rect l="l" t="t" r="r" b="b"/>
              <a:pathLst>
                <a:path w="8077" h="3090" extrusionOk="0">
                  <a:moveTo>
                    <a:pt x="7965" y="1"/>
                  </a:moveTo>
                  <a:cubicBezTo>
                    <a:pt x="7488" y="967"/>
                    <a:pt x="6499" y="1690"/>
                    <a:pt x="5422" y="1833"/>
                  </a:cubicBezTo>
                  <a:cubicBezTo>
                    <a:pt x="5409" y="1830"/>
                    <a:pt x="5397" y="1829"/>
                    <a:pt x="5386" y="1829"/>
                  </a:cubicBezTo>
                  <a:cubicBezTo>
                    <a:pt x="5358" y="1829"/>
                    <a:pt x="5334" y="1837"/>
                    <a:pt x="5311" y="1845"/>
                  </a:cubicBezTo>
                  <a:lnTo>
                    <a:pt x="5077" y="1989"/>
                  </a:lnTo>
                  <a:lnTo>
                    <a:pt x="5344" y="1956"/>
                  </a:lnTo>
                  <a:lnTo>
                    <a:pt x="5422" y="1956"/>
                  </a:lnTo>
                  <a:cubicBezTo>
                    <a:pt x="5444" y="1967"/>
                    <a:pt x="5466" y="2001"/>
                    <a:pt x="5466" y="2033"/>
                  </a:cubicBezTo>
                  <a:cubicBezTo>
                    <a:pt x="5477" y="2112"/>
                    <a:pt x="5410" y="2178"/>
                    <a:pt x="5366" y="2223"/>
                  </a:cubicBezTo>
                  <a:cubicBezTo>
                    <a:pt x="5133" y="2433"/>
                    <a:pt x="4810" y="2500"/>
                    <a:pt x="4499" y="2544"/>
                  </a:cubicBezTo>
                  <a:cubicBezTo>
                    <a:pt x="4455" y="2556"/>
                    <a:pt x="4410" y="2556"/>
                    <a:pt x="4366" y="2556"/>
                  </a:cubicBezTo>
                  <a:cubicBezTo>
                    <a:pt x="4289" y="2459"/>
                    <a:pt x="4161" y="2396"/>
                    <a:pt x="4034" y="2396"/>
                  </a:cubicBezTo>
                  <a:cubicBezTo>
                    <a:pt x="4015" y="2396"/>
                    <a:pt x="3996" y="2398"/>
                    <a:pt x="3978" y="2400"/>
                  </a:cubicBezTo>
                  <a:lnTo>
                    <a:pt x="3889" y="2411"/>
                  </a:lnTo>
                  <a:lnTo>
                    <a:pt x="3933" y="2489"/>
                  </a:lnTo>
                  <a:cubicBezTo>
                    <a:pt x="3966" y="2567"/>
                    <a:pt x="4055" y="2656"/>
                    <a:pt x="4233" y="2678"/>
                  </a:cubicBezTo>
                  <a:cubicBezTo>
                    <a:pt x="3924" y="2865"/>
                    <a:pt x="3548" y="2964"/>
                    <a:pt x="3148" y="2964"/>
                  </a:cubicBezTo>
                  <a:cubicBezTo>
                    <a:pt x="2886" y="2964"/>
                    <a:pt x="2613" y="2921"/>
                    <a:pt x="2344" y="2833"/>
                  </a:cubicBezTo>
                  <a:cubicBezTo>
                    <a:pt x="1767" y="2656"/>
                    <a:pt x="1211" y="2267"/>
                    <a:pt x="633" y="1678"/>
                  </a:cubicBezTo>
                  <a:cubicBezTo>
                    <a:pt x="445" y="1500"/>
                    <a:pt x="245" y="1278"/>
                    <a:pt x="112" y="1011"/>
                  </a:cubicBezTo>
                  <a:lnTo>
                    <a:pt x="1" y="1067"/>
                  </a:lnTo>
                  <a:cubicBezTo>
                    <a:pt x="145" y="1345"/>
                    <a:pt x="356" y="1578"/>
                    <a:pt x="545" y="1767"/>
                  </a:cubicBezTo>
                  <a:cubicBezTo>
                    <a:pt x="1134" y="2367"/>
                    <a:pt x="1711" y="2756"/>
                    <a:pt x="2311" y="2956"/>
                  </a:cubicBezTo>
                  <a:cubicBezTo>
                    <a:pt x="2589" y="3045"/>
                    <a:pt x="2867" y="3089"/>
                    <a:pt x="3144" y="3089"/>
                  </a:cubicBezTo>
                  <a:cubicBezTo>
                    <a:pt x="3611" y="3089"/>
                    <a:pt x="4044" y="2956"/>
                    <a:pt x="4400" y="2712"/>
                  </a:cubicBezTo>
                  <a:lnTo>
                    <a:pt x="4444" y="2678"/>
                  </a:lnTo>
                  <a:lnTo>
                    <a:pt x="4433" y="2678"/>
                  </a:lnTo>
                  <a:cubicBezTo>
                    <a:pt x="4466" y="2667"/>
                    <a:pt x="4489" y="2667"/>
                    <a:pt x="4522" y="2667"/>
                  </a:cubicBezTo>
                  <a:cubicBezTo>
                    <a:pt x="4833" y="2611"/>
                    <a:pt x="5188" y="2544"/>
                    <a:pt x="5444" y="2312"/>
                  </a:cubicBezTo>
                  <a:cubicBezTo>
                    <a:pt x="5544" y="2223"/>
                    <a:pt x="5600" y="2122"/>
                    <a:pt x="5588" y="2023"/>
                  </a:cubicBezTo>
                  <a:cubicBezTo>
                    <a:pt x="5588" y="1989"/>
                    <a:pt x="5577" y="1956"/>
                    <a:pt x="5555" y="1934"/>
                  </a:cubicBezTo>
                  <a:cubicBezTo>
                    <a:pt x="6622" y="1745"/>
                    <a:pt x="7599" y="1023"/>
                    <a:pt x="8076" y="45"/>
                  </a:cubicBezTo>
                  <a:lnTo>
                    <a:pt x="796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30"/>
            <p:cNvSpPr/>
            <p:nvPr/>
          </p:nvSpPr>
          <p:spPr>
            <a:xfrm>
              <a:off x="5541250" y="4185375"/>
              <a:ext cx="6950" cy="34725"/>
            </a:xfrm>
            <a:custGeom>
              <a:avLst/>
              <a:gdLst/>
              <a:ahLst/>
              <a:cxnLst/>
              <a:rect l="l" t="t" r="r" b="b"/>
              <a:pathLst>
                <a:path w="278" h="1389" extrusionOk="0">
                  <a:moveTo>
                    <a:pt x="167" y="0"/>
                  </a:moveTo>
                  <a:cubicBezTo>
                    <a:pt x="33" y="356"/>
                    <a:pt x="1" y="744"/>
                    <a:pt x="78" y="1111"/>
                  </a:cubicBezTo>
                  <a:lnTo>
                    <a:pt x="134" y="1389"/>
                  </a:lnTo>
                  <a:lnTo>
                    <a:pt x="211" y="1045"/>
                  </a:lnTo>
                  <a:lnTo>
                    <a:pt x="189" y="1033"/>
                  </a:lnTo>
                  <a:cubicBezTo>
                    <a:pt x="122" y="711"/>
                    <a:pt x="156" y="356"/>
                    <a:pt x="278" y="45"/>
                  </a:cubicBezTo>
                  <a:lnTo>
                    <a:pt x="1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0"/>
            <p:cNvSpPr/>
            <p:nvPr/>
          </p:nvSpPr>
          <p:spPr>
            <a:xfrm>
              <a:off x="5554850" y="4185925"/>
              <a:ext cx="8100" cy="26400"/>
            </a:xfrm>
            <a:custGeom>
              <a:avLst/>
              <a:gdLst/>
              <a:ahLst/>
              <a:cxnLst/>
              <a:rect l="l" t="t" r="r" b="b"/>
              <a:pathLst>
                <a:path w="324" h="1056" extrusionOk="0">
                  <a:moveTo>
                    <a:pt x="79" y="1"/>
                  </a:moveTo>
                  <a:lnTo>
                    <a:pt x="79" y="1"/>
                  </a:lnTo>
                  <a:cubicBezTo>
                    <a:pt x="0" y="345"/>
                    <a:pt x="45" y="734"/>
                    <a:pt x="223" y="1055"/>
                  </a:cubicBezTo>
                  <a:lnTo>
                    <a:pt x="323" y="1000"/>
                  </a:lnTo>
                  <a:cubicBezTo>
                    <a:pt x="168" y="700"/>
                    <a:pt x="123" y="345"/>
                    <a:pt x="200" y="23"/>
                  </a:cubicBezTo>
                  <a:lnTo>
                    <a:pt x="7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30"/>
            <p:cNvSpPr/>
            <p:nvPr/>
          </p:nvSpPr>
          <p:spPr>
            <a:xfrm>
              <a:off x="5418775" y="4093175"/>
              <a:ext cx="6975" cy="18050"/>
            </a:xfrm>
            <a:custGeom>
              <a:avLst/>
              <a:gdLst/>
              <a:ahLst/>
              <a:cxnLst/>
              <a:rect l="l" t="t" r="r" b="b"/>
              <a:pathLst>
                <a:path w="279" h="722" extrusionOk="0">
                  <a:moveTo>
                    <a:pt x="101" y="0"/>
                  </a:moveTo>
                  <a:lnTo>
                    <a:pt x="101" y="0"/>
                  </a:lnTo>
                  <a:cubicBezTo>
                    <a:pt x="0" y="233"/>
                    <a:pt x="34" y="522"/>
                    <a:pt x="189" y="722"/>
                  </a:cubicBezTo>
                  <a:lnTo>
                    <a:pt x="278" y="655"/>
                  </a:lnTo>
                  <a:cubicBezTo>
                    <a:pt x="145" y="489"/>
                    <a:pt x="123" y="245"/>
                    <a:pt x="212" y="45"/>
                  </a:cubicBezTo>
                  <a:lnTo>
                    <a:pt x="10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30"/>
            <p:cNvSpPr/>
            <p:nvPr/>
          </p:nvSpPr>
          <p:spPr>
            <a:xfrm>
              <a:off x="5423500" y="4122325"/>
              <a:ext cx="6125" cy="8900"/>
            </a:xfrm>
            <a:custGeom>
              <a:avLst/>
              <a:gdLst/>
              <a:ahLst/>
              <a:cxnLst/>
              <a:rect l="l" t="t" r="r" b="b"/>
              <a:pathLst>
                <a:path w="245" h="356" extrusionOk="0">
                  <a:moveTo>
                    <a:pt x="112" y="0"/>
                  </a:moveTo>
                  <a:lnTo>
                    <a:pt x="0" y="45"/>
                  </a:lnTo>
                  <a:lnTo>
                    <a:pt x="134" y="356"/>
                  </a:lnTo>
                  <a:lnTo>
                    <a:pt x="245" y="311"/>
                  </a:lnTo>
                  <a:lnTo>
                    <a:pt x="1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30"/>
            <p:cNvSpPr/>
            <p:nvPr/>
          </p:nvSpPr>
          <p:spPr>
            <a:xfrm>
              <a:off x="5431825" y="4114550"/>
              <a:ext cx="5025" cy="5850"/>
            </a:xfrm>
            <a:custGeom>
              <a:avLst/>
              <a:gdLst/>
              <a:ahLst/>
              <a:cxnLst/>
              <a:rect l="l" t="t" r="r" b="b"/>
              <a:pathLst>
                <a:path w="201" h="234" extrusionOk="0">
                  <a:moveTo>
                    <a:pt x="100" y="0"/>
                  </a:moveTo>
                  <a:lnTo>
                    <a:pt x="1" y="56"/>
                  </a:lnTo>
                  <a:lnTo>
                    <a:pt x="100" y="234"/>
                  </a:lnTo>
                  <a:lnTo>
                    <a:pt x="201" y="178"/>
                  </a:lnTo>
                  <a:lnTo>
                    <a:pt x="1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30"/>
            <p:cNvSpPr/>
            <p:nvPr/>
          </p:nvSpPr>
          <p:spPr>
            <a:xfrm>
              <a:off x="5668450" y="4201725"/>
              <a:ext cx="87775" cy="88225"/>
            </a:xfrm>
            <a:custGeom>
              <a:avLst/>
              <a:gdLst/>
              <a:ahLst/>
              <a:cxnLst/>
              <a:rect l="l" t="t" r="r" b="b"/>
              <a:pathLst>
                <a:path w="3511" h="3529" extrusionOk="0">
                  <a:moveTo>
                    <a:pt x="1986" y="0"/>
                  </a:moveTo>
                  <a:cubicBezTo>
                    <a:pt x="1761" y="0"/>
                    <a:pt x="1514" y="61"/>
                    <a:pt x="1211" y="112"/>
                  </a:cubicBezTo>
                  <a:cubicBezTo>
                    <a:pt x="1134" y="124"/>
                    <a:pt x="1045" y="135"/>
                    <a:pt x="978" y="191"/>
                  </a:cubicBezTo>
                  <a:cubicBezTo>
                    <a:pt x="900" y="235"/>
                    <a:pt x="855" y="324"/>
                    <a:pt x="889" y="401"/>
                  </a:cubicBezTo>
                  <a:cubicBezTo>
                    <a:pt x="944" y="579"/>
                    <a:pt x="1289" y="535"/>
                    <a:pt x="1311" y="724"/>
                  </a:cubicBezTo>
                  <a:cubicBezTo>
                    <a:pt x="978" y="857"/>
                    <a:pt x="645" y="990"/>
                    <a:pt x="311" y="1134"/>
                  </a:cubicBezTo>
                  <a:cubicBezTo>
                    <a:pt x="178" y="1190"/>
                    <a:pt x="33" y="1268"/>
                    <a:pt x="11" y="1401"/>
                  </a:cubicBezTo>
                  <a:cubicBezTo>
                    <a:pt x="0" y="1534"/>
                    <a:pt x="122" y="1657"/>
                    <a:pt x="255" y="1679"/>
                  </a:cubicBezTo>
                  <a:cubicBezTo>
                    <a:pt x="280" y="1683"/>
                    <a:pt x="304" y="1685"/>
                    <a:pt x="329" y="1685"/>
                  </a:cubicBezTo>
                  <a:cubicBezTo>
                    <a:pt x="437" y="1685"/>
                    <a:pt x="545" y="1649"/>
                    <a:pt x="645" y="1613"/>
                  </a:cubicBezTo>
                  <a:cubicBezTo>
                    <a:pt x="956" y="1512"/>
                    <a:pt x="1267" y="1413"/>
                    <a:pt x="1566" y="1312"/>
                  </a:cubicBezTo>
                  <a:lnTo>
                    <a:pt x="1566" y="1312"/>
                  </a:lnTo>
                  <a:cubicBezTo>
                    <a:pt x="1611" y="1346"/>
                    <a:pt x="1578" y="1401"/>
                    <a:pt x="1533" y="1435"/>
                  </a:cubicBezTo>
                  <a:cubicBezTo>
                    <a:pt x="1189" y="1668"/>
                    <a:pt x="689" y="1690"/>
                    <a:pt x="445" y="2023"/>
                  </a:cubicBezTo>
                  <a:cubicBezTo>
                    <a:pt x="389" y="2112"/>
                    <a:pt x="344" y="2223"/>
                    <a:pt x="389" y="2312"/>
                  </a:cubicBezTo>
                  <a:cubicBezTo>
                    <a:pt x="431" y="2396"/>
                    <a:pt x="519" y="2425"/>
                    <a:pt x="615" y="2425"/>
                  </a:cubicBezTo>
                  <a:cubicBezTo>
                    <a:pt x="696" y="2425"/>
                    <a:pt x="784" y="2404"/>
                    <a:pt x="855" y="2379"/>
                  </a:cubicBezTo>
                  <a:cubicBezTo>
                    <a:pt x="1200" y="2257"/>
                    <a:pt x="1533" y="2124"/>
                    <a:pt x="1867" y="1979"/>
                  </a:cubicBezTo>
                  <a:lnTo>
                    <a:pt x="1867" y="1979"/>
                  </a:lnTo>
                  <a:cubicBezTo>
                    <a:pt x="1833" y="2168"/>
                    <a:pt x="1667" y="2301"/>
                    <a:pt x="1500" y="2379"/>
                  </a:cubicBezTo>
                  <a:cubicBezTo>
                    <a:pt x="1333" y="2457"/>
                    <a:pt x="1156" y="2512"/>
                    <a:pt x="1011" y="2645"/>
                  </a:cubicBezTo>
                  <a:cubicBezTo>
                    <a:pt x="911" y="2734"/>
                    <a:pt x="845" y="2912"/>
                    <a:pt x="956" y="3012"/>
                  </a:cubicBezTo>
                  <a:cubicBezTo>
                    <a:pt x="1003" y="3059"/>
                    <a:pt x="1066" y="3073"/>
                    <a:pt x="1131" y="3073"/>
                  </a:cubicBezTo>
                  <a:cubicBezTo>
                    <a:pt x="1158" y="3073"/>
                    <a:pt x="1185" y="3071"/>
                    <a:pt x="1211" y="3067"/>
                  </a:cubicBezTo>
                  <a:cubicBezTo>
                    <a:pt x="1589" y="3023"/>
                    <a:pt x="1956" y="2890"/>
                    <a:pt x="2277" y="2690"/>
                  </a:cubicBezTo>
                  <a:lnTo>
                    <a:pt x="2277" y="2690"/>
                  </a:lnTo>
                  <a:cubicBezTo>
                    <a:pt x="2244" y="2968"/>
                    <a:pt x="1900" y="3045"/>
                    <a:pt x="1689" y="3212"/>
                  </a:cubicBezTo>
                  <a:cubicBezTo>
                    <a:pt x="1645" y="3257"/>
                    <a:pt x="1600" y="3301"/>
                    <a:pt x="1600" y="3368"/>
                  </a:cubicBezTo>
                  <a:cubicBezTo>
                    <a:pt x="1600" y="3479"/>
                    <a:pt x="1725" y="3529"/>
                    <a:pt x="1844" y="3529"/>
                  </a:cubicBezTo>
                  <a:cubicBezTo>
                    <a:pt x="1867" y="3529"/>
                    <a:pt x="1890" y="3527"/>
                    <a:pt x="1911" y="3523"/>
                  </a:cubicBezTo>
                  <a:cubicBezTo>
                    <a:pt x="2467" y="3457"/>
                    <a:pt x="3255" y="3090"/>
                    <a:pt x="3444" y="2512"/>
                  </a:cubicBezTo>
                  <a:cubicBezTo>
                    <a:pt x="3511" y="2301"/>
                    <a:pt x="3511" y="2068"/>
                    <a:pt x="3477" y="1835"/>
                  </a:cubicBezTo>
                  <a:cubicBezTo>
                    <a:pt x="3400" y="1279"/>
                    <a:pt x="3133" y="757"/>
                    <a:pt x="2744" y="357"/>
                  </a:cubicBezTo>
                  <a:cubicBezTo>
                    <a:pt x="2481" y="82"/>
                    <a:pt x="2248" y="0"/>
                    <a:pt x="198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3">
          <a:extLst>
            <a:ext uri="{FF2B5EF4-FFF2-40B4-BE49-F238E27FC236}">
              <a16:creationId xmlns:a16="http://schemas.microsoft.com/office/drawing/2014/main" id="{0B59D4B9-4E96-C30A-8C8D-2DDE88BFB21B}"/>
            </a:ext>
          </a:extLst>
        </p:cNvPr>
        <p:cNvGrpSpPr/>
        <p:nvPr/>
      </p:nvGrpSpPr>
      <p:grpSpPr>
        <a:xfrm>
          <a:off x="0" y="0"/>
          <a:ext cx="0" cy="0"/>
          <a:chOff x="0" y="0"/>
          <a:chExt cx="0" cy="0"/>
        </a:xfrm>
      </p:grpSpPr>
      <p:sp>
        <p:nvSpPr>
          <p:cNvPr id="614" name="Google Shape;614;p32">
            <a:extLst>
              <a:ext uri="{FF2B5EF4-FFF2-40B4-BE49-F238E27FC236}">
                <a16:creationId xmlns:a16="http://schemas.microsoft.com/office/drawing/2014/main" id="{B8EE2EA2-0289-17C6-E04C-DF9295DF3957}"/>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15" name="Google Shape;615;p32">
            <a:extLst>
              <a:ext uri="{FF2B5EF4-FFF2-40B4-BE49-F238E27FC236}">
                <a16:creationId xmlns:a16="http://schemas.microsoft.com/office/drawing/2014/main" id="{89411911-FD07-F043-C615-0ACAA48FB22C}"/>
              </a:ext>
            </a:extLst>
          </p:cNvPr>
          <p:cNvSpPr/>
          <p:nvPr/>
        </p:nvSpPr>
        <p:spPr>
          <a:xfrm>
            <a:off x="74836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6" name="Google Shape;616;p32">
            <a:extLst>
              <a:ext uri="{FF2B5EF4-FFF2-40B4-BE49-F238E27FC236}">
                <a16:creationId xmlns:a16="http://schemas.microsoft.com/office/drawing/2014/main" id="{2EB72C48-1784-752E-3854-D25F50A0AC01}"/>
              </a:ext>
            </a:extLst>
          </p:cNvPr>
          <p:cNvSpPr/>
          <p:nvPr/>
        </p:nvSpPr>
        <p:spPr>
          <a:xfrm rot="10800000" flipH="1">
            <a:off x="465901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7" name="Google Shape;617;p32">
            <a:extLst>
              <a:ext uri="{FF2B5EF4-FFF2-40B4-BE49-F238E27FC236}">
                <a16:creationId xmlns:a16="http://schemas.microsoft.com/office/drawing/2014/main" id="{7C5E2756-7CE1-92E1-2948-3E69A2091534}"/>
              </a:ext>
            </a:extLst>
          </p:cNvPr>
          <p:cNvSpPr/>
          <p:nvPr/>
        </p:nvSpPr>
        <p:spPr>
          <a:xfrm flipH="1">
            <a:off x="74836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8" name="Google Shape;618;p32">
            <a:extLst>
              <a:ext uri="{FF2B5EF4-FFF2-40B4-BE49-F238E27FC236}">
                <a16:creationId xmlns:a16="http://schemas.microsoft.com/office/drawing/2014/main" id="{37C8BF54-F653-A65F-74F3-3F1CF37F999E}"/>
              </a:ext>
            </a:extLst>
          </p:cNvPr>
          <p:cNvSpPr/>
          <p:nvPr/>
        </p:nvSpPr>
        <p:spPr>
          <a:xfrm rot="10800000">
            <a:off x="465901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9" name="Google Shape;619;p32">
            <a:extLst>
              <a:ext uri="{FF2B5EF4-FFF2-40B4-BE49-F238E27FC236}">
                <a16:creationId xmlns:a16="http://schemas.microsoft.com/office/drawing/2014/main" id="{31B6A015-BCC6-B45C-B3B6-4C98BE227E8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620" name="Google Shape;620;p32">
            <a:extLst>
              <a:ext uri="{FF2B5EF4-FFF2-40B4-BE49-F238E27FC236}">
                <a16:creationId xmlns:a16="http://schemas.microsoft.com/office/drawing/2014/main" id="{E15D8310-48FF-A1FF-629C-3687C16F5F70}"/>
              </a:ext>
            </a:extLst>
          </p:cNvPr>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I </a:t>
            </a:r>
            <a:r>
              <a:rPr lang="pl-PL" dirty="0" err="1"/>
              <a:t>decided</a:t>
            </a:r>
            <a:r>
              <a:rPr lang="pl-PL" dirty="0"/>
              <a:t> to </a:t>
            </a:r>
            <a:r>
              <a:rPr lang="pl-PL" dirty="0" err="1"/>
              <a:t>work</a:t>
            </a:r>
            <a:r>
              <a:rPr lang="pl-PL" dirty="0"/>
              <a:t> on?</a:t>
            </a:r>
            <a:endParaRPr dirty="0"/>
          </a:p>
        </p:txBody>
      </p:sp>
      <p:sp>
        <p:nvSpPr>
          <p:cNvPr id="621" name="Google Shape;621;p32">
            <a:extLst>
              <a:ext uri="{FF2B5EF4-FFF2-40B4-BE49-F238E27FC236}">
                <a16:creationId xmlns:a16="http://schemas.microsoft.com/office/drawing/2014/main" id="{B9813FD2-B24B-DB4D-3C7C-5FD242841054}"/>
              </a:ext>
            </a:extLst>
          </p:cNvPr>
          <p:cNvSpPr txBox="1">
            <a:spLocks noGrp="1"/>
          </p:cNvSpPr>
          <p:nvPr>
            <p:ph type="title" idx="2"/>
          </p:nvPr>
        </p:nvSpPr>
        <p:spPr>
          <a:xfrm>
            <a:off x="82050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622" name="Google Shape;622;p32">
            <a:extLst>
              <a:ext uri="{FF2B5EF4-FFF2-40B4-BE49-F238E27FC236}">
                <a16:creationId xmlns:a16="http://schemas.microsoft.com/office/drawing/2014/main" id="{9516F0C6-AD15-229A-5057-037264E04966}"/>
              </a:ext>
            </a:extLst>
          </p:cNvPr>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Introduction</a:t>
            </a:r>
            <a:endParaRPr dirty="0"/>
          </a:p>
        </p:txBody>
      </p:sp>
      <p:sp>
        <p:nvSpPr>
          <p:cNvPr id="623" name="Google Shape;623;p32">
            <a:extLst>
              <a:ext uri="{FF2B5EF4-FFF2-40B4-BE49-F238E27FC236}">
                <a16:creationId xmlns:a16="http://schemas.microsoft.com/office/drawing/2014/main" id="{FBE937FD-0CF1-CB8C-6231-B4EAF34E7C4D}"/>
              </a:ext>
            </a:extLst>
          </p:cNvPr>
          <p:cNvSpPr txBox="1">
            <a:spLocks noGrp="1"/>
          </p:cNvSpPr>
          <p:nvPr>
            <p:ph type="title" idx="4"/>
          </p:nvPr>
        </p:nvSpPr>
        <p:spPr>
          <a:xfrm>
            <a:off x="473115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624" name="Google Shape;624;p32">
            <a:extLst>
              <a:ext uri="{FF2B5EF4-FFF2-40B4-BE49-F238E27FC236}">
                <a16:creationId xmlns:a16="http://schemas.microsoft.com/office/drawing/2014/main" id="{A8657BBF-E7C4-ADF7-39D9-F4EA544D1730}"/>
              </a:ext>
            </a:extLst>
          </p:cNvPr>
          <p:cNvSpPr txBox="1">
            <a:spLocks noGrp="1"/>
          </p:cNvSpPr>
          <p:nvPr>
            <p:ph type="subTitle" idx="5"/>
          </p:nvPr>
        </p:nvSpPr>
        <p:spPr>
          <a:xfrm>
            <a:off x="6018000" y="2382249"/>
            <a:ext cx="2364000" cy="64137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a:t>
            </a:r>
            <a:r>
              <a:rPr lang="pl-PL" dirty="0" err="1"/>
              <a:t>Topic</a:t>
            </a:r>
            <a:r>
              <a:rPr lang="pl-PL" dirty="0"/>
              <a:t> </a:t>
            </a:r>
            <a:r>
              <a:rPr lang="pl-PL" dirty="0" err="1"/>
              <a:t>Modelling</a:t>
            </a:r>
            <a:r>
              <a:rPr lang="pl-PL" dirty="0"/>
              <a:t> </a:t>
            </a:r>
            <a:r>
              <a:rPr lang="pl-PL" dirty="0" err="1"/>
              <a:t>Methods</a:t>
            </a:r>
            <a:r>
              <a:rPr lang="pl-PL" dirty="0"/>
              <a:t> </a:t>
            </a:r>
            <a:r>
              <a:rPr lang="pl-PL" dirty="0" err="1"/>
              <a:t>have</a:t>
            </a:r>
            <a:r>
              <a:rPr lang="pl-PL" dirty="0"/>
              <a:t> </a:t>
            </a:r>
            <a:r>
              <a:rPr lang="pl-PL" dirty="0" err="1"/>
              <a:t>been</a:t>
            </a:r>
            <a:r>
              <a:rPr lang="pl-PL" dirty="0"/>
              <a:t> </a:t>
            </a:r>
            <a:r>
              <a:rPr lang="pl-PL" dirty="0" err="1"/>
              <a:t>used</a:t>
            </a:r>
            <a:r>
              <a:rPr lang="pl-PL" dirty="0"/>
              <a:t>?</a:t>
            </a:r>
            <a:endParaRPr dirty="0"/>
          </a:p>
        </p:txBody>
      </p:sp>
      <p:sp>
        <p:nvSpPr>
          <p:cNvPr id="625" name="Google Shape;625;p32">
            <a:extLst>
              <a:ext uri="{FF2B5EF4-FFF2-40B4-BE49-F238E27FC236}">
                <a16:creationId xmlns:a16="http://schemas.microsoft.com/office/drawing/2014/main" id="{A013FB51-D8A0-C5C2-2E4B-6AF2E6FADB4D}"/>
              </a:ext>
            </a:extLst>
          </p:cNvPr>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Technicals</a:t>
            </a:r>
            <a:endParaRPr dirty="0"/>
          </a:p>
        </p:txBody>
      </p:sp>
      <p:sp>
        <p:nvSpPr>
          <p:cNvPr id="626" name="Google Shape;626;p32">
            <a:extLst>
              <a:ext uri="{FF2B5EF4-FFF2-40B4-BE49-F238E27FC236}">
                <a16:creationId xmlns:a16="http://schemas.microsoft.com/office/drawing/2014/main" id="{5BFD0760-07A5-6301-57EC-9B16694F697E}"/>
              </a:ext>
            </a:extLst>
          </p:cNvPr>
          <p:cNvSpPr txBox="1">
            <a:spLocks noGrp="1"/>
          </p:cNvSpPr>
          <p:nvPr>
            <p:ph type="title" idx="7"/>
          </p:nvPr>
        </p:nvSpPr>
        <p:spPr>
          <a:xfrm>
            <a:off x="82050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27" name="Google Shape;627;p32">
            <a:extLst>
              <a:ext uri="{FF2B5EF4-FFF2-40B4-BE49-F238E27FC236}">
                <a16:creationId xmlns:a16="http://schemas.microsoft.com/office/drawing/2014/main" id="{5FEC6ADF-4033-ABD5-82D8-47443BD215AC}"/>
              </a:ext>
            </a:extLst>
          </p:cNvPr>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I was </a:t>
            </a:r>
            <a:r>
              <a:rPr lang="pl-PL" dirty="0" err="1"/>
              <a:t>able</a:t>
            </a:r>
            <a:r>
              <a:rPr lang="pl-PL" dirty="0"/>
              <a:t> to </a:t>
            </a:r>
            <a:r>
              <a:rPr lang="pl-PL" dirty="0" err="1"/>
              <a:t>achieve</a:t>
            </a:r>
            <a:endParaRPr dirty="0"/>
          </a:p>
        </p:txBody>
      </p:sp>
      <p:sp>
        <p:nvSpPr>
          <p:cNvPr id="628" name="Google Shape;628;p32">
            <a:extLst>
              <a:ext uri="{FF2B5EF4-FFF2-40B4-BE49-F238E27FC236}">
                <a16:creationId xmlns:a16="http://schemas.microsoft.com/office/drawing/2014/main" id="{FBC4499B-517A-7144-EDFA-606A681F87B7}"/>
              </a:ext>
            </a:extLst>
          </p:cNvPr>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Results</a:t>
            </a:r>
            <a:endParaRPr dirty="0"/>
          </a:p>
        </p:txBody>
      </p:sp>
      <p:sp>
        <p:nvSpPr>
          <p:cNvPr id="629" name="Google Shape;629;p32">
            <a:extLst>
              <a:ext uri="{FF2B5EF4-FFF2-40B4-BE49-F238E27FC236}">
                <a16:creationId xmlns:a16="http://schemas.microsoft.com/office/drawing/2014/main" id="{3F9F5D5B-3574-E856-C4D9-E4C695EEBB0C}"/>
              </a:ext>
            </a:extLst>
          </p:cNvPr>
          <p:cNvSpPr txBox="1">
            <a:spLocks noGrp="1"/>
          </p:cNvSpPr>
          <p:nvPr>
            <p:ph type="title" idx="13"/>
          </p:nvPr>
        </p:nvSpPr>
        <p:spPr>
          <a:xfrm>
            <a:off x="473115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630" name="Google Shape;630;p32">
            <a:extLst>
              <a:ext uri="{FF2B5EF4-FFF2-40B4-BE49-F238E27FC236}">
                <a16:creationId xmlns:a16="http://schemas.microsoft.com/office/drawing/2014/main" id="{9157DCBD-852F-4160-6B84-16545F4FCC16}"/>
              </a:ext>
            </a:extLst>
          </p:cNvPr>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What</a:t>
            </a:r>
            <a:r>
              <a:rPr lang="pl-PL" dirty="0"/>
              <a:t> </a:t>
            </a:r>
            <a:r>
              <a:rPr lang="pl-PL" dirty="0" err="1"/>
              <a:t>can</a:t>
            </a:r>
            <a:r>
              <a:rPr lang="pl-PL" dirty="0"/>
              <a:t> we </a:t>
            </a:r>
            <a:r>
              <a:rPr lang="pl-PL" dirty="0" err="1"/>
              <a:t>get</a:t>
            </a:r>
            <a:r>
              <a:rPr lang="pl-PL" dirty="0"/>
              <a:t> from </a:t>
            </a:r>
            <a:r>
              <a:rPr lang="pl-PL" dirty="0" err="1"/>
              <a:t>such</a:t>
            </a:r>
            <a:r>
              <a:rPr lang="pl-PL" dirty="0"/>
              <a:t> </a:t>
            </a:r>
            <a:r>
              <a:rPr lang="pl-PL" dirty="0" err="1"/>
              <a:t>analysis</a:t>
            </a:r>
            <a:endParaRPr dirty="0"/>
          </a:p>
        </p:txBody>
      </p:sp>
      <p:sp>
        <p:nvSpPr>
          <p:cNvPr id="631" name="Google Shape;631;p32">
            <a:extLst>
              <a:ext uri="{FF2B5EF4-FFF2-40B4-BE49-F238E27FC236}">
                <a16:creationId xmlns:a16="http://schemas.microsoft.com/office/drawing/2014/main" id="{734F73F8-938C-CDBA-F841-63D80CF638CA}"/>
              </a:ext>
            </a:extLst>
          </p:cNvPr>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err="1"/>
              <a:t>Conclusions</a:t>
            </a:r>
            <a:endParaRPr dirty="0"/>
          </a:p>
        </p:txBody>
      </p:sp>
    </p:spTree>
    <p:extLst>
      <p:ext uri="{BB962C8B-B14F-4D97-AF65-F5344CB8AC3E}">
        <p14:creationId xmlns:p14="http://schemas.microsoft.com/office/powerpoint/2010/main" val="3849789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2">
          <a:extLst>
            <a:ext uri="{FF2B5EF4-FFF2-40B4-BE49-F238E27FC236}">
              <a16:creationId xmlns:a16="http://schemas.microsoft.com/office/drawing/2014/main" id="{82BCB595-B296-3A91-CA16-69CE6D1DEA01}"/>
            </a:ext>
          </a:extLst>
        </p:cNvPr>
        <p:cNvGrpSpPr/>
        <p:nvPr/>
      </p:nvGrpSpPr>
      <p:grpSpPr>
        <a:xfrm>
          <a:off x="0" y="0"/>
          <a:ext cx="0" cy="0"/>
          <a:chOff x="0" y="0"/>
          <a:chExt cx="0" cy="0"/>
        </a:xfrm>
      </p:grpSpPr>
      <p:sp>
        <p:nvSpPr>
          <p:cNvPr id="713" name="Google Shape;713;p35">
            <a:extLst>
              <a:ext uri="{FF2B5EF4-FFF2-40B4-BE49-F238E27FC236}">
                <a16:creationId xmlns:a16="http://schemas.microsoft.com/office/drawing/2014/main" id="{2271A053-69C7-7EC2-7AC1-8ABE27462008}"/>
              </a:ext>
            </a:extLst>
          </p:cNvPr>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a:extLst>
              <a:ext uri="{FF2B5EF4-FFF2-40B4-BE49-F238E27FC236}">
                <a16:creationId xmlns:a16="http://schemas.microsoft.com/office/drawing/2014/main" id="{7E9FB5E6-A4DC-637F-4CD0-99F1C3EC21EF}"/>
              </a:ext>
            </a:extLst>
          </p:cNvPr>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Introduction</a:t>
            </a:r>
            <a:endParaRPr dirty="0"/>
          </a:p>
        </p:txBody>
      </p:sp>
      <p:sp>
        <p:nvSpPr>
          <p:cNvPr id="715" name="Google Shape;715;p35">
            <a:extLst>
              <a:ext uri="{FF2B5EF4-FFF2-40B4-BE49-F238E27FC236}">
                <a16:creationId xmlns:a16="http://schemas.microsoft.com/office/drawing/2014/main" id="{48857DEC-AC77-BA8B-A6EC-CE3EE9A2D13D}"/>
              </a:ext>
            </a:extLst>
          </p:cNvPr>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16" name="Google Shape;716;p35">
            <a:extLst>
              <a:ext uri="{FF2B5EF4-FFF2-40B4-BE49-F238E27FC236}">
                <a16:creationId xmlns:a16="http://schemas.microsoft.com/office/drawing/2014/main" id="{B24C3600-9937-1E1E-9380-C17BE1E98256}"/>
              </a:ext>
            </a:extLst>
          </p:cNvPr>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Can you really find ‘bigfoot’?</a:t>
            </a:r>
            <a:endParaRPr dirty="0"/>
          </a:p>
        </p:txBody>
      </p:sp>
      <p:grpSp>
        <p:nvGrpSpPr>
          <p:cNvPr id="717" name="Google Shape;717;p35">
            <a:extLst>
              <a:ext uri="{FF2B5EF4-FFF2-40B4-BE49-F238E27FC236}">
                <a16:creationId xmlns:a16="http://schemas.microsoft.com/office/drawing/2014/main" id="{A26A13E7-BDC0-FFB5-8970-B83186FBE2C4}"/>
              </a:ext>
            </a:extLst>
          </p:cNvPr>
          <p:cNvGrpSpPr/>
          <p:nvPr/>
        </p:nvGrpSpPr>
        <p:grpSpPr>
          <a:xfrm flipH="1">
            <a:off x="4650766" y="1851100"/>
            <a:ext cx="2824598" cy="3090010"/>
            <a:chOff x="5072800" y="1574175"/>
            <a:chExt cx="1165600" cy="1275125"/>
          </a:xfrm>
        </p:grpSpPr>
        <p:sp>
          <p:nvSpPr>
            <p:cNvPr id="718" name="Google Shape;718;p35">
              <a:extLst>
                <a:ext uri="{FF2B5EF4-FFF2-40B4-BE49-F238E27FC236}">
                  <a16:creationId xmlns:a16="http://schemas.microsoft.com/office/drawing/2014/main" id="{4A9904B1-454F-C952-778B-7D5AD17DE573}"/>
                </a:ext>
              </a:extLst>
            </p:cNvPr>
            <p:cNvSpPr/>
            <p:nvPr/>
          </p:nvSpPr>
          <p:spPr>
            <a:xfrm>
              <a:off x="5087825" y="2414425"/>
              <a:ext cx="468850" cy="392825"/>
            </a:xfrm>
            <a:custGeom>
              <a:avLst/>
              <a:gdLst/>
              <a:ahLst/>
              <a:cxnLst/>
              <a:rect l="l" t="t" r="r" b="b"/>
              <a:pathLst>
                <a:path w="18754" h="15713"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8947" y="15671"/>
                    <a:pt x="10208" y="15712"/>
                    <a:pt x="11265" y="15712"/>
                  </a:cubicBezTo>
                  <a:cubicBezTo>
                    <a:pt x="12024" y="15712"/>
                    <a:pt x="12678" y="15691"/>
                    <a:pt x="13150" y="15667"/>
                  </a:cubicBezTo>
                  <a:cubicBezTo>
                    <a:pt x="13765" y="15638"/>
                    <a:pt x="14351" y="1558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5">
              <a:extLst>
                <a:ext uri="{FF2B5EF4-FFF2-40B4-BE49-F238E27FC236}">
                  <a16:creationId xmlns:a16="http://schemas.microsoft.com/office/drawing/2014/main" id="{B2693D7B-92B0-B78C-1728-19E92E571BE2}"/>
                </a:ext>
              </a:extLst>
            </p:cNvPr>
            <p:cNvSpPr/>
            <p:nvPr/>
          </p:nvSpPr>
          <p:spPr>
            <a:xfrm>
              <a:off x="5087825" y="2414425"/>
              <a:ext cx="468850" cy="388450"/>
            </a:xfrm>
            <a:custGeom>
              <a:avLst/>
              <a:gdLst/>
              <a:ahLst/>
              <a:cxnLst/>
              <a:rect l="l" t="t" r="r" b="b"/>
              <a:pathLst>
                <a:path w="18754" h="15538"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6104" y="12565"/>
                    <a:pt x="5546" y="9063"/>
                    <a:pt x="6146" y="5747"/>
                  </a:cubicBezTo>
                  <a:cubicBezTo>
                    <a:pt x="6361" y="4589"/>
                    <a:pt x="6790" y="3346"/>
                    <a:pt x="7833" y="2803"/>
                  </a:cubicBezTo>
                  <a:cubicBezTo>
                    <a:pt x="8448" y="2489"/>
                    <a:pt x="9177" y="2474"/>
                    <a:pt x="9877" y="2474"/>
                  </a:cubicBezTo>
                  <a:cubicBezTo>
                    <a:pt x="10949" y="2474"/>
                    <a:pt x="12035" y="2460"/>
                    <a:pt x="13122" y="2460"/>
                  </a:cubicBezTo>
                  <a:cubicBezTo>
                    <a:pt x="13479" y="2460"/>
                    <a:pt x="13865" y="2460"/>
                    <a:pt x="14165" y="2631"/>
                  </a:cubicBezTo>
                  <a:cubicBezTo>
                    <a:pt x="14637" y="2902"/>
                    <a:pt x="14823" y="3446"/>
                    <a:pt x="14937" y="3960"/>
                  </a:cubicBezTo>
                  <a:cubicBezTo>
                    <a:pt x="15623" y="7105"/>
                    <a:pt x="14379" y="1175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5">
              <a:extLst>
                <a:ext uri="{FF2B5EF4-FFF2-40B4-BE49-F238E27FC236}">
                  <a16:creationId xmlns:a16="http://schemas.microsoft.com/office/drawing/2014/main" id="{C611539F-92E3-7AA2-4844-05E14677CD9A}"/>
                </a:ext>
              </a:extLst>
            </p:cNvPr>
            <p:cNvSpPr/>
            <p:nvPr/>
          </p:nvSpPr>
          <p:spPr>
            <a:xfrm>
              <a:off x="5722825" y="2132950"/>
              <a:ext cx="120425" cy="105100"/>
            </a:xfrm>
            <a:custGeom>
              <a:avLst/>
              <a:gdLst/>
              <a:ahLst/>
              <a:cxnLst/>
              <a:rect l="l" t="t" r="r" b="b"/>
              <a:pathLst>
                <a:path w="4817" h="4204" extrusionOk="0">
                  <a:moveTo>
                    <a:pt x="3102" y="0"/>
                  </a:moveTo>
                  <a:cubicBezTo>
                    <a:pt x="2875" y="0"/>
                    <a:pt x="2659" y="106"/>
                    <a:pt x="2316" y="254"/>
                  </a:cubicBezTo>
                  <a:cubicBezTo>
                    <a:pt x="1687" y="540"/>
                    <a:pt x="658" y="1055"/>
                    <a:pt x="658" y="1055"/>
                  </a:cubicBezTo>
                  <a:cubicBezTo>
                    <a:pt x="0" y="2384"/>
                    <a:pt x="315" y="4070"/>
                    <a:pt x="315" y="4070"/>
                  </a:cubicBezTo>
                  <a:cubicBezTo>
                    <a:pt x="915" y="4171"/>
                    <a:pt x="1450" y="4204"/>
                    <a:pt x="1897" y="4204"/>
                  </a:cubicBezTo>
                  <a:cubicBezTo>
                    <a:pt x="2790" y="4204"/>
                    <a:pt x="3330" y="4070"/>
                    <a:pt x="3330" y="4070"/>
                  </a:cubicBezTo>
                  <a:lnTo>
                    <a:pt x="3116" y="1026"/>
                  </a:lnTo>
                  <a:lnTo>
                    <a:pt x="3116" y="1026"/>
                  </a:lnTo>
                  <a:cubicBezTo>
                    <a:pt x="3116" y="1026"/>
                    <a:pt x="3578" y="1497"/>
                    <a:pt x="3996" y="1497"/>
                  </a:cubicBezTo>
                  <a:cubicBezTo>
                    <a:pt x="4132" y="1497"/>
                    <a:pt x="4264" y="1446"/>
                    <a:pt x="4374" y="1312"/>
                  </a:cubicBezTo>
                  <a:cubicBezTo>
                    <a:pt x="4816" y="754"/>
                    <a:pt x="4402" y="655"/>
                    <a:pt x="3774" y="254"/>
                  </a:cubicBezTo>
                  <a:cubicBezTo>
                    <a:pt x="3488" y="73"/>
                    <a:pt x="3291" y="0"/>
                    <a:pt x="31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5">
              <a:extLst>
                <a:ext uri="{FF2B5EF4-FFF2-40B4-BE49-F238E27FC236}">
                  <a16:creationId xmlns:a16="http://schemas.microsoft.com/office/drawing/2014/main" id="{CBCF363C-A9CF-7E39-BD22-39625B232C98}"/>
                </a:ext>
              </a:extLst>
            </p:cNvPr>
            <p:cNvSpPr/>
            <p:nvPr/>
          </p:nvSpPr>
          <p:spPr>
            <a:xfrm>
              <a:off x="5787125" y="2149650"/>
              <a:ext cx="38250" cy="82200"/>
            </a:xfrm>
            <a:custGeom>
              <a:avLst/>
              <a:gdLst/>
              <a:ahLst/>
              <a:cxnLst/>
              <a:rect l="l" t="t" r="r" b="b"/>
              <a:pathLst>
                <a:path w="1530" h="3288" extrusionOk="0">
                  <a:moveTo>
                    <a:pt x="773" y="0"/>
                  </a:moveTo>
                  <a:cubicBezTo>
                    <a:pt x="344" y="0"/>
                    <a:pt x="1" y="744"/>
                    <a:pt x="1" y="1645"/>
                  </a:cubicBezTo>
                  <a:cubicBezTo>
                    <a:pt x="1" y="2560"/>
                    <a:pt x="344" y="3288"/>
                    <a:pt x="773" y="3288"/>
                  </a:cubicBezTo>
                  <a:cubicBezTo>
                    <a:pt x="1187" y="3288"/>
                    <a:pt x="1530" y="2560"/>
                    <a:pt x="1530" y="1645"/>
                  </a:cubicBezTo>
                  <a:cubicBezTo>
                    <a:pt x="1530" y="744"/>
                    <a:pt x="1187" y="0"/>
                    <a:pt x="7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5">
              <a:extLst>
                <a:ext uri="{FF2B5EF4-FFF2-40B4-BE49-F238E27FC236}">
                  <a16:creationId xmlns:a16="http://schemas.microsoft.com/office/drawing/2014/main" id="{5FD5CF8D-3DC7-B6E0-7FD5-18DF2E93E984}"/>
                </a:ext>
              </a:extLst>
            </p:cNvPr>
            <p:cNvSpPr/>
            <p:nvPr/>
          </p:nvSpPr>
          <p:spPr>
            <a:xfrm>
              <a:off x="5743875" y="2132875"/>
              <a:ext cx="92950" cy="105425"/>
            </a:xfrm>
            <a:custGeom>
              <a:avLst/>
              <a:gdLst/>
              <a:ahLst/>
              <a:cxnLst/>
              <a:rect l="l" t="t" r="r" b="b"/>
              <a:pathLst>
                <a:path w="3718" h="4217" extrusionOk="0">
                  <a:moveTo>
                    <a:pt x="1" y="0"/>
                  </a:moveTo>
                  <a:lnTo>
                    <a:pt x="1" y="4216"/>
                  </a:lnTo>
                  <a:lnTo>
                    <a:pt x="3717" y="4216"/>
                  </a:lnTo>
                  <a:lnTo>
                    <a:pt x="3717" y="0"/>
                  </a:ln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5">
              <a:extLst>
                <a:ext uri="{FF2B5EF4-FFF2-40B4-BE49-F238E27FC236}">
                  <a16:creationId xmlns:a16="http://schemas.microsoft.com/office/drawing/2014/main" id="{ECE03E19-8044-6CB5-CC46-CA04E41B71CA}"/>
                </a:ext>
              </a:extLst>
            </p:cNvPr>
            <p:cNvSpPr/>
            <p:nvPr/>
          </p:nvSpPr>
          <p:spPr>
            <a:xfrm>
              <a:off x="5787125" y="2149650"/>
              <a:ext cx="38250" cy="82200"/>
            </a:xfrm>
            <a:custGeom>
              <a:avLst/>
              <a:gdLst/>
              <a:ahLst/>
              <a:cxnLst/>
              <a:rect l="l" t="t" r="r" b="b"/>
              <a:pathLst>
                <a:path w="1530" h="3288" extrusionOk="0">
                  <a:moveTo>
                    <a:pt x="1530" y="1601"/>
                  </a:moveTo>
                  <a:lnTo>
                    <a:pt x="1430" y="2459"/>
                  </a:lnTo>
                  <a:cubicBezTo>
                    <a:pt x="1487" y="2216"/>
                    <a:pt x="1530" y="1944"/>
                    <a:pt x="1530" y="1645"/>
                  </a:cubicBezTo>
                  <a:lnTo>
                    <a:pt x="1530" y="1601"/>
                  </a:lnTo>
                  <a:close/>
                  <a:moveTo>
                    <a:pt x="773" y="0"/>
                  </a:moveTo>
                  <a:cubicBezTo>
                    <a:pt x="344" y="0"/>
                    <a:pt x="1" y="744"/>
                    <a:pt x="1" y="1645"/>
                  </a:cubicBezTo>
                  <a:cubicBezTo>
                    <a:pt x="1" y="2531"/>
                    <a:pt x="329" y="3259"/>
                    <a:pt x="744" y="3288"/>
                  </a:cubicBezTo>
                  <a:lnTo>
                    <a:pt x="786" y="3288"/>
                  </a:lnTo>
                  <a:lnTo>
                    <a:pt x="1001" y="72"/>
                  </a:lnTo>
                  <a:cubicBezTo>
                    <a:pt x="929" y="29"/>
                    <a:pt x="844" y="0"/>
                    <a:pt x="773" y="0"/>
                  </a:cubicBez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5">
              <a:extLst>
                <a:ext uri="{FF2B5EF4-FFF2-40B4-BE49-F238E27FC236}">
                  <a16:creationId xmlns:a16="http://schemas.microsoft.com/office/drawing/2014/main" id="{519473C7-3D48-03A4-93CA-60C72DE87C68}"/>
                </a:ext>
              </a:extLst>
            </p:cNvPr>
            <p:cNvSpPr/>
            <p:nvPr/>
          </p:nvSpPr>
          <p:spPr>
            <a:xfrm>
              <a:off x="5783900" y="2092125"/>
              <a:ext cx="52925" cy="181150"/>
            </a:xfrm>
            <a:custGeom>
              <a:avLst/>
              <a:gdLst/>
              <a:ahLst/>
              <a:cxnLst/>
              <a:rect l="l" t="t" r="r" b="b"/>
              <a:pathLst>
                <a:path w="2117" h="7246" extrusionOk="0">
                  <a:moveTo>
                    <a:pt x="1287" y="1"/>
                  </a:moveTo>
                  <a:lnTo>
                    <a:pt x="858" y="6304"/>
                  </a:lnTo>
                  <a:cubicBezTo>
                    <a:pt x="858" y="6304"/>
                    <a:pt x="1" y="6461"/>
                    <a:pt x="229" y="6961"/>
                  </a:cubicBezTo>
                  <a:cubicBezTo>
                    <a:pt x="307" y="7132"/>
                    <a:pt x="408" y="7198"/>
                    <a:pt x="512" y="7198"/>
                  </a:cubicBezTo>
                  <a:cubicBezTo>
                    <a:pt x="712" y="7198"/>
                    <a:pt x="921" y="6950"/>
                    <a:pt x="988" y="6732"/>
                  </a:cubicBezTo>
                  <a:cubicBezTo>
                    <a:pt x="988" y="6732"/>
                    <a:pt x="1212" y="7246"/>
                    <a:pt x="1513" y="7246"/>
                  </a:cubicBezTo>
                  <a:cubicBezTo>
                    <a:pt x="1560" y="7246"/>
                    <a:pt x="1609" y="7233"/>
                    <a:pt x="1659" y="7205"/>
                  </a:cubicBezTo>
                  <a:cubicBezTo>
                    <a:pt x="2030" y="6990"/>
                    <a:pt x="1744" y="6504"/>
                    <a:pt x="1373" y="6389"/>
                  </a:cubicBezTo>
                  <a:lnTo>
                    <a:pt x="2116" y="1"/>
                  </a:lnTo>
                  <a:close/>
                </a:path>
              </a:pathLst>
            </a:custGeom>
            <a:solidFill>
              <a:srgbClr val="FCD9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5">
              <a:extLst>
                <a:ext uri="{FF2B5EF4-FFF2-40B4-BE49-F238E27FC236}">
                  <a16:creationId xmlns:a16="http://schemas.microsoft.com/office/drawing/2014/main" id="{0E6EC99C-93F5-9261-9A81-81E3CEA72AE0}"/>
                </a:ext>
              </a:extLst>
            </p:cNvPr>
            <p:cNvSpPr/>
            <p:nvPr/>
          </p:nvSpPr>
          <p:spPr>
            <a:xfrm>
              <a:off x="5785000" y="1978800"/>
              <a:ext cx="101125" cy="153075"/>
            </a:xfrm>
            <a:custGeom>
              <a:avLst/>
              <a:gdLst/>
              <a:ahLst/>
              <a:cxnLst/>
              <a:rect l="l" t="t" r="r" b="b"/>
              <a:pathLst>
                <a:path w="4045" h="6123" extrusionOk="0">
                  <a:moveTo>
                    <a:pt x="2013" y="1"/>
                  </a:moveTo>
                  <a:cubicBezTo>
                    <a:pt x="1057" y="1"/>
                    <a:pt x="0" y="821"/>
                    <a:pt x="0" y="2175"/>
                  </a:cubicBezTo>
                  <a:cubicBezTo>
                    <a:pt x="0" y="4162"/>
                    <a:pt x="715" y="4677"/>
                    <a:pt x="801" y="4833"/>
                  </a:cubicBezTo>
                  <a:cubicBezTo>
                    <a:pt x="929" y="5077"/>
                    <a:pt x="300" y="5834"/>
                    <a:pt x="600" y="5877"/>
                  </a:cubicBezTo>
                  <a:cubicBezTo>
                    <a:pt x="608" y="5878"/>
                    <a:pt x="615" y="5878"/>
                    <a:pt x="621" y="5878"/>
                  </a:cubicBezTo>
                  <a:cubicBezTo>
                    <a:pt x="753" y="5878"/>
                    <a:pt x="847" y="5757"/>
                    <a:pt x="929" y="5634"/>
                  </a:cubicBezTo>
                  <a:cubicBezTo>
                    <a:pt x="1006" y="5504"/>
                    <a:pt x="1060" y="5387"/>
                    <a:pt x="1112" y="5387"/>
                  </a:cubicBezTo>
                  <a:cubicBezTo>
                    <a:pt x="1118" y="5387"/>
                    <a:pt x="1123" y="5389"/>
                    <a:pt x="1129" y="5391"/>
                  </a:cubicBezTo>
                  <a:cubicBezTo>
                    <a:pt x="1229" y="5434"/>
                    <a:pt x="1144" y="6063"/>
                    <a:pt x="1357" y="6120"/>
                  </a:cubicBezTo>
                  <a:cubicBezTo>
                    <a:pt x="1364" y="6122"/>
                    <a:pt x="1371" y="6123"/>
                    <a:pt x="1378" y="6123"/>
                  </a:cubicBezTo>
                  <a:cubicBezTo>
                    <a:pt x="1571" y="6123"/>
                    <a:pt x="1762" y="5362"/>
                    <a:pt x="1887" y="5334"/>
                  </a:cubicBezTo>
                  <a:cubicBezTo>
                    <a:pt x="1890" y="5333"/>
                    <a:pt x="1892" y="5333"/>
                    <a:pt x="1895" y="5333"/>
                  </a:cubicBezTo>
                  <a:cubicBezTo>
                    <a:pt x="1948" y="5333"/>
                    <a:pt x="1989" y="5469"/>
                    <a:pt x="2044" y="5605"/>
                  </a:cubicBezTo>
                  <a:cubicBezTo>
                    <a:pt x="2098" y="5728"/>
                    <a:pt x="2178" y="5864"/>
                    <a:pt x="2284" y="5864"/>
                  </a:cubicBezTo>
                  <a:cubicBezTo>
                    <a:pt x="2290" y="5864"/>
                    <a:pt x="2295" y="5863"/>
                    <a:pt x="2301" y="5862"/>
                  </a:cubicBezTo>
                  <a:cubicBezTo>
                    <a:pt x="2558" y="5834"/>
                    <a:pt x="2358" y="5262"/>
                    <a:pt x="2358" y="5091"/>
                  </a:cubicBezTo>
                  <a:cubicBezTo>
                    <a:pt x="2358" y="4963"/>
                    <a:pt x="2558" y="4791"/>
                    <a:pt x="2873" y="4433"/>
                  </a:cubicBezTo>
                  <a:cubicBezTo>
                    <a:pt x="3002" y="4290"/>
                    <a:pt x="3145" y="4105"/>
                    <a:pt x="3316" y="3876"/>
                  </a:cubicBezTo>
                  <a:cubicBezTo>
                    <a:pt x="3859" y="3133"/>
                    <a:pt x="4045" y="1775"/>
                    <a:pt x="3158" y="560"/>
                  </a:cubicBezTo>
                  <a:cubicBezTo>
                    <a:pt x="3015" y="360"/>
                    <a:pt x="2815" y="202"/>
                    <a:pt x="2602" y="117"/>
                  </a:cubicBezTo>
                  <a:cubicBezTo>
                    <a:pt x="2417" y="38"/>
                    <a:pt x="2217" y="1"/>
                    <a:pt x="2013"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5">
              <a:extLst>
                <a:ext uri="{FF2B5EF4-FFF2-40B4-BE49-F238E27FC236}">
                  <a16:creationId xmlns:a16="http://schemas.microsoft.com/office/drawing/2014/main" id="{348A273B-499C-A678-3A32-1A1257B67CC0}"/>
                </a:ext>
              </a:extLst>
            </p:cNvPr>
            <p:cNvSpPr/>
            <p:nvPr/>
          </p:nvSpPr>
          <p:spPr>
            <a:xfrm>
              <a:off x="5840025" y="2004575"/>
              <a:ext cx="27525" cy="47550"/>
            </a:xfrm>
            <a:custGeom>
              <a:avLst/>
              <a:gdLst/>
              <a:ahLst/>
              <a:cxnLst/>
              <a:rect l="l" t="t" r="r" b="b"/>
              <a:pathLst>
                <a:path w="1101" h="1902" extrusionOk="0">
                  <a:moveTo>
                    <a:pt x="529" y="0"/>
                  </a:moveTo>
                  <a:cubicBezTo>
                    <a:pt x="0" y="86"/>
                    <a:pt x="86" y="972"/>
                    <a:pt x="100" y="1344"/>
                  </a:cubicBezTo>
                  <a:cubicBezTo>
                    <a:pt x="115" y="1530"/>
                    <a:pt x="143" y="1730"/>
                    <a:pt x="286" y="1830"/>
                  </a:cubicBezTo>
                  <a:cubicBezTo>
                    <a:pt x="343" y="1887"/>
                    <a:pt x="414" y="1902"/>
                    <a:pt x="500" y="1902"/>
                  </a:cubicBezTo>
                  <a:cubicBezTo>
                    <a:pt x="643" y="1902"/>
                    <a:pt x="801" y="1830"/>
                    <a:pt x="900" y="1702"/>
                  </a:cubicBezTo>
                  <a:cubicBezTo>
                    <a:pt x="1043" y="1515"/>
                    <a:pt x="1072" y="1273"/>
                    <a:pt x="1087" y="1029"/>
                  </a:cubicBezTo>
                  <a:cubicBezTo>
                    <a:pt x="1100" y="686"/>
                    <a:pt x="1087" y="0"/>
                    <a:pt x="601" y="0"/>
                  </a:cubicBezTo>
                  <a:close/>
                </a:path>
              </a:pathLst>
            </a:custGeom>
            <a:solidFill>
              <a:srgbClr val="AE7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5">
              <a:extLst>
                <a:ext uri="{FF2B5EF4-FFF2-40B4-BE49-F238E27FC236}">
                  <a16:creationId xmlns:a16="http://schemas.microsoft.com/office/drawing/2014/main" id="{D9F86AAC-61EF-5D2D-42BE-919CBD250656}"/>
                </a:ext>
              </a:extLst>
            </p:cNvPr>
            <p:cNvSpPr/>
            <p:nvPr/>
          </p:nvSpPr>
          <p:spPr>
            <a:xfrm>
              <a:off x="5785000" y="1978850"/>
              <a:ext cx="71825" cy="152950"/>
            </a:xfrm>
            <a:custGeom>
              <a:avLst/>
              <a:gdLst/>
              <a:ahLst/>
              <a:cxnLst/>
              <a:rect l="l" t="t" r="r" b="b"/>
              <a:pathLst>
                <a:path w="2873" h="6118" extrusionOk="0">
                  <a:moveTo>
                    <a:pt x="2015" y="0"/>
                  </a:moveTo>
                  <a:cubicBezTo>
                    <a:pt x="1058" y="0"/>
                    <a:pt x="0" y="815"/>
                    <a:pt x="0" y="2173"/>
                  </a:cubicBezTo>
                  <a:cubicBezTo>
                    <a:pt x="0" y="4160"/>
                    <a:pt x="715" y="4675"/>
                    <a:pt x="801" y="4831"/>
                  </a:cubicBezTo>
                  <a:cubicBezTo>
                    <a:pt x="814" y="4860"/>
                    <a:pt x="814" y="4875"/>
                    <a:pt x="814" y="4903"/>
                  </a:cubicBezTo>
                  <a:cubicBezTo>
                    <a:pt x="814" y="5146"/>
                    <a:pt x="515" y="5589"/>
                    <a:pt x="515" y="5775"/>
                  </a:cubicBezTo>
                  <a:cubicBezTo>
                    <a:pt x="515" y="5832"/>
                    <a:pt x="528" y="5875"/>
                    <a:pt x="600" y="5875"/>
                  </a:cubicBezTo>
                  <a:lnTo>
                    <a:pt x="614" y="5875"/>
                  </a:lnTo>
                  <a:cubicBezTo>
                    <a:pt x="757" y="5875"/>
                    <a:pt x="858" y="5761"/>
                    <a:pt x="929" y="5632"/>
                  </a:cubicBezTo>
                  <a:cubicBezTo>
                    <a:pt x="1014" y="5504"/>
                    <a:pt x="1072" y="5389"/>
                    <a:pt x="1115" y="5389"/>
                  </a:cubicBezTo>
                  <a:lnTo>
                    <a:pt x="1129" y="5389"/>
                  </a:lnTo>
                  <a:cubicBezTo>
                    <a:pt x="1229" y="5432"/>
                    <a:pt x="1144" y="6061"/>
                    <a:pt x="1357" y="6118"/>
                  </a:cubicBezTo>
                  <a:lnTo>
                    <a:pt x="1372" y="6118"/>
                  </a:lnTo>
                  <a:cubicBezTo>
                    <a:pt x="1572" y="6118"/>
                    <a:pt x="1758" y="5361"/>
                    <a:pt x="1887" y="5332"/>
                  </a:cubicBezTo>
                  <a:cubicBezTo>
                    <a:pt x="1958" y="5332"/>
                    <a:pt x="2001" y="5460"/>
                    <a:pt x="2044" y="5603"/>
                  </a:cubicBezTo>
                  <a:cubicBezTo>
                    <a:pt x="2101" y="5732"/>
                    <a:pt x="2173" y="5860"/>
                    <a:pt x="2287" y="5860"/>
                  </a:cubicBezTo>
                  <a:lnTo>
                    <a:pt x="2301" y="5860"/>
                  </a:lnTo>
                  <a:cubicBezTo>
                    <a:pt x="2401" y="5847"/>
                    <a:pt x="2430" y="5761"/>
                    <a:pt x="2430" y="5647"/>
                  </a:cubicBezTo>
                  <a:cubicBezTo>
                    <a:pt x="2430" y="5447"/>
                    <a:pt x="2358" y="5189"/>
                    <a:pt x="2358" y="5089"/>
                  </a:cubicBezTo>
                  <a:cubicBezTo>
                    <a:pt x="2358" y="4961"/>
                    <a:pt x="2558" y="4789"/>
                    <a:pt x="2873" y="4431"/>
                  </a:cubicBezTo>
                  <a:cubicBezTo>
                    <a:pt x="2444" y="4417"/>
                    <a:pt x="2001" y="4417"/>
                    <a:pt x="1658" y="4202"/>
                  </a:cubicBezTo>
                  <a:cubicBezTo>
                    <a:pt x="1100" y="3874"/>
                    <a:pt x="944" y="3131"/>
                    <a:pt x="986" y="2487"/>
                  </a:cubicBezTo>
                  <a:cubicBezTo>
                    <a:pt x="1043" y="1744"/>
                    <a:pt x="1344" y="972"/>
                    <a:pt x="1929" y="486"/>
                  </a:cubicBezTo>
                  <a:cubicBezTo>
                    <a:pt x="2144" y="301"/>
                    <a:pt x="2373" y="187"/>
                    <a:pt x="2602" y="115"/>
                  </a:cubicBezTo>
                  <a:cubicBezTo>
                    <a:pt x="2415" y="44"/>
                    <a:pt x="2215" y="0"/>
                    <a:pt x="2015"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5">
              <a:extLst>
                <a:ext uri="{FF2B5EF4-FFF2-40B4-BE49-F238E27FC236}">
                  <a16:creationId xmlns:a16="http://schemas.microsoft.com/office/drawing/2014/main" id="{E77AD239-8629-58BE-C714-81259295C3A0}"/>
                </a:ext>
              </a:extLst>
            </p:cNvPr>
            <p:cNvSpPr/>
            <p:nvPr/>
          </p:nvSpPr>
          <p:spPr>
            <a:xfrm>
              <a:off x="5796425" y="2175850"/>
              <a:ext cx="61475" cy="42725"/>
            </a:xfrm>
            <a:custGeom>
              <a:avLst/>
              <a:gdLst/>
              <a:ahLst/>
              <a:cxnLst/>
              <a:rect l="l" t="t" r="r" b="b"/>
              <a:pathLst>
                <a:path w="2459" h="1709" extrusionOk="0">
                  <a:moveTo>
                    <a:pt x="1802" y="1"/>
                  </a:moveTo>
                  <a:cubicBezTo>
                    <a:pt x="1538" y="1"/>
                    <a:pt x="1226" y="198"/>
                    <a:pt x="1001" y="382"/>
                  </a:cubicBezTo>
                  <a:cubicBezTo>
                    <a:pt x="601" y="696"/>
                    <a:pt x="1" y="625"/>
                    <a:pt x="43" y="1311"/>
                  </a:cubicBezTo>
                  <a:cubicBezTo>
                    <a:pt x="62" y="1584"/>
                    <a:pt x="328" y="1708"/>
                    <a:pt x="643" y="1708"/>
                  </a:cubicBezTo>
                  <a:cubicBezTo>
                    <a:pt x="806" y="1708"/>
                    <a:pt x="983" y="1675"/>
                    <a:pt x="1144" y="1611"/>
                  </a:cubicBezTo>
                  <a:cubicBezTo>
                    <a:pt x="1615" y="1426"/>
                    <a:pt x="2459" y="1068"/>
                    <a:pt x="2244" y="382"/>
                  </a:cubicBezTo>
                  <a:cubicBezTo>
                    <a:pt x="2155" y="102"/>
                    <a:pt x="1991" y="1"/>
                    <a:pt x="180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5">
              <a:extLst>
                <a:ext uri="{FF2B5EF4-FFF2-40B4-BE49-F238E27FC236}">
                  <a16:creationId xmlns:a16="http://schemas.microsoft.com/office/drawing/2014/main" id="{EC241E7E-9594-6514-93D6-9E7EA0E3C034}"/>
                </a:ext>
              </a:extLst>
            </p:cNvPr>
            <p:cNvSpPr/>
            <p:nvPr/>
          </p:nvSpPr>
          <p:spPr>
            <a:xfrm>
              <a:off x="5796425" y="2203025"/>
              <a:ext cx="61475" cy="42700"/>
            </a:xfrm>
            <a:custGeom>
              <a:avLst/>
              <a:gdLst/>
              <a:ahLst/>
              <a:cxnLst/>
              <a:rect l="l" t="t" r="r" b="b"/>
              <a:pathLst>
                <a:path w="2459" h="1708" extrusionOk="0">
                  <a:moveTo>
                    <a:pt x="1802" y="0"/>
                  </a:moveTo>
                  <a:cubicBezTo>
                    <a:pt x="1538" y="0"/>
                    <a:pt x="1226" y="198"/>
                    <a:pt x="1001" y="381"/>
                  </a:cubicBezTo>
                  <a:cubicBezTo>
                    <a:pt x="601" y="710"/>
                    <a:pt x="1" y="625"/>
                    <a:pt x="43" y="1311"/>
                  </a:cubicBezTo>
                  <a:cubicBezTo>
                    <a:pt x="62" y="1583"/>
                    <a:pt x="328" y="1708"/>
                    <a:pt x="643" y="1708"/>
                  </a:cubicBezTo>
                  <a:cubicBezTo>
                    <a:pt x="806" y="1708"/>
                    <a:pt x="983" y="1674"/>
                    <a:pt x="1144" y="1610"/>
                  </a:cubicBezTo>
                  <a:cubicBezTo>
                    <a:pt x="1615" y="1425"/>
                    <a:pt x="2459" y="1067"/>
                    <a:pt x="2244" y="381"/>
                  </a:cubicBezTo>
                  <a:cubicBezTo>
                    <a:pt x="2155" y="101"/>
                    <a:pt x="1991" y="0"/>
                    <a:pt x="18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35">
              <a:extLst>
                <a:ext uri="{FF2B5EF4-FFF2-40B4-BE49-F238E27FC236}">
                  <a16:creationId xmlns:a16="http://schemas.microsoft.com/office/drawing/2014/main" id="{1DFF018E-70A6-34C8-DBF5-568229649E98}"/>
                </a:ext>
              </a:extLst>
            </p:cNvPr>
            <p:cNvSpPr/>
            <p:nvPr/>
          </p:nvSpPr>
          <p:spPr>
            <a:xfrm>
              <a:off x="5794625" y="2150225"/>
              <a:ext cx="61150" cy="42950"/>
            </a:xfrm>
            <a:custGeom>
              <a:avLst/>
              <a:gdLst/>
              <a:ahLst/>
              <a:cxnLst/>
              <a:rect l="l" t="t" r="r" b="b"/>
              <a:pathLst>
                <a:path w="2446" h="1718" extrusionOk="0">
                  <a:moveTo>
                    <a:pt x="1786" y="1"/>
                  </a:moveTo>
                  <a:cubicBezTo>
                    <a:pt x="1522" y="1"/>
                    <a:pt x="1211" y="201"/>
                    <a:pt x="987" y="393"/>
                  </a:cubicBezTo>
                  <a:cubicBezTo>
                    <a:pt x="601" y="707"/>
                    <a:pt x="0" y="621"/>
                    <a:pt x="29" y="1307"/>
                  </a:cubicBezTo>
                  <a:cubicBezTo>
                    <a:pt x="48" y="1591"/>
                    <a:pt x="317" y="1718"/>
                    <a:pt x="633" y="1718"/>
                  </a:cubicBezTo>
                  <a:cubicBezTo>
                    <a:pt x="796" y="1718"/>
                    <a:pt x="970" y="1685"/>
                    <a:pt x="1130" y="1622"/>
                  </a:cubicBezTo>
                  <a:cubicBezTo>
                    <a:pt x="1601" y="1435"/>
                    <a:pt x="2445" y="1064"/>
                    <a:pt x="2230" y="393"/>
                  </a:cubicBezTo>
                  <a:cubicBezTo>
                    <a:pt x="2141" y="105"/>
                    <a:pt x="1976" y="1"/>
                    <a:pt x="17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35">
              <a:extLst>
                <a:ext uri="{FF2B5EF4-FFF2-40B4-BE49-F238E27FC236}">
                  <a16:creationId xmlns:a16="http://schemas.microsoft.com/office/drawing/2014/main" id="{29DFE0FD-67BB-D81E-ED9C-82B34E598026}"/>
                </a:ext>
              </a:extLst>
            </p:cNvPr>
            <p:cNvSpPr/>
            <p:nvPr/>
          </p:nvSpPr>
          <p:spPr>
            <a:xfrm>
              <a:off x="5579500" y="1867350"/>
              <a:ext cx="195850" cy="396650"/>
            </a:xfrm>
            <a:custGeom>
              <a:avLst/>
              <a:gdLst/>
              <a:ahLst/>
              <a:cxnLst/>
              <a:rect l="l" t="t" r="r" b="b"/>
              <a:pathLst>
                <a:path w="7834" h="15866" extrusionOk="0">
                  <a:moveTo>
                    <a:pt x="130" y="1"/>
                  </a:moveTo>
                  <a:lnTo>
                    <a:pt x="130" y="1"/>
                  </a:lnTo>
                  <a:cubicBezTo>
                    <a:pt x="130" y="1"/>
                    <a:pt x="759" y="1445"/>
                    <a:pt x="1131" y="4117"/>
                  </a:cubicBezTo>
                  <a:cubicBezTo>
                    <a:pt x="1487" y="6791"/>
                    <a:pt x="515" y="9706"/>
                    <a:pt x="230" y="12737"/>
                  </a:cubicBezTo>
                  <a:cubicBezTo>
                    <a:pt x="0" y="15157"/>
                    <a:pt x="959" y="15865"/>
                    <a:pt x="2293" y="15865"/>
                  </a:cubicBezTo>
                  <a:cubicBezTo>
                    <a:pt x="2621" y="15865"/>
                    <a:pt x="2971" y="15823"/>
                    <a:pt x="3332" y="15752"/>
                  </a:cubicBezTo>
                  <a:cubicBezTo>
                    <a:pt x="3942" y="15638"/>
                    <a:pt x="4602" y="15600"/>
                    <a:pt x="5212" y="15600"/>
                  </a:cubicBezTo>
                  <a:cubicBezTo>
                    <a:pt x="6432" y="15600"/>
                    <a:pt x="7448" y="15752"/>
                    <a:pt x="7448" y="15752"/>
                  </a:cubicBezTo>
                  <a:cubicBezTo>
                    <a:pt x="7134" y="15195"/>
                    <a:pt x="6576" y="15052"/>
                    <a:pt x="6576" y="15052"/>
                  </a:cubicBezTo>
                  <a:cubicBezTo>
                    <a:pt x="6705" y="15009"/>
                    <a:pt x="6862" y="14923"/>
                    <a:pt x="7005" y="14837"/>
                  </a:cubicBezTo>
                  <a:cubicBezTo>
                    <a:pt x="7262" y="14681"/>
                    <a:pt x="7491" y="14523"/>
                    <a:pt x="7491" y="14523"/>
                  </a:cubicBezTo>
                  <a:cubicBezTo>
                    <a:pt x="6962" y="14208"/>
                    <a:pt x="6576" y="13766"/>
                    <a:pt x="6576" y="13766"/>
                  </a:cubicBezTo>
                  <a:cubicBezTo>
                    <a:pt x="7162" y="13608"/>
                    <a:pt x="7834" y="12937"/>
                    <a:pt x="7834" y="12937"/>
                  </a:cubicBezTo>
                  <a:cubicBezTo>
                    <a:pt x="7233" y="12693"/>
                    <a:pt x="6576" y="12207"/>
                    <a:pt x="6576" y="12207"/>
                  </a:cubicBezTo>
                  <a:cubicBezTo>
                    <a:pt x="7205" y="11565"/>
                    <a:pt x="7662" y="10879"/>
                    <a:pt x="7662" y="10878"/>
                  </a:cubicBezTo>
                  <a:lnTo>
                    <a:pt x="7662" y="10878"/>
                  </a:lnTo>
                  <a:cubicBezTo>
                    <a:pt x="7662" y="10879"/>
                    <a:pt x="7008" y="10980"/>
                    <a:pt x="6496" y="10980"/>
                  </a:cubicBezTo>
                  <a:cubicBezTo>
                    <a:pt x="6240" y="10980"/>
                    <a:pt x="6019" y="10955"/>
                    <a:pt x="5933" y="10878"/>
                  </a:cubicBezTo>
                  <a:cubicBezTo>
                    <a:pt x="5690" y="10650"/>
                    <a:pt x="4704" y="10650"/>
                    <a:pt x="4317" y="7347"/>
                  </a:cubicBezTo>
                  <a:cubicBezTo>
                    <a:pt x="4218" y="6505"/>
                    <a:pt x="4003" y="5676"/>
                    <a:pt x="3717" y="4889"/>
                  </a:cubicBezTo>
                  <a:lnTo>
                    <a:pt x="3717" y="4875"/>
                  </a:lnTo>
                  <a:cubicBezTo>
                    <a:pt x="2903" y="2617"/>
                    <a:pt x="1430" y="759"/>
                    <a:pt x="1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5">
              <a:extLst>
                <a:ext uri="{FF2B5EF4-FFF2-40B4-BE49-F238E27FC236}">
                  <a16:creationId xmlns:a16="http://schemas.microsoft.com/office/drawing/2014/main" id="{06B04AA6-B421-0B05-13CD-17216E191A73}"/>
                </a:ext>
              </a:extLst>
            </p:cNvPr>
            <p:cNvSpPr/>
            <p:nvPr/>
          </p:nvSpPr>
          <p:spPr>
            <a:xfrm>
              <a:off x="5582750" y="1867350"/>
              <a:ext cx="182975" cy="395250"/>
            </a:xfrm>
            <a:custGeom>
              <a:avLst/>
              <a:gdLst/>
              <a:ahLst/>
              <a:cxnLst/>
              <a:rect l="l" t="t" r="r" b="b"/>
              <a:pathLst>
                <a:path w="7319" h="15810" extrusionOk="0">
                  <a:moveTo>
                    <a:pt x="0" y="1"/>
                  </a:moveTo>
                  <a:cubicBezTo>
                    <a:pt x="400" y="315"/>
                    <a:pt x="757" y="658"/>
                    <a:pt x="1072" y="1001"/>
                  </a:cubicBezTo>
                  <a:cubicBezTo>
                    <a:pt x="3444" y="3675"/>
                    <a:pt x="3573" y="7233"/>
                    <a:pt x="3702" y="9063"/>
                  </a:cubicBezTo>
                  <a:cubicBezTo>
                    <a:pt x="3802" y="10564"/>
                    <a:pt x="3859" y="13294"/>
                    <a:pt x="2887" y="15809"/>
                  </a:cubicBezTo>
                  <a:cubicBezTo>
                    <a:pt x="2987" y="15795"/>
                    <a:pt x="3101" y="15781"/>
                    <a:pt x="3202" y="15752"/>
                  </a:cubicBezTo>
                  <a:cubicBezTo>
                    <a:pt x="3802" y="15638"/>
                    <a:pt x="4473" y="15595"/>
                    <a:pt x="5074" y="15595"/>
                  </a:cubicBezTo>
                  <a:cubicBezTo>
                    <a:pt x="6303" y="15595"/>
                    <a:pt x="7318" y="15752"/>
                    <a:pt x="7318" y="15752"/>
                  </a:cubicBezTo>
                  <a:cubicBezTo>
                    <a:pt x="7004" y="15195"/>
                    <a:pt x="6446" y="15052"/>
                    <a:pt x="6446" y="15052"/>
                  </a:cubicBezTo>
                  <a:cubicBezTo>
                    <a:pt x="6575" y="15009"/>
                    <a:pt x="6732" y="14923"/>
                    <a:pt x="6875" y="14837"/>
                  </a:cubicBezTo>
                  <a:cubicBezTo>
                    <a:pt x="6461" y="14694"/>
                    <a:pt x="6003" y="14609"/>
                    <a:pt x="5560" y="14566"/>
                  </a:cubicBezTo>
                  <a:cubicBezTo>
                    <a:pt x="5146" y="14538"/>
                    <a:pt x="4702" y="14523"/>
                    <a:pt x="4416" y="14237"/>
                  </a:cubicBezTo>
                  <a:cubicBezTo>
                    <a:pt x="4102" y="13909"/>
                    <a:pt x="4130" y="13394"/>
                    <a:pt x="4174" y="12950"/>
                  </a:cubicBezTo>
                  <a:cubicBezTo>
                    <a:pt x="4388" y="10278"/>
                    <a:pt x="4231" y="7505"/>
                    <a:pt x="3587" y="4889"/>
                  </a:cubicBezTo>
                  <a:lnTo>
                    <a:pt x="3587" y="4875"/>
                  </a:lnTo>
                  <a:cubicBezTo>
                    <a:pt x="2773" y="2617"/>
                    <a:pt x="1300" y="759"/>
                    <a:pt x="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5">
              <a:extLst>
                <a:ext uri="{FF2B5EF4-FFF2-40B4-BE49-F238E27FC236}">
                  <a16:creationId xmlns:a16="http://schemas.microsoft.com/office/drawing/2014/main" id="{2FBA0129-584C-62FC-782F-DE55DB05AB76}"/>
                </a:ext>
              </a:extLst>
            </p:cNvPr>
            <p:cNvSpPr/>
            <p:nvPr/>
          </p:nvSpPr>
          <p:spPr>
            <a:xfrm>
              <a:off x="5825725" y="2706350"/>
              <a:ext cx="68725" cy="59275"/>
            </a:xfrm>
            <a:custGeom>
              <a:avLst/>
              <a:gdLst/>
              <a:ahLst/>
              <a:cxnLst/>
              <a:rect l="l" t="t" r="r" b="b"/>
              <a:pathLst>
                <a:path w="2749" h="2371" extrusionOk="0">
                  <a:moveTo>
                    <a:pt x="1593" y="1"/>
                  </a:moveTo>
                  <a:cubicBezTo>
                    <a:pt x="1581" y="1"/>
                    <a:pt x="1570" y="1"/>
                    <a:pt x="1558" y="2"/>
                  </a:cubicBezTo>
                  <a:cubicBezTo>
                    <a:pt x="643" y="45"/>
                    <a:pt x="129" y="631"/>
                    <a:pt x="129" y="631"/>
                  </a:cubicBezTo>
                  <a:lnTo>
                    <a:pt x="1" y="1989"/>
                  </a:lnTo>
                  <a:cubicBezTo>
                    <a:pt x="1" y="1989"/>
                    <a:pt x="644" y="2370"/>
                    <a:pt x="1292" y="2370"/>
                  </a:cubicBezTo>
                  <a:cubicBezTo>
                    <a:pt x="1540" y="2370"/>
                    <a:pt x="1788" y="2315"/>
                    <a:pt x="2002" y="2161"/>
                  </a:cubicBezTo>
                  <a:cubicBezTo>
                    <a:pt x="2749" y="1596"/>
                    <a:pt x="2480" y="1"/>
                    <a:pt x="15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5">
              <a:extLst>
                <a:ext uri="{FF2B5EF4-FFF2-40B4-BE49-F238E27FC236}">
                  <a16:creationId xmlns:a16="http://schemas.microsoft.com/office/drawing/2014/main" id="{28B33358-FA33-017F-D66D-D2DDD2B74250}"/>
                </a:ext>
              </a:extLst>
            </p:cNvPr>
            <p:cNvSpPr/>
            <p:nvPr/>
          </p:nvSpPr>
          <p:spPr>
            <a:xfrm>
              <a:off x="5775700" y="2700650"/>
              <a:ext cx="77200" cy="62325"/>
            </a:xfrm>
            <a:custGeom>
              <a:avLst/>
              <a:gdLst/>
              <a:ahLst/>
              <a:cxnLst/>
              <a:rect l="l" t="t" r="r" b="b"/>
              <a:pathLst>
                <a:path w="3088" h="2493" extrusionOk="0">
                  <a:moveTo>
                    <a:pt x="1823" y="0"/>
                  </a:moveTo>
                  <a:cubicBezTo>
                    <a:pt x="970" y="0"/>
                    <a:pt x="243" y="716"/>
                    <a:pt x="243" y="716"/>
                  </a:cubicBezTo>
                  <a:lnTo>
                    <a:pt x="1" y="1960"/>
                  </a:lnTo>
                  <a:cubicBezTo>
                    <a:pt x="1" y="1960"/>
                    <a:pt x="681" y="2492"/>
                    <a:pt x="1493" y="2492"/>
                  </a:cubicBezTo>
                  <a:cubicBezTo>
                    <a:pt x="1659" y="2492"/>
                    <a:pt x="1830" y="2470"/>
                    <a:pt x="2002" y="2417"/>
                  </a:cubicBezTo>
                  <a:cubicBezTo>
                    <a:pt x="3016" y="2088"/>
                    <a:pt x="3088" y="216"/>
                    <a:pt x="2116" y="30"/>
                  </a:cubicBezTo>
                  <a:cubicBezTo>
                    <a:pt x="2017" y="9"/>
                    <a:pt x="1919" y="0"/>
                    <a:pt x="182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5">
              <a:extLst>
                <a:ext uri="{FF2B5EF4-FFF2-40B4-BE49-F238E27FC236}">
                  <a16:creationId xmlns:a16="http://schemas.microsoft.com/office/drawing/2014/main" id="{7A1A5294-6720-9E99-5250-BF32AFD498FA}"/>
                </a:ext>
              </a:extLst>
            </p:cNvPr>
            <p:cNvSpPr/>
            <p:nvPr/>
          </p:nvSpPr>
          <p:spPr>
            <a:xfrm>
              <a:off x="5642050" y="2647900"/>
              <a:ext cx="163325" cy="110575"/>
            </a:xfrm>
            <a:custGeom>
              <a:avLst/>
              <a:gdLst/>
              <a:ahLst/>
              <a:cxnLst/>
              <a:rect l="l" t="t" r="r" b="b"/>
              <a:pathLst>
                <a:path w="6533" h="4423" extrusionOk="0">
                  <a:moveTo>
                    <a:pt x="3801" y="1"/>
                  </a:moveTo>
                  <a:cubicBezTo>
                    <a:pt x="3105" y="1"/>
                    <a:pt x="2094" y="103"/>
                    <a:pt x="1259" y="596"/>
                  </a:cubicBezTo>
                  <a:cubicBezTo>
                    <a:pt x="872" y="825"/>
                    <a:pt x="529" y="1125"/>
                    <a:pt x="258" y="1539"/>
                  </a:cubicBezTo>
                  <a:cubicBezTo>
                    <a:pt x="258" y="1539"/>
                    <a:pt x="115" y="1911"/>
                    <a:pt x="58" y="2368"/>
                  </a:cubicBezTo>
                  <a:lnTo>
                    <a:pt x="43" y="2397"/>
                  </a:lnTo>
                  <a:cubicBezTo>
                    <a:pt x="1" y="2812"/>
                    <a:pt x="29" y="3254"/>
                    <a:pt x="300" y="3555"/>
                  </a:cubicBezTo>
                  <a:cubicBezTo>
                    <a:pt x="544" y="3812"/>
                    <a:pt x="973" y="3883"/>
                    <a:pt x="1472" y="3898"/>
                  </a:cubicBezTo>
                  <a:cubicBezTo>
                    <a:pt x="1531" y="3901"/>
                    <a:pt x="1590" y="3902"/>
                    <a:pt x="1649" y="3902"/>
                  </a:cubicBezTo>
                  <a:cubicBezTo>
                    <a:pt x="1909" y="3902"/>
                    <a:pt x="2177" y="3881"/>
                    <a:pt x="2444" y="3870"/>
                  </a:cubicBezTo>
                  <a:cubicBezTo>
                    <a:pt x="2703" y="3855"/>
                    <a:pt x="2959" y="3844"/>
                    <a:pt x="3196" y="3844"/>
                  </a:cubicBezTo>
                  <a:cubicBezTo>
                    <a:pt x="3430" y="3844"/>
                    <a:pt x="3647" y="3855"/>
                    <a:pt x="3831" y="3883"/>
                  </a:cubicBezTo>
                  <a:cubicBezTo>
                    <a:pt x="4524" y="3999"/>
                    <a:pt x="4975" y="4422"/>
                    <a:pt x="5446" y="4422"/>
                  </a:cubicBezTo>
                  <a:cubicBezTo>
                    <a:pt x="5558" y="4422"/>
                    <a:pt x="5671" y="4398"/>
                    <a:pt x="5789" y="4341"/>
                  </a:cubicBezTo>
                  <a:cubicBezTo>
                    <a:pt x="5890" y="4284"/>
                    <a:pt x="5989" y="4213"/>
                    <a:pt x="6103" y="4098"/>
                  </a:cubicBezTo>
                  <a:cubicBezTo>
                    <a:pt x="6519" y="3698"/>
                    <a:pt x="6532" y="3054"/>
                    <a:pt x="6233" y="2612"/>
                  </a:cubicBezTo>
                  <a:cubicBezTo>
                    <a:pt x="6189" y="2555"/>
                    <a:pt x="6147" y="2497"/>
                    <a:pt x="6090" y="2454"/>
                  </a:cubicBezTo>
                  <a:cubicBezTo>
                    <a:pt x="5902" y="2267"/>
                    <a:pt x="5641" y="2147"/>
                    <a:pt x="5323" y="2147"/>
                  </a:cubicBezTo>
                  <a:cubicBezTo>
                    <a:pt x="5155" y="2147"/>
                    <a:pt x="4972" y="2180"/>
                    <a:pt x="4775" y="2254"/>
                  </a:cubicBezTo>
                  <a:lnTo>
                    <a:pt x="4746" y="1939"/>
                  </a:lnTo>
                  <a:lnTo>
                    <a:pt x="4674" y="696"/>
                  </a:lnTo>
                  <a:lnTo>
                    <a:pt x="4632" y="53"/>
                  </a:lnTo>
                  <a:cubicBezTo>
                    <a:pt x="4632" y="53"/>
                    <a:pt x="4296" y="1"/>
                    <a:pt x="38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5">
              <a:extLst>
                <a:ext uri="{FF2B5EF4-FFF2-40B4-BE49-F238E27FC236}">
                  <a16:creationId xmlns:a16="http://schemas.microsoft.com/office/drawing/2014/main" id="{3323B9E1-E7E6-2D5B-8D72-273CBA6FD47B}"/>
                </a:ext>
              </a:extLst>
            </p:cNvPr>
            <p:cNvSpPr/>
            <p:nvPr/>
          </p:nvSpPr>
          <p:spPr>
            <a:xfrm>
              <a:off x="5643125" y="2661075"/>
              <a:ext cx="173675" cy="52850"/>
            </a:xfrm>
            <a:custGeom>
              <a:avLst/>
              <a:gdLst/>
              <a:ahLst/>
              <a:cxnLst/>
              <a:rect l="l" t="t" r="r" b="b"/>
              <a:pathLst>
                <a:path w="6947" h="2114" extrusionOk="0">
                  <a:moveTo>
                    <a:pt x="2901" y="1"/>
                  </a:moveTo>
                  <a:cubicBezTo>
                    <a:pt x="2306" y="1"/>
                    <a:pt x="1699" y="35"/>
                    <a:pt x="1216" y="69"/>
                  </a:cubicBezTo>
                  <a:cubicBezTo>
                    <a:pt x="615" y="112"/>
                    <a:pt x="200" y="169"/>
                    <a:pt x="200" y="169"/>
                  </a:cubicBezTo>
                  <a:lnTo>
                    <a:pt x="15" y="1841"/>
                  </a:lnTo>
                  <a:lnTo>
                    <a:pt x="0" y="1870"/>
                  </a:lnTo>
                  <a:lnTo>
                    <a:pt x="1559" y="1927"/>
                  </a:lnTo>
                  <a:lnTo>
                    <a:pt x="2130" y="1942"/>
                  </a:lnTo>
                  <a:lnTo>
                    <a:pt x="2601" y="1970"/>
                  </a:lnTo>
                  <a:lnTo>
                    <a:pt x="5818" y="2085"/>
                  </a:lnTo>
                  <a:lnTo>
                    <a:pt x="6190" y="2085"/>
                  </a:lnTo>
                  <a:lnTo>
                    <a:pt x="6947" y="2113"/>
                  </a:lnTo>
                  <a:cubicBezTo>
                    <a:pt x="6947" y="2113"/>
                    <a:pt x="6632" y="2013"/>
                    <a:pt x="6261" y="1813"/>
                  </a:cubicBezTo>
                  <a:cubicBezTo>
                    <a:pt x="6089" y="1713"/>
                    <a:pt x="5918" y="1584"/>
                    <a:pt x="5746" y="1441"/>
                  </a:cubicBezTo>
                  <a:cubicBezTo>
                    <a:pt x="5504" y="1227"/>
                    <a:pt x="5304" y="941"/>
                    <a:pt x="5246" y="612"/>
                  </a:cubicBezTo>
                  <a:cubicBezTo>
                    <a:pt x="5203" y="398"/>
                    <a:pt x="4974" y="269"/>
                    <a:pt x="4631" y="169"/>
                  </a:cubicBezTo>
                  <a:cubicBezTo>
                    <a:pt x="4190" y="42"/>
                    <a:pt x="3553" y="1"/>
                    <a:pt x="29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5">
              <a:extLst>
                <a:ext uri="{FF2B5EF4-FFF2-40B4-BE49-F238E27FC236}">
                  <a16:creationId xmlns:a16="http://schemas.microsoft.com/office/drawing/2014/main" id="{E01238A8-FED2-E678-4E3D-FBB31EDF8D83}"/>
                </a:ext>
              </a:extLst>
            </p:cNvPr>
            <p:cNvSpPr/>
            <p:nvPr/>
          </p:nvSpPr>
          <p:spPr>
            <a:xfrm>
              <a:off x="5642050" y="2647900"/>
              <a:ext cx="144750" cy="97475"/>
            </a:xfrm>
            <a:custGeom>
              <a:avLst/>
              <a:gdLst/>
              <a:ahLst/>
              <a:cxnLst/>
              <a:rect l="l" t="t" r="r" b="b"/>
              <a:pathLst>
                <a:path w="5790" h="3899" extrusionOk="0">
                  <a:moveTo>
                    <a:pt x="3801" y="1"/>
                  </a:moveTo>
                  <a:cubicBezTo>
                    <a:pt x="3105" y="1"/>
                    <a:pt x="2094" y="103"/>
                    <a:pt x="1259" y="596"/>
                  </a:cubicBezTo>
                  <a:cubicBezTo>
                    <a:pt x="658" y="639"/>
                    <a:pt x="243" y="696"/>
                    <a:pt x="243" y="696"/>
                  </a:cubicBezTo>
                  <a:lnTo>
                    <a:pt x="58" y="2368"/>
                  </a:lnTo>
                  <a:lnTo>
                    <a:pt x="43" y="2397"/>
                  </a:lnTo>
                  <a:cubicBezTo>
                    <a:pt x="1" y="2812"/>
                    <a:pt x="29" y="3254"/>
                    <a:pt x="300" y="3555"/>
                  </a:cubicBezTo>
                  <a:cubicBezTo>
                    <a:pt x="544" y="3812"/>
                    <a:pt x="973" y="3883"/>
                    <a:pt x="1472" y="3898"/>
                  </a:cubicBezTo>
                  <a:cubicBezTo>
                    <a:pt x="1459" y="3412"/>
                    <a:pt x="1472" y="2911"/>
                    <a:pt x="1602" y="2454"/>
                  </a:cubicBezTo>
                  <a:cubicBezTo>
                    <a:pt x="1630" y="2297"/>
                    <a:pt x="1687" y="2154"/>
                    <a:pt x="1758" y="2011"/>
                  </a:cubicBezTo>
                  <a:cubicBezTo>
                    <a:pt x="1901" y="2168"/>
                    <a:pt x="2030" y="2326"/>
                    <a:pt x="2173" y="2469"/>
                  </a:cubicBezTo>
                  <a:cubicBezTo>
                    <a:pt x="2202" y="2511"/>
                    <a:pt x="2231" y="2540"/>
                    <a:pt x="2259" y="2568"/>
                  </a:cubicBezTo>
                  <a:cubicBezTo>
                    <a:pt x="2306" y="2627"/>
                    <a:pt x="2371" y="2694"/>
                    <a:pt x="2447" y="2694"/>
                  </a:cubicBezTo>
                  <a:cubicBezTo>
                    <a:pt x="2465" y="2694"/>
                    <a:pt x="2483" y="2691"/>
                    <a:pt x="2502" y="2683"/>
                  </a:cubicBezTo>
                  <a:cubicBezTo>
                    <a:pt x="2559" y="2669"/>
                    <a:pt x="2587" y="2597"/>
                    <a:pt x="2616" y="2540"/>
                  </a:cubicBezTo>
                  <a:cubicBezTo>
                    <a:pt x="2631" y="2526"/>
                    <a:pt x="2631" y="2511"/>
                    <a:pt x="2644" y="2497"/>
                  </a:cubicBezTo>
                  <a:cubicBezTo>
                    <a:pt x="2816" y="2168"/>
                    <a:pt x="2988" y="1854"/>
                    <a:pt x="3145" y="1525"/>
                  </a:cubicBezTo>
                  <a:cubicBezTo>
                    <a:pt x="3288" y="1811"/>
                    <a:pt x="3445" y="2082"/>
                    <a:pt x="3616" y="2326"/>
                  </a:cubicBezTo>
                  <a:cubicBezTo>
                    <a:pt x="3845" y="2183"/>
                    <a:pt x="4045" y="1968"/>
                    <a:pt x="4188" y="1726"/>
                  </a:cubicBezTo>
                  <a:cubicBezTo>
                    <a:pt x="4388" y="1825"/>
                    <a:pt x="4575" y="1897"/>
                    <a:pt x="4746" y="1939"/>
                  </a:cubicBezTo>
                  <a:cubicBezTo>
                    <a:pt x="4961" y="2001"/>
                    <a:pt x="5159" y="2029"/>
                    <a:pt x="5342" y="2029"/>
                  </a:cubicBezTo>
                  <a:cubicBezTo>
                    <a:pt x="5502" y="2029"/>
                    <a:pt x="5650" y="2008"/>
                    <a:pt x="5789" y="1968"/>
                  </a:cubicBezTo>
                  <a:cubicBezTo>
                    <a:pt x="5547" y="1754"/>
                    <a:pt x="5347" y="1468"/>
                    <a:pt x="5289" y="1139"/>
                  </a:cubicBezTo>
                  <a:cubicBezTo>
                    <a:pt x="5246" y="925"/>
                    <a:pt x="5017" y="796"/>
                    <a:pt x="4674" y="696"/>
                  </a:cubicBezTo>
                  <a:lnTo>
                    <a:pt x="4632" y="53"/>
                  </a:lnTo>
                  <a:cubicBezTo>
                    <a:pt x="4632" y="53"/>
                    <a:pt x="4296" y="1"/>
                    <a:pt x="38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5">
              <a:extLst>
                <a:ext uri="{FF2B5EF4-FFF2-40B4-BE49-F238E27FC236}">
                  <a16:creationId xmlns:a16="http://schemas.microsoft.com/office/drawing/2014/main" id="{562DCE25-C5A7-F1BF-F731-2A1BF0BA413B}"/>
                </a:ext>
              </a:extLst>
            </p:cNvPr>
            <p:cNvSpPr/>
            <p:nvPr/>
          </p:nvSpPr>
          <p:spPr>
            <a:xfrm>
              <a:off x="5336525" y="2255575"/>
              <a:ext cx="475275" cy="449400"/>
            </a:xfrm>
            <a:custGeom>
              <a:avLst/>
              <a:gdLst/>
              <a:ahLst/>
              <a:cxnLst/>
              <a:rect l="l" t="t" r="r" b="b"/>
              <a:pathLst>
                <a:path w="19011" h="17976" extrusionOk="0">
                  <a:moveTo>
                    <a:pt x="5322" y="1"/>
                  </a:moveTo>
                  <a:cubicBezTo>
                    <a:pt x="2286" y="1"/>
                    <a:pt x="273" y="166"/>
                    <a:pt x="273" y="166"/>
                  </a:cubicBezTo>
                  <a:cubicBezTo>
                    <a:pt x="187" y="2053"/>
                    <a:pt x="0" y="5083"/>
                    <a:pt x="3631" y="5498"/>
                  </a:cubicBezTo>
                  <a:cubicBezTo>
                    <a:pt x="7276" y="5912"/>
                    <a:pt x="11549" y="5584"/>
                    <a:pt x="12350" y="6655"/>
                  </a:cubicBezTo>
                  <a:cubicBezTo>
                    <a:pt x="13137" y="7728"/>
                    <a:pt x="12350" y="17562"/>
                    <a:pt x="12350" y="17562"/>
                  </a:cubicBezTo>
                  <a:cubicBezTo>
                    <a:pt x="12350" y="17562"/>
                    <a:pt x="13236" y="17276"/>
                    <a:pt x="13693" y="16632"/>
                  </a:cubicBezTo>
                  <a:cubicBezTo>
                    <a:pt x="13693" y="16632"/>
                    <a:pt x="14280" y="17518"/>
                    <a:pt x="14380" y="17975"/>
                  </a:cubicBezTo>
                  <a:cubicBezTo>
                    <a:pt x="14380" y="17975"/>
                    <a:pt x="15123" y="17604"/>
                    <a:pt x="15409" y="16718"/>
                  </a:cubicBezTo>
                  <a:cubicBezTo>
                    <a:pt x="15409" y="16718"/>
                    <a:pt x="15695" y="17461"/>
                    <a:pt x="16167" y="17975"/>
                  </a:cubicBezTo>
                  <a:cubicBezTo>
                    <a:pt x="16167" y="17975"/>
                    <a:pt x="16224" y="17876"/>
                    <a:pt x="16310" y="17733"/>
                  </a:cubicBezTo>
                  <a:cubicBezTo>
                    <a:pt x="16466" y="17476"/>
                    <a:pt x="16710" y="17061"/>
                    <a:pt x="16924" y="16775"/>
                  </a:cubicBezTo>
                  <a:cubicBezTo>
                    <a:pt x="16924" y="16775"/>
                    <a:pt x="17324" y="17975"/>
                    <a:pt x="18397" y="17975"/>
                  </a:cubicBezTo>
                  <a:cubicBezTo>
                    <a:pt x="18397" y="17975"/>
                    <a:pt x="18082" y="17232"/>
                    <a:pt x="18397" y="15603"/>
                  </a:cubicBezTo>
                  <a:cubicBezTo>
                    <a:pt x="18725" y="13973"/>
                    <a:pt x="19011" y="6255"/>
                    <a:pt x="18397" y="4126"/>
                  </a:cubicBezTo>
                  <a:cubicBezTo>
                    <a:pt x="17939" y="2496"/>
                    <a:pt x="16924" y="1252"/>
                    <a:pt x="13894" y="595"/>
                  </a:cubicBezTo>
                  <a:cubicBezTo>
                    <a:pt x="12979" y="395"/>
                    <a:pt x="11864" y="252"/>
                    <a:pt x="10520" y="166"/>
                  </a:cubicBezTo>
                  <a:cubicBezTo>
                    <a:pt x="8615" y="42"/>
                    <a:pt x="6841" y="1"/>
                    <a:pt x="53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5">
              <a:extLst>
                <a:ext uri="{FF2B5EF4-FFF2-40B4-BE49-F238E27FC236}">
                  <a16:creationId xmlns:a16="http://schemas.microsoft.com/office/drawing/2014/main" id="{6CA93CE7-1D12-ED9B-4D0E-01C971F66BE5}"/>
                </a:ext>
              </a:extLst>
            </p:cNvPr>
            <p:cNvSpPr/>
            <p:nvPr/>
          </p:nvSpPr>
          <p:spPr>
            <a:xfrm>
              <a:off x="5598450" y="2265075"/>
              <a:ext cx="145825" cy="439900"/>
            </a:xfrm>
            <a:custGeom>
              <a:avLst/>
              <a:gdLst/>
              <a:ahLst/>
              <a:cxnLst/>
              <a:rect l="l" t="t" r="r" b="b"/>
              <a:pathLst>
                <a:path w="5833" h="17596" extrusionOk="0">
                  <a:moveTo>
                    <a:pt x="2231" y="1"/>
                  </a:moveTo>
                  <a:cubicBezTo>
                    <a:pt x="1759" y="1201"/>
                    <a:pt x="1044" y="2330"/>
                    <a:pt x="1" y="3260"/>
                  </a:cubicBezTo>
                  <a:cubicBezTo>
                    <a:pt x="716" y="3860"/>
                    <a:pt x="1101" y="4588"/>
                    <a:pt x="1330" y="5417"/>
                  </a:cubicBezTo>
                  <a:cubicBezTo>
                    <a:pt x="1373" y="5560"/>
                    <a:pt x="1415" y="5747"/>
                    <a:pt x="1444" y="5961"/>
                  </a:cubicBezTo>
                  <a:cubicBezTo>
                    <a:pt x="1630" y="6046"/>
                    <a:pt x="1773" y="6161"/>
                    <a:pt x="1873" y="6275"/>
                  </a:cubicBezTo>
                  <a:cubicBezTo>
                    <a:pt x="2130" y="6633"/>
                    <a:pt x="2216" y="7977"/>
                    <a:pt x="2216" y="9591"/>
                  </a:cubicBezTo>
                  <a:cubicBezTo>
                    <a:pt x="2216" y="12808"/>
                    <a:pt x="1873" y="17182"/>
                    <a:pt x="1873" y="17182"/>
                  </a:cubicBezTo>
                  <a:cubicBezTo>
                    <a:pt x="1873" y="17182"/>
                    <a:pt x="2759" y="16896"/>
                    <a:pt x="3216" y="16252"/>
                  </a:cubicBezTo>
                  <a:cubicBezTo>
                    <a:pt x="3216" y="16252"/>
                    <a:pt x="3803" y="17138"/>
                    <a:pt x="3903" y="17595"/>
                  </a:cubicBezTo>
                  <a:cubicBezTo>
                    <a:pt x="3903" y="17595"/>
                    <a:pt x="4646" y="17224"/>
                    <a:pt x="4932" y="16338"/>
                  </a:cubicBezTo>
                  <a:cubicBezTo>
                    <a:pt x="4932" y="16338"/>
                    <a:pt x="5218" y="17081"/>
                    <a:pt x="5690" y="17595"/>
                  </a:cubicBezTo>
                  <a:cubicBezTo>
                    <a:pt x="5690" y="17595"/>
                    <a:pt x="5747" y="17496"/>
                    <a:pt x="5833" y="17353"/>
                  </a:cubicBezTo>
                  <a:cubicBezTo>
                    <a:pt x="5561" y="16667"/>
                    <a:pt x="5303" y="15981"/>
                    <a:pt x="5347" y="15266"/>
                  </a:cubicBezTo>
                  <a:lnTo>
                    <a:pt x="5347" y="15266"/>
                  </a:lnTo>
                  <a:cubicBezTo>
                    <a:pt x="4960" y="15638"/>
                    <a:pt x="4589" y="16023"/>
                    <a:pt x="4203" y="16395"/>
                  </a:cubicBezTo>
                  <a:cubicBezTo>
                    <a:pt x="4003" y="15737"/>
                    <a:pt x="3874" y="15051"/>
                    <a:pt x="3788" y="14351"/>
                  </a:cubicBezTo>
                  <a:cubicBezTo>
                    <a:pt x="3546" y="14437"/>
                    <a:pt x="3288" y="14508"/>
                    <a:pt x="3031" y="14594"/>
                  </a:cubicBezTo>
                  <a:cubicBezTo>
                    <a:pt x="3317" y="12293"/>
                    <a:pt x="3603" y="10006"/>
                    <a:pt x="3874" y="7719"/>
                  </a:cubicBezTo>
                  <a:cubicBezTo>
                    <a:pt x="4032" y="6447"/>
                    <a:pt x="4160" y="5003"/>
                    <a:pt x="3346" y="4003"/>
                  </a:cubicBezTo>
                  <a:cubicBezTo>
                    <a:pt x="2888" y="3431"/>
                    <a:pt x="2187" y="3102"/>
                    <a:pt x="1516" y="2802"/>
                  </a:cubicBezTo>
                  <a:cubicBezTo>
                    <a:pt x="2273" y="2116"/>
                    <a:pt x="2917" y="1230"/>
                    <a:pt x="3417" y="215"/>
                  </a:cubicBezTo>
                  <a:cubicBezTo>
                    <a:pt x="3060" y="144"/>
                    <a:pt x="2660" y="72"/>
                    <a:pt x="22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5">
              <a:extLst>
                <a:ext uri="{FF2B5EF4-FFF2-40B4-BE49-F238E27FC236}">
                  <a16:creationId xmlns:a16="http://schemas.microsoft.com/office/drawing/2014/main" id="{71EAD409-530E-3B9F-2CB0-5A47029D6984}"/>
                </a:ext>
              </a:extLst>
            </p:cNvPr>
            <p:cNvSpPr/>
            <p:nvPr/>
          </p:nvSpPr>
          <p:spPr>
            <a:xfrm>
              <a:off x="5112125" y="1809100"/>
              <a:ext cx="568550" cy="591300"/>
            </a:xfrm>
            <a:custGeom>
              <a:avLst/>
              <a:gdLst/>
              <a:ahLst/>
              <a:cxnLst/>
              <a:rect l="l" t="t" r="r" b="b"/>
              <a:pathLst>
                <a:path w="22742" h="23652" extrusionOk="0">
                  <a:moveTo>
                    <a:pt x="10551" y="0"/>
                  </a:moveTo>
                  <a:cubicBezTo>
                    <a:pt x="10479" y="0"/>
                    <a:pt x="10407" y="1"/>
                    <a:pt x="10335" y="1"/>
                  </a:cubicBezTo>
                  <a:cubicBezTo>
                    <a:pt x="5060" y="44"/>
                    <a:pt x="0" y="2902"/>
                    <a:pt x="315" y="11078"/>
                  </a:cubicBezTo>
                  <a:cubicBezTo>
                    <a:pt x="587" y="18225"/>
                    <a:pt x="3017" y="22671"/>
                    <a:pt x="9948" y="23513"/>
                  </a:cubicBezTo>
                  <a:cubicBezTo>
                    <a:pt x="10750" y="23605"/>
                    <a:pt x="11616" y="23651"/>
                    <a:pt x="12547" y="23651"/>
                  </a:cubicBezTo>
                  <a:cubicBezTo>
                    <a:pt x="12777" y="23651"/>
                    <a:pt x="13012" y="23648"/>
                    <a:pt x="13251" y="23643"/>
                  </a:cubicBezTo>
                  <a:cubicBezTo>
                    <a:pt x="22741" y="23371"/>
                    <a:pt x="22741" y="14566"/>
                    <a:pt x="22527" y="11393"/>
                  </a:cubicBezTo>
                  <a:cubicBezTo>
                    <a:pt x="22398" y="9563"/>
                    <a:pt x="22269" y="6005"/>
                    <a:pt x="19897" y="3331"/>
                  </a:cubicBezTo>
                  <a:cubicBezTo>
                    <a:pt x="18193" y="1430"/>
                    <a:pt x="15350" y="0"/>
                    <a:pt x="1055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5">
              <a:extLst>
                <a:ext uri="{FF2B5EF4-FFF2-40B4-BE49-F238E27FC236}">
                  <a16:creationId xmlns:a16="http://schemas.microsoft.com/office/drawing/2014/main" id="{BC867823-5109-7F11-644A-F4A7A385B378}"/>
                </a:ext>
              </a:extLst>
            </p:cNvPr>
            <p:cNvSpPr/>
            <p:nvPr/>
          </p:nvSpPr>
          <p:spPr>
            <a:xfrm>
              <a:off x="5172150" y="1821625"/>
              <a:ext cx="437400" cy="479550"/>
            </a:xfrm>
            <a:custGeom>
              <a:avLst/>
              <a:gdLst/>
              <a:ahLst/>
              <a:cxnLst/>
              <a:rect l="l" t="t" r="r" b="b"/>
              <a:pathLst>
                <a:path w="17496" h="19182" extrusionOk="0">
                  <a:moveTo>
                    <a:pt x="15952" y="1487"/>
                  </a:moveTo>
                  <a:cubicBezTo>
                    <a:pt x="15980" y="1601"/>
                    <a:pt x="15995" y="1702"/>
                    <a:pt x="16009" y="1816"/>
                  </a:cubicBezTo>
                  <a:cubicBezTo>
                    <a:pt x="16066" y="2073"/>
                    <a:pt x="16110" y="2287"/>
                    <a:pt x="16152" y="2487"/>
                  </a:cubicBezTo>
                  <a:cubicBezTo>
                    <a:pt x="16609" y="2588"/>
                    <a:pt x="17053" y="2702"/>
                    <a:pt x="17496" y="2830"/>
                  </a:cubicBezTo>
                  <a:cubicBezTo>
                    <a:pt x="17181" y="2487"/>
                    <a:pt x="16824" y="2144"/>
                    <a:pt x="16424" y="1830"/>
                  </a:cubicBezTo>
                  <a:cubicBezTo>
                    <a:pt x="16266" y="1715"/>
                    <a:pt x="16123" y="1601"/>
                    <a:pt x="15952" y="1487"/>
                  </a:cubicBezTo>
                  <a:close/>
                  <a:moveTo>
                    <a:pt x="4418" y="0"/>
                  </a:moveTo>
                  <a:cubicBezTo>
                    <a:pt x="3503" y="272"/>
                    <a:pt x="2630" y="658"/>
                    <a:pt x="1845" y="1187"/>
                  </a:cubicBezTo>
                  <a:cubicBezTo>
                    <a:pt x="2702" y="2258"/>
                    <a:pt x="2960" y="4246"/>
                    <a:pt x="2960" y="6304"/>
                  </a:cubicBezTo>
                  <a:lnTo>
                    <a:pt x="2960" y="6504"/>
                  </a:lnTo>
                  <a:cubicBezTo>
                    <a:pt x="2931" y="9863"/>
                    <a:pt x="2230" y="13365"/>
                    <a:pt x="2230" y="13365"/>
                  </a:cubicBezTo>
                  <a:cubicBezTo>
                    <a:pt x="2230" y="13365"/>
                    <a:pt x="3160" y="13579"/>
                    <a:pt x="5018" y="13636"/>
                  </a:cubicBezTo>
                  <a:cubicBezTo>
                    <a:pt x="5047" y="13036"/>
                    <a:pt x="5075" y="12435"/>
                    <a:pt x="5117" y="11835"/>
                  </a:cubicBezTo>
                  <a:cubicBezTo>
                    <a:pt x="5275" y="9106"/>
                    <a:pt x="5418" y="6804"/>
                    <a:pt x="6890" y="4389"/>
                  </a:cubicBezTo>
                  <a:lnTo>
                    <a:pt x="6890" y="4389"/>
                  </a:lnTo>
                  <a:cubicBezTo>
                    <a:pt x="6661" y="4446"/>
                    <a:pt x="6432" y="4488"/>
                    <a:pt x="6247" y="4488"/>
                  </a:cubicBezTo>
                  <a:cubicBezTo>
                    <a:pt x="6161" y="4488"/>
                    <a:pt x="6076" y="4474"/>
                    <a:pt x="6019" y="4446"/>
                  </a:cubicBezTo>
                  <a:cubicBezTo>
                    <a:pt x="5889" y="4374"/>
                    <a:pt x="5847" y="4231"/>
                    <a:pt x="5847" y="4059"/>
                  </a:cubicBezTo>
                  <a:cubicBezTo>
                    <a:pt x="5847" y="3703"/>
                    <a:pt x="6019" y="3202"/>
                    <a:pt x="6019" y="2802"/>
                  </a:cubicBezTo>
                  <a:lnTo>
                    <a:pt x="6019" y="2802"/>
                  </a:lnTo>
                  <a:cubicBezTo>
                    <a:pt x="6018" y="2802"/>
                    <a:pt x="5403" y="3516"/>
                    <a:pt x="4989" y="3516"/>
                  </a:cubicBezTo>
                  <a:cubicBezTo>
                    <a:pt x="4961" y="3516"/>
                    <a:pt x="4917" y="3516"/>
                    <a:pt x="4889" y="3503"/>
                  </a:cubicBezTo>
                  <a:cubicBezTo>
                    <a:pt x="4631" y="3417"/>
                    <a:pt x="4460" y="1744"/>
                    <a:pt x="4418" y="0"/>
                  </a:cubicBezTo>
                  <a:close/>
                  <a:moveTo>
                    <a:pt x="5432" y="18796"/>
                  </a:moveTo>
                  <a:cubicBezTo>
                    <a:pt x="4989" y="18810"/>
                    <a:pt x="4574" y="18825"/>
                    <a:pt x="4160" y="18854"/>
                  </a:cubicBezTo>
                  <a:cubicBezTo>
                    <a:pt x="3274" y="18882"/>
                    <a:pt x="2459" y="18925"/>
                    <a:pt x="1702" y="18925"/>
                  </a:cubicBezTo>
                  <a:cubicBezTo>
                    <a:pt x="1087" y="18925"/>
                    <a:pt x="530" y="18896"/>
                    <a:pt x="0" y="18825"/>
                  </a:cubicBezTo>
                  <a:lnTo>
                    <a:pt x="0" y="18825"/>
                  </a:lnTo>
                  <a:cubicBezTo>
                    <a:pt x="86" y="18953"/>
                    <a:pt x="172" y="19068"/>
                    <a:pt x="258" y="19182"/>
                  </a:cubicBezTo>
                  <a:cubicBezTo>
                    <a:pt x="258" y="19182"/>
                    <a:pt x="2274" y="19025"/>
                    <a:pt x="5318" y="19025"/>
                  </a:cubicBezTo>
                  <a:lnTo>
                    <a:pt x="5489" y="19025"/>
                  </a:lnTo>
                  <a:cubicBezTo>
                    <a:pt x="5475" y="18953"/>
                    <a:pt x="5447" y="18867"/>
                    <a:pt x="5432" y="18796"/>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5">
              <a:extLst>
                <a:ext uri="{FF2B5EF4-FFF2-40B4-BE49-F238E27FC236}">
                  <a16:creationId xmlns:a16="http://schemas.microsoft.com/office/drawing/2014/main" id="{2786EF3D-F0D7-7DE8-E3C4-82FC7BBF4D84}"/>
                </a:ext>
              </a:extLst>
            </p:cNvPr>
            <p:cNvSpPr/>
            <p:nvPr/>
          </p:nvSpPr>
          <p:spPr>
            <a:xfrm>
              <a:off x="5558450" y="2192900"/>
              <a:ext cx="47175" cy="39325"/>
            </a:xfrm>
            <a:custGeom>
              <a:avLst/>
              <a:gdLst/>
              <a:ahLst/>
              <a:cxnLst/>
              <a:rect l="l" t="t" r="r" b="b"/>
              <a:pathLst>
                <a:path w="1887" h="1573" extrusionOk="0">
                  <a:moveTo>
                    <a:pt x="858" y="1"/>
                  </a:moveTo>
                  <a:cubicBezTo>
                    <a:pt x="0" y="1"/>
                    <a:pt x="86" y="1386"/>
                    <a:pt x="814" y="1558"/>
                  </a:cubicBezTo>
                  <a:cubicBezTo>
                    <a:pt x="843" y="1573"/>
                    <a:pt x="886" y="1573"/>
                    <a:pt x="929" y="1573"/>
                  </a:cubicBezTo>
                  <a:cubicBezTo>
                    <a:pt x="1601" y="1573"/>
                    <a:pt x="1887" y="129"/>
                    <a:pt x="972" y="14"/>
                  </a:cubicBezTo>
                  <a:cubicBezTo>
                    <a:pt x="929" y="1"/>
                    <a:pt x="886"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5">
              <a:extLst>
                <a:ext uri="{FF2B5EF4-FFF2-40B4-BE49-F238E27FC236}">
                  <a16:creationId xmlns:a16="http://schemas.microsoft.com/office/drawing/2014/main" id="{7F9D26B8-F366-81B4-067F-D84FEB902B4C}"/>
                </a:ext>
              </a:extLst>
            </p:cNvPr>
            <p:cNvSpPr/>
            <p:nvPr/>
          </p:nvSpPr>
          <p:spPr>
            <a:xfrm>
              <a:off x="5581650" y="2255425"/>
              <a:ext cx="32200" cy="41850"/>
            </a:xfrm>
            <a:custGeom>
              <a:avLst/>
              <a:gdLst/>
              <a:ahLst/>
              <a:cxnLst/>
              <a:rect l="l" t="t" r="r" b="b"/>
              <a:pathLst>
                <a:path w="1288" h="1674" extrusionOk="0">
                  <a:moveTo>
                    <a:pt x="687" y="0"/>
                  </a:moveTo>
                  <a:cubicBezTo>
                    <a:pt x="673" y="0"/>
                    <a:pt x="644" y="0"/>
                    <a:pt x="616" y="15"/>
                  </a:cubicBezTo>
                  <a:cubicBezTo>
                    <a:pt x="73" y="57"/>
                    <a:pt x="1" y="1673"/>
                    <a:pt x="616" y="1673"/>
                  </a:cubicBezTo>
                  <a:cubicBezTo>
                    <a:pt x="915" y="1673"/>
                    <a:pt x="1173" y="1258"/>
                    <a:pt x="1230" y="844"/>
                  </a:cubicBezTo>
                  <a:cubicBezTo>
                    <a:pt x="1287" y="429"/>
                    <a:pt x="1144" y="0"/>
                    <a:pt x="687"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5">
              <a:extLst>
                <a:ext uri="{FF2B5EF4-FFF2-40B4-BE49-F238E27FC236}">
                  <a16:creationId xmlns:a16="http://schemas.microsoft.com/office/drawing/2014/main" id="{DC150B44-167E-A2C0-0757-6C934AA110B8}"/>
                </a:ext>
              </a:extLst>
            </p:cNvPr>
            <p:cNvSpPr/>
            <p:nvPr/>
          </p:nvSpPr>
          <p:spPr>
            <a:xfrm>
              <a:off x="5617750" y="2212200"/>
              <a:ext cx="21100" cy="20025"/>
            </a:xfrm>
            <a:custGeom>
              <a:avLst/>
              <a:gdLst/>
              <a:ahLst/>
              <a:cxnLst/>
              <a:rect l="l" t="t" r="r" b="b"/>
              <a:pathLst>
                <a:path w="844" h="801" extrusionOk="0">
                  <a:moveTo>
                    <a:pt x="430" y="0"/>
                  </a:moveTo>
                  <a:cubicBezTo>
                    <a:pt x="215" y="0"/>
                    <a:pt x="72" y="200"/>
                    <a:pt x="29" y="401"/>
                  </a:cubicBezTo>
                  <a:cubicBezTo>
                    <a:pt x="1" y="601"/>
                    <a:pt x="72" y="801"/>
                    <a:pt x="300" y="801"/>
                  </a:cubicBezTo>
                  <a:lnTo>
                    <a:pt x="315" y="801"/>
                  </a:lnTo>
                  <a:cubicBezTo>
                    <a:pt x="815" y="786"/>
                    <a:pt x="844" y="115"/>
                    <a:pt x="558" y="14"/>
                  </a:cubicBezTo>
                  <a:cubicBezTo>
                    <a:pt x="515" y="0"/>
                    <a:pt x="472" y="0"/>
                    <a:pt x="430"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5">
              <a:extLst>
                <a:ext uri="{FF2B5EF4-FFF2-40B4-BE49-F238E27FC236}">
                  <a16:creationId xmlns:a16="http://schemas.microsoft.com/office/drawing/2014/main" id="{FC7AF97B-C70A-93A5-1213-220C5E0E62EB}"/>
                </a:ext>
              </a:extLst>
            </p:cNvPr>
            <p:cNvSpPr/>
            <p:nvPr/>
          </p:nvSpPr>
          <p:spPr>
            <a:xfrm>
              <a:off x="5596650" y="2160025"/>
              <a:ext cx="32200" cy="30750"/>
            </a:xfrm>
            <a:custGeom>
              <a:avLst/>
              <a:gdLst/>
              <a:ahLst/>
              <a:cxnLst/>
              <a:rect l="l" t="t" r="r" b="b"/>
              <a:pathLst>
                <a:path w="1288" h="1230" extrusionOk="0">
                  <a:moveTo>
                    <a:pt x="773" y="1"/>
                  </a:moveTo>
                  <a:cubicBezTo>
                    <a:pt x="458" y="1"/>
                    <a:pt x="1" y="1201"/>
                    <a:pt x="516" y="1230"/>
                  </a:cubicBezTo>
                  <a:lnTo>
                    <a:pt x="544" y="1230"/>
                  </a:lnTo>
                  <a:cubicBezTo>
                    <a:pt x="1087" y="1230"/>
                    <a:pt x="1287" y="486"/>
                    <a:pt x="873" y="43"/>
                  </a:cubicBezTo>
                  <a:cubicBezTo>
                    <a:pt x="845" y="14"/>
                    <a:pt x="801" y="1"/>
                    <a:pt x="773"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5">
              <a:extLst>
                <a:ext uri="{FF2B5EF4-FFF2-40B4-BE49-F238E27FC236}">
                  <a16:creationId xmlns:a16="http://schemas.microsoft.com/office/drawing/2014/main" id="{8AE9E7C3-3A7F-2745-2BFE-C5137467F5D2}"/>
                </a:ext>
              </a:extLst>
            </p:cNvPr>
            <p:cNvSpPr/>
            <p:nvPr/>
          </p:nvSpPr>
          <p:spPr>
            <a:xfrm>
              <a:off x="5663850" y="2748125"/>
              <a:ext cx="67800" cy="59825"/>
            </a:xfrm>
            <a:custGeom>
              <a:avLst/>
              <a:gdLst/>
              <a:ahLst/>
              <a:cxnLst/>
              <a:rect l="l" t="t" r="r" b="b"/>
              <a:pathLst>
                <a:path w="2712" h="2393" extrusionOk="0">
                  <a:moveTo>
                    <a:pt x="1527" y="0"/>
                  </a:moveTo>
                  <a:cubicBezTo>
                    <a:pt x="1504" y="0"/>
                    <a:pt x="1481" y="1"/>
                    <a:pt x="1458" y="4"/>
                  </a:cubicBezTo>
                  <a:cubicBezTo>
                    <a:pt x="543" y="89"/>
                    <a:pt x="57" y="703"/>
                    <a:pt x="57" y="703"/>
                  </a:cubicBezTo>
                  <a:lnTo>
                    <a:pt x="0" y="2076"/>
                  </a:lnTo>
                  <a:cubicBezTo>
                    <a:pt x="0" y="2076"/>
                    <a:pt x="592" y="2392"/>
                    <a:pt x="1204" y="2392"/>
                  </a:cubicBezTo>
                  <a:cubicBezTo>
                    <a:pt x="1484" y="2392"/>
                    <a:pt x="1768" y="2326"/>
                    <a:pt x="2001" y="2133"/>
                  </a:cubicBezTo>
                  <a:cubicBezTo>
                    <a:pt x="2712" y="1548"/>
                    <a:pt x="2378" y="0"/>
                    <a:pt x="152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5">
              <a:extLst>
                <a:ext uri="{FF2B5EF4-FFF2-40B4-BE49-F238E27FC236}">
                  <a16:creationId xmlns:a16="http://schemas.microsoft.com/office/drawing/2014/main" id="{7B792A37-E80A-1DD9-E0DA-683791DA91F7}"/>
                </a:ext>
              </a:extLst>
            </p:cNvPr>
            <p:cNvSpPr/>
            <p:nvPr/>
          </p:nvSpPr>
          <p:spPr>
            <a:xfrm>
              <a:off x="5613475" y="2744600"/>
              <a:ext cx="75775" cy="62900"/>
            </a:xfrm>
            <a:custGeom>
              <a:avLst/>
              <a:gdLst/>
              <a:ahLst/>
              <a:cxnLst/>
              <a:rect l="l" t="t" r="r" b="b"/>
              <a:pathLst>
                <a:path w="3031" h="2516" extrusionOk="0">
                  <a:moveTo>
                    <a:pt x="1806" y="0"/>
                  </a:moveTo>
                  <a:cubicBezTo>
                    <a:pt x="913" y="0"/>
                    <a:pt x="186" y="802"/>
                    <a:pt x="186" y="802"/>
                  </a:cubicBezTo>
                  <a:lnTo>
                    <a:pt x="0" y="2060"/>
                  </a:lnTo>
                  <a:cubicBezTo>
                    <a:pt x="0" y="2060"/>
                    <a:pt x="644" y="2515"/>
                    <a:pt x="1408" y="2515"/>
                  </a:cubicBezTo>
                  <a:cubicBezTo>
                    <a:pt x="1610" y="2515"/>
                    <a:pt x="1821" y="2484"/>
                    <a:pt x="2030" y="2403"/>
                  </a:cubicBezTo>
                  <a:cubicBezTo>
                    <a:pt x="3031" y="2031"/>
                    <a:pt x="3002" y="158"/>
                    <a:pt x="2015" y="15"/>
                  </a:cubicBezTo>
                  <a:cubicBezTo>
                    <a:pt x="1945" y="5"/>
                    <a:pt x="1875" y="0"/>
                    <a:pt x="18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5">
              <a:extLst>
                <a:ext uri="{FF2B5EF4-FFF2-40B4-BE49-F238E27FC236}">
                  <a16:creationId xmlns:a16="http://schemas.microsoft.com/office/drawing/2014/main" id="{9242B5BE-38FC-C9B0-1118-BB49F3EF5201}"/>
                </a:ext>
              </a:extLst>
            </p:cNvPr>
            <p:cNvSpPr/>
            <p:nvPr/>
          </p:nvSpPr>
          <p:spPr>
            <a:xfrm>
              <a:off x="5478400" y="2696200"/>
              <a:ext cx="164025" cy="108500"/>
            </a:xfrm>
            <a:custGeom>
              <a:avLst/>
              <a:gdLst/>
              <a:ahLst/>
              <a:cxnLst/>
              <a:rect l="l" t="t" r="r" b="b"/>
              <a:pathLst>
                <a:path w="6561" h="4340" extrusionOk="0">
                  <a:moveTo>
                    <a:pt x="3981" y="1"/>
                  </a:moveTo>
                  <a:cubicBezTo>
                    <a:pt x="3307" y="1"/>
                    <a:pt x="2092" y="101"/>
                    <a:pt x="1144" y="737"/>
                  </a:cubicBezTo>
                  <a:cubicBezTo>
                    <a:pt x="772" y="979"/>
                    <a:pt x="443" y="1309"/>
                    <a:pt x="201" y="1723"/>
                  </a:cubicBezTo>
                  <a:cubicBezTo>
                    <a:pt x="201" y="1723"/>
                    <a:pt x="71" y="2109"/>
                    <a:pt x="29" y="2567"/>
                  </a:cubicBezTo>
                  <a:lnTo>
                    <a:pt x="29" y="2595"/>
                  </a:lnTo>
                  <a:cubicBezTo>
                    <a:pt x="0" y="3009"/>
                    <a:pt x="58" y="3453"/>
                    <a:pt x="343" y="3739"/>
                  </a:cubicBezTo>
                  <a:cubicBezTo>
                    <a:pt x="564" y="3959"/>
                    <a:pt x="951" y="4026"/>
                    <a:pt x="1395" y="4026"/>
                  </a:cubicBezTo>
                  <a:cubicBezTo>
                    <a:pt x="1440" y="4026"/>
                    <a:pt x="1484" y="4026"/>
                    <a:pt x="1529" y="4024"/>
                  </a:cubicBezTo>
                  <a:cubicBezTo>
                    <a:pt x="2190" y="4000"/>
                    <a:pt x="2961" y="3865"/>
                    <a:pt x="3564" y="3865"/>
                  </a:cubicBezTo>
                  <a:cubicBezTo>
                    <a:pt x="3679" y="3865"/>
                    <a:pt x="3788" y="3870"/>
                    <a:pt x="3888" y="3882"/>
                  </a:cubicBezTo>
                  <a:cubicBezTo>
                    <a:pt x="4558" y="3971"/>
                    <a:pt x="5019" y="4339"/>
                    <a:pt x="5474" y="4339"/>
                  </a:cubicBezTo>
                  <a:cubicBezTo>
                    <a:pt x="5602" y="4339"/>
                    <a:pt x="5729" y="4310"/>
                    <a:pt x="5861" y="4238"/>
                  </a:cubicBezTo>
                  <a:cubicBezTo>
                    <a:pt x="5960" y="4181"/>
                    <a:pt x="6061" y="4095"/>
                    <a:pt x="6160" y="3981"/>
                  </a:cubicBezTo>
                  <a:cubicBezTo>
                    <a:pt x="6561" y="3567"/>
                    <a:pt x="6547" y="2923"/>
                    <a:pt x="6217" y="2494"/>
                  </a:cubicBezTo>
                  <a:cubicBezTo>
                    <a:pt x="6175" y="2437"/>
                    <a:pt x="6132" y="2380"/>
                    <a:pt x="6075" y="2338"/>
                  </a:cubicBezTo>
                  <a:cubicBezTo>
                    <a:pt x="5893" y="2173"/>
                    <a:pt x="5647" y="2071"/>
                    <a:pt x="5354" y="2071"/>
                  </a:cubicBezTo>
                  <a:cubicBezTo>
                    <a:pt x="5165" y="2071"/>
                    <a:pt x="4955" y="2113"/>
                    <a:pt x="4731" y="2209"/>
                  </a:cubicBezTo>
                  <a:lnTo>
                    <a:pt x="4702" y="1894"/>
                  </a:lnTo>
                  <a:lnTo>
                    <a:pt x="4559" y="665"/>
                  </a:lnTo>
                  <a:lnTo>
                    <a:pt x="4489" y="22"/>
                  </a:lnTo>
                  <a:cubicBezTo>
                    <a:pt x="4489" y="22"/>
                    <a:pt x="4293" y="1"/>
                    <a:pt x="398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5">
              <a:extLst>
                <a:ext uri="{FF2B5EF4-FFF2-40B4-BE49-F238E27FC236}">
                  <a16:creationId xmlns:a16="http://schemas.microsoft.com/office/drawing/2014/main" id="{6A5060D5-E74C-4BB1-CA6F-B569CB85ECA0}"/>
                </a:ext>
              </a:extLst>
            </p:cNvPr>
            <p:cNvSpPr/>
            <p:nvPr/>
          </p:nvSpPr>
          <p:spPr>
            <a:xfrm>
              <a:off x="5479125" y="2710325"/>
              <a:ext cx="173675" cy="50775"/>
            </a:xfrm>
            <a:custGeom>
              <a:avLst/>
              <a:gdLst/>
              <a:ahLst/>
              <a:cxnLst/>
              <a:rect l="l" t="t" r="r" b="b"/>
              <a:pathLst>
                <a:path w="6947" h="2031" extrusionOk="0">
                  <a:moveTo>
                    <a:pt x="3400" y="1"/>
                  </a:moveTo>
                  <a:cubicBezTo>
                    <a:pt x="2634" y="1"/>
                    <a:pt x="1766" y="89"/>
                    <a:pt x="1115" y="172"/>
                  </a:cubicBezTo>
                  <a:cubicBezTo>
                    <a:pt x="528" y="243"/>
                    <a:pt x="114" y="315"/>
                    <a:pt x="114" y="315"/>
                  </a:cubicBezTo>
                  <a:lnTo>
                    <a:pt x="0" y="2002"/>
                  </a:lnTo>
                  <a:lnTo>
                    <a:pt x="0" y="2030"/>
                  </a:lnTo>
                  <a:lnTo>
                    <a:pt x="1544" y="2015"/>
                  </a:lnTo>
                  <a:lnTo>
                    <a:pt x="2129" y="2002"/>
                  </a:lnTo>
                  <a:lnTo>
                    <a:pt x="2601" y="1987"/>
                  </a:lnTo>
                  <a:lnTo>
                    <a:pt x="5817" y="1944"/>
                  </a:lnTo>
                  <a:lnTo>
                    <a:pt x="6188" y="1929"/>
                  </a:lnTo>
                  <a:lnTo>
                    <a:pt x="6947" y="1916"/>
                  </a:lnTo>
                  <a:cubicBezTo>
                    <a:pt x="6947" y="1916"/>
                    <a:pt x="6617" y="1830"/>
                    <a:pt x="6246" y="1644"/>
                  </a:cubicBezTo>
                  <a:cubicBezTo>
                    <a:pt x="6074" y="1558"/>
                    <a:pt x="5889" y="1443"/>
                    <a:pt x="5717" y="1315"/>
                  </a:cubicBezTo>
                  <a:cubicBezTo>
                    <a:pt x="5460" y="1100"/>
                    <a:pt x="5245" y="843"/>
                    <a:pt x="5159" y="500"/>
                  </a:cubicBezTo>
                  <a:cubicBezTo>
                    <a:pt x="5117" y="300"/>
                    <a:pt x="4873" y="172"/>
                    <a:pt x="4530" y="100"/>
                  </a:cubicBezTo>
                  <a:cubicBezTo>
                    <a:pt x="4223" y="28"/>
                    <a:pt x="3827" y="1"/>
                    <a:pt x="34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5">
              <a:extLst>
                <a:ext uri="{FF2B5EF4-FFF2-40B4-BE49-F238E27FC236}">
                  <a16:creationId xmlns:a16="http://schemas.microsoft.com/office/drawing/2014/main" id="{0E652198-A21B-339D-3D7D-A5229EBB638A}"/>
                </a:ext>
              </a:extLst>
            </p:cNvPr>
            <p:cNvSpPr/>
            <p:nvPr/>
          </p:nvSpPr>
          <p:spPr>
            <a:xfrm>
              <a:off x="5478400" y="2696200"/>
              <a:ext cx="143675" cy="100675"/>
            </a:xfrm>
            <a:custGeom>
              <a:avLst/>
              <a:gdLst/>
              <a:ahLst/>
              <a:cxnLst/>
              <a:rect l="l" t="t" r="r" b="b"/>
              <a:pathLst>
                <a:path w="5747" h="4027" extrusionOk="0">
                  <a:moveTo>
                    <a:pt x="3981" y="1"/>
                  </a:moveTo>
                  <a:cubicBezTo>
                    <a:pt x="3307" y="1"/>
                    <a:pt x="2092" y="101"/>
                    <a:pt x="1144" y="737"/>
                  </a:cubicBezTo>
                  <a:cubicBezTo>
                    <a:pt x="557" y="808"/>
                    <a:pt x="143" y="880"/>
                    <a:pt x="143" y="880"/>
                  </a:cubicBezTo>
                  <a:lnTo>
                    <a:pt x="29" y="2567"/>
                  </a:lnTo>
                  <a:lnTo>
                    <a:pt x="29" y="2595"/>
                  </a:lnTo>
                  <a:cubicBezTo>
                    <a:pt x="0" y="3009"/>
                    <a:pt x="58" y="3453"/>
                    <a:pt x="343" y="3739"/>
                  </a:cubicBezTo>
                  <a:cubicBezTo>
                    <a:pt x="564" y="3959"/>
                    <a:pt x="951" y="4026"/>
                    <a:pt x="1395" y="4026"/>
                  </a:cubicBezTo>
                  <a:cubicBezTo>
                    <a:pt x="1440" y="4026"/>
                    <a:pt x="1484" y="4026"/>
                    <a:pt x="1529" y="4024"/>
                  </a:cubicBezTo>
                  <a:cubicBezTo>
                    <a:pt x="1487" y="3524"/>
                    <a:pt x="1472" y="3038"/>
                    <a:pt x="1573" y="2580"/>
                  </a:cubicBezTo>
                  <a:cubicBezTo>
                    <a:pt x="1615" y="2424"/>
                    <a:pt x="1658" y="2266"/>
                    <a:pt x="1716" y="2123"/>
                  </a:cubicBezTo>
                  <a:lnTo>
                    <a:pt x="2158" y="2567"/>
                  </a:lnTo>
                  <a:lnTo>
                    <a:pt x="2244" y="2652"/>
                  </a:lnTo>
                  <a:cubicBezTo>
                    <a:pt x="2305" y="2712"/>
                    <a:pt x="2376" y="2773"/>
                    <a:pt x="2448" y="2773"/>
                  </a:cubicBezTo>
                  <a:cubicBezTo>
                    <a:pt x="2461" y="2773"/>
                    <a:pt x="2474" y="2771"/>
                    <a:pt x="2487" y="2767"/>
                  </a:cubicBezTo>
                  <a:cubicBezTo>
                    <a:pt x="2545" y="2738"/>
                    <a:pt x="2573" y="2666"/>
                    <a:pt x="2602" y="2609"/>
                  </a:cubicBezTo>
                  <a:cubicBezTo>
                    <a:pt x="2616" y="2595"/>
                    <a:pt x="2616" y="2580"/>
                    <a:pt x="2630" y="2552"/>
                  </a:cubicBezTo>
                  <a:cubicBezTo>
                    <a:pt x="2773" y="2223"/>
                    <a:pt x="2930" y="1894"/>
                    <a:pt x="3073" y="1566"/>
                  </a:cubicBezTo>
                  <a:cubicBezTo>
                    <a:pt x="3231" y="1837"/>
                    <a:pt x="3402" y="2109"/>
                    <a:pt x="3587" y="2352"/>
                  </a:cubicBezTo>
                  <a:cubicBezTo>
                    <a:pt x="3802" y="2180"/>
                    <a:pt x="3988" y="1966"/>
                    <a:pt x="4117" y="1709"/>
                  </a:cubicBezTo>
                  <a:cubicBezTo>
                    <a:pt x="4331" y="1795"/>
                    <a:pt x="4517" y="1852"/>
                    <a:pt x="4702" y="1894"/>
                  </a:cubicBezTo>
                  <a:cubicBezTo>
                    <a:pt x="4887" y="1934"/>
                    <a:pt x="5059" y="1952"/>
                    <a:pt x="5220" y="1952"/>
                  </a:cubicBezTo>
                  <a:cubicBezTo>
                    <a:pt x="5409" y="1952"/>
                    <a:pt x="5584" y="1927"/>
                    <a:pt x="5746" y="1880"/>
                  </a:cubicBezTo>
                  <a:cubicBezTo>
                    <a:pt x="5489" y="1665"/>
                    <a:pt x="5274" y="1408"/>
                    <a:pt x="5188" y="1065"/>
                  </a:cubicBezTo>
                  <a:cubicBezTo>
                    <a:pt x="5146" y="865"/>
                    <a:pt x="4902" y="737"/>
                    <a:pt x="4559" y="665"/>
                  </a:cubicBezTo>
                  <a:lnTo>
                    <a:pt x="4489" y="22"/>
                  </a:lnTo>
                  <a:cubicBezTo>
                    <a:pt x="4489" y="22"/>
                    <a:pt x="4293" y="1"/>
                    <a:pt x="39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5">
              <a:extLst>
                <a:ext uri="{FF2B5EF4-FFF2-40B4-BE49-F238E27FC236}">
                  <a16:creationId xmlns:a16="http://schemas.microsoft.com/office/drawing/2014/main" id="{327B5196-83F5-4E4B-834F-76DB5AC5CDA2}"/>
                </a:ext>
              </a:extLst>
            </p:cNvPr>
            <p:cNvSpPr/>
            <p:nvPr/>
          </p:nvSpPr>
          <p:spPr>
            <a:xfrm>
              <a:off x="5171800" y="2297325"/>
              <a:ext cx="475275" cy="449475"/>
            </a:xfrm>
            <a:custGeom>
              <a:avLst/>
              <a:gdLst/>
              <a:ahLst/>
              <a:cxnLst/>
              <a:rect l="l" t="t" r="r" b="b"/>
              <a:pathLst>
                <a:path w="19011" h="17979" extrusionOk="0">
                  <a:moveTo>
                    <a:pt x="5234" y="0"/>
                  </a:moveTo>
                  <a:cubicBezTo>
                    <a:pt x="2241" y="0"/>
                    <a:pt x="272" y="154"/>
                    <a:pt x="272" y="154"/>
                  </a:cubicBezTo>
                  <a:cubicBezTo>
                    <a:pt x="186" y="2041"/>
                    <a:pt x="1" y="5071"/>
                    <a:pt x="3631" y="5486"/>
                  </a:cubicBezTo>
                  <a:cubicBezTo>
                    <a:pt x="7262" y="5915"/>
                    <a:pt x="11550" y="5585"/>
                    <a:pt x="12335" y="6658"/>
                  </a:cubicBezTo>
                  <a:cubicBezTo>
                    <a:pt x="13136" y="7729"/>
                    <a:pt x="12335" y="17550"/>
                    <a:pt x="12335" y="17550"/>
                  </a:cubicBezTo>
                  <a:cubicBezTo>
                    <a:pt x="12335" y="17550"/>
                    <a:pt x="13236" y="17277"/>
                    <a:pt x="13694" y="16620"/>
                  </a:cubicBezTo>
                  <a:cubicBezTo>
                    <a:pt x="13694" y="16620"/>
                    <a:pt x="14279" y="17506"/>
                    <a:pt x="14380" y="17978"/>
                  </a:cubicBezTo>
                  <a:cubicBezTo>
                    <a:pt x="14380" y="17978"/>
                    <a:pt x="15123" y="17592"/>
                    <a:pt x="15409" y="16721"/>
                  </a:cubicBezTo>
                  <a:cubicBezTo>
                    <a:pt x="15409" y="16721"/>
                    <a:pt x="15695" y="17464"/>
                    <a:pt x="16166" y="17978"/>
                  </a:cubicBezTo>
                  <a:cubicBezTo>
                    <a:pt x="16166" y="17978"/>
                    <a:pt x="16595" y="17220"/>
                    <a:pt x="16909" y="16763"/>
                  </a:cubicBezTo>
                  <a:cubicBezTo>
                    <a:pt x="16909" y="16763"/>
                    <a:pt x="17324" y="17978"/>
                    <a:pt x="18396" y="17978"/>
                  </a:cubicBezTo>
                  <a:cubicBezTo>
                    <a:pt x="18396" y="17978"/>
                    <a:pt x="18367" y="17906"/>
                    <a:pt x="18339" y="17763"/>
                  </a:cubicBezTo>
                  <a:cubicBezTo>
                    <a:pt x="18268" y="17449"/>
                    <a:pt x="18167" y="16734"/>
                    <a:pt x="18396" y="15591"/>
                  </a:cubicBezTo>
                  <a:cubicBezTo>
                    <a:pt x="18725" y="13961"/>
                    <a:pt x="19011" y="6243"/>
                    <a:pt x="18396" y="4127"/>
                  </a:cubicBezTo>
                  <a:cubicBezTo>
                    <a:pt x="17795" y="1998"/>
                    <a:pt x="16238" y="525"/>
                    <a:pt x="10521" y="154"/>
                  </a:cubicBezTo>
                  <a:cubicBezTo>
                    <a:pt x="9406" y="83"/>
                    <a:pt x="8348" y="40"/>
                    <a:pt x="7347" y="26"/>
                  </a:cubicBezTo>
                  <a:cubicBezTo>
                    <a:pt x="6600" y="8"/>
                    <a:pt x="5892" y="0"/>
                    <a:pt x="52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5">
              <a:extLst>
                <a:ext uri="{FF2B5EF4-FFF2-40B4-BE49-F238E27FC236}">
                  <a16:creationId xmlns:a16="http://schemas.microsoft.com/office/drawing/2014/main" id="{18904648-4552-A314-A806-C70DE537DF85}"/>
                </a:ext>
              </a:extLst>
            </p:cNvPr>
            <p:cNvSpPr/>
            <p:nvPr/>
          </p:nvSpPr>
          <p:spPr>
            <a:xfrm>
              <a:off x="5177525" y="2297250"/>
              <a:ext cx="454175" cy="449550"/>
            </a:xfrm>
            <a:custGeom>
              <a:avLst/>
              <a:gdLst/>
              <a:ahLst/>
              <a:cxnLst/>
              <a:rect l="l" t="t" r="r" b="b"/>
              <a:pathLst>
                <a:path w="18167" h="17982" extrusionOk="0">
                  <a:moveTo>
                    <a:pt x="5103" y="0"/>
                  </a:moveTo>
                  <a:cubicBezTo>
                    <a:pt x="2059" y="0"/>
                    <a:pt x="43" y="157"/>
                    <a:pt x="43" y="157"/>
                  </a:cubicBezTo>
                  <a:cubicBezTo>
                    <a:pt x="29" y="486"/>
                    <a:pt x="0" y="843"/>
                    <a:pt x="0" y="1215"/>
                  </a:cubicBezTo>
                  <a:cubicBezTo>
                    <a:pt x="0" y="3016"/>
                    <a:pt x="386" y="5146"/>
                    <a:pt x="3402" y="5489"/>
                  </a:cubicBezTo>
                  <a:cubicBezTo>
                    <a:pt x="7033" y="5918"/>
                    <a:pt x="11321" y="5588"/>
                    <a:pt x="12106" y="6661"/>
                  </a:cubicBezTo>
                  <a:cubicBezTo>
                    <a:pt x="12378" y="7018"/>
                    <a:pt x="12464" y="8348"/>
                    <a:pt x="12464" y="9962"/>
                  </a:cubicBezTo>
                  <a:cubicBezTo>
                    <a:pt x="12464" y="13192"/>
                    <a:pt x="12106" y="17553"/>
                    <a:pt x="12106" y="17553"/>
                  </a:cubicBezTo>
                  <a:cubicBezTo>
                    <a:pt x="12106" y="17553"/>
                    <a:pt x="13007" y="17280"/>
                    <a:pt x="13465" y="16623"/>
                  </a:cubicBezTo>
                  <a:cubicBezTo>
                    <a:pt x="13465" y="16623"/>
                    <a:pt x="14050" y="17509"/>
                    <a:pt x="14151" y="17981"/>
                  </a:cubicBezTo>
                  <a:cubicBezTo>
                    <a:pt x="14151" y="17981"/>
                    <a:pt x="14894" y="17595"/>
                    <a:pt x="15180" y="16724"/>
                  </a:cubicBezTo>
                  <a:cubicBezTo>
                    <a:pt x="15180" y="16724"/>
                    <a:pt x="15466" y="17467"/>
                    <a:pt x="15937" y="17981"/>
                  </a:cubicBezTo>
                  <a:cubicBezTo>
                    <a:pt x="15937" y="17981"/>
                    <a:pt x="16366" y="17223"/>
                    <a:pt x="16680" y="16766"/>
                  </a:cubicBezTo>
                  <a:cubicBezTo>
                    <a:pt x="16680" y="16766"/>
                    <a:pt x="17095" y="17981"/>
                    <a:pt x="18167" y="17981"/>
                  </a:cubicBezTo>
                  <a:cubicBezTo>
                    <a:pt x="18167" y="17981"/>
                    <a:pt x="18138" y="17909"/>
                    <a:pt x="18110" y="17766"/>
                  </a:cubicBezTo>
                  <a:cubicBezTo>
                    <a:pt x="17524" y="17166"/>
                    <a:pt x="16838" y="16609"/>
                    <a:pt x="16909" y="15822"/>
                  </a:cubicBezTo>
                  <a:lnTo>
                    <a:pt x="16909" y="15822"/>
                  </a:lnTo>
                  <a:cubicBezTo>
                    <a:pt x="16652" y="16009"/>
                    <a:pt x="16394" y="16209"/>
                    <a:pt x="16123" y="16394"/>
                  </a:cubicBezTo>
                  <a:cubicBezTo>
                    <a:pt x="15994" y="16066"/>
                    <a:pt x="15851" y="15737"/>
                    <a:pt x="15708" y="15409"/>
                  </a:cubicBezTo>
                  <a:cubicBezTo>
                    <a:pt x="15337" y="15794"/>
                    <a:pt x="14908" y="16108"/>
                    <a:pt x="14422" y="16323"/>
                  </a:cubicBezTo>
                  <a:cubicBezTo>
                    <a:pt x="14365" y="15809"/>
                    <a:pt x="14193" y="15323"/>
                    <a:pt x="13894" y="14908"/>
                  </a:cubicBezTo>
                  <a:cubicBezTo>
                    <a:pt x="13707" y="15037"/>
                    <a:pt x="13465" y="15108"/>
                    <a:pt x="13221" y="15108"/>
                  </a:cubicBezTo>
                  <a:cubicBezTo>
                    <a:pt x="13122" y="15108"/>
                    <a:pt x="13021" y="15094"/>
                    <a:pt x="12922" y="15065"/>
                  </a:cubicBezTo>
                  <a:cubicBezTo>
                    <a:pt x="13135" y="13236"/>
                    <a:pt x="13808" y="11477"/>
                    <a:pt x="13922" y="9648"/>
                  </a:cubicBezTo>
                  <a:cubicBezTo>
                    <a:pt x="14036" y="7804"/>
                    <a:pt x="13393" y="5731"/>
                    <a:pt x="11750" y="4917"/>
                  </a:cubicBezTo>
                  <a:cubicBezTo>
                    <a:pt x="10848" y="4460"/>
                    <a:pt x="9791" y="4473"/>
                    <a:pt x="8790" y="4359"/>
                  </a:cubicBezTo>
                  <a:cubicBezTo>
                    <a:pt x="7919" y="4260"/>
                    <a:pt x="7046" y="4060"/>
                    <a:pt x="6217" y="3759"/>
                  </a:cubicBezTo>
                  <a:cubicBezTo>
                    <a:pt x="5661" y="3559"/>
                    <a:pt x="5089" y="3288"/>
                    <a:pt x="4803" y="2787"/>
                  </a:cubicBezTo>
                  <a:cubicBezTo>
                    <a:pt x="4359" y="1986"/>
                    <a:pt x="4874" y="929"/>
                    <a:pt x="5661" y="471"/>
                  </a:cubicBezTo>
                  <a:cubicBezTo>
                    <a:pt x="6103" y="200"/>
                    <a:pt x="6604" y="86"/>
                    <a:pt x="7118" y="29"/>
                  </a:cubicBezTo>
                  <a:cubicBezTo>
                    <a:pt x="6404" y="0"/>
                    <a:pt x="5731" y="0"/>
                    <a:pt x="5103"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5">
              <a:extLst>
                <a:ext uri="{FF2B5EF4-FFF2-40B4-BE49-F238E27FC236}">
                  <a16:creationId xmlns:a16="http://schemas.microsoft.com/office/drawing/2014/main" id="{DE729BBA-984D-73D5-88E7-A9162E142502}"/>
                </a:ext>
              </a:extLst>
            </p:cNvPr>
            <p:cNvSpPr/>
            <p:nvPr/>
          </p:nvSpPr>
          <p:spPr>
            <a:xfrm>
              <a:off x="5452675" y="1954900"/>
              <a:ext cx="99700" cy="356825"/>
            </a:xfrm>
            <a:custGeom>
              <a:avLst/>
              <a:gdLst/>
              <a:ahLst/>
              <a:cxnLst/>
              <a:rect l="l" t="t" r="r" b="b"/>
              <a:pathLst>
                <a:path w="3988" h="14273" extrusionOk="0">
                  <a:moveTo>
                    <a:pt x="3804" y="1"/>
                  </a:moveTo>
                  <a:cubicBezTo>
                    <a:pt x="3721" y="1"/>
                    <a:pt x="3638" y="55"/>
                    <a:pt x="3616" y="144"/>
                  </a:cubicBezTo>
                  <a:lnTo>
                    <a:pt x="14" y="13965"/>
                  </a:lnTo>
                  <a:cubicBezTo>
                    <a:pt x="0" y="14066"/>
                    <a:pt x="57" y="14165"/>
                    <a:pt x="143" y="14194"/>
                  </a:cubicBezTo>
                  <a:lnTo>
                    <a:pt x="414" y="14266"/>
                  </a:lnTo>
                  <a:cubicBezTo>
                    <a:pt x="429" y="14270"/>
                    <a:pt x="444" y="14272"/>
                    <a:pt x="459" y="14272"/>
                  </a:cubicBezTo>
                  <a:cubicBezTo>
                    <a:pt x="543" y="14272"/>
                    <a:pt x="619" y="14208"/>
                    <a:pt x="643" y="14123"/>
                  </a:cubicBezTo>
                  <a:lnTo>
                    <a:pt x="3974" y="230"/>
                  </a:lnTo>
                  <a:cubicBezTo>
                    <a:pt x="3988" y="144"/>
                    <a:pt x="3945" y="58"/>
                    <a:pt x="3873" y="15"/>
                  </a:cubicBezTo>
                  <a:cubicBezTo>
                    <a:pt x="3851" y="5"/>
                    <a:pt x="3827" y="1"/>
                    <a:pt x="3804" y="1"/>
                  </a:cubicBezTo>
                  <a:close/>
                </a:path>
              </a:pathLst>
            </a:custGeom>
            <a:solidFill>
              <a:srgbClr val="C67F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5">
              <a:extLst>
                <a:ext uri="{FF2B5EF4-FFF2-40B4-BE49-F238E27FC236}">
                  <a16:creationId xmlns:a16="http://schemas.microsoft.com/office/drawing/2014/main" id="{D6C13C75-3BE3-2311-B038-0112E2A7CF69}"/>
                </a:ext>
              </a:extLst>
            </p:cNvPr>
            <p:cNvSpPr/>
            <p:nvPr/>
          </p:nvSpPr>
          <p:spPr>
            <a:xfrm>
              <a:off x="5488025" y="1978750"/>
              <a:ext cx="92600" cy="86800"/>
            </a:xfrm>
            <a:custGeom>
              <a:avLst/>
              <a:gdLst/>
              <a:ahLst/>
              <a:cxnLst/>
              <a:rect l="l" t="t" r="r" b="b"/>
              <a:pathLst>
                <a:path w="3704"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3360" y="3006"/>
                    <a:pt x="3389" y="2935"/>
                    <a:pt x="3417" y="2878"/>
                  </a:cubicBezTo>
                  <a:cubicBezTo>
                    <a:pt x="3675" y="2263"/>
                    <a:pt x="3703" y="1677"/>
                    <a:pt x="3688" y="1262"/>
                  </a:cubicBezTo>
                  <a:cubicBezTo>
                    <a:pt x="3660" y="905"/>
                    <a:pt x="3446" y="591"/>
                    <a:pt x="3117" y="433"/>
                  </a:cubicBezTo>
                  <a:cubicBezTo>
                    <a:pt x="2560" y="191"/>
                    <a:pt x="1845" y="76"/>
                    <a:pt x="1302" y="4"/>
                  </a:cubicBezTo>
                  <a:lnTo>
                    <a:pt x="1287" y="4"/>
                  </a:lnTo>
                  <a:cubicBezTo>
                    <a:pt x="1256" y="1"/>
                    <a:pt x="1226" y="0"/>
                    <a:pt x="119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5">
              <a:extLst>
                <a:ext uri="{FF2B5EF4-FFF2-40B4-BE49-F238E27FC236}">
                  <a16:creationId xmlns:a16="http://schemas.microsoft.com/office/drawing/2014/main" id="{6FEDE0A0-2652-0251-3468-65C9946B24CB}"/>
                </a:ext>
              </a:extLst>
            </p:cNvPr>
            <p:cNvSpPr/>
            <p:nvPr/>
          </p:nvSpPr>
          <p:spPr>
            <a:xfrm>
              <a:off x="5488025" y="1978750"/>
              <a:ext cx="82925" cy="86800"/>
            </a:xfrm>
            <a:custGeom>
              <a:avLst/>
              <a:gdLst/>
              <a:ahLst/>
              <a:cxnLst/>
              <a:rect l="l" t="t" r="r" b="b"/>
              <a:pathLst>
                <a:path w="3317"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2659" y="2891"/>
                    <a:pt x="1817" y="2920"/>
                    <a:pt x="1344" y="2420"/>
                  </a:cubicBezTo>
                  <a:cubicBezTo>
                    <a:pt x="916" y="1963"/>
                    <a:pt x="959" y="1262"/>
                    <a:pt x="1102" y="648"/>
                  </a:cubicBezTo>
                  <a:cubicBezTo>
                    <a:pt x="1159" y="433"/>
                    <a:pt x="1230" y="219"/>
                    <a:pt x="1302" y="4"/>
                  </a:cubicBezTo>
                  <a:lnTo>
                    <a:pt x="1287" y="4"/>
                  </a:lnTo>
                  <a:cubicBezTo>
                    <a:pt x="1256" y="1"/>
                    <a:pt x="1226" y="0"/>
                    <a:pt x="119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5">
              <a:extLst>
                <a:ext uri="{FF2B5EF4-FFF2-40B4-BE49-F238E27FC236}">
                  <a16:creationId xmlns:a16="http://schemas.microsoft.com/office/drawing/2014/main" id="{09C591BD-7364-DF57-E42E-1DDE29BF5FF3}"/>
                </a:ext>
              </a:extLst>
            </p:cNvPr>
            <p:cNvSpPr/>
            <p:nvPr/>
          </p:nvSpPr>
          <p:spPr>
            <a:xfrm>
              <a:off x="5367250" y="2139450"/>
              <a:ext cx="166550" cy="144250"/>
            </a:xfrm>
            <a:custGeom>
              <a:avLst/>
              <a:gdLst/>
              <a:ahLst/>
              <a:cxnLst/>
              <a:rect l="l" t="t" r="r" b="b"/>
              <a:pathLst>
                <a:path w="6662" h="5770" extrusionOk="0">
                  <a:moveTo>
                    <a:pt x="4606" y="1"/>
                  </a:moveTo>
                  <a:cubicBezTo>
                    <a:pt x="4037" y="1"/>
                    <a:pt x="3507" y="263"/>
                    <a:pt x="3059" y="666"/>
                  </a:cubicBezTo>
                  <a:cubicBezTo>
                    <a:pt x="2974" y="738"/>
                    <a:pt x="2888" y="809"/>
                    <a:pt x="2802" y="866"/>
                  </a:cubicBezTo>
                  <a:cubicBezTo>
                    <a:pt x="2288" y="1209"/>
                    <a:pt x="1802" y="1252"/>
                    <a:pt x="1802" y="1252"/>
                  </a:cubicBezTo>
                  <a:cubicBezTo>
                    <a:pt x="1" y="3782"/>
                    <a:pt x="1001" y="5540"/>
                    <a:pt x="1001" y="5540"/>
                  </a:cubicBezTo>
                  <a:cubicBezTo>
                    <a:pt x="1973" y="5697"/>
                    <a:pt x="2817" y="5769"/>
                    <a:pt x="3503" y="5769"/>
                  </a:cubicBezTo>
                  <a:cubicBezTo>
                    <a:pt x="5375" y="5754"/>
                    <a:pt x="6276" y="5254"/>
                    <a:pt x="6375" y="4740"/>
                  </a:cubicBezTo>
                  <a:cubicBezTo>
                    <a:pt x="6505" y="4039"/>
                    <a:pt x="6047" y="3882"/>
                    <a:pt x="6047" y="3882"/>
                  </a:cubicBezTo>
                  <a:cubicBezTo>
                    <a:pt x="6047" y="3882"/>
                    <a:pt x="6505" y="3753"/>
                    <a:pt x="6576" y="3153"/>
                  </a:cubicBezTo>
                  <a:cubicBezTo>
                    <a:pt x="6633" y="2552"/>
                    <a:pt x="6233" y="2281"/>
                    <a:pt x="6233" y="2281"/>
                  </a:cubicBezTo>
                  <a:cubicBezTo>
                    <a:pt x="6505" y="2152"/>
                    <a:pt x="6661" y="1595"/>
                    <a:pt x="6505" y="995"/>
                  </a:cubicBezTo>
                  <a:cubicBezTo>
                    <a:pt x="6430" y="732"/>
                    <a:pt x="6237" y="658"/>
                    <a:pt x="6043" y="658"/>
                  </a:cubicBezTo>
                  <a:cubicBezTo>
                    <a:pt x="5795" y="658"/>
                    <a:pt x="5546" y="780"/>
                    <a:pt x="5546" y="780"/>
                  </a:cubicBezTo>
                  <a:lnTo>
                    <a:pt x="5346" y="1409"/>
                  </a:lnTo>
                  <a:cubicBezTo>
                    <a:pt x="5161" y="1452"/>
                    <a:pt x="4761" y="1567"/>
                    <a:pt x="4761" y="1567"/>
                  </a:cubicBezTo>
                  <a:lnTo>
                    <a:pt x="5146" y="80"/>
                  </a:lnTo>
                  <a:cubicBezTo>
                    <a:pt x="4963" y="26"/>
                    <a:pt x="4783" y="1"/>
                    <a:pt x="4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5">
              <a:extLst>
                <a:ext uri="{FF2B5EF4-FFF2-40B4-BE49-F238E27FC236}">
                  <a16:creationId xmlns:a16="http://schemas.microsoft.com/office/drawing/2014/main" id="{156DB459-2FAD-E2F8-2A6A-CA2A973D6B08}"/>
                </a:ext>
              </a:extLst>
            </p:cNvPr>
            <p:cNvSpPr/>
            <p:nvPr/>
          </p:nvSpPr>
          <p:spPr>
            <a:xfrm>
              <a:off x="5367250" y="2161075"/>
              <a:ext cx="89350" cy="122625"/>
            </a:xfrm>
            <a:custGeom>
              <a:avLst/>
              <a:gdLst/>
              <a:ahLst/>
              <a:cxnLst/>
              <a:rect l="l" t="t" r="r" b="b"/>
              <a:pathLst>
                <a:path w="3574" h="4905" extrusionOk="0">
                  <a:moveTo>
                    <a:pt x="2802" y="1"/>
                  </a:moveTo>
                  <a:lnTo>
                    <a:pt x="2802" y="1"/>
                  </a:lnTo>
                  <a:cubicBezTo>
                    <a:pt x="2288" y="344"/>
                    <a:pt x="1802" y="387"/>
                    <a:pt x="1802" y="387"/>
                  </a:cubicBezTo>
                  <a:cubicBezTo>
                    <a:pt x="1" y="2917"/>
                    <a:pt x="1001" y="4675"/>
                    <a:pt x="1001" y="4675"/>
                  </a:cubicBezTo>
                  <a:cubicBezTo>
                    <a:pt x="1973" y="4832"/>
                    <a:pt x="2817" y="4904"/>
                    <a:pt x="3503" y="4904"/>
                  </a:cubicBezTo>
                  <a:cubicBezTo>
                    <a:pt x="3488" y="4889"/>
                    <a:pt x="3474" y="4861"/>
                    <a:pt x="3460" y="4847"/>
                  </a:cubicBezTo>
                  <a:cubicBezTo>
                    <a:pt x="3259" y="4632"/>
                    <a:pt x="3160" y="4317"/>
                    <a:pt x="3189" y="4018"/>
                  </a:cubicBezTo>
                  <a:cubicBezTo>
                    <a:pt x="3202" y="3818"/>
                    <a:pt x="3288" y="3631"/>
                    <a:pt x="3303" y="3431"/>
                  </a:cubicBezTo>
                  <a:cubicBezTo>
                    <a:pt x="3317" y="3246"/>
                    <a:pt x="3259" y="3017"/>
                    <a:pt x="3088" y="2932"/>
                  </a:cubicBezTo>
                  <a:cubicBezTo>
                    <a:pt x="2916" y="2846"/>
                    <a:pt x="2645" y="2817"/>
                    <a:pt x="2674" y="2631"/>
                  </a:cubicBezTo>
                  <a:cubicBezTo>
                    <a:pt x="2688" y="2574"/>
                    <a:pt x="2731" y="2516"/>
                    <a:pt x="2774" y="2488"/>
                  </a:cubicBezTo>
                  <a:cubicBezTo>
                    <a:pt x="2974" y="2316"/>
                    <a:pt x="3174" y="2131"/>
                    <a:pt x="3360" y="1960"/>
                  </a:cubicBezTo>
                  <a:cubicBezTo>
                    <a:pt x="3431" y="1902"/>
                    <a:pt x="3503" y="1830"/>
                    <a:pt x="3532" y="1745"/>
                  </a:cubicBezTo>
                  <a:cubicBezTo>
                    <a:pt x="3574" y="1573"/>
                    <a:pt x="3446" y="1402"/>
                    <a:pt x="3288" y="1316"/>
                  </a:cubicBezTo>
                  <a:cubicBezTo>
                    <a:pt x="3145" y="1230"/>
                    <a:pt x="2960" y="1188"/>
                    <a:pt x="2831" y="1059"/>
                  </a:cubicBezTo>
                  <a:cubicBezTo>
                    <a:pt x="2545" y="801"/>
                    <a:pt x="2617" y="359"/>
                    <a:pt x="280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5">
              <a:extLst>
                <a:ext uri="{FF2B5EF4-FFF2-40B4-BE49-F238E27FC236}">
                  <a16:creationId xmlns:a16="http://schemas.microsoft.com/office/drawing/2014/main" id="{8B2D54CB-8846-1A2A-039B-EF2CBCC87132}"/>
                </a:ext>
              </a:extLst>
            </p:cNvPr>
            <p:cNvSpPr/>
            <p:nvPr/>
          </p:nvSpPr>
          <p:spPr>
            <a:xfrm>
              <a:off x="5072800" y="1851275"/>
              <a:ext cx="365600" cy="443575"/>
            </a:xfrm>
            <a:custGeom>
              <a:avLst/>
              <a:gdLst/>
              <a:ahLst/>
              <a:cxnLst/>
              <a:rect l="l" t="t" r="r" b="b"/>
              <a:pathLst>
                <a:path w="14624" h="17743" extrusionOk="0">
                  <a:moveTo>
                    <a:pt x="5819" y="1"/>
                  </a:moveTo>
                  <a:cubicBezTo>
                    <a:pt x="5819" y="1"/>
                    <a:pt x="2945" y="373"/>
                    <a:pt x="1474" y="5633"/>
                  </a:cubicBezTo>
                  <a:cubicBezTo>
                    <a:pt x="1" y="10893"/>
                    <a:pt x="243" y="16210"/>
                    <a:pt x="2560" y="17253"/>
                  </a:cubicBezTo>
                  <a:cubicBezTo>
                    <a:pt x="3427" y="17638"/>
                    <a:pt x="4474" y="17742"/>
                    <a:pt x="5711" y="17742"/>
                  </a:cubicBezTo>
                  <a:cubicBezTo>
                    <a:pt x="6450" y="17742"/>
                    <a:pt x="7257" y="17705"/>
                    <a:pt x="8134" y="17668"/>
                  </a:cubicBezTo>
                  <a:cubicBezTo>
                    <a:pt x="9041" y="17626"/>
                    <a:pt x="10028" y="17585"/>
                    <a:pt x="11096" y="17585"/>
                  </a:cubicBezTo>
                  <a:cubicBezTo>
                    <a:pt x="11880" y="17585"/>
                    <a:pt x="12708" y="17607"/>
                    <a:pt x="13580" y="17668"/>
                  </a:cubicBezTo>
                  <a:cubicBezTo>
                    <a:pt x="13580" y="17668"/>
                    <a:pt x="13065" y="16767"/>
                    <a:pt x="12765" y="16252"/>
                  </a:cubicBezTo>
                  <a:cubicBezTo>
                    <a:pt x="12765" y="16252"/>
                    <a:pt x="13808" y="16010"/>
                    <a:pt x="14195" y="15781"/>
                  </a:cubicBezTo>
                  <a:cubicBezTo>
                    <a:pt x="14195" y="15781"/>
                    <a:pt x="14138" y="15724"/>
                    <a:pt x="14023" y="15638"/>
                  </a:cubicBezTo>
                  <a:cubicBezTo>
                    <a:pt x="13837" y="15480"/>
                    <a:pt x="13509" y="15209"/>
                    <a:pt x="13179" y="14880"/>
                  </a:cubicBezTo>
                  <a:cubicBezTo>
                    <a:pt x="13179" y="14880"/>
                    <a:pt x="14338" y="14409"/>
                    <a:pt x="14624" y="14165"/>
                  </a:cubicBezTo>
                  <a:cubicBezTo>
                    <a:pt x="14624" y="14165"/>
                    <a:pt x="13923" y="13651"/>
                    <a:pt x="13580" y="13308"/>
                  </a:cubicBezTo>
                  <a:cubicBezTo>
                    <a:pt x="13580" y="13308"/>
                    <a:pt x="14138" y="12936"/>
                    <a:pt x="14509" y="12036"/>
                  </a:cubicBezTo>
                  <a:lnTo>
                    <a:pt x="14509" y="12036"/>
                  </a:lnTo>
                  <a:cubicBezTo>
                    <a:pt x="14509" y="12036"/>
                    <a:pt x="11458" y="12468"/>
                    <a:pt x="9455" y="12468"/>
                  </a:cubicBezTo>
                  <a:cubicBezTo>
                    <a:pt x="9365" y="12468"/>
                    <a:pt x="9277" y="12467"/>
                    <a:pt x="9192" y="12465"/>
                  </a:cubicBezTo>
                  <a:cubicBezTo>
                    <a:pt x="7205" y="12408"/>
                    <a:pt x="6204" y="12179"/>
                    <a:pt x="6204" y="12179"/>
                  </a:cubicBezTo>
                  <a:cubicBezTo>
                    <a:pt x="6204" y="12179"/>
                    <a:pt x="6905" y="8677"/>
                    <a:pt x="6934" y="5318"/>
                  </a:cubicBezTo>
                  <a:cubicBezTo>
                    <a:pt x="6947" y="3188"/>
                    <a:pt x="6705" y="1101"/>
                    <a:pt x="581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5">
              <a:extLst>
                <a:ext uri="{FF2B5EF4-FFF2-40B4-BE49-F238E27FC236}">
                  <a16:creationId xmlns:a16="http://schemas.microsoft.com/office/drawing/2014/main" id="{6DBF973D-62EE-E57B-9B7B-2B16C86E6A9A}"/>
                </a:ext>
              </a:extLst>
            </p:cNvPr>
            <p:cNvSpPr/>
            <p:nvPr/>
          </p:nvSpPr>
          <p:spPr>
            <a:xfrm>
              <a:off x="5086400" y="1851275"/>
              <a:ext cx="341275" cy="443475"/>
            </a:xfrm>
            <a:custGeom>
              <a:avLst/>
              <a:gdLst/>
              <a:ahLst/>
              <a:cxnLst/>
              <a:rect l="l" t="t" r="r" b="b"/>
              <a:pathLst>
                <a:path w="13651" h="17739" extrusionOk="0">
                  <a:moveTo>
                    <a:pt x="5275" y="1"/>
                  </a:moveTo>
                  <a:cubicBezTo>
                    <a:pt x="5275" y="1"/>
                    <a:pt x="2401" y="373"/>
                    <a:pt x="930" y="5633"/>
                  </a:cubicBezTo>
                  <a:cubicBezTo>
                    <a:pt x="314" y="7805"/>
                    <a:pt x="0" y="9978"/>
                    <a:pt x="0" y="11865"/>
                  </a:cubicBezTo>
                  <a:cubicBezTo>
                    <a:pt x="0" y="14552"/>
                    <a:pt x="657" y="16639"/>
                    <a:pt x="2016" y="17253"/>
                  </a:cubicBezTo>
                  <a:cubicBezTo>
                    <a:pt x="2874" y="17639"/>
                    <a:pt x="3916" y="17739"/>
                    <a:pt x="5132" y="17739"/>
                  </a:cubicBezTo>
                  <a:cubicBezTo>
                    <a:pt x="5889" y="17739"/>
                    <a:pt x="6704" y="17696"/>
                    <a:pt x="7590" y="17668"/>
                  </a:cubicBezTo>
                  <a:cubicBezTo>
                    <a:pt x="8477" y="17624"/>
                    <a:pt x="9434" y="17582"/>
                    <a:pt x="10478" y="17582"/>
                  </a:cubicBezTo>
                  <a:cubicBezTo>
                    <a:pt x="11278" y="17582"/>
                    <a:pt x="12136" y="17610"/>
                    <a:pt x="13036" y="17668"/>
                  </a:cubicBezTo>
                  <a:cubicBezTo>
                    <a:pt x="13036" y="17668"/>
                    <a:pt x="12521" y="16767"/>
                    <a:pt x="12221" y="16252"/>
                  </a:cubicBezTo>
                  <a:cubicBezTo>
                    <a:pt x="12221" y="16252"/>
                    <a:pt x="13264" y="16010"/>
                    <a:pt x="13651" y="15781"/>
                  </a:cubicBezTo>
                  <a:cubicBezTo>
                    <a:pt x="13651" y="15781"/>
                    <a:pt x="13594" y="15724"/>
                    <a:pt x="13479" y="15638"/>
                  </a:cubicBezTo>
                  <a:cubicBezTo>
                    <a:pt x="13407" y="15623"/>
                    <a:pt x="13336" y="15623"/>
                    <a:pt x="13279" y="15623"/>
                  </a:cubicBezTo>
                  <a:lnTo>
                    <a:pt x="11435" y="15581"/>
                  </a:lnTo>
                  <a:lnTo>
                    <a:pt x="11435" y="15581"/>
                  </a:lnTo>
                  <a:cubicBezTo>
                    <a:pt x="11478" y="15981"/>
                    <a:pt x="11535" y="16381"/>
                    <a:pt x="11578" y="16781"/>
                  </a:cubicBezTo>
                  <a:cubicBezTo>
                    <a:pt x="10163" y="16724"/>
                    <a:pt x="8762" y="16624"/>
                    <a:pt x="7347" y="16467"/>
                  </a:cubicBezTo>
                  <a:cubicBezTo>
                    <a:pt x="5532" y="16267"/>
                    <a:pt x="3560" y="15880"/>
                    <a:pt x="2416" y="14451"/>
                  </a:cubicBezTo>
                  <a:cubicBezTo>
                    <a:pt x="1387" y="13180"/>
                    <a:pt x="1344" y="11379"/>
                    <a:pt x="1458" y="9749"/>
                  </a:cubicBezTo>
                  <a:cubicBezTo>
                    <a:pt x="1601" y="7905"/>
                    <a:pt x="1987" y="5932"/>
                    <a:pt x="3316" y="4661"/>
                  </a:cubicBezTo>
                  <a:cubicBezTo>
                    <a:pt x="3731" y="4260"/>
                    <a:pt x="4331" y="3960"/>
                    <a:pt x="4888" y="3960"/>
                  </a:cubicBezTo>
                  <a:cubicBezTo>
                    <a:pt x="5189" y="3960"/>
                    <a:pt x="5460" y="4045"/>
                    <a:pt x="5689" y="4260"/>
                  </a:cubicBezTo>
                  <a:cubicBezTo>
                    <a:pt x="6032" y="4560"/>
                    <a:pt x="6247" y="4918"/>
                    <a:pt x="6390" y="5318"/>
                  </a:cubicBezTo>
                  <a:lnTo>
                    <a:pt x="6390" y="5118"/>
                  </a:lnTo>
                  <a:cubicBezTo>
                    <a:pt x="6390" y="3060"/>
                    <a:pt x="6132" y="1072"/>
                    <a:pt x="5275"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5">
              <a:extLst>
                <a:ext uri="{FF2B5EF4-FFF2-40B4-BE49-F238E27FC236}">
                  <a16:creationId xmlns:a16="http://schemas.microsoft.com/office/drawing/2014/main" id="{FD432708-4BFA-E6A4-EEFD-6434A476E6B7}"/>
                </a:ext>
              </a:extLst>
            </p:cNvPr>
            <p:cNvSpPr/>
            <p:nvPr/>
          </p:nvSpPr>
          <p:spPr>
            <a:xfrm>
              <a:off x="5557000" y="1729475"/>
              <a:ext cx="43075" cy="62175"/>
            </a:xfrm>
            <a:custGeom>
              <a:avLst/>
              <a:gdLst/>
              <a:ahLst/>
              <a:cxnLst/>
              <a:rect l="l" t="t" r="r" b="b"/>
              <a:pathLst>
                <a:path w="1723" h="2487" extrusionOk="0">
                  <a:moveTo>
                    <a:pt x="531" y="0"/>
                  </a:moveTo>
                  <a:cubicBezTo>
                    <a:pt x="243" y="0"/>
                    <a:pt x="1" y="152"/>
                    <a:pt x="1" y="413"/>
                  </a:cubicBezTo>
                  <a:cubicBezTo>
                    <a:pt x="1" y="1027"/>
                    <a:pt x="115" y="2485"/>
                    <a:pt x="115" y="2485"/>
                  </a:cubicBezTo>
                  <a:cubicBezTo>
                    <a:pt x="140" y="2486"/>
                    <a:pt x="165" y="2487"/>
                    <a:pt x="190" y="2487"/>
                  </a:cubicBezTo>
                  <a:cubicBezTo>
                    <a:pt x="1279" y="2487"/>
                    <a:pt x="1723" y="1550"/>
                    <a:pt x="1402" y="642"/>
                  </a:cubicBezTo>
                  <a:cubicBezTo>
                    <a:pt x="1242" y="194"/>
                    <a:pt x="857" y="0"/>
                    <a:pt x="53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5">
              <a:extLst>
                <a:ext uri="{FF2B5EF4-FFF2-40B4-BE49-F238E27FC236}">
                  <a16:creationId xmlns:a16="http://schemas.microsoft.com/office/drawing/2014/main" id="{39394298-88F6-4ED7-AA01-02F003E904FA}"/>
                </a:ext>
              </a:extLst>
            </p:cNvPr>
            <p:cNvSpPr/>
            <p:nvPr/>
          </p:nvSpPr>
          <p:spPr>
            <a:xfrm>
              <a:off x="5565600" y="1745500"/>
              <a:ext cx="20575" cy="24025"/>
            </a:xfrm>
            <a:custGeom>
              <a:avLst/>
              <a:gdLst/>
              <a:ahLst/>
              <a:cxnLst/>
              <a:rect l="l" t="t" r="r" b="b"/>
              <a:pathLst>
                <a:path w="823" h="961" extrusionOk="0">
                  <a:moveTo>
                    <a:pt x="422" y="1"/>
                  </a:moveTo>
                  <a:cubicBezTo>
                    <a:pt x="419" y="1"/>
                    <a:pt x="417" y="1"/>
                    <a:pt x="414" y="1"/>
                  </a:cubicBezTo>
                  <a:cubicBezTo>
                    <a:pt x="86" y="1"/>
                    <a:pt x="0" y="901"/>
                    <a:pt x="414" y="958"/>
                  </a:cubicBezTo>
                  <a:cubicBezTo>
                    <a:pt x="425" y="960"/>
                    <a:pt x="436" y="960"/>
                    <a:pt x="447" y="960"/>
                  </a:cubicBezTo>
                  <a:cubicBezTo>
                    <a:pt x="823" y="960"/>
                    <a:pt x="763" y="1"/>
                    <a:pt x="42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5">
              <a:extLst>
                <a:ext uri="{FF2B5EF4-FFF2-40B4-BE49-F238E27FC236}">
                  <a16:creationId xmlns:a16="http://schemas.microsoft.com/office/drawing/2014/main" id="{145E8AB6-4825-935B-A2CD-5BA69EEC6E5F}"/>
                </a:ext>
              </a:extLst>
            </p:cNvPr>
            <p:cNvSpPr/>
            <p:nvPr/>
          </p:nvSpPr>
          <p:spPr>
            <a:xfrm>
              <a:off x="5279725" y="1574175"/>
              <a:ext cx="299500" cy="386975"/>
            </a:xfrm>
            <a:custGeom>
              <a:avLst/>
              <a:gdLst/>
              <a:ahLst/>
              <a:cxnLst/>
              <a:rect l="l" t="t" r="r" b="b"/>
              <a:pathLst>
                <a:path w="11980" h="15479" extrusionOk="0">
                  <a:moveTo>
                    <a:pt x="8373" y="1"/>
                  </a:moveTo>
                  <a:cubicBezTo>
                    <a:pt x="8039" y="1"/>
                    <a:pt x="7531" y="74"/>
                    <a:pt x="6775" y="279"/>
                  </a:cubicBezTo>
                  <a:cubicBezTo>
                    <a:pt x="4946" y="765"/>
                    <a:pt x="4088" y="2094"/>
                    <a:pt x="4088" y="2094"/>
                  </a:cubicBezTo>
                  <a:cubicBezTo>
                    <a:pt x="4203" y="1293"/>
                    <a:pt x="5217" y="651"/>
                    <a:pt x="5017" y="321"/>
                  </a:cubicBezTo>
                  <a:cubicBezTo>
                    <a:pt x="5003" y="293"/>
                    <a:pt x="4974" y="279"/>
                    <a:pt x="4931" y="279"/>
                  </a:cubicBezTo>
                  <a:cubicBezTo>
                    <a:pt x="4915" y="277"/>
                    <a:pt x="4897" y="276"/>
                    <a:pt x="4878" y="276"/>
                  </a:cubicBezTo>
                  <a:cubicBezTo>
                    <a:pt x="4189" y="276"/>
                    <a:pt x="1445" y="1498"/>
                    <a:pt x="986" y="2680"/>
                  </a:cubicBezTo>
                  <a:cubicBezTo>
                    <a:pt x="486" y="4009"/>
                    <a:pt x="258" y="5482"/>
                    <a:pt x="143" y="7311"/>
                  </a:cubicBezTo>
                  <a:cubicBezTo>
                    <a:pt x="0" y="9427"/>
                    <a:pt x="186" y="13271"/>
                    <a:pt x="586" y="13401"/>
                  </a:cubicBezTo>
                  <a:cubicBezTo>
                    <a:pt x="617" y="13412"/>
                    <a:pt x="650" y="13417"/>
                    <a:pt x="685" y="13417"/>
                  </a:cubicBezTo>
                  <a:cubicBezTo>
                    <a:pt x="1095" y="13417"/>
                    <a:pt x="1715" y="12700"/>
                    <a:pt x="1716" y="12700"/>
                  </a:cubicBezTo>
                  <a:lnTo>
                    <a:pt x="1716" y="12700"/>
                  </a:lnTo>
                  <a:cubicBezTo>
                    <a:pt x="1716" y="13300"/>
                    <a:pt x="1315" y="14129"/>
                    <a:pt x="1716" y="14344"/>
                  </a:cubicBezTo>
                  <a:cubicBezTo>
                    <a:pt x="1773" y="14374"/>
                    <a:pt x="1852" y="14387"/>
                    <a:pt x="1947" y="14387"/>
                  </a:cubicBezTo>
                  <a:cubicBezTo>
                    <a:pt x="2517" y="14387"/>
                    <a:pt x="3631" y="13915"/>
                    <a:pt x="3631" y="13915"/>
                  </a:cubicBezTo>
                  <a:cubicBezTo>
                    <a:pt x="3631" y="13915"/>
                    <a:pt x="3670" y="15478"/>
                    <a:pt x="4086" y="15478"/>
                  </a:cubicBezTo>
                  <a:cubicBezTo>
                    <a:pt x="4101" y="15478"/>
                    <a:pt x="4115" y="15476"/>
                    <a:pt x="4131" y="15472"/>
                  </a:cubicBezTo>
                  <a:cubicBezTo>
                    <a:pt x="4588" y="15358"/>
                    <a:pt x="5617" y="14315"/>
                    <a:pt x="5617" y="14315"/>
                  </a:cubicBezTo>
                  <a:cubicBezTo>
                    <a:pt x="5617" y="14315"/>
                    <a:pt x="6230" y="15467"/>
                    <a:pt x="6673" y="15467"/>
                  </a:cubicBezTo>
                  <a:cubicBezTo>
                    <a:pt x="6708" y="15467"/>
                    <a:pt x="6742" y="15460"/>
                    <a:pt x="6775" y="15444"/>
                  </a:cubicBezTo>
                  <a:cubicBezTo>
                    <a:pt x="7218" y="15230"/>
                    <a:pt x="7332" y="14272"/>
                    <a:pt x="7332" y="14272"/>
                  </a:cubicBezTo>
                  <a:cubicBezTo>
                    <a:pt x="7332" y="14272"/>
                    <a:pt x="8740" y="15096"/>
                    <a:pt x="9256" y="15096"/>
                  </a:cubicBezTo>
                  <a:cubicBezTo>
                    <a:pt x="9305" y="15096"/>
                    <a:pt x="9346" y="15088"/>
                    <a:pt x="9377" y="15072"/>
                  </a:cubicBezTo>
                  <a:cubicBezTo>
                    <a:pt x="9748" y="14887"/>
                    <a:pt x="9377" y="13887"/>
                    <a:pt x="9377" y="13886"/>
                  </a:cubicBezTo>
                  <a:lnTo>
                    <a:pt x="9377" y="13886"/>
                  </a:lnTo>
                  <a:cubicBezTo>
                    <a:pt x="9861" y="14339"/>
                    <a:pt x="10678" y="14582"/>
                    <a:pt x="11121" y="14582"/>
                  </a:cubicBezTo>
                  <a:cubicBezTo>
                    <a:pt x="11279" y="14582"/>
                    <a:pt x="11390" y="14551"/>
                    <a:pt x="11420" y="14487"/>
                  </a:cubicBezTo>
                  <a:cubicBezTo>
                    <a:pt x="11521" y="14243"/>
                    <a:pt x="11178" y="13157"/>
                    <a:pt x="11178" y="13157"/>
                  </a:cubicBezTo>
                  <a:lnTo>
                    <a:pt x="11178" y="13157"/>
                  </a:lnTo>
                  <a:cubicBezTo>
                    <a:pt x="11380" y="13196"/>
                    <a:pt x="11535" y="13217"/>
                    <a:pt x="11651" y="13217"/>
                  </a:cubicBezTo>
                  <a:cubicBezTo>
                    <a:pt x="11918" y="13217"/>
                    <a:pt x="11979" y="13106"/>
                    <a:pt x="11950" y="12857"/>
                  </a:cubicBezTo>
                  <a:cubicBezTo>
                    <a:pt x="11921" y="12614"/>
                    <a:pt x="11807" y="12242"/>
                    <a:pt x="11706" y="11714"/>
                  </a:cubicBezTo>
                  <a:cubicBezTo>
                    <a:pt x="11464" y="10399"/>
                    <a:pt x="11263" y="8741"/>
                    <a:pt x="11220" y="5696"/>
                  </a:cubicBezTo>
                  <a:cubicBezTo>
                    <a:pt x="11179" y="2762"/>
                    <a:pt x="9677" y="2709"/>
                    <a:pt x="9568" y="2709"/>
                  </a:cubicBezTo>
                  <a:cubicBezTo>
                    <a:pt x="9564" y="2709"/>
                    <a:pt x="9562" y="2709"/>
                    <a:pt x="9562" y="2709"/>
                  </a:cubicBezTo>
                  <a:cubicBezTo>
                    <a:pt x="9905" y="1979"/>
                    <a:pt x="10448" y="1966"/>
                    <a:pt x="10963" y="1823"/>
                  </a:cubicBezTo>
                  <a:cubicBezTo>
                    <a:pt x="11464" y="1694"/>
                    <a:pt x="11277" y="1293"/>
                    <a:pt x="9920" y="1208"/>
                  </a:cubicBezTo>
                  <a:cubicBezTo>
                    <a:pt x="9852" y="1203"/>
                    <a:pt x="9783" y="1201"/>
                    <a:pt x="9712" y="1201"/>
                  </a:cubicBezTo>
                  <a:cubicBezTo>
                    <a:pt x="8374" y="1201"/>
                    <a:pt x="6632" y="1937"/>
                    <a:pt x="6632" y="1937"/>
                  </a:cubicBezTo>
                  <a:cubicBezTo>
                    <a:pt x="7304" y="508"/>
                    <a:pt x="8891" y="479"/>
                    <a:pt x="8948" y="279"/>
                  </a:cubicBezTo>
                  <a:cubicBezTo>
                    <a:pt x="8973" y="152"/>
                    <a:pt x="8854" y="1"/>
                    <a:pt x="837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5">
              <a:extLst>
                <a:ext uri="{FF2B5EF4-FFF2-40B4-BE49-F238E27FC236}">
                  <a16:creationId xmlns:a16="http://schemas.microsoft.com/office/drawing/2014/main" id="{43D352C0-3B44-0B53-82CD-23C938EADC69}"/>
                </a:ext>
              </a:extLst>
            </p:cNvPr>
            <p:cNvSpPr/>
            <p:nvPr/>
          </p:nvSpPr>
          <p:spPr>
            <a:xfrm>
              <a:off x="5282200" y="1581150"/>
              <a:ext cx="296625" cy="379850"/>
            </a:xfrm>
            <a:custGeom>
              <a:avLst/>
              <a:gdLst/>
              <a:ahLst/>
              <a:cxnLst/>
              <a:rect l="l" t="t" r="r" b="b"/>
              <a:pathLst>
                <a:path w="11865" h="15194" extrusionOk="0">
                  <a:moveTo>
                    <a:pt x="4775" y="0"/>
                  </a:moveTo>
                  <a:cubicBezTo>
                    <a:pt x="4089" y="0"/>
                    <a:pt x="1359" y="1229"/>
                    <a:pt x="887" y="2401"/>
                  </a:cubicBezTo>
                  <a:cubicBezTo>
                    <a:pt x="387" y="3730"/>
                    <a:pt x="159" y="5203"/>
                    <a:pt x="44" y="7032"/>
                  </a:cubicBezTo>
                  <a:cubicBezTo>
                    <a:pt x="16" y="7490"/>
                    <a:pt x="1" y="8033"/>
                    <a:pt x="1" y="8605"/>
                  </a:cubicBezTo>
                  <a:cubicBezTo>
                    <a:pt x="1" y="10648"/>
                    <a:pt x="172" y="13021"/>
                    <a:pt x="487" y="13122"/>
                  </a:cubicBezTo>
                  <a:cubicBezTo>
                    <a:pt x="515" y="13135"/>
                    <a:pt x="559" y="13135"/>
                    <a:pt x="587" y="13135"/>
                  </a:cubicBezTo>
                  <a:cubicBezTo>
                    <a:pt x="1001" y="13135"/>
                    <a:pt x="1616" y="12421"/>
                    <a:pt x="1617" y="12421"/>
                  </a:cubicBezTo>
                  <a:lnTo>
                    <a:pt x="1617" y="12421"/>
                  </a:lnTo>
                  <a:cubicBezTo>
                    <a:pt x="1617" y="12821"/>
                    <a:pt x="1445" y="13322"/>
                    <a:pt x="1445" y="13678"/>
                  </a:cubicBezTo>
                  <a:cubicBezTo>
                    <a:pt x="1445" y="13850"/>
                    <a:pt x="1487" y="13993"/>
                    <a:pt x="1617" y="14065"/>
                  </a:cubicBezTo>
                  <a:cubicBezTo>
                    <a:pt x="1674" y="14093"/>
                    <a:pt x="1759" y="14107"/>
                    <a:pt x="1845" y="14107"/>
                  </a:cubicBezTo>
                  <a:cubicBezTo>
                    <a:pt x="2417" y="14107"/>
                    <a:pt x="3532" y="13636"/>
                    <a:pt x="3532" y="13636"/>
                  </a:cubicBezTo>
                  <a:cubicBezTo>
                    <a:pt x="3532" y="13636"/>
                    <a:pt x="3574" y="15193"/>
                    <a:pt x="3989" y="15193"/>
                  </a:cubicBezTo>
                  <a:lnTo>
                    <a:pt x="4032" y="15193"/>
                  </a:lnTo>
                  <a:cubicBezTo>
                    <a:pt x="4489" y="15079"/>
                    <a:pt x="5518" y="14036"/>
                    <a:pt x="5518" y="14036"/>
                  </a:cubicBezTo>
                  <a:cubicBezTo>
                    <a:pt x="5518" y="14036"/>
                    <a:pt x="6133" y="15193"/>
                    <a:pt x="6576" y="15193"/>
                  </a:cubicBezTo>
                  <a:cubicBezTo>
                    <a:pt x="6619" y="15193"/>
                    <a:pt x="6648" y="15180"/>
                    <a:pt x="6676" y="15165"/>
                  </a:cubicBezTo>
                  <a:cubicBezTo>
                    <a:pt x="7119" y="14951"/>
                    <a:pt x="7233" y="13993"/>
                    <a:pt x="7233" y="13993"/>
                  </a:cubicBezTo>
                  <a:cubicBezTo>
                    <a:pt x="7233" y="13993"/>
                    <a:pt x="8649" y="14822"/>
                    <a:pt x="9163" y="14822"/>
                  </a:cubicBezTo>
                  <a:cubicBezTo>
                    <a:pt x="9206" y="14822"/>
                    <a:pt x="9249" y="14808"/>
                    <a:pt x="9278" y="14793"/>
                  </a:cubicBezTo>
                  <a:cubicBezTo>
                    <a:pt x="9406" y="14722"/>
                    <a:pt x="9449" y="14579"/>
                    <a:pt x="9449" y="14408"/>
                  </a:cubicBezTo>
                  <a:cubicBezTo>
                    <a:pt x="9449" y="14050"/>
                    <a:pt x="9278" y="13608"/>
                    <a:pt x="9278" y="13607"/>
                  </a:cubicBezTo>
                  <a:lnTo>
                    <a:pt x="9278" y="13607"/>
                  </a:lnTo>
                  <a:cubicBezTo>
                    <a:pt x="9764" y="14065"/>
                    <a:pt x="10578" y="14294"/>
                    <a:pt x="11007" y="14294"/>
                  </a:cubicBezTo>
                  <a:cubicBezTo>
                    <a:pt x="11178" y="14294"/>
                    <a:pt x="11293" y="14265"/>
                    <a:pt x="11321" y="14208"/>
                  </a:cubicBezTo>
                  <a:cubicBezTo>
                    <a:pt x="11336" y="14164"/>
                    <a:pt x="11336" y="14122"/>
                    <a:pt x="11336" y="14065"/>
                  </a:cubicBezTo>
                  <a:cubicBezTo>
                    <a:pt x="11336" y="13693"/>
                    <a:pt x="11079" y="12878"/>
                    <a:pt x="11079" y="12878"/>
                  </a:cubicBezTo>
                  <a:lnTo>
                    <a:pt x="11079" y="12878"/>
                  </a:lnTo>
                  <a:cubicBezTo>
                    <a:pt x="11279" y="12921"/>
                    <a:pt x="11435" y="12935"/>
                    <a:pt x="11550" y="12935"/>
                  </a:cubicBezTo>
                  <a:cubicBezTo>
                    <a:pt x="11779" y="12935"/>
                    <a:pt x="11864" y="12849"/>
                    <a:pt x="11864" y="12678"/>
                  </a:cubicBezTo>
                  <a:cubicBezTo>
                    <a:pt x="11864" y="12649"/>
                    <a:pt x="11864" y="12621"/>
                    <a:pt x="11851" y="12578"/>
                  </a:cubicBezTo>
                  <a:cubicBezTo>
                    <a:pt x="11450" y="12563"/>
                    <a:pt x="11035" y="12563"/>
                    <a:pt x="10635" y="12550"/>
                  </a:cubicBezTo>
                  <a:lnTo>
                    <a:pt x="10635" y="12550"/>
                  </a:lnTo>
                  <a:cubicBezTo>
                    <a:pt x="10707" y="12921"/>
                    <a:pt x="10707" y="13322"/>
                    <a:pt x="10635" y="13707"/>
                  </a:cubicBezTo>
                  <a:cubicBezTo>
                    <a:pt x="10035" y="13421"/>
                    <a:pt x="9392" y="13221"/>
                    <a:pt x="8748" y="13107"/>
                  </a:cubicBezTo>
                  <a:lnTo>
                    <a:pt x="8748" y="14265"/>
                  </a:lnTo>
                  <a:cubicBezTo>
                    <a:pt x="8377" y="14021"/>
                    <a:pt x="7991" y="13764"/>
                    <a:pt x="7548" y="13722"/>
                  </a:cubicBezTo>
                  <a:cubicBezTo>
                    <a:pt x="7505" y="13722"/>
                    <a:pt x="7462" y="13707"/>
                    <a:pt x="7420" y="13707"/>
                  </a:cubicBezTo>
                  <a:cubicBezTo>
                    <a:pt x="7019" y="13707"/>
                    <a:pt x="6619" y="13922"/>
                    <a:pt x="6490" y="14279"/>
                  </a:cubicBezTo>
                  <a:cubicBezTo>
                    <a:pt x="6562" y="13993"/>
                    <a:pt x="6219" y="13793"/>
                    <a:pt x="5890" y="13793"/>
                  </a:cubicBezTo>
                  <a:cubicBezTo>
                    <a:pt x="5804" y="13793"/>
                    <a:pt x="5733" y="13808"/>
                    <a:pt x="5647" y="13836"/>
                  </a:cubicBezTo>
                  <a:cubicBezTo>
                    <a:pt x="5289" y="13979"/>
                    <a:pt x="4975" y="14294"/>
                    <a:pt x="4590" y="14294"/>
                  </a:cubicBezTo>
                  <a:lnTo>
                    <a:pt x="4546" y="14294"/>
                  </a:lnTo>
                  <a:cubicBezTo>
                    <a:pt x="4060" y="14265"/>
                    <a:pt x="3761" y="13593"/>
                    <a:pt x="4060" y="13221"/>
                  </a:cubicBezTo>
                  <a:lnTo>
                    <a:pt x="4060" y="13221"/>
                  </a:lnTo>
                  <a:cubicBezTo>
                    <a:pt x="3475" y="13293"/>
                    <a:pt x="2888" y="13364"/>
                    <a:pt x="2303" y="13450"/>
                  </a:cubicBezTo>
                  <a:cubicBezTo>
                    <a:pt x="2231" y="13135"/>
                    <a:pt x="2402" y="12821"/>
                    <a:pt x="2459" y="12521"/>
                  </a:cubicBezTo>
                  <a:cubicBezTo>
                    <a:pt x="2531" y="12207"/>
                    <a:pt x="2402" y="11778"/>
                    <a:pt x="2088" y="11763"/>
                  </a:cubicBezTo>
                  <a:lnTo>
                    <a:pt x="2045" y="11763"/>
                  </a:lnTo>
                  <a:cubicBezTo>
                    <a:pt x="1859" y="11763"/>
                    <a:pt x="1731" y="11807"/>
                    <a:pt x="1602" y="11849"/>
                  </a:cubicBezTo>
                  <a:cubicBezTo>
                    <a:pt x="1487" y="11906"/>
                    <a:pt x="1402" y="11949"/>
                    <a:pt x="1316" y="11949"/>
                  </a:cubicBezTo>
                  <a:cubicBezTo>
                    <a:pt x="1188" y="11949"/>
                    <a:pt x="1073" y="11849"/>
                    <a:pt x="930" y="11534"/>
                  </a:cubicBezTo>
                  <a:cubicBezTo>
                    <a:pt x="759" y="11163"/>
                    <a:pt x="759" y="10148"/>
                    <a:pt x="702" y="9705"/>
                  </a:cubicBezTo>
                  <a:cubicBezTo>
                    <a:pt x="502" y="8247"/>
                    <a:pt x="715" y="6747"/>
                    <a:pt x="930" y="5289"/>
                  </a:cubicBezTo>
                  <a:cubicBezTo>
                    <a:pt x="1116" y="4088"/>
                    <a:pt x="1344" y="2844"/>
                    <a:pt x="2059" y="1872"/>
                  </a:cubicBezTo>
                  <a:cubicBezTo>
                    <a:pt x="2259" y="1601"/>
                    <a:pt x="2488" y="1357"/>
                    <a:pt x="2717" y="1157"/>
                  </a:cubicBezTo>
                  <a:cubicBezTo>
                    <a:pt x="3345" y="643"/>
                    <a:pt x="4075" y="315"/>
                    <a:pt x="48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5">
              <a:extLst>
                <a:ext uri="{FF2B5EF4-FFF2-40B4-BE49-F238E27FC236}">
                  <a16:creationId xmlns:a16="http://schemas.microsoft.com/office/drawing/2014/main" id="{AEA1D9C0-D48C-63F6-DD26-9BD9CD04CD47}"/>
                </a:ext>
              </a:extLst>
            </p:cNvPr>
            <p:cNvSpPr/>
            <p:nvPr/>
          </p:nvSpPr>
          <p:spPr>
            <a:xfrm>
              <a:off x="5242075" y="1729425"/>
              <a:ext cx="49825" cy="71550"/>
            </a:xfrm>
            <a:custGeom>
              <a:avLst/>
              <a:gdLst/>
              <a:ahLst/>
              <a:cxnLst/>
              <a:rect l="l" t="t" r="r" b="b"/>
              <a:pathLst>
                <a:path w="1993" h="2862" extrusionOk="0">
                  <a:moveTo>
                    <a:pt x="1375" y="1"/>
                  </a:moveTo>
                  <a:cubicBezTo>
                    <a:pt x="1000" y="1"/>
                    <a:pt x="558" y="222"/>
                    <a:pt x="377" y="744"/>
                  </a:cubicBezTo>
                  <a:cubicBezTo>
                    <a:pt x="1" y="1789"/>
                    <a:pt x="508" y="2861"/>
                    <a:pt x="1752" y="2861"/>
                  </a:cubicBezTo>
                  <a:cubicBezTo>
                    <a:pt x="1784" y="2861"/>
                    <a:pt x="1816" y="2860"/>
                    <a:pt x="1849" y="2859"/>
                  </a:cubicBezTo>
                  <a:cubicBezTo>
                    <a:pt x="1849" y="2859"/>
                    <a:pt x="1992" y="1187"/>
                    <a:pt x="1992" y="473"/>
                  </a:cubicBezTo>
                  <a:cubicBezTo>
                    <a:pt x="1992" y="176"/>
                    <a:pt x="1710" y="1"/>
                    <a:pt x="13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5">
              <a:extLst>
                <a:ext uri="{FF2B5EF4-FFF2-40B4-BE49-F238E27FC236}">
                  <a16:creationId xmlns:a16="http://schemas.microsoft.com/office/drawing/2014/main" id="{4C9A6E49-7BAD-AF84-35DB-3D90B3029516}"/>
                </a:ext>
              </a:extLst>
            </p:cNvPr>
            <p:cNvSpPr/>
            <p:nvPr/>
          </p:nvSpPr>
          <p:spPr>
            <a:xfrm>
              <a:off x="5258425" y="1748000"/>
              <a:ext cx="23475" cy="27600"/>
            </a:xfrm>
            <a:custGeom>
              <a:avLst/>
              <a:gdLst/>
              <a:ahLst/>
              <a:cxnLst/>
              <a:rect l="l" t="t" r="r" b="b"/>
              <a:pathLst>
                <a:path w="939" h="1104" extrusionOk="0">
                  <a:moveTo>
                    <a:pt x="459" y="0"/>
                  </a:moveTo>
                  <a:cubicBezTo>
                    <a:pt x="61" y="0"/>
                    <a:pt x="0" y="1104"/>
                    <a:pt x="433" y="1104"/>
                  </a:cubicBezTo>
                  <a:cubicBezTo>
                    <a:pt x="444" y="1104"/>
                    <a:pt x="455" y="1103"/>
                    <a:pt x="466" y="1102"/>
                  </a:cubicBezTo>
                  <a:cubicBezTo>
                    <a:pt x="938" y="1030"/>
                    <a:pt x="837" y="1"/>
                    <a:pt x="466" y="1"/>
                  </a:cubicBezTo>
                  <a:cubicBezTo>
                    <a:pt x="463" y="1"/>
                    <a:pt x="461" y="0"/>
                    <a:pt x="45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5">
              <a:extLst>
                <a:ext uri="{FF2B5EF4-FFF2-40B4-BE49-F238E27FC236}">
                  <a16:creationId xmlns:a16="http://schemas.microsoft.com/office/drawing/2014/main" id="{09A4FE82-0494-A554-C12F-618F6A68EF45}"/>
                </a:ext>
              </a:extLst>
            </p:cNvPr>
            <p:cNvSpPr/>
            <p:nvPr/>
          </p:nvSpPr>
          <p:spPr>
            <a:xfrm>
              <a:off x="5293300" y="1698925"/>
              <a:ext cx="279100" cy="204175"/>
            </a:xfrm>
            <a:custGeom>
              <a:avLst/>
              <a:gdLst/>
              <a:ahLst/>
              <a:cxnLst/>
              <a:rect l="l" t="t" r="r" b="b"/>
              <a:pathLst>
                <a:path w="11164"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cubicBezTo>
                    <a:pt x="9177" y="7367"/>
                    <a:pt x="9606" y="7067"/>
                    <a:pt x="9920" y="6709"/>
                  </a:cubicBezTo>
                  <a:cubicBezTo>
                    <a:pt x="11163" y="5237"/>
                    <a:pt x="10849" y="2321"/>
                    <a:pt x="9848" y="892"/>
                  </a:cubicBezTo>
                  <a:cubicBezTo>
                    <a:pt x="9562" y="477"/>
                    <a:pt x="9219" y="191"/>
                    <a:pt x="8834" y="92"/>
                  </a:cubicBezTo>
                  <a:cubicBezTo>
                    <a:pt x="8574" y="28"/>
                    <a:pt x="8335" y="1"/>
                    <a:pt x="811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5">
              <a:extLst>
                <a:ext uri="{FF2B5EF4-FFF2-40B4-BE49-F238E27FC236}">
                  <a16:creationId xmlns:a16="http://schemas.microsoft.com/office/drawing/2014/main" id="{F448F852-98BB-A5C0-BB59-4620C8DAA27B}"/>
                </a:ext>
              </a:extLst>
            </p:cNvPr>
            <p:cNvSpPr/>
            <p:nvPr/>
          </p:nvSpPr>
          <p:spPr>
            <a:xfrm>
              <a:off x="5293300" y="1698925"/>
              <a:ext cx="246225" cy="204175"/>
            </a:xfrm>
            <a:custGeom>
              <a:avLst/>
              <a:gdLst/>
              <a:ahLst/>
              <a:cxnLst/>
              <a:rect l="l" t="t" r="r" b="b"/>
              <a:pathLst>
                <a:path w="9849"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lnTo>
                    <a:pt x="8647" y="7595"/>
                  </a:lnTo>
                  <a:cubicBezTo>
                    <a:pt x="8504" y="7624"/>
                    <a:pt x="8362" y="7667"/>
                    <a:pt x="8219" y="7696"/>
                  </a:cubicBezTo>
                  <a:cubicBezTo>
                    <a:pt x="7533" y="7856"/>
                    <a:pt x="6830" y="7935"/>
                    <a:pt x="6124" y="7935"/>
                  </a:cubicBezTo>
                  <a:cubicBezTo>
                    <a:pt x="5315" y="7935"/>
                    <a:pt x="4503" y="7830"/>
                    <a:pt x="3717" y="7624"/>
                  </a:cubicBezTo>
                  <a:cubicBezTo>
                    <a:pt x="3088" y="7467"/>
                    <a:pt x="2444" y="7210"/>
                    <a:pt x="1987" y="6738"/>
                  </a:cubicBezTo>
                  <a:cubicBezTo>
                    <a:pt x="1344" y="6066"/>
                    <a:pt x="1186" y="5266"/>
                    <a:pt x="1129" y="4365"/>
                  </a:cubicBezTo>
                  <a:cubicBezTo>
                    <a:pt x="1087" y="3822"/>
                    <a:pt x="1043" y="3293"/>
                    <a:pt x="1129" y="2750"/>
                  </a:cubicBezTo>
                  <a:cubicBezTo>
                    <a:pt x="1215" y="2221"/>
                    <a:pt x="1430" y="1693"/>
                    <a:pt x="1830" y="1335"/>
                  </a:cubicBezTo>
                  <a:cubicBezTo>
                    <a:pt x="2403" y="821"/>
                    <a:pt x="3168" y="580"/>
                    <a:pt x="3930" y="580"/>
                  </a:cubicBezTo>
                  <a:cubicBezTo>
                    <a:pt x="4270" y="580"/>
                    <a:pt x="4609" y="628"/>
                    <a:pt x="4931" y="721"/>
                  </a:cubicBezTo>
                  <a:cubicBezTo>
                    <a:pt x="5259" y="816"/>
                    <a:pt x="5600" y="950"/>
                    <a:pt x="5941" y="950"/>
                  </a:cubicBezTo>
                  <a:cubicBezTo>
                    <a:pt x="5957" y="950"/>
                    <a:pt x="5973" y="950"/>
                    <a:pt x="5989" y="949"/>
                  </a:cubicBezTo>
                  <a:cubicBezTo>
                    <a:pt x="6389" y="921"/>
                    <a:pt x="6732" y="706"/>
                    <a:pt x="7104" y="563"/>
                  </a:cubicBezTo>
                  <a:cubicBezTo>
                    <a:pt x="7437" y="431"/>
                    <a:pt x="7791" y="369"/>
                    <a:pt x="8147" y="369"/>
                  </a:cubicBezTo>
                  <a:cubicBezTo>
                    <a:pt x="8602" y="369"/>
                    <a:pt x="9059" y="471"/>
                    <a:pt x="9476" y="663"/>
                  </a:cubicBezTo>
                  <a:cubicBezTo>
                    <a:pt x="9606" y="721"/>
                    <a:pt x="9734" y="806"/>
                    <a:pt x="9848" y="892"/>
                  </a:cubicBezTo>
                  <a:cubicBezTo>
                    <a:pt x="9562" y="477"/>
                    <a:pt x="9219" y="191"/>
                    <a:pt x="8834" y="92"/>
                  </a:cubicBezTo>
                  <a:cubicBezTo>
                    <a:pt x="8574" y="28"/>
                    <a:pt x="8335" y="1"/>
                    <a:pt x="811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5">
              <a:extLst>
                <a:ext uri="{FF2B5EF4-FFF2-40B4-BE49-F238E27FC236}">
                  <a16:creationId xmlns:a16="http://schemas.microsoft.com/office/drawing/2014/main" id="{4471A646-7E2A-22FD-10A8-52F609B0306E}"/>
                </a:ext>
              </a:extLst>
            </p:cNvPr>
            <p:cNvSpPr/>
            <p:nvPr/>
          </p:nvSpPr>
          <p:spPr>
            <a:xfrm>
              <a:off x="5401550" y="1835500"/>
              <a:ext cx="29325" cy="20825"/>
            </a:xfrm>
            <a:custGeom>
              <a:avLst/>
              <a:gdLst/>
              <a:ahLst/>
              <a:cxnLst/>
              <a:rect l="l" t="t" r="r" b="b"/>
              <a:pathLst>
                <a:path w="1173" h="833" extrusionOk="0">
                  <a:moveTo>
                    <a:pt x="320" y="0"/>
                  </a:moveTo>
                  <a:cubicBezTo>
                    <a:pt x="290" y="0"/>
                    <a:pt x="260" y="5"/>
                    <a:pt x="229" y="17"/>
                  </a:cubicBezTo>
                  <a:cubicBezTo>
                    <a:pt x="130" y="60"/>
                    <a:pt x="87" y="146"/>
                    <a:pt x="29" y="232"/>
                  </a:cubicBezTo>
                  <a:cubicBezTo>
                    <a:pt x="16" y="260"/>
                    <a:pt x="1" y="289"/>
                    <a:pt x="1" y="318"/>
                  </a:cubicBezTo>
                  <a:cubicBezTo>
                    <a:pt x="1" y="375"/>
                    <a:pt x="58" y="417"/>
                    <a:pt x="101" y="446"/>
                  </a:cubicBezTo>
                  <a:cubicBezTo>
                    <a:pt x="287" y="589"/>
                    <a:pt x="487" y="703"/>
                    <a:pt x="702" y="803"/>
                  </a:cubicBezTo>
                  <a:cubicBezTo>
                    <a:pt x="742" y="824"/>
                    <a:pt x="780" y="833"/>
                    <a:pt x="815" y="833"/>
                  </a:cubicBezTo>
                  <a:cubicBezTo>
                    <a:pt x="932" y="833"/>
                    <a:pt x="1028" y="735"/>
                    <a:pt x="1116" y="603"/>
                  </a:cubicBezTo>
                  <a:cubicBezTo>
                    <a:pt x="1144" y="560"/>
                    <a:pt x="1173" y="503"/>
                    <a:pt x="1159" y="446"/>
                  </a:cubicBezTo>
                  <a:cubicBezTo>
                    <a:pt x="1159" y="403"/>
                    <a:pt x="1116" y="375"/>
                    <a:pt x="1087" y="346"/>
                  </a:cubicBezTo>
                  <a:cubicBezTo>
                    <a:pt x="902" y="175"/>
                    <a:pt x="687" y="74"/>
                    <a:pt x="444" y="17"/>
                  </a:cubicBezTo>
                  <a:cubicBezTo>
                    <a:pt x="403" y="9"/>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5">
              <a:extLst>
                <a:ext uri="{FF2B5EF4-FFF2-40B4-BE49-F238E27FC236}">
                  <a16:creationId xmlns:a16="http://schemas.microsoft.com/office/drawing/2014/main" id="{F61F6A98-995E-A4DD-47EC-06F8FEBE6943}"/>
                </a:ext>
              </a:extLst>
            </p:cNvPr>
            <p:cNvSpPr/>
            <p:nvPr/>
          </p:nvSpPr>
          <p:spPr>
            <a:xfrm>
              <a:off x="5347950" y="1765150"/>
              <a:ext cx="65450" cy="40575"/>
            </a:xfrm>
            <a:custGeom>
              <a:avLst/>
              <a:gdLst/>
              <a:ahLst/>
              <a:cxnLst/>
              <a:rect l="l" t="t" r="r" b="b"/>
              <a:pathLst>
                <a:path w="2618" h="1623" extrusionOk="0">
                  <a:moveTo>
                    <a:pt x="359" y="1"/>
                  </a:moveTo>
                  <a:lnTo>
                    <a:pt x="359" y="1"/>
                  </a:lnTo>
                  <a:cubicBezTo>
                    <a:pt x="1" y="301"/>
                    <a:pt x="216" y="1087"/>
                    <a:pt x="515" y="1373"/>
                  </a:cubicBezTo>
                  <a:cubicBezTo>
                    <a:pt x="630" y="1487"/>
                    <a:pt x="801" y="1544"/>
                    <a:pt x="959" y="1588"/>
                  </a:cubicBezTo>
                  <a:cubicBezTo>
                    <a:pt x="1072" y="1609"/>
                    <a:pt x="1188" y="1623"/>
                    <a:pt x="1304" y="1623"/>
                  </a:cubicBezTo>
                  <a:cubicBezTo>
                    <a:pt x="1496" y="1623"/>
                    <a:pt x="1685" y="1586"/>
                    <a:pt x="1845" y="1487"/>
                  </a:cubicBezTo>
                  <a:cubicBezTo>
                    <a:pt x="2303" y="1245"/>
                    <a:pt x="2488" y="687"/>
                    <a:pt x="2617" y="172"/>
                  </a:cubicBezTo>
                  <a:cubicBezTo>
                    <a:pt x="1874" y="158"/>
                    <a:pt x="1087" y="16"/>
                    <a:pt x="3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5">
              <a:extLst>
                <a:ext uri="{FF2B5EF4-FFF2-40B4-BE49-F238E27FC236}">
                  <a16:creationId xmlns:a16="http://schemas.microsoft.com/office/drawing/2014/main" id="{96443726-57BB-ADED-1B14-EA07F52944B0}"/>
                </a:ext>
              </a:extLst>
            </p:cNvPr>
            <p:cNvSpPr/>
            <p:nvPr/>
          </p:nvSpPr>
          <p:spPr>
            <a:xfrm>
              <a:off x="5485550" y="1768375"/>
              <a:ext cx="47200" cy="28500"/>
            </a:xfrm>
            <a:custGeom>
              <a:avLst/>
              <a:gdLst/>
              <a:ahLst/>
              <a:cxnLst/>
              <a:rect l="l" t="t" r="r" b="b"/>
              <a:pathLst>
                <a:path w="1888" h="1140" extrusionOk="0">
                  <a:moveTo>
                    <a:pt x="0" y="1"/>
                  </a:moveTo>
                  <a:cubicBezTo>
                    <a:pt x="57" y="386"/>
                    <a:pt x="143" y="786"/>
                    <a:pt x="443" y="1001"/>
                  </a:cubicBezTo>
                  <a:cubicBezTo>
                    <a:pt x="586" y="1100"/>
                    <a:pt x="755" y="1140"/>
                    <a:pt x="929" y="1140"/>
                  </a:cubicBezTo>
                  <a:cubicBezTo>
                    <a:pt x="981" y="1140"/>
                    <a:pt x="1034" y="1136"/>
                    <a:pt x="1087" y="1129"/>
                  </a:cubicBezTo>
                  <a:cubicBezTo>
                    <a:pt x="1201" y="1116"/>
                    <a:pt x="1329" y="1087"/>
                    <a:pt x="1430" y="1015"/>
                  </a:cubicBezTo>
                  <a:cubicBezTo>
                    <a:pt x="1658" y="830"/>
                    <a:pt x="1887" y="287"/>
                    <a:pt x="1658" y="43"/>
                  </a:cubicBezTo>
                  <a:cubicBezTo>
                    <a:pt x="1447" y="20"/>
                    <a:pt x="1228" y="16"/>
                    <a:pt x="1005" y="16"/>
                  </a:cubicBezTo>
                  <a:cubicBezTo>
                    <a:pt x="853" y="16"/>
                    <a:pt x="699" y="18"/>
                    <a:pt x="546" y="18"/>
                  </a:cubicBezTo>
                  <a:cubicBezTo>
                    <a:pt x="362" y="18"/>
                    <a:pt x="179" y="15"/>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5">
              <a:extLst>
                <a:ext uri="{FF2B5EF4-FFF2-40B4-BE49-F238E27FC236}">
                  <a16:creationId xmlns:a16="http://schemas.microsoft.com/office/drawing/2014/main" id="{3B4CA96F-426A-5F8D-ABDB-A83A95547DCC}"/>
                </a:ext>
              </a:extLst>
            </p:cNvPr>
            <p:cNvSpPr/>
            <p:nvPr/>
          </p:nvSpPr>
          <p:spPr>
            <a:xfrm>
              <a:off x="5468025" y="1724675"/>
              <a:ext cx="71850" cy="32650"/>
            </a:xfrm>
            <a:custGeom>
              <a:avLst/>
              <a:gdLst/>
              <a:ahLst/>
              <a:cxnLst/>
              <a:rect l="l" t="t" r="r" b="b"/>
              <a:pathLst>
                <a:path w="2874" h="1306" extrusionOk="0">
                  <a:moveTo>
                    <a:pt x="305" y="0"/>
                  </a:moveTo>
                  <a:cubicBezTo>
                    <a:pt x="260" y="0"/>
                    <a:pt x="216" y="2"/>
                    <a:pt x="172" y="5"/>
                  </a:cubicBezTo>
                  <a:lnTo>
                    <a:pt x="0" y="948"/>
                  </a:lnTo>
                  <a:cubicBezTo>
                    <a:pt x="72" y="962"/>
                    <a:pt x="143" y="962"/>
                    <a:pt x="215" y="962"/>
                  </a:cubicBezTo>
                  <a:cubicBezTo>
                    <a:pt x="1087" y="991"/>
                    <a:pt x="2001" y="962"/>
                    <a:pt x="2802" y="1305"/>
                  </a:cubicBezTo>
                  <a:cubicBezTo>
                    <a:pt x="2817" y="1234"/>
                    <a:pt x="2845" y="1177"/>
                    <a:pt x="2874" y="1120"/>
                  </a:cubicBezTo>
                  <a:cubicBezTo>
                    <a:pt x="2416" y="691"/>
                    <a:pt x="1873" y="377"/>
                    <a:pt x="1302" y="190"/>
                  </a:cubicBezTo>
                  <a:cubicBezTo>
                    <a:pt x="999" y="89"/>
                    <a:pt x="640" y="0"/>
                    <a:pt x="30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5">
              <a:extLst>
                <a:ext uri="{FF2B5EF4-FFF2-40B4-BE49-F238E27FC236}">
                  <a16:creationId xmlns:a16="http://schemas.microsoft.com/office/drawing/2014/main" id="{8B3E4B4C-AAC2-DBC3-F9E0-8623EA7F050A}"/>
                </a:ext>
              </a:extLst>
            </p:cNvPr>
            <p:cNvSpPr/>
            <p:nvPr/>
          </p:nvSpPr>
          <p:spPr>
            <a:xfrm>
              <a:off x="5342600" y="1715850"/>
              <a:ext cx="81850" cy="38600"/>
            </a:xfrm>
            <a:custGeom>
              <a:avLst/>
              <a:gdLst/>
              <a:ahLst/>
              <a:cxnLst/>
              <a:rect l="l" t="t" r="r" b="b"/>
              <a:pathLst>
                <a:path w="3274" h="1544" extrusionOk="0">
                  <a:moveTo>
                    <a:pt x="3073" y="0"/>
                  </a:moveTo>
                  <a:cubicBezTo>
                    <a:pt x="2645" y="0"/>
                    <a:pt x="2174" y="143"/>
                    <a:pt x="1773" y="286"/>
                  </a:cubicBezTo>
                  <a:cubicBezTo>
                    <a:pt x="1130" y="530"/>
                    <a:pt x="515" y="901"/>
                    <a:pt x="1" y="1372"/>
                  </a:cubicBezTo>
                  <a:lnTo>
                    <a:pt x="87" y="1544"/>
                  </a:lnTo>
                  <a:cubicBezTo>
                    <a:pt x="987" y="1130"/>
                    <a:pt x="2031" y="1073"/>
                    <a:pt x="3031" y="972"/>
                  </a:cubicBezTo>
                  <a:cubicBezTo>
                    <a:pt x="3117" y="972"/>
                    <a:pt x="3203" y="958"/>
                    <a:pt x="3274" y="930"/>
                  </a:cubicBezTo>
                  <a:cubicBezTo>
                    <a:pt x="3203" y="615"/>
                    <a:pt x="3131" y="315"/>
                    <a:pt x="307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5">
              <a:extLst>
                <a:ext uri="{FF2B5EF4-FFF2-40B4-BE49-F238E27FC236}">
                  <a16:creationId xmlns:a16="http://schemas.microsoft.com/office/drawing/2014/main" id="{EFC95015-01D8-A0DB-7119-26755929B5BF}"/>
                </a:ext>
              </a:extLst>
            </p:cNvPr>
            <p:cNvSpPr/>
            <p:nvPr/>
          </p:nvSpPr>
          <p:spPr>
            <a:xfrm>
              <a:off x="5355475" y="1766575"/>
              <a:ext cx="21475" cy="22575"/>
            </a:xfrm>
            <a:custGeom>
              <a:avLst/>
              <a:gdLst/>
              <a:ahLst/>
              <a:cxnLst/>
              <a:rect l="l" t="t" r="r" b="b"/>
              <a:pathLst>
                <a:path w="859" h="903" extrusionOk="0">
                  <a:moveTo>
                    <a:pt x="423" y="0"/>
                  </a:moveTo>
                  <a:cubicBezTo>
                    <a:pt x="416" y="0"/>
                    <a:pt x="408" y="0"/>
                    <a:pt x="401" y="1"/>
                  </a:cubicBezTo>
                  <a:cubicBezTo>
                    <a:pt x="172" y="29"/>
                    <a:pt x="0" y="230"/>
                    <a:pt x="14" y="473"/>
                  </a:cubicBezTo>
                  <a:cubicBezTo>
                    <a:pt x="14" y="708"/>
                    <a:pt x="228" y="903"/>
                    <a:pt x="437" y="903"/>
                  </a:cubicBezTo>
                  <a:cubicBezTo>
                    <a:pt x="444" y="903"/>
                    <a:pt x="451" y="902"/>
                    <a:pt x="458" y="902"/>
                  </a:cubicBezTo>
                  <a:cubicBezTo>
                    <a:pt x="700" y="873"/>
                    <a:pt x="858" y="673"/>
                    <a:pt x="858" y="430"/>
                  </a:cubicBezTo>
                  <a:cubicBezTo>
                    <a:pt x="844" y="195"/>
                    <a:pt x="643" y="0"/>
                    <a:pt x="4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5">
              <a:extLst>
                <a:ext uri="{FF2B5EF4-FFF2-40B4-BE49-F238E27FC236}">
                  <a16:creationId xmlns:a16="http://schemas.microsoft.com/office/drawing/2014/main" id="{76252F90-6F5E-4CB1-852E-D38596C812D5}"/>
                </a:ext>
              </a:extLst>
            </p:cNvPr>
            <p:cNvSpPr/>
            <p:nvPr/>
          </p:nvSpPr>
          <p:spPr>
            <a:xfrm>
              <a:off x="5486975" y="1771025"/>
              <a:ext cx="23950" cy="21525"/>
            </a:xfrm>
            <a:custGeom>
              <a:avLst/>
              <a:gdLst/>
              <a:ahLst/>
              <a:cxnLst/>
              <a:rect l="l" t="t" r="r" b="b"/>
              <a:pathLst>
                <a:path w="958" h="861" extrusionOk="0">
                  <a:moveTo>
                    <a:pt x="496" y="1"/>
                  </a:moveTo>
                  <a:cubicBezTo>
                    <a:pt x="335" y="1"/>
                    <a:pt x="186" y="105"/>
                    <a:pt x="100" y="267"/>
                  </a:cubicBezTo>
                  <a:cubicBezTo>
                    <a:pt x="0" y="467"/>
                    <a:pt x="100" y="738"/>
                    <a:pt x="300" y="823"/>
                  </a:cubicBezTo>
                  <a:cubicBezTo>
                    <a:pt x="354" y="849"/>
                    <a:pt x="409" y="860"/>
                    <a:pt x="462" y="860"/>
                  </a:cubicBezTo>
                  <a:cubicBezTo>
                    <a:pt x="623" y="860"/>
                    <a:pt x="772" y="756"/>
                    <a:pt x="858" y="595"/>
                  </a:cubicBezTo>
                  <a:cubicBezTo>
                    <a:pt x="958" y="395"/>
                    <a:pt x="858" y="124"/>
                    <a:pt x="658" y="38"/>
                  </a:cubicBezTo>
                  <a:cubicBezTo>
                    <a:pt x="604" y="13"/>
                    <a:pt x="549" y="1"/>
                    <a:pt x="4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5">
              <a:extLst>
                <a:ext uri="{FF2B5EF4-FFF2-40B4-BE49-F238E27FC236}">
                  <a16:creationId xmlns:a16="http://schemas.microsoft.com/office/drawing/2014/main" id="{FA6BC431-BC21-BB18-22BF-BAB60EFBC603}"/>
                </a:ext>
              </a:extLst>
            </p:cNvPr>
            <p:cNvSpPr/>
            <p:nvPr/>
          </p:nvSpPr>
          <p:spPr>
            <a:xfrm>
              <a:off x="5372250" y="1810475"/>
              <a:ext cx="21850" cy="33700"/>
            </a:xfrm>
            <a:custGeom>
              <a:avLst/>
              <a:gdLst/>
              <a:ahLst/>
              <a:cxnLst/>
              <a:rect l="l" t="t" r="r" b="b"/>
              <a:pathLst>
                <a:path w="874" h="1348" extrusionOk="0">
                  <a:moveTo>
                    <a:pt x="749" y="0"/>
                  </a:moveTo>
                  <a:cubicBezTo>
                    <a:pt x="734" y="0"/>
                    <a:pt x="718" y="5"/>
                    <a:pt x="702" y="17"/>
                  </a:cubicBezTo>
                  <a:cubicBezTo>
                    <a:pt x="458" y="175"/>
                    <a:pt x="244" y="389"/>
                    <a:pt x="58" y="618"/>
                  </a:cubicBezTo>
                  <a:cubicBezTo>
                    <a:pt x="29" y="646"/>
                    <a:pt x="1" y="690"/>
                    <a:pt x="1" y="732"/>
                  </a:cubicBezTo>
                  <a:cubicBezTo>
                    <a:pt x="16" y="732"/>
                    <a:pt x="16" y="732"/>
                    <a:pt x="29" y="747"/>
                  </a:cubicBezTo>
                  <a:cubicBezTo>
                    <a:pt x="229" y="961"/>
                    <a:pt x="444" y="1147"/>
                    <a:pt x="715" y="1275"/>
                  </a:cubicBezTo>
                  <a:cubicBezTo>
                    <a:pt x="773" y="1304"/>
                    <a:pt x="816" y="1319"/>
                    <a:pt x="873" y="1347"/>
                  </a:cubicBezTo>
                  <a:cubicBezTo>
                    <a:pt x="845" y="1147"/>
                    <a:pt x="816" y="932"/>
                    <a:pt x="816" y="718"/>
                  </a:cubicBezTo>
                  <a:cubicBezTo>
                    <a:pt x="816" y="646"/>
                    <a:pt x="801" y="303"/>
                    <a:pt x="816" y="74"/>
                  </a:cubicBezTo>
                  <a:cubicBezTo>
                    <a:pt x="816" y="33"/>
                    <a:pt x="787" y="0"/>
                    <a:pt x="74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5">
              <a:extLst>
                <a:ext uri="{FF2B5EF4-FFF2-40B4-BE49-F238E27FC236}">
                  <a16:creationId xmlns:a16="http://schemas.microsoft.com/office/drawing/2014/main" id="{275DCBC5-1619-4B15-14B6-9B7B2621C373}"/>
                </a:ext>
              </a:extLst>
            </p:cNvPr>
            <p:cNvSpPr/>
            <p:nvPr/>
          </p:nvSpPr>
          <p:spPr>
            <a:xfrm>
              <a:off x="5438725" y="1835025"/>
              <a:ext cx="28600" cy="27350"/>
            </a:xfrm>
            <a:custGeom>
              <a:avLst/>
              <a:gdLst/>
              <a:ahLst/>
              <a:cxnLst/>
              <a:rect l="l" t="t" r="r" b="b"/>
              <a:pathLst>
                <a:path w="1144" h="1094" extrusionOk="0">
                  <a:moveTo>
                    <a:pt x="986" y="1"/>
                  </a:moveTo>
                  <a:cubicBezTo>
                    <a:pt x="964" y="1"/>
                    <a:pt x="942" y="12"/>
                    <a:pt x="930" y="36"/>
                  </a:cubicBezTo>
                  <a:cubicBezTo>
                    <a:pt x="787" y="207"/>
                    <a:pt x="543" y="451"/>
                    <a:pt x="501" y="508"/>
                  </a:cubicBezTo>
                  <a:cubicBezTo>
                    <a:pt x="343" y="665"/>
                    <a:pt x="187" y="808"/>
                    <a:pt x="29" y="951"/>
                  </a:cubicBezTo>
                  <a:lnTo>
                    <a:pt x="0" y="979"/>
                  </a:lnTo>
                  <a:cubicBezTo>
                    <a:pt x="30" y="977"/>
                    <a:pt x="59" y="976"/>
                    <a:pt x="89" y="976"/>
                  </a:cubicBezTo>
                  <a:cubicBezTo>
                    <a:pt x="231" y="976"/>
                    <a:pt x="373" y="1001"/>
                    <a:pt x="515" y="1036"/>
                  </a:cubicBezTo>
                  <a:cubicBezTo>
                    <a:pt x="701" y="1065"/>
                    <a:pt x="886" y="1080"/>
                    <a:pt x="1058" y="1093"/>
                  </a:cubicBezTo>
                  <a:cubicBezTo>
                    <a:pt x="1073" y="1093"/>
                    <a:pt x="1087" y="1080"/>
                    <a:pt x="1087" y="1080"/>
                  </a:cubicBezTo>
                  <a:cubicBezTo>
                    <a:pt x="1115" y="1036"/>
                    <a:pt x="1130" y="994"/>
                    <a:pt x="1130" y="951"/>
                  </a:cubicBezTo>
                  <a:cubicBezTo>
                    <a:pt x="1144" y="651"/>
                    <a:pt x="1115" y="350"/>
                    <a:pt x="1058" y="64"/>
                  </a:cubicBezTo>
                  <a:cubicBezTo>
                    <a:pt x="1050" y="23"/>
                    <a:pt x="1017" y="1"/>
                    <a:pt x="98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5">
              <a:extLst>
                <a:ext uri="{FF2B5EF4-FFF2-40B4-BE49-F238E27FC236}">
                  <a16:creationId xmlns:a16="http://schemas.microsoft.com/office/drawing/2014/main" id="{D105021C-A1C4-28DA-4E07-3E5959A3B6F9}"/>
                </a:ext>
              </a:extLst>
            </p:cNvPr>
            <p:cNvSpPr/>
            <p:nvPr/>
          </p:nvSpPr>
          <p:spPr>
            <a:xfrm>
              <a:off x="5356200" y="1762300"/>
              <a:ext cx="58250" cy="8750"/>
            </a:xfrm>
            <a:custGeom>
              <a:avLst/>
              <a:gdLst/>
              <a:ahLst/>
              <a:cxnLst/>
              <a:rect l="l" t="t" r="r" b="b"/>
              <a:pathLst>
                <a:path w="2330" h="350" extrusionOk="0">
                  <a:moveTo>
                    <a:pt x="29" y="0"/>
                  </a:moveTo>
                  <a:lnTo>
                    <a:pt x="0" y="143"/>
                  </a:lnTo>
                  <a:cubicBezTo>
                    <a:pt x="660" y="278"/>
                    <a:pt x="1320" y="350"/>
                    <a:pt x="1988" y="350"/>
                  </a:cubicBezTo>
                  <a:cubicBezTo>
                    <a:pt x="2102" y="350"/>
                    <a:pt x="2215" y="348"/>
                    <a:pt x="2329" y="343"/>
                  </a:cubicBezTo>
                  <a:lnTo>
                    <a:pt x="2316" y="200"/>
                  </a:lnTo>
                  <a:cubicBezTo>
                    <a:pt x="2206" y="205"/>
                    <a:pt x="2095" y="207"/>
                    <a:pt x="1985" y="207"/>
                  </a:cubicBezTo>
                  <a:cubicBezTo>
                    <a:pt x="1334" y="207"/>
                    <a:pt x="676" y="135"/>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5">
              <a:extLst>
                <a:ext uri="{FF2B5EF4-FFF2-40B4-BE49-F238E27FC236}">
                  <a16:creationId xmlns:a16="http://schemas.microsoft.com/office/drawing/2014/main" id="{AEC5EAE0-8EF2-4486-597A-2E58D04E5DB2}"/>
                </a:ext>
              </a:extLst>
            </p:cNvPr>
            <p:cNvSpPr/>
            <p:nvPr/>
          </p:nvSpPr>
          <p:spPr>
            <a:xfrm>
              <a:off x="5483400" y="1766575"/>
              <a:ext cx="44675" cy="5150"/>
            </a:xfrm>
            <a:custGeom>
              <a:avLst/>
              <a:gdLst/>
              <a:ahLst/>
              <a:cxnLst/>
              <a:rect l="l" t="t" r="r" b="b"/>
              <a:pathLst>
                <a:path w="1787" h="206" extrusionOk="0">
                  <a:moveTo>
                    <a:pt x="29" y="1"/>
                  </a:moveTo>
                  <a:lnTo>
                    <a:pt x="1" y="144"/>
                  </a:lnTo>
                  <a:cubicBezTo>
                    <a:pt x="322" y="183"/>
                    <a:pt x="648" y="205"/>
                    <a:pt x="977" y="205"/>
                  </a:cubicBezTo>
                  <a:cubicBezTo>
                    <a:pt x="1246" y="205"/>
                    <a:pt x="1516" y="191"/>
                    <a:pt x="1787" y="159"/>
                  </a:cubicBezTo>
                  <a:lnTo>
                    <a:pt x="1773" y="16"/>
                  </a:lnTo>
                  <a:cubicBezTo>
                    <a:pt x="1497" y="43"/>
                    <a:pt x="1220" y="57"/>
                    <a:pt x="946" y="57"/>
                  </a:cubicBezTo>
                  <a:cubicBezTo>
                    <a:pt x="638" y="57"/>
                    <a:pt x="331" y="39"/>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5">
              <a:extLst>
                <a:ext uri="{FF2B5EF4-FFF2-40B4-BE49-F238E27FC236}">
                  <a16:creationId xmlns:a16="http://schemas.microsoft.com/office/drawing/2014/main" id="{751EEA8C-1172-BA50-CB27-3B0AC53E5CA4}"/>
                </a:ext>
              </a:extLst>
            </p:cNvPr>
            <p:cNvSpPr/>
            <p:nvPr/>
          </p:nvSpPr>
          <p:spPr>
            <a:xfrm>
              <a:off x="5417650" y="1780850"/>
              <a:ext cx="55400" cy="40075"/>
            </a:xfrm>
            <a:custGeom>
              <a:avLst/>
              <a:gdLst/>
              <a:ahLst/>
              <a:cxnLst/>
              <a:rect l="l" t="t" r="r" b="b"/>
              <a:pathLst>
                <a:path w="2216" h="1603" extrusionOk="0">
                  <a:moveTo>
                    <a:pt x="1741" y="0"/>
                  </a:moveTo>
                  <a:cubicBezTo>
                    <a:pt x="1582" y="0"/>
                    <a:pt x="1422" y="81"/>
                    <a:pt x="1316" y="188"/>
                  </a:cubicBezTo>
                  <a:cubicBezTo>
                    <a:pt x="1258" y="274"/>
                    <a:pt x="1201" y="359"/>
                    <a:pt x="1173" y="445"/>
                  </a:cubicBezTo>
                  <a:cubicBezTo>
                    <a:pt x="998" y="208"/>
                    <a:pt x="716" y="48"/>
                    <a:pt x="429" y="48"/>
                  </a:cubicBezTo>
                  <a:cubicBezTo>
                    <a:pt x="386" y="48"/>
                    <a:pt x="343" y="51"/>
                    <a:pt x="300" y="59"/>
                  </a:cubicBezTo>
                  <a:cubicBezTo>
                    <a:pt x="258" y="59"/>
                    <a:pt x="201" y="74"/>
                    <a:pt x="157" y="116"/>
                  </a:cubicBezTo>
                  <a:cubicBezTo>
                    <a:pt x="100" y="145"/>
                    <a:pt x="71" y="202"/>
                    <a:pt x="58" y="274"/>
                  </a:cubicBezTo>
                  <a:cubicBezTo>
                    <a:pt x="1" y="488"/>
                    <a:pt x="100" y="688"/>
                    <a:pt x="214" y="859"/>
                  </a:cubicBezTo>
                  <a:cubicBezTo>
                    <a:pt x="401" y="1160"/>
                    <a:pt x="601" y="1460"/>
                    <a:pt x="944" y="1532"/>
                  </a:cubicBezTo>
                  <a:lnTo>
                    <a:pt x="986" y="1303"/>
                  </a:lnTo>
                  <a:cubicBezTo>
                    <a:pt x="744" y="1246"/>
                    <a:pt x="572" y="988"/>
                    <a:pt x="414" y="745"/>
                  </a:cubicBezTo>
                  <a:cubicBezTo>
                    <a:pt x="329" y="602"/>
                    <a:pt x="243" y="459"/>
                    <a:pt x="286" y="331"/>
                  </a:cubicBezTo>
                  <a:cubicBezTo>
                    <a:pt x="286" y="316"/>
                    <a:pt x="300" y="302"/>
                    <a:pt x="300" y="302"/>
                  </a:cubicBezTo>
                  <a:lnTo>
                    <a:pt x="329" y="287"/>
                  </a:lnTo>
                  <a:cubicBezTo>
                    <a:pt x="355" y="284"/>
                    <a:pt x="382" y="282"/>
                    <a:pt x="408" y="282"/>
                  </a:cubicBezTo>
                  <a:cubicBezTo>
                    <a:pt x="711" y="282"/>
                    <a:pt x="1007" y="499"/>
                    <a:pt x="1072" y="788"/>
                  </a:cubicBezTo>
                  <a:lnTo>
                    <a:pt x="1173" y="1246"/>
                  </a:lnTo>
                  <a:lnTo>
                    <a:pt x="1301" y="802"/>
                  </a:lnTo>
                  <a:cubicBezTo>
                    <a:pt x="1344" y="645"/>
                    <a:pt x="1386" y="474"/>
                    <a:pt x="1501" y="345"/>
                  </a:cubicBezTo>
                  <a:cubicBezTo>
                    <a:pt x="1563" y="283"/>
                    <a:pt x="1654" y="236"/>
                    <a:pt x="1743" y="236"/>
                  </a:cubicBezTo>
                  <a:cubicBezTo>
                    <a:pt x="1778" y="236"/>
                    <a:pt x="1812" y="243"/>
                    <a:pt x="1844" y="259"/>
                  </a:cubicBezTo>
                  <a:cubicBezTo>
                    <a:pt x="1944" y="331"/>
                    <a:pt x="1958" y="474"/>
                    <a:pt x="1958" y="602"/>
                  </a:cubicBezTo>
                  <a:cubicBezTo>
                    <a:pt x="1930" y="916"/>
                    <a:pt x="1744" y="1217"/>
                    <a:pt x="1587" y="1474"/>
                  </a:cubicBezTo>
                  <a:lnTo>
                    <a:pt x="1787" y="1602"/>
                  </a:lnTo>
                  <a:cubicBezTo>
                    <a:pt x="1958" y="1317"/>
                    <a:pt x="2158" y="1002"/>
                    <a:pt x="2187" y="630"/>
                  </a:cubicBezTo>
                  <a:cubicBezTo>
                    <a:pt x="2215" y="373"/>
                    <a:pt x="2130" y="159"/>
                    <a:pt x="1958" y="59"/>
                  </a:cubicBezTo>
                  <a:cubicBezTo>
                    <a:pt x="1890" y="18"/>
                    <a:pt x="1816" y="0"/>
                    <a:pt x="174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5">
              <a:extLst>
                <a:ext uri="{FF2B5EF4-FFF2-40B4-BE49-F238E27FC236}">
                  <a16:creationId xmlns:a16="http://schemas.microsoft.com/office/drawing/2014/main" id="{E921A2F6-8841-D19D-886D-AE5B0CA7302B}"/>
                </a:ext>
              </a:extLst>
            </p:cNvPr>
            <p:cNvSpPr/>
            <p:nvPr/>
          </p:nvSpPr>
          <p:spPr>
            <a:xfrm>
              <a:off x="5370100" y="1825900"/>
              <a:ext cx="96175" cy="39000"/>
            </a:xfrm>
            <a:custGeom>
              <a:avLst/>
              <a:gdLst/>
              <a:ahLst/>
              <a:cxnLst/>
              <a:rect l="l" t="t" r="r" b="b"/>
              <a:pathLst>
                <a:path w="3847" h="1560" extrusionOk="0">
                  <a:moveTo>
                    <a:pt x="102" y="1"/>
                  </a:moveTo>
                  <a:cubicBezTo>
                    <a:pt x="73" y="29"/>
                    <a:pt x="30" y="58"/>
                    <a:pt x="1" y="86"/>
                  </a:cubicBezTo>
                  <a:cubicBezTo>
                    <a:pt x="773" y="801"/>
                    <a:pt x="1731" y="1273"/>
                    <a:pt x="2745" y="1458"/>
                  </a:cubicBezTo>
                  <a:cubicBezTo>
                    <a:pt x="3103" y="1531"/>
                    <a:pt x="3460" y="1559"/>
                    <a:pt x="3832" y="1559"/>
                  </a:cubicBezTo>
                  <a:cubicBezTo>
                    <a:pt x="3832" y="1502"/>
                    <a:pt x="3846" y="1458"/>
                    <a:pt x="3846" y="1416"/>
                  </a:cubicBezTo>
                  <a:lnTo>
                    <a:pt x="3846" y="1416"/>
                  </a:lnTo>
                  <a:cubicBezTo>
                    <a:pt x="3828" y="1416"/>
                    <a:pt x="3810" y="1416"/>
                    <a:pt x="3791" y="1416"/>
                  </a:cubicBezTo>
                  <a:cubicBezTo>
                    <a:pt x="2438" y="1416"/>
                    <a:pt x="1117" y="918"/>
                    <a:pt x="10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5">
              <a:extLst>
                <a:ext uri="{FF2B5EF4-FFF2-40B4-BE49-F238E27FC236}">
                  <a16:creationId xmlns:a16="http://schemas.microsoft.com/office/drawing/2014/main" id="{F2B45B2E-8084-DA63-0EAF-B0F1130E5476}"/>
                </a:ext>
              </a:extLst>
            </p:cNvPr>
            <p:cNvSpPr/>
            <p:nvPr/>
          </p:nvSpPr>
          <p:spPr>
            <a:xfrm>
              <a:off x="6023325" y="2719250"/>
              <a:ext cx="196200" cy="77925"/>
            </a:xfrm>
            <a:custGeom>
              <a:avLst/>
              <a:gdLst/>
              <a:ahLst/>
              <a:cxnLst/>
              <a:rect l="l" t="t" r="r" b="b"/>
              <a:pathLst>
                <a:path w="7848" h="3117" extrusionOk="0">
                  <a:moveTo>
                    <a:pt x="1873" y="0"/>
                  </a:moveTo>
                  <a:cubicBezTo>
                    <a:pt x="1873" y="0"/>
                    <a:pt x="0" y="772"/>
                    <a:pt x="987" y="1559"/>
                  </a:cubicBezTo>
                  <a:cubicBezTo>
                    <a:pt x="987" y="1559"/>
                    <a:pt x="4002" y="2245"/>
                    <a:pt x="5847" y="3116"/>
                  </a:cubicBezTo>
                  <a:lnTo>
                    <a:pt x="7848" y="858"/>
                  </a:lnTo>
                  <a:lnTo>
                    <a:pt x="7133" y="530"/>
                  </a:lnTo>
                  <a:lnTo>
                    <a:pt x="18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5">
              <a:extLst>
                <a:ext uri="{FF2B5EF4-FFF2-40B4-BE49-F238E27FC236}">
                  <a16:creationId xmlns:a16="http://schemas.microsoft.com/office/drawing/2014/main" id="{99420472-C1DC-638D-D022-7390CEA67333}"/>
                </a:ext>
              </a:extLst>
            </p:cNvPr>
            <p:cNvSpPr/>
            <p:nvPr/>
          </p:nvSpPr>
          <p:spPr>
            <a:xfrm>
              <a:off x="6137925" y="2732450"/>
              <a:ext cx="100475" cy="67025"/>
            </a:xfrm>
            <a:custGeom>
              <a:avLst/>
              <a:gdLst/>
              <a:ahLst/>
              <a:cxnLst/>
              <a:rect l="l" t="t" r="r" b="b"/>
              <a:pathLst>
                <a:path w="4019" h="2681" extrusionOk="0">
                  <a:moveTo>
                    <a:pt x="2446" y="0"/>
                  </a:moveTo>
                  <a:cubicBezTo>
                    <a:pt x="1300" y="0"/>
                    <a:pt x="1" y="1438"/>
                    <a:pt x="905" y="2331"/>
                  </a:cubicBezTo>
                  <a:cubicBezTo>
                    <a:pt x="1154" y="2577"/>
                    <a:pt x="1444" y="2680"/>
                    <a:pt x="1738" y="2680"/>
                  </a:cubicBezTo>
                  <a:cubicBezTo>
                    <a:pt x="2845" y="2680"/>
                    <a:pt x="4018" y="1221"/>
                    <a:pt x="3363" y="430"/>
                  </a:cubicBezTo>
                  <a:cubicBezTo>
                    <a:pt x="3112" y="126"/>
                    <a:pt x="2786" y="0"/>
                    <a:pt x="244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5">
              <a:extLst>
                <a:ext uri="{FF2B5EF4-FFF2-40B4-BE49-F238E27FC236}">
                  <a16:creationId xmlns:a16="http://schemas.microsoft.com/office/drawing/2014/main" id="{25620AA5-4687-F94A-2A9E-F004086D0443}"/>
                </a:ext>
              </a:extLst>
            </p:cNvPr>
            <p:cNvSpPr/>
            <p:nvPr/>
          </p:nvSpPr>
          <p:spPr>
            <a:xfrm>
              <a:off x="5991575" y="2714050"/>
              <a:ext cx="159700" cy="120650"/>
            </a:xfrm>
            <a:custGeom>
              <a:avLst/>
              <a:gdLst/>
              <a:ahLst/>
              <a:cxnLst/>
              <a:rect l="l" t="t" r="r" b="b"/>
              <a:pathLst>
                <a:path w="6388" h="4826" extrusionOk="0">
                  <a:moveTo>
                    <a:pt x="1241" y="1"/>
                  </a:moveTo>
                  <a:cubicBezTo>
                    <a:pt x="689" y="1"/>
                    <a:pt x="1" y="140"/>
                    <a:pt x="241" y="881"/>
                  </a:cubicBezTo>
                  <a:cubicBezTo>
                    <a:pt x="241" y="881"/>
                    <a:pt x="2400" y="3095"/>
                    <a:pt x="3486" y="4826"/>
                  </a:cubicBezTo>
                  <a:lnTo>
                    <a:pt x="6387" y="4025"/>
                  </a:lnTo>
                  <a:lnTo>
                    <a:pt x="5958" y="3368"/>
                  </a:lnTo>
                  <a:lnTo>
                    <a:pt x="1857" y="52"/>
                  </a:lnTo>
                  <a:cubicBezTo>
                    <a:pt x="1857" y="52"/>
                    <a:pt x="1574" y="1"/>
                    <a:pt x="12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5">
              <a:extLst>
                <a:ext uri="{FF2B5EF4-FFF2-40B4-BE49-F238E27FC236}">
                  <a16:creationId xmlns:a16="http://schemas.microsoft.com/office/drawing/2014/main" id="{60A512FD-441B-F774-0018-C6CB37FA2F37}"/>
                </a:ext>
              </a:extLst>
            </p:cNvPr>
            <p:cNvSpPr/>
            <p:nvPr/>
          </p:nvSpPr>
          <p:spPr>
            <a:xfrm>
              <a:off x="6069750" y="2790250"/>
              <a:ext cx="84500" cy="59050"/>
            </a:xfrm>
            <a:custGeom>
              <a:avLst/>
              <a:gdLst/>
              <a:ahLst/>
              <a:cxnLst/>
              <a:rect l="l" t="t" r="r" b="b"/>
              <a:pathLst>
                <a:path w="3380" h="2362" extrusionOk="0">
                  <a:moveTo>
                    <a:pt x="1759" y="1"/>
                  </a:moveTo>
                  <a:cubicBezTo>
                    <a:pt x="885" y="1"/>
                    <a:pt x="0" y="508"/>
                    <a:pt x="188" y="1391"/>
                  </a:cubicBezTo>
                  <a:cubicBezTo>
                    <a:pt x="341" y="2077"/>
                    <a:pt x="961" y="2362"/>
                    <a:pt x="1607" y="2362"/>
                  </a:cubicBezTo>
                  <a:cubicBezTo>
                    <a:pt x="2470" y="2362"/>
                    <a:pt x="3379" y="1855"/>
                    <a:pt x="3289" y="1120"/>
                  </a:cubicBezTo>
                  <a:cubicBezTo>
                    <a:pt x="3198" y="349"/>
                    <a:pt x="2483" y="1"/>
                    <a:pt x="175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5">
              <a:extLst>
                <a:ext uri="{FF2B5EF4-FFF2-40B4-BE49-F238E27FC236}">
                  <a16:creationId xmlns:a16="http://schemas.microsoft.com/office/drawing/2014/main" id="{B6582750-26C7-04F5-4A82-6AC956512B07}"/>
                </a:ext>
              </a:extLst>
            </p:cNvPr>
            <p:cNvSpPr/>
            <p:nvPr/>
          </p:nvSpPr>
          <p:spPr>
            <a:xfrm>
              <a:off x="5887900" y="2714050"/>
              <a:ext cx="159550" cy="120650"/>
            </a:xfrm>
            <a:custGeom>
              <a:avLst/>
              <a:gdLst/>
              <a:ahLst/>
              <a:cxnLst/>
              <a:rect l="l" t="t" r="r" b="b"/>
              <a:pathLst>
                <a:path w="6382" h="4826" extrusionOk="0">
                  <a:moveTo>
                    <a:pt x="5146" y="1"/>
                  </a:moveTo>
                  <a:cubicBezTo>
                    <a:pt x="4814" y="1"/>
                    <a:pt x="4531" y="52"/>
                    <a:pt x="4531" y="52"/>
                  </a:cubicBezTo>
                  <a:lnTo>
                    <a:pt x="415" y="3368"/>
                  </a:lnTo>
                  <a:lnTo>
                    <a:pt x="1" y="4025"/>
                  </a:lnTo>
                  <a:lnTo>
                    <a:pt x="2902" y="4826"/>
                  </a:lnTo>
                  <a:cubicBezTo>
                    <a:pt x="3988" y="3095"/>
                    <a:pt x="6132" y="881"/>
                    <a:pt x="6132" y="881"/>
                  </a:cubicBezTo>
                  <a:cubicBezTo>
                    <a:pt x="6382" y="140"/>
                    <a:pt x="5697" y="1"/>
                    <a:pt x="5146"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5">
              <a:extLst>
                <a:ext uri="{FF2B5EF4-FFF2-40B4-BE49-F238E27FC236}">
                  <a16:creationId xmlns:a16="http://schemas.microsoft.com/office/drawing/2014/main" id="{92626B82-0D40-4C34-92DF-A447D18227E9}"/>
                </a:ext>
              </a:extLst>
            </p:cNvPr>
            <p:cNvSpPr/>
            <p:nvPr/>
          </p:nvSpPr>
          <p:spPr>
            <a:xfrm>
              <a:off x="5884925" y="2790250"/>
              <a:ext cx="84350" cy="59050"/>
            </a:xfrm>
            <a:custGeom>
              <a:avLst/>
              <a:gdLst/>
              <a:ahLst/>
              <a:cxnLst/>
              <a:rect l="l" t="t" r="r" b="b"/>
              <a:pathLst>
                <a:path w="3374" h="2362" extrusionOk="0">
                  <a:moveTo>
                    <a:pt x="1620" y="1"/>
                  </a:moveTo>
                  <a:cubicBezTo>
                    <a:pt x="897" y="1"/>
                    <a:pt x="182" y="349"/>
                    <a:pt x="91" y="1120"/>
                  </a:cubicBezTo>
                  <a:cubicBezTo>
                    <a:pt x="1" y="1855"/>
                    <a:pt x="910" y="2362"/>
                    <a:pt x="1770" y="2362"/>
                  </a:cubicBezTo>
                  <a:cubicBezTo>
                    <a:pt x="2415" y="2362"/>
                    <a:pt x="3031" y="2077"/>
                    <a:pt x="3178" y="1391"/>
                  </a:cubicBezTo>
                  <a:cubicBezTo>
                    <a:pt x="3374" y="508"/>
                    <a:pt x="2492" y="1"/>
                    <a:pt x="162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5">
              <a:extLst>
                <a:ext uri="{FF2B5EF4-FFF2-40B4-BE49-F238E27FC236}">
                  <a16:creationId xmlns:a16="http://schemas.microsoft.com/office/drawing/2014/main" id="{C5AE753E-5096-91DF-76ED-B407302DF924}"/>
                </a:ext>
              </a:extLst>
            </p:cNvPr>
            <p:cNvSpPr/>
            <p:nvPr/>
          </p:nvSpPr>
          <p:spPr>
            <a:xfrm>
              <a:off x="5808575" y="2720675"/>
              <a:ext cx="189400" cy="81150"/>
            </a:xfrm>
            <a:custGeom>
              <a:avLst/>
              <a:gdLst/>
              <a:ahLst/>
              <a:cxnLst/>
              <a:rect l="l" t="t" r="r" b="b"/>
              <a:pathLst>
                <a:path w="7576" h="3246" extrusionOk="0">
                  <a:moveTo>
                    <a:pt x="5674" y="0"/>
                  </a:moveTo>
                  <a:lnTo>
                    <a:pt x="372" y="730"/>
                  </a:lnTo>
                  <a:lnTo>
                    <a:pt x="1" y="944"/>
                  </a:lnTo>
                  <a:lnTo>
                    <a:pt x="1815" y="3246"/>
                  </a:lnTo>
                  <a:cubicBezTo>
                    <a:pt x="3631" y="2316"/>
                    <a:pt x="6618" y="1544"/>
                    <a:pt x="6618" y="1544"/>
                  </a:cubicBezTo>
                  <a:cubicBezTo>
                    <a:pt x="7576" y="730"/>
                    <a:pt x="5674" y="0"/>
                    <a:pt x="567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5">
              <a:extLst>
                <a:ext uri="{FF2B5EF4-FFF2-40B4-BE49-F238E27FC236}">
                  <a16:creationId xmlns:a16="http://schemas.microsoft.com/office/drawing/2014/main" id="{D9468098-3609-6AAC-FEEF-255ADACF9117}"/>
                </a:ext>
              </a:extLst>
            </p:cNvPr>
            <p:cNvSpPr/>
            <p:nvPr/>
          </p:nvSpPr>
          <p:spPr>
            <a:xfrm>
              <a:off x="5784275" y="2738250"/>
              <a:ext cx="100075" cy="66450"/>
            </a:xfrm>
            <a:custGeom>
              <a:avLst/>
              <a:gdLst/>
              <a:ahLst/>
              <a:cxnLst/>
              <a:rect l="l" t="t" r="r" b="b"/>
              <a:pathLst>
                <a:path w="4003" h="2658" extrusionOk="0">
                  <a:moveTo>
                    <a:pt x="1557" y="0"/>
                  </a:moveTo>
                  <a:cubicBezTo>
                    <a:pt x="1203" y="0"/>
                    <a:pt x="865" y="134"/>
                    <a:pt x="615" y="456"/>
                  </a:cubicBezTo>
                  <a:cubicBezTo>
                    <a:pt x="1" y="1260"/>
                    <a:pt x="1184" y="2657"/>
                    <a:pt x="2276" y="2657"/>
                  </a:cubicBezTo>
                  <a:cubicBezTo>
                    <a:pt x="2582" y="2657"/>
                    <a:pt x="2880" y="2548"/>
                    <a:pt x="3130" y="2285"/>
                  </a:cubicBezTo>
                  <a:cubicBezTo>
                    <a:pt x="4003" y="1380"/>
                    <a:pt x="2695" y="0"/>
                    <a:pt x="15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5">
              <a:extLst>
                <a:ext uri="{FF2B5EF4-FFF2-40B4-BE49-F238E27FC236}">
                  <a16:creationId xmlns:a16="http://schemas.microsoft.com/office/drawing/2014/main" id="{AF1D1A7A-C17B-C087-4919-31CFB4AFEF75}"/>
                </a:ext>
              </a:extLst>
            </p:cNvPr>
            <p:cNvSpPr/>
            <p:nvPr/>
          </p:nvSpPr>
          <p:spPr>
            <a:xfrm>
              <a:off x="5873250" y="2329400"/>
              <a:ext cx="290175" cy="433875"/>
            </a:xfrm>
            <a:custGeom>
              <a:avLst/>
              <a:gdLst/>
              <a:ahLst/>
              <a:cxnLst/>
              <a:rect l="l" t="t" r="r" b="b"/>
              <a:pathLst>
                <a:path w="11607" h="17355" extrusionOk="0">
                  <a:moveTo>
                    <a:pt x="6118" y="1"/>
                  </a:moveTo>
                  <a:lnTo>
                    <a:pt x="6118" y="1"/>
                  </a:lnTo>
                  <a:cubicBezTo>
                    <a:pt x="6161" y="229"/>
                    <a:pt x="6889" y="4388"/>
                    <a:pt x="4760" y="7205"/>
                  </a:cubicBezTo>
                  <a:cubicBezTo>
                    <a:pt x="3459" y="8905"/>
                    <a:pt x="2916" y="10220"/>
                    <a:pt x="2673" y="11007"/>
                  </a:cubicBezTo>
                  <a:cubicBezTo>
                    <a:pt x="2874" y="9048"/>
                    <a:pt x="1559" y="7576"/>
                    <a:pt x="1473" y="7476"/>
                  </a:cubicBezTo>
                  <a:lnTo>
                    <a:pt x="1473" y="7476"/>
                  </a:lnTo>
                  <a:cubicBezTo>
                    <a:pt x="1501" y="7576"/>
                    <a:pt x="1973" y="9320"/>
                    <a:pt x="800" y="11306"/>
                  </a:cubicBezTo>
                  <a:cubicBezTo>
                    <a:pt x="0" y="12636"/>
                    <a:pt x="343" y="14851"/>
                    <a:pt x="1616" y="16195"/>
                  </a:cubicBezTo>
                  <a:cubicBezTo>
                    <a:pt x="2268" y="16889"/>
                    <a:pt x="3176" y="17354"/>
                    <a:pt x="4302" y="17354"/>
                  </a:cubicBezTo>
                  <a:cubicBezTo>
                    <a:pt x="4335" y="17354"/>
                    <a:pt x="4369" y="17354"/>
                    <a:pt x="4402" y="17353"/>
                  </a:cubicBezTo>
                  <a:cubicBezTo>
                    <a:pt x="6346" y="17309"/>
                    <a:pt x="10678" y="17353"/>
                    <a:pt x="11177" y="11849"/>
                  </a:cubicBezTo>
                  <a:cubicBezTo>
                    <a:pt x="11606" y="7247"/>
                    <a:pt x="7804" y="2087"/>
                    <a:pt x="6533" y="487"/>
                  </a:cubicBezTo>
                  <a:cubicBezTo>
                    <a:pt x="6289" y="201"/>
                    <a:pt x="6146" y="29"/>
                    <a:pt x="611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5">
              <a:extLst>
                <a:ext uri="{FF2B5EF4-FFF2-40B4-BE49-F238E27FC236}">
                  <a16:creationId xmlns:a16="http://schemas.microsoft.com/office/drawing/2014/main" id="{10EDBB5C-C9DC-8FC2-F078-AAD1C842E22D}"/>
                </a:ext>
              </a:extLst>
            </p:cNvPr>
            <p:cNvSpPr/>
            <p:nvPr/>
          </p:nvSpPr>
          <p:spPr>
            <a:xfrm>
              <a:off x="5941300" y="2527700"/>
              <a:ext cx="203525" cy="220200"/>
            </a:xfrm>
            <a:custGeom>
              <a:avLst/>
              <a:gdLst/>
              <a:ahLst/>
              <a:cxnLst/>
              <a:rect l="l" t="t" r="r" b="b"/>
              <a:pathLst>
                <a:path w="8141" h="8808" extrusionOk="0">
                  <a:moveTo>
                    <a:pt x="4668" y="1"/>
                  </a:moveTo>
                  <a:cubicBezTo>
                    <a:pt x="4668" y="1"/>
                    <a:pt x="4510" y="931"/>
                    <a:pt x="2795" y="2888"/>
                  </a:cubicBezTo>
                  <a:cubicBezTo>
                    <a:pt x="1095" y="4847"/>
                    <a:pt x="1438" y="6890"/>
                    <a:pt x="1438" y="6890"/>
                  </a:cubicBezTo>
                  <a:cubicBezTo>
                    <a:pt x="1348" y="6909"/>
                    <a:pt x="1263" y="6917"/>
                    <a:pt x="1183" y="6917"/>
                  </a:cubicBezTo>
                  <a:cubicBezTo>
                    <a:pt x="446" y="6917"/>
                    <a:pt x="108" y="6219"/>
                    <a:pt x="108" y="6219"/>
                  </a:cubicBezTo>
                  <a:lnTo>
                    <a:pt x="108" y="6219"/>
                  </a:lnTo>
                  <a:cubicBezTo>
                    <a:pt x="0" y="7380"/>
                    <a:pt x="1383" y="8807"/>
                    <a:pt x="2597" y="8807"/>
                  </a:cubicBezTo>
                  <a:cubicBezTo>
                    <a:pt x="2669" y="8807"/>
                    <a:pt x="2740" y="8802"/>
                    <a:pt x="2810" y="8792"/>
                  </a:cubicBezTo>
                  <a:cubicBezTo>
                    <a:pt x="8141" y="8020"/>
                    <a:pt x="4668" y="1"/>
                    <a:pt x="4668"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710342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71">
          <a:extLst>
            <a:ext uri="{FF2B5EF4-FFF2-40B4-BE49-F238E27FC236}">
              <a16:creationId xmlns:a16="http://schemas.microsoft.com/office/drawing/2014/main" id="{061EDF7B-0728-7DF4-802B-5A671E803B24}"/>
            </a:ext>
          </a:extLst>
        </p:cNvPr>
        <p:cNvGrpSpPr/>
        <p:nvPr/>
      </p:nvGrpSpPr>
      <p:grpSpPr>
        <a:xfrm>
          <a:off x="0" y="0"/>
          <a:ext cx="0" cy="0"/>
          <a:chOff x="0" y="0"/>
          <a:chExt cx="0" cy="0"/>
        </a:xfrm>
      </p:grpSpPr>
      <p:grpSp>
        <p:nvGrpSpPr>
          <p:cNvPr id="1872" name="Google Shape;1872;p58">
            <a:extLst>
              <a:ext uri="{FF2B5EF4-FFF2-40B4-BE49-F238E27FC236}">
                <a16:creationId xmlns:a16="http://schemas.microsoft.com/office/drawing/2014/main" id="{473BCE88-8A41-1758-CB5D-E26097340DB0}"/>
              </a:ext>
            </a:extLst>
          </p:cNvPr>
          <p:cNvGrpSpPr/>
          <p:nvPr/>
        </p:nvGrpSpPr>
        <p:grpSpPr>
          <a:xfrm>
            <a:off x="3319449" y="1590901"/>
            <a:ext cx="5554273" cy="2528127"/>
            <a:chOff x="3319449" y="1590901"/>
            <a:chExt cx="5554273" cy="2528127"/>
          </a:xfrm>
        </p:grpSpPr>
        <p:sp>
          <p:nvSpPr>
            <p:cNvPr id="1873" name="Google Shape;1873;p58">
              <a:extLst>
                <a:ext uri="{FF2B5EF4-FFF2-40B4-BE49-F238E27FC236}">
                  <a16:creationId xmlns:a16="http://schemas.microsoft.com/office/drawing/2014/main" id="{C4FF6B03-6723-40F8-3945-BDD5E0EBCABF}"/>
                </a:ext>
              </a:extLst>
            </p:cNvPr>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a:extLst>
                <a:ext uri="{FF2B5EF4-FFF2-40B4-BE49-F238E27FC236}">
                  <a16:creationId xmlns:a16="http://schemas.microsoft.com/office/drawing/2014/main" id="{70FAD262-7F0D-937A-5643-6FE601D2C71A}"/>
                </a:ext>
              </a:extLst>
            </p:cNvPr>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a:extLst>
              <a:ext uri="{FF2B5EF4-FFF2-40B4-BE49-F238E27FC236}">
                <a16:creationId xmlns:a16="http://schemas.microsoft.com/office/drawing/2014/main" id="{5270E0D5-5B81-D854-CBA1-074D3B467AC2}"/>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a:extLst>
              <a:ext uri="{FF2B5EF4-FFF2-40B4-BE49-F238E27FC236}">
                <a16:creationId xmlns:a16="http://schemas.microsoft.com/office/drawing/2014/main" id="{E4A49343-03A6-EBBD-38C6-7BF7D4835FED}"/>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Introduction</a:t>
            </a:r>
            <a:endParaRPr dirty="0"/>
          </a:p>
        </p:txBody>
      </p:sp>
      <p:sp>
        <p:nvSpPr>
          <p:cNvPr id="1877" name="Google Shape;1877;p58">
            <a:extLst>
              <a:ext uri="{FF2B5EF4-FFF2-40B4-BE49-F238E27FC236}">
                <a16:creationId xmlns:a16="http://schemas.microsoft.com/office/drawing/2014/main" id="{3F78F50B-FC9E-0640-B01D-7CF81985CB69}"/>
              </a:ext>
            </a:extLst>
          </p:cNvPr>
          <p:cNvSpPr txBox="1">
            <a:spLocks noGrp="1"/>
          </p:cNvSpPr>
          <p:nvPr>
            <p:ph type="subTitle" idx="1"/>
          </p:nvPr>
        </p:nvSpPr>
        <p:spPr>
          <a:xfrm>
            <a:off x="775369" y="1510235"/>
            <a:ext cx="4118488" cy="2942940"/>
          </a:xfrm>
          <a:prstGeom prst="rect">
            <a:avLst/>
          </a:prstGeom>
        </p:spPr>
        <p:txBody>
          <a:bodyPr spcFirstLastPara="1" wrap="square" lIns="91425" tIns="91425" rIns="91425" bIns="91425" anchor="ctr" anchorCtr="0">
            <a:noAutofit/>
          </a:bodyPr>
          <a:lstStyle/>
          <a:p>
            <a:pPr marL="285750" lvl="0" indent="-285750" algn="l" rtl="0">
              <a:spcBef>
                <a:spcPts val="0"/>
              </a:spcBef>
              <a:spcAft>
                <a:spcPts val="0"/>
              </a:spcAft>
              <a:buFont typeface="Arial" panose="020B0604020202020204" pitchFamily="34" charset="0"/>
              <a:buChar char="•"/>
            </a:pPr>
            <a:r>
              <a:rPr lang="en-US" dirty="0"/>
              <a:t>The Bigfoot Field Researchers Organization (BFRO) is a</a:t>
            </a:r>
            <a:r>
              <a:rPr lang="pl-PL" dirty="0"/>
              <a:t>n </a:t>
            </a:r>
            <a:r>
              <a:rPr lang="en-US" dirty="0"/>
              <a:t>organization aiming to uncover the truth about mysterious occurrences in the natural world. </a:t>
            </a:r>
            <a:endParaRPr lang="pl-PL" dirty="0"/>
          </a:p>
          <a:p>
            <a:pPr marL="285750" lvl="0" indent="-285750" algn="l" rtl="0">
              <a:spcBef>
                <a:spcPts val="0"/>
              </a:spcBef>
              <a:spcAft>
                <a:spcPts val="0"/>
              </a:spcAft>
              <a:buFont typeface="Arial" panose="020B0604020202020204" pitchFamily="34" charset="0"/>
              <a:buChar char="•"/>
            </a:pPr>
            <a:r>
              <a:rPr lang="en-US" dirty="0"/>
              <a:t>This dataset contains</a:t>
            </a:r>
            <a:r>
              <a:rPr lang="pl-PL" dirty="0"/>
              <a:t> </a:t>
            </a:r>
            <a:r>
              <a:rPr lang="en-US" dirty="0"/>
              <a:t>various reports of bigfoot and sasquatch sightings in different parts of the world. </a:t>
            </a:r>
            <a:endParaRPr lang="pl-PL" dirty="0"/>
          </a:p>
          <a:p>
            <a:pPr marL="285750" lvl="0" indent="-285750" algn="l" rtl="0">
              <a:spcBef>
                <a:spcPts val="0"/>
              </a:spcBef>
              <a:spcAft>
                <a:spcPts val="0"/>
              </a:spcAft>
              <a:buFont typeface="Arial" panose="020B0604020202020204" pitchFamily="34" charset="0"/>
              <a:buChar char="•"/>
            </a:pPr>
            <a:r>
              <a:rPr lang="pl-PL" dirty="0"/>
              <a:t>I </a:t>
            </a:r>
            <a:r>
              <a:rPr lang="pl-PL" dirty="0" err="1"/>
              <a:t>decided</a:t>
            </a:r>
            <a:r>
              <a:rPr lang="pl-PL" dirty="0"/>
              <a:t> to </a:t>
            </a:r>
            <a:r>
              <a:rPr lang="pl-PL" dirty="0" err="1"/>
              <a:t>look</a:t>
            </a:r>
            <a:r>
              <a:rPr lang="pl-PL" dirty="0"/>
              <a:t> for </a:t>
            </a:r>
            <a:r>
              <a:rPr lang="pl-PL" dirty="0" err="1"/>
              <a:t>some</a:t>
            </a:r>
            <a:r>
              <a:rPr lang="pl-PL" dirty="0"/>
              <a:t> </a:t>
            </a:r>
            <a:r>
              <a:rPr lang="pl-PL" dirty="0" err="1"/>
              <a:t>familiarities</a:t>
            </a:r>
            <a:r>
              <a:rPr lang="pl-PL" dirty="0"/>
              <a:t> and </a:t>
            </a:r>
            <a:r>
              <a:rPr lang="pl-PL" dirty="0" err="1"/>
              <a:t>patterns</a:t>
            </a:r>
            <a:r>
              <a:rPr lang="pl-PL" dirty="0"/>
              <a:t> </a:t>
            </a:r>
            <a:r>
              <a:rPr lang="pl-PL" dirty="0" err="1"/>
              <a:t>between</a:t>
            </a:r>
            <a:r>
              <a:rPr lang="pl-PL" dirty="0"/>
              <a:t> </a:t>
            </a:r>
            <a:r>
              <a:rPr lang="pl-PL" dirty="0" err="1"/>
              <a:t>such</a:t>
            </a:r>
            <a:r>
              <a:rPr lang="pl-PL" dirty="0"/>
              <a:t> </a:t>
            </a:r>
            <a:r>
              <a:rPr lang="pl-PL" dirty="0" err="1"/>
              <a:t>sightings</a:t>
            </a:r>
            <a:endParaRPr dirty="0"/>
          </a:p>
        </p:txBody>
      </p:sp>
      <p:grpSp>
        <p:nvGrpSpPr>
          <p:cNvPr id="1878" name="Google Shape;1878;p58">
            <a:extLst>
              <a:ext uri="{FF2B5EF4-FFF2-40B4-BE49-F238E27FC236}">
                <a16:creationId xmlns:a16="http://schemas.microsoft.com/office/drawing/2014/main" id="{03681741-2AA4-CB1E-50A5-73538826A1F9}"/>
              </a:ext>
            </a:extLst>
          </p:cNvPr>
          <p:cNvGrpSpPr/>
          <p:nvPr/>
        </p:nvGrpSpPr>
        <p:grpSpPr>
          <a:xfrm>
            <a:off x="5001910" y="1806928"/>
            <a:ext cx="3814500" cy="2312100"/>
            <a:chOff x="4368575" y="1866375"/>
            <a:chExt cx="3814500" cy="2312100"/>
          </a:xfrm>
        </p:grpSpPr>
        <p:sp>
          <p:nvSpPr>
            <p:cNvPr id="1879" name="Google Shape;1879;p58">
              <a:extLst>
                <a:ext uri="{FF2B5EF4-FFF2-40B4-BE49-F238E27FC236}">
                  <a16:creationId xmlns:a16="http://schemas.microsoft.com/office/drawing/2014/main" id="{95E37D4C-E08C-C2F5-49BC-98EA0FFC9446}"/>
                </a:ext>
              </a:extLst>
            </p:cNvPr>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a:extLst>
                <a:ext uri="{FF2B5EF4-FFF2-40B4-BE49-F238E27FC236}">
                  <a16:creationId xmlns:a16="http://schemas.microsoft.com/office/drawing/2014/main" id="{F4C38CAF-0A6A-C370-A7AC-56683F28D6D8}"/>
                </a:ext>
              </a:extLst>
            </p:cNvPr>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8">
              <a:extLst>
                <a:ext uri="{FF2B5EF4-FFF2-40B4-BE49-F238E27FC236}">
                  <a16:creationId xmlns:a16="http://schemas.microsoft.com/office/drawing/2014/main" id="{4D5F3208-F67B-C83B-3C63-11C6A0779A47}"/>
                </a:ext>
              </a:extLst>
            </p:cNvPr>
            <p:cNvSpPr/>
            <p:nvPr/>
          </p:nvSpPr>
          <p:spPr>
            <a:xfrm>
              <a:off x="6244525" y="19583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a:extLst>
              <a:ext uri="{FF2B5EF4-FFF2-40B4-BE49-F238E27FC236}">
                <a16:creationId xmlns:a16="http://schemas.microsoft.com/office/drawing/2014/main" id="{2F5051BC-2FD6-BCB7-CDF9-A3356618D3A2}"/>
              </a:ext>
            </a:extLst>
          </p:cNvPr>
          <p:cNvPicPr preferRelativeResize="0"/>
          <p:nvPr/>
        </p:nvPicPr>
        <p:blipFill>
          <a:blip r:embed="rId3">
            <a:alphaModFix/>
          </a:blip>
          <a:srcRect l="889" r="889"/>
          <a:stretch/>
        </p:blipFill>
        <p:spPr>
          <a:xfrm>
            <a:off x="5331360" y="2038128"/>
            <a:ext cx="3152700" cy="1767300"/>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extLst>
      <p:ext uri="{BB962C8B-B14F-4D97-AF65-F5344CB8AC3E}">
        <p14:creationId xmlns:p14="http://schemas.microsoft.com/office/powerpoint/2010/main" val="26681942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91"/>
        <p:cNvGrpSpPr/>
        <p:nvPr/>
      </p:nvGrpSpPr>
      <p:grpSpPr>
        <a:xfrm>
          <a:off x="0" y="0"/>
          <a:ext cx="0" cy="0"/>
          <a:chOff x="0" y="0"/>
          <a:chExt cx="0" cy="0"/>
        </a:xfrm>
      </p:grpSpPr>
      <p:sp>
        <p:nvSpPr>
          <p:cNvPr id="1492" name="Google Shape;1492;p50"/>
          <p:cNvSpPr/>
          <p:nvPr/>
        </p:nvSpPr>
        <p:spPr>
          <a:xfrm>
            <a:off x="1683750" y="1348627"/>
            <a:ext cx="5776499" cy="1599025"/>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93" name="Google Shape;1493;p50"/>
          <p:cNvSpPr txBox="1">
            <a:spLocks noGrp="1"/>
          </p:cNvSpPr>
          <p:nvPr>
            <p:ph type="title"/>
          </p:nvPr>
        </p:nvSpPr>
        <p:spPr>
          <a:xfrm>
            <a:off x="1655550" y="1538952"/>
            <a:ext cx="5832900" cy="114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a:t>4 982</a:t>
            </a:r>
            <a:endParaRPr dirty="0"/>
          </a:p>
        </p:txBody>
      </p:sp>
      <p:sp>
        <p:nvSpPr>
          <p:cNvPr id="1494" name="Google Shape;1494;p50"/>
          <p:cNvSpPr txBox="1">
            <a:spLocks noGrp="1"/>
          </p:cNvSpPr>
          <p:nvPr>
            <p:ph type="subTitle" idx="1"/>
          </p:nvPr>
        </p:nvSpPr>
        <p:spPr>
          <a:xfrm>
            <a:off x="2863200" y="3131077"/>
            <a:ext cx="3417600" cy="633600"/>
          </a:xfrm>
          <a:prstGeom prst="rect">
            <a:avLst/>
          </a:prstGeom>
        </p:spPr>
        <p:txBody>
          <a:bodyPr spcFirstLastPara="1" wrap="square" lIns="91425" tIns="91425" rIns="91425" bIns="91425" anchor="t" anchorCtr="0">
            <a:noAutofit/>
          </a:bodyPr>
          <a:lstStyle/>
          <a:p>
            <a:pPr marL="0" lvl="0" indent="0"/>
            <a:r>
              <a:rPr lang="pl-PL" dirty="0" err="1"/>
              <a:t>Various</a:t>
            </a:r>
            <a:r>
              <a:rPr lang="pl-PL" dirty="0"/>
              <a:t> </a:t>
            </a:r>
            <a:r>
              <a:rPr lang="en-US" dirty="0"/>
              <a:t>reports of bigfoot and sasquatch sightings</a:t>
            </a:r>
            <a:endParaRPr dirty="0"/>
          </a:p>
        </p:txBody>
      </p:sp>
      <p:grpSp>
        <p:nvGrpSpPr>
          <p:cNvPr id="1495" name="Google Shape;1495;p50"/>
          <p:cNvGrpSpPr/>
          <p:nvPr/>
        </p:nvGrpSpPr>
        <p:grpSpPr>
          <a:xfrm flipH="1">
            <a:off x="-386648" y="1389407"/>
            <a:ext cx="2688530" cy="3410596"/>
            <a:chOff x="-705675" y="1389407"/>
            <a:chExt cx="2688530" cy="3410596"/>
          </a:xfrm>
        </p:grpSpPr>
        <p:sp>
          <p:nvSpPr>
            <p:cNvPr id="1496" name="Google Shape;1496;p50"/>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0"/>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0"/>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0"/>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0"/>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0"/>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0"/>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0"/>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0"/>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0"/>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0"/>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0"/>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0"/>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0"/>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0"/>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0"/>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0"/>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 name="Google Shape;1513;p50"/>
          <p:cNvGrpSpPr/>
          <p:nvPr/>
        </p:nvGrpSpPr>
        <p:grpSpPr>
          <a:xfrm>
            <a:off x="6721689" y="1350800"/>
            <a:ext cx="2327978" cy="3502413"/>
            <a:chOff x="7256414" y="1350800"/>
            <a:chExt cx="2327978" cy="3502413"/>
          </a:xfrm>
        </p:grpSpPr>
        <p:sp>
          <p:nvSpPr>
            <p:cNvPr id="1514" name="Google Shape;1514;p50"/>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0"/>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0"/>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0"/>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0"/>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0"/>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0"/>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0"/>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0"/>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0"/>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0"/>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0"/>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0"/>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0"/>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0"/>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0"/>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0"/>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9">
          <a:extLst>
            <a:ext uri="{FF2B5EF4-FFF2-40B4-BE49-F238E27FC236}">
              <a16:creationId xmlns:a16="http://schemas.microsoft.com/office/drawing/2014/main" id="{A2428594-FF65-B603-F594-4F4F511C8829}"/>
            </a:ext>
          </a:extLst>
        </p:cNvPr>
        <p:cNvGrpSpPr/>
        <p:nvPr/>
      </p:nvGrpSpPr>
      <p:grpSpPr>
        <a:xfrm>
          <a:off x="0" y="0"/>
          <a:ext cx="0" cy="0"/>
          <a:chOff x="0" y="0"/>
          <a:chExt cx="0" cy="0"/>
        </a:xfrm>
      </p:grpSpPr>
      <p:sp>
        <p:nvSpPr>
          <p:cNvPr id="940" name="Google Shape;940;p38">
            <a:extLst>
              <a:ext uri="{FF2B5EF4-FFF2-40B4-BE49-F238E27FC236}">
                <a16:creationId xmlns:a16="http://schemas.microsoft.com/office/drawing/2014/main" id="{0132F546-EF43-2432-25C3-4DF5A755F439}"/>
              </a:ext>
            </a:extLst>
          </p:cNvPr>
          <p:cNvSpPr/>
          <p:nvPr/>
        </p:nvSpPr>
        <p:spPr>
          <a:xfrm>
            <a:off x="870275" y="3217250"/>
            <a:ext cx="2247575" cy="152137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a:extLst>
              <a:ext uri="{FF2B5EF4-FFF2-40B4-BE49-F238E27FC236}">
                <a16:creationId xmlns:a16="http://schemas.microsoft.com/office/drawing/2014/main" id="{02176186-7C72-2B8E-D0CE-F998693F969F}"/>
              </a:ext>
            </a:extLst>
          </p:cNvPr>
          <p:cNvSpPr/>
          <p:nvPr/>
        </p:nvSpPr>
        <p:spPr>
          <a:xfrm flipH="1">
            <a:off x="3448236" y="3217250"/>
            <a:ext cx="2247575" cy="152137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a:extLst>
              <a:ext uri="{FF2B5EF4-FFF2-40B4-BE49-F238E27FC236}">
                <a16:creationId xmlns:a16="http://schemas.microsoft.com/office/drawing/2014/main" id="{3C053065-9268-50DE-F63D-FD4A29F8CAE9}"/>
              </a:ext>
            </a:extLst>
          </p:cNvPr>
          <p:cNvSpPr/>
          <p:nvPr/>
        </p:nvSpPr>
        <p:spPr>
          <a:xfrm flipH="1">
            <a:off x="6026274" y="3217250"/>
            <a:ext cx="2247575" cy="152137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a:extLst>
              <a:ext uri="{FF2B5EF4-FFF2-40B4-BE49-F238E27FC236}">
                <a16:creationId xmlns:a16="http://schemas.microsoft.com/office/drawing/2014/main" id="{29CD6C83-2C4A-7D42-4FA7-B6711DEC1A6F}"/>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a:extLst>
              <a:ext uri="{FF2B5EF4-FFF2-40B4-BE49-F238E27FC236}">
                <a16:creationId xmlns:a16="http://schemas.microsoft.com/office/drawing/2014/main" id="{81E295B2-3B10-68FA-FB0C-28B938468CBB}"/>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sz="3100" dirty="0" err="1"/>
              <a:t>Introduction</a:t>
            </a:r>
            <a:r>
              <a:rPr lang="pl-PL" sz="3100" dirty="0"/>
              <a:t> - </a:t>
            </a:r>
            <a:r>
              <a:rPr lang="pl-PL" sz="3100" dirty="0" err="1"/>
              <a:t>Research</a:t>
            </a:r>
            <a:r>
              <a:rPr lang="pl-PL" sz="3100" dirty="0"/>
              <a:t> </a:t>
            </a:r>
            <a:r>
              <a:rPr lang="pl-PL" sz="3100" dirty="0" err="1"/>
              <a:t>Questions</a:t>
            </a:r>
            <a:endParaRPr sz="3100" dirty="0"/>
          </a:p>
        </p:txBody>
      </p:sp>
      <p:sp>
        <p:nvSpPr>
          <p:cNvPr id="947" name="Google Shape;947;p38">
            <a:extLst>
              <a:ext uri="{FF2B5EF4-FFF2-40B4-BE49-F238E27FC236}">
                <a16:creationId xmlns:a16="http://schemas.microsoft.com/office/drawing/2014/main" id="{F51B2A68-BC38-DA2E-4892-434C1B61D099}"/>
              </a:ext>
            </a:extLst>
          </p:cNvPr>
          <p:cNvSpPr txBox="1">
            <a:spLocks noGrp="1"/>
          </p:cNvSpPr>
          <p:nvPr>
            <p:ph type="subTitle" idx="3"/>
          </p:nvPr>
        </p:nvSpPr>
        <p:spPr>
          <a:xfrm>
            <a:off x="909500" y="3288625"/>
            <a:ext cx="2131800" cy="14098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800" dirty="0"/>
              <a:t>Can we identify latent narrative themes (e.g., visual vs. auditory encounters)?</a:t>
            </a:r>
            <a:endParaRPr sz="1800" dirty="0"/>
          </a:p>
        </p:txBody>
      </p:sp>
      <p:sp>
        <p:nvSpPr>
          <p:cNvPr id="948" name="Google Shape;948;p38">
            <a:extLst>
              <a:ext uri="{FF2B5EF4-FFF2-40B4-BE49-F238E27FC236}">
                <a16:creationId xmlns:a16="http://schemas.microsoft.com/office/drawing/2014/main" id="{870D0488-5317-D90D-373C-DAA2FC576FE9}"/>
              </a:ext>
            </a:extLst>
          </p:cNvPr>
          <p:cNvSpPr txBox="1">
            <a:spLocks noGrp="1"/>
          </p:cNvSpPr>
          <p:nvPr>
            <p:ph type="subTitle" idx="4"/>
          </p:nvPr>
        </p:nvSpPr>
        <p:spPr>
          <a:xfrm>
            <a:off x="3506125" y="3288625"/>
            <a:ext cx="2131800" cy="1450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800" dirty="0"/>
              <a:t>Can we distinguish environmental contexts (e.g., roadside vs. deep wilderness)?</a:t>
            </a:r>
            <a:endParaRPr sz="1800" dirty="0"/>
          </a:p>
        </p:txBody>
      </p:sp>
      <p:sp>
        <p:nvSpPr>
          <p:cNvPr id="950" name="Google Shape;950;p38">
            <a:extLst>
              <a:ext uri="{FF2B5EF4-FFF2-40B4-BE49-F238E27FC236}">
                <a16:creationId xmlns:a16="http://schemas.microsoft.com/office/drawing/2014/main" id="{C3C47480-18AB-B21E-3D3C-5D745FE7C79E}"/>
              </a:ext>
            </a:extLst>
          </p:cNvPr>
          <p:cNvSpPr txBox="1">
            <a:spLocks noGrp="1"/>
          </p:cNvSpPr>
          <p:nvPr>
            <p:ph type="subTitle" idx="6"/>
          </p:nvPr>
        </p:nvSpPr>
        <p:spPr>
          <a:xfrm>
            <a:off x="6102750" y="3096722"/>
            <a:ext cx="2131800" cy="179248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750" dirty="0"/>
              <a:t>Are there geospatial correlations between states and specific sighting types?</a:t>
            </a:r>
            <a:endParaRPr sz="1750" dirty="0"/>
          </a:p>
        </p:txBody>
      </p:sp>
      <p:sp>
        <p:nvSpPr>
          <p:cNvPr id="951" name="Google Shape;951;p38">
            <a:extLst>
              <a:ext uri="{FF2B5EF4-FFF2-40B4-BE49-F238E27FC236}">
                <a16:creationId xmlns:a16="http://schemas.microsoft.com/office/drawing/2014/main" id="{06638353-7D09-DDAE-5B6F-D4578A8ACCCC}"/>
              </a:ext>
            </a:extLst>
          </p:cNvPr>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a:extLst>
              <a:ext uri="{FF2B5EF4-FFF2-40B4-BE49-F238E27FC236}">
                <a16:creationId xmlns:a16="http://schemas.microsoft.com/office/drawing/2014/main" id="{EFA452C2-46A6-9F48-92FC-9F04EE23DB86}"/>
              </a:ext>
            </a:extLst>
          </p:cNvPr>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a:extLst>
              <a:ext uri="{FF2B5EF4-FFF2-40B4-BE49-F238E27FC236}">
                <a16:creationId xmlns:a16="http://schemas.microsoft.com/office/drawing/2014/main" id="{E452498E-8E58-6351-A734-979731F4296A}"/>
              </a:ext>
            </a:extLst>
          </p:cNvPr>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a:extLst>
              <a:ext uri="{FF2B5EF4-FFF2-40B4-BE49-F238E27FC236}">
                <a16:creationId xmlns:a16="http://schemas.microsoft.com/office/drawing/2014/main" id="{4C51412E-29E1-0CB9-FCA1-DD6830C848B9}"/>
              </a:ext>
            </a:extLst>
          </p:cNvPr>
          <p:cNvGrpSpPr/>
          <p:nvPr/>
        </p:nvGrpSpPr>
        <p:grpSpPr>
          <a:xfrm>
            <a:off x="1758423" y="2173165"/>
            <a:ext cx="471282" cy="492960"/>
            <a:chOff x="6080691" y="2067722"/>
            <a:chExt cx="375823" cy="393110"/>
          </a:xfrm>
        </p:grpSpPr>
        <p:sp>
          <p:nvSpPr>
            <p:cNvPr id="955" name="Google Shape;955;p38">
              <a:extLst>
                <a:ext uri="{FF2B5EF4-FFF2-40B4-BE49-F238E27FC236}">
                  <a16:creationId xmlns:a16="http://schemas.microsoft.com/office/drawing/2014/main" id="{D819BFE8-5157-5942-DE32-DCAF2A484BA1}"/>
                </a:ext>
              </a:extLst>
            </p:cNvPr>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a:extLst>
                <a:ext uri="{FF2B5EF4-FFF2-40B4-BE49-F238E27FC236}">
                  <a16:creationId xmlns:a16="http://schemas.microsoft.com/office/drawing/2014/main" id="{F6993F6C-2EDE-6FA3-687B-B05720B36FAD}"/>
                </a:ext>
              </a:extLst>
            </p:cNvPr>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a:extLst>
                <a:ext uri="{FF2B5EF4-FFF2-40B4-BE49-F238E27FC236}">
                  <a16:creationId xmlns:a16="http://schemas.microsoft.com/office/drawing/2014/main" id="{B3E41202-B1A9-B9B0-4040-1E412150601D}"/>
                </a:ext>
              </a:extLst>
            </p:cNvPr>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a:extLst>
                <a:ext uri="{FF2B5EF4-FFF2-40B4-BE49-F238E27FC236}">
                  <a16:creationId xmlns:a16="http://schemas.microsoft.com/office/drawing/2014/main" id="{2D94B464-441B-800D-2D96-EC8D925E42D2}"/>
                </a:ext>
              </a:extLst>
            </p:cNvPr>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a:extLst>
                <a:ext uri="{FF2B5EF4-FFF2-40B4-BE49-F238E27FC236}">
                  <a16:creationId xmlns:a16="http://schemas.microsoft.com/office/drawing/2014/main" id="{BE66B9CE-451A-12F8-675B-4EFE051F852B}"/>
                </a:ext>
              </a:extLst>
            </p:cNvPr>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a:extLst>
              <a:ext uri="{FF2B5EF4-FFF2-40B4-BE49-F238E27FC236}">
                <a16:creationId xmlns:a16="http://schemas.microsoft.com/office/drawing/2014/main" id="{11D802CF-A1D4-1CF4-2F5F-549C01133F95}"/>
              </a:ext>
            </a:extLst>
          </p:cNvPr>
          <p:cNvGrpSpPr/>
          <p:nvPr/>
        </p:nvGrpSpPr>
        <p:grpSpPr>
          <a:xfrm>
            <a:off x="6903189" y="2196715"/>
            <a:ext cx="493630" cy="492962"/>
            <a:chOff x="7430405" y="2067722"/>
            <a:chExt cx="393644" cy="393111"/>
          </a:xfrm>
        </p:grpSpPr>
        <p:sp>
          <p:nvSpPr>
            <p:cNvPr id="961" name="Google Shape;961;p38">
              <a:extLst>
                <a:ext uri="{FF2B5EF4-FFF2-40B4-BE49-F238E27FC236}">
                  <a16:creationId xmlns:a16="http://schemas.microsoft.com/office/drawing/2014/main" id="{E4A11ABF-DA3D-B0B6-72E3-11896085FF9B}"/>
                </a:ext>
              </a:extLst>
            </p:cNvPr>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a:extLst>
                <a:ext uri="{FF2B5EF4-FFF2-40B4-BE49-F238E27FC236}">
                  <a16:creationId xmlns:a16="http://schemas.microsoft.com/office/drawing/2014/main" id="{A10B2ED7-FD8B-07BE-1528-8D89DB26668E}"/>
                </a:ext>
              </a:extLst>
            </p:cNvPr>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a:extLst>
                <a:ext uri="{FF2B5EF4-FFF2-40B4-BE49-F238E27FC236}">
                  <a16:creationId xmlns:a16="http://schemas.microsoft.com/office/drawing/2014/main" id="{73E35A36-2AA2-9028-4E6A-DFCFEED48312}"/>
                </a:ext>
              </a:extLst>
            </p:cNvPr>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a:extLst>
                <a:ext uri="{FF2B5EF4-FFF2-40B4-BE49-F238E27FC236}">
                  <a16:creationId xmlns:a16="http://schemas.microsoft.com/office/drawing/2014/main" id="{971F83BF-09D7-BF73-3DAB-30FCAF90EEA9}"/>
                </a:ext>
              </a:extLst>
            </p:cNvPr>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a:extLst>
                <a:ext uri="{FF2B5EF4-FFF2-40B4-BE49-F238E27FC236}">
                  <a16:creationId xmlns:a16="http://schemas.microsoft.com/office/drawing/2014/main" id="{2FC1D869-40AC-A221-F419-E7EC173D170A}"/>
                </a:ext>
              </a:extLst>
            </p:cNvPr>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a:extLst>
                <a:ext uri="{FF2B5EF4-FFF2-40B4-BE49-F238E27FC236}">
                  <a16:creationId xmlns:a16="http://schemas.microsoft.com/office/drawing/2014/main" id="{0408E1D8-5CAE-02F4-4049-201D601B2595}"/>
                </a:ext>
              </a:extLst>
            </p:cNvPr>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a:extLst>
                <a:ext uri="{FF2B5EF4-FFF2-40B4-BE49-F238E27FC236}">
                  <a16:creationId xmlns:a16="http://schemas.microsoft.com/office/drawing/2014/main" id="{AAF1223A-324D-A5B1-A44A-6DF0B497E144}"/>
                </a:ext>
              </a:extLst>
            </p:cNvPr>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a:extLst>
                <a:ext uri="{FF2B5EF4-FFF2-40B4-BE49-F238E27FC236}">
                  <a16:creationId xmlns:a16="http://schemas.microsoft.com/office/drawing/2014/main" id="{0265EA13-1286-F63A-BCB2-60C517DDD7D0}"/>
                </a:ext>
              </a:extLst>
            </p:cNvPr>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a:extLst>
                <a:ext uri="{FF2B5EF4-FFF2-40B4-BE49-F238E27FC236}">
                  <a16:creationId xmlns:a16="http://schemas.microsoft.com/office/drawing/2014/main" id="{A4327D74-A749-AC62-B80D-F575BDB3C559}"/>
                </a:ext>
              </a:extLst>
            </p:cNvPr>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a:extLst>
                <a:ext uri="{FF2B5EF4-FFF2-40B4-BE49-F238E27FC236}">
                  <a16:creationId xmlns:a16="http://schemas.microsoft.com/office/drawing/2014/main" id="{A6494E38-6652-3160-0962-A33AF7852622}"/>
                </a:ext>
              </a:extLst>
            </p:cNvPr>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a:extLst>
                <a:ext uri="{FF2B5EF4-FFF2-40B4-BE49-F238E27FC236}">
                  <a16:creationId xmlns:a16="http://schemas.microsoft.com/office/drawing/2014/main" id="{0E36AFAC-4B05-D540-D35F-9AFD96D7003E}"/>
                </a:ext>
              </a:extLst>
            </p:cNvPr>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a:extLst>
              <a:ext uri="{FF2B5EF4-FFF2-40B4-BE49-F238E27FC236}">
                <a16:creationId xmlns:a16="http://schemas.microsoft.com/office/drawing/2014/main" id="{78DB6815-81E1-D663-A93F-317AEAB2B0FD}"/>
              </a:ext>
            </a:extLst>
          </p:cNvPr>
          <p:cNvGrpSpPr/>
          <p:nvPr/>
        </p:nvGrpSpPr>
        <p:grpSpPr>
          <a:xfrm>
            <a:off x="4325214" y="2196738"/>
            <a:ext cx="493622" cy="492915"/>
            <a:chOff x="7430405" y="4209866"/>
            <a:chExt cx="393638" cy="393074"/>
          </a:xfrm>
        </p:grpSpPr>
        <p:sp>
          <p:nvSpPr>
            <p:cNvPr id="973" name="Google Shape;973;p38">
              <a:extLst>
                <a:ext uri="{FF2B5EF4-FFF2-40B4-BE49-F238E27FC236}">
                  <a16:creationId xmlns:a16="http://schemas.microsoft.com/office/drawing/2014/main" id="{9EBD14F0-D849-1ECD-7811-6847F826336D}"/>
                </a:ext>
              </a:extLst>
            </p:cNvPr>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a:extLst>
                <a:ext uri="{FF2B5EF4-FFF2-40B4-BE49-F238E27FC236}">
                  <a16:creationId xmlns:a16="http://schemas.microsoft.com/office/drawing/2014/main" id="{4C3329ED-5CE7-260B-BF96-419F38B1258A}"/>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a:extLst>
                <a:ext uri="{FF2B5EF4-FFF2-40B4-BE49-F238E27FC236}">
                  <a16:creationId xmlns:a16="http://schemas.microsoft.com/office/drawing/2014/main" id="{0F83B758-69A5-0E90-2DB0-6B85C5FA4375}"/>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a:extLst>
                <a:ext uri="{FF2B5EF4-FFF2-40B4-BE49-F238E27FC236}">
                  <a16:creationId xmlns:a16="http://schemas.microsoft.com/office/drawing/2014/main" id="{445DD3DA-20DD-23D2-D1BB-AE6ACC871F25}"/>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a:extLst>
                <a:ext uri="{FF2B5EF4-FFF2-40B4-BE49-F238E27FC236}">
                  <a16:creationId xmlns:a16="http://schemas.microsoft.com/office/drawing/2014/main" id="{049F8D95-A5A7-039D-8A0A-117C46C4AAF2}"/>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a:extLst>
                <a:ext uri="{FF2B5EF4-FFF2-40B4-BE49-F238E27FC236}">
                  <a16:creationId xmlns:a16="http://schemas.microsoft.com/office/drawing/2014/main" id="{8CEDA0F3-006F-874B-18B2-8350A47F901A}"/>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a:extLst>
                <a:ext uri="{FF2B5EF4-FFF2-40B4-BE49-F238E27FC236}">
                  <a16:creationId xmlns:a16="http://schemas.microsoft.com/office/drawing/2014/main" id="{FE01E33E-62FC-5931-F991-F968FC7AFA94}"/>
                </a:ext>
              </a:extLst>
            </p:cNvPr>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a:extLst>
                <a:ext uri="{FF2B5EF4-FFF2-40B4-BE49-F238E27FC236}">
                  <a16:creationId xmlns:a16="http://schemas.microsoft.com/office/drawing/2014/main" id="{F8ECED26-73A8-F69B-20E4-23176ACEBE22}"/>
                </a:ext>
              </a:extLst>
            </p:cNvPr>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a:extLst>
                <a:ext uri="{FF2B5EF4-FFF2-40B4-BE49-F238E27FC236}">
                  <a16:creationId xmlns:a16="http://schemas.microsoft.com/office/drawing/2014/main" id="{18F450F1-942B-932C-0A25-E7683E8407AF}"/>
                </a:ext>
              </a:extLst>
            </p:cNvPr>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a:extLst>
                <a:ext uri="{FF2B5EF4-FFF2-40B4-BE49-F238E27FC236}">
                  <a16:creationId xmlns:a16="http://schemas.microsoft.com/office/drawing/2014/main" id="{AB0A03A6-A9ED-49D6-51BF-9D535B207E01}"/>
                </a:ext>
              </a:extLst>
            </p:cNvPr>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a:extLst>
                <a:ext uri="{FF2B5EF4-FFF2-40B4-BE49-F238E27FC236}">
                  <a16:creationId xmlns:a16="http://schemas.microsoft.com/office/drawing/2014/main" id="{39DCDF79-D364-BAE6-C8A6-73B7BB7C87FB}"/>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a:extLst>
                <a:ext uri="{FF2B5EF4-FFF2-40B4-BE49-F238E27FC236}">
                  <a16:creationId xmlns:a16="http://schemas.microsoft.com/office/drawing/2014/main" id="{110D0328-1929-3649-2835-9FEE4F5DD4BF}"/>
                </a:ext>
              </a:extLst>
            </p:cNvPr>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a:extLst>
                <a:ext uri="{FF2B5EF4-FFF2-40B4-BE49-F238E27FC236}">
                  <a16:creationId xmlns:a16="http://schemas.microsoft.com/office/drawing/2014/main" id="{089B8D41-8F29-4B99-ECDA-627933B1AD7B}"/>
                </a:ext>
              </a:extLst>
            </p:cNvPr>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a:extLst>
                <a:ext uri="{FF2B5EF4-FFF2-40B4-BE49-F238E27FC236}">
                  <a16:creationId xmlns:a16="http://schemas.microsoft.com/office/drawing/2014/main" id="{C7596EF3-A45C-2C9B-46F3-A9479D89EF2E}"/>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a:extLst>
                <a:ext uri="{FF2B5EF4-FFF2-40B4-BE49-F238E27FC236}">
                  <a16:creationId xmlns:a16="http://schemas.microsoft.com/office/drawing/2014/main" id="{2A4008EB-6955-2146-F58E-8CAB8738B125}"/>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267669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7">
          <a:extLst>
            <a:ext uri="{FF2B5EF4-FFF2-40B4-BE49-F238E27FC236}">
              <a16:creationId xmlns:a16="http://schemas.microsoft.com/office/drawing/2014/main" id="{1E9BA9B0-385B-3D84-ADB1-78721240FD0D}"/>
            </a:ext>
          </a:extLst>
        </p:cNvPr>
        <p:cNvGrpSpPr/>
        <p:nvPr/>
      </p:nvGrpSpPr>
      <p:grpSpPr>
        <a:xfrm>
          <a:off x="0" y="0"/>
          <a:ext cx="0" cy="0"/>
          <a:chOff x="0" y="0"/>
          <a:chExt cx="0" cy="0"/>
        </a:xfrm>
      </p:grpSpPr>
      <p:sp>
        <p:nvSpPr>
          <p:cNvPr id="1028" name="Google Shape;1028;p42">
            <a:extLst>
              <a:ext uri="{FF2B5EF4-FFF2-40B4-BE49-F238E27FC236}">
                <a16:creationId xmlns:a16="http://schemas.microsoft.com/office/drawing/2014/main" id="{63AA26A0-5416-02A6-2A39-90CBFB813747}"/>
              </a:ext>
            </a:extLst>
          </p:cNvPr>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a:extLst>
              <a:ext uri="{FF2B5EF4-FFF2-40B4-BE49-F238E27FC236}">
                <a16:creationId xmlns:a16="http://schemas.microsoft.com/office/drawing/2014/main" id="{F3594302-90C9-9FE3-C9BE-CFFC8B50AAD5}"/>
              </a:ext>
            </a:extLst>
          </p:cNvPr>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Technicals</a:t>
            </a:r>
            <a:endParaRPr dirty="0"/>
          </a:p>
        </p:txBody>
      </p:sp>
      <p:sp>
        <p:nvSpPr>
          <p:cNvPr id="1030" name="Google Shape;1030;p42">
            <a:extLst>
              <a:ext uri="{FF2B5EF4-FFF2-40B4-BE49-F238E27FC236}">
                <a16:creationId xmlns:a16="http://schemas.microsoft.com/office/drawing/2014/main" id="{F24F6510-37AD-4C69-737C-28349D2EBF67}"/>
              </a:ext>
            </a:extLst>
          </p:cNvPr>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1031" name="Google Shape;1031;p42">
            <a:extLst>
              <a:ext uri="{FF2B5EF4-FFF2-40B4-BE49-F238E27FC236}">
                <a16:creationId xmlns:a16="http://schemas.microsoft.com/office/drawing/2014/main" id="{7058162E-D70D-D80B-B554-73A7AD50BA67}"/>
              </a:ext>
            </a:extLst>
          </p:cNvPr>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a:t>The "How"</a:t>
            </a:r>
            <a:endParaRPr dirty="0"/>
          </a:p>
        </p:txBody>
      </p:sp>
      <p:grpSp>
        <p:nvGrpSpPr>
          <p:cNvPr id="1032" name="Google Shape;1032;p42">
            <a:extLst>
              <a:ext uri="{FF2B5EF4-FFF2-40B4-BE49-F238E27FC236}">
                <a16:creationId xmlns:a16="http://schemas.microsoft.com/office/drawing/2014/main" id="{056A385A-FFB1-B80F-1B45-6A162C99E7FE}"/>
              </a:ext>
            </a:extLst>
          </p:cNvPr>
          <p:cNvGrpSpPr/>
          <p:nvPr/>
        </p:nvGrpSpPr>
        <p:grpSpPr>
          <a:xfrm>
            <a:off x="1338593" y="1678171"/>
            <a:ext cx="2926862" cy="3410599"/>
            <a:chOff x="6185050" y="3191500"/>
            <a:chExt cx="682650" cy="795475"/>
          </a:xfrm>
        </p:grpSpPr>
        <p:sp>
          <p:nvSpPr>
            <p:cNvPr id="1033" name="Google Shape;1033;p42">
              <a:extLst>
                <a:ext uri="{FF2B5EF4-FFF2-40B4-BE49-F238E27FC236}">
                  <a16:creationId xmlns:a16="http://schemas.microsoft.com/office/drawing/2014/main" id="{56C94FD8-9FFD-D012-3CEF-794D8960AAB3}"/>
                </a:ext>
              </a:extLst>
            </p:cNvPr>
            <p:cNvSpPr/>
            <p:nvPr/>
          </p:nvSpPr>
          <p:spPr>
            <a:xfrm>
              <a:off x="6688100" y="3402525"/>
              <a:ext cx="105175" cy="211475"/>
            </a:xfrm>
            <a:custGeom>
              <a:avLst/>
              <a:gdLst/>
              <a:ahLst/>
              <a:cxnLst/>
              <a:rect l="l" t="t" r="r" b="b"/>
              <a:pathLst>
                <a:path w="4207" h="8459" extrusionOk="0">
                  <a:moveTo>
                    <a:pt x="736" y="1"/>
                  </a:moveTo>
                  <a:cubicBezTo>
                    <a:pt x="1" y="1"/>
                    <a:pt x="554" y="3047"/>
                    <a:pt x="585" y="3427"/>
                  </a:cubicBezTo>
                  <a:cubicBezTo>
                    <a:pt x="629" y="4138"/>
                    <a:pt x="563" y="4849"/>
                    <a:pt x="607" y="5560"/>
                  </a:cubicBezTo>
                  <a:cubicBezTo>
                    <a:pt x="629" y="5871"/>
                    <a:pt x="674" y="6182"/>
                    <a:pt x="796" y="6470"/>
                  </a:cubicBezTo>
                  <a:cubicBezTo>
                    <a:pt x="985" y="6882"/>
                    <a:pt x="1330" y="7193"/>
                    <a:pt x="1685" y="7470"/>
                  </a:cubicBezTo>
                  <a:cubicBezTo>
                    <a:pt x="2196" y="7848"/>
                    <a:pt x="2752" y="8171"/>
                    <a:pt x="3340" y="8415"/>
                  </a:cubicBezTo>
                  <a:cubicBezTo>
                    <a:pt x="3384" y="8437"/>
                    <a:pt x="3437" y="8458"/>
                    <a:pt x="3487" y="8458"/>
                  </a:cubicBezTo>
                  <a:cubicBezTo>
                    <a:pt x="3514" y="8458"/>
                    <a:pt x="3539" y="8452"/>
                    <a:pt x="3562" y="8437"/>
                  </a:cubicBezTo>
                  <a:cubicBezTo>
                    <a:pt x="3607" y="8415"/>
                    <a:pt x="3640" y="8370"/>
                    <a:pt x="3663" y="8315"/>
                  </a:cubicBezTo>
                  <a:cubicBezTo>
                    <a:pt x="4029" y="7581"/>
                    <a:pt x="4206" y="6693"/>
                    <a:pt x="3863" y="5949"/>
                  </a:cubicBezTo>
                  <a:cubicBezTo>
                    <a:pt x="3673" y="5549"/>
                    <a:pt x="3352" y="5226"/>
                    <a:pt x="3096" y="4871"/>
                  </a:cubicBezTo>
                  <a:cubicBezTo>
                    <a:pt x="2707" y="4338"/>
                    <a:pt x="2473" y="3715"/>
                    <a:pt x="2263" y="3093"/>
                  </a:cubicBezTo>
                  <a:cubicBezTo>
                    <a:pt x="2074" y="2549"/>
                    <a:pt x="1918" y="1982"/>
                    <a:pt x="1696" y="1449"/>
                  </a:cubicBezTo>
                  <a:cubicBezTo>
                    <a:pt x="1563" y="1105"/>
                    <a:pt x="1241" y="172"/>
                    <a:pt x="863" y="27"/>
                  </a:cubicBezTo>
                  <a:cubicBezTo>
                    <a:pt x="817" y="9"/>
                    <a:pt x="774"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42">
              <a:extLst>
                <a:ext uri="{FF2B5EF4-FFF2-40B4-BE49-F238E27FC236}">
                  <a16:creationId xmlns:a16="http://schemas.microsoft.com/office/drawing/2014/main" id="{BDDD2A04-D3E4-1037-28F8-8B461C05AF6A}"/>
                </a:ext>
              </a:extLst>
            </p:cNvPr>
            <p:cNvSpPr/>
            <p:nvPr/>
          </p:nvSpPr>
          <p:spPr>
            <a:xfrm>
              <a:off x="6699125" y="3841050"/>
              <a:ext cx="168575" cy="95825"/>
            </a:xfrm>
            <a:custGeom>
              <a:avLst/>
              <a:gdLst/>
              <a:ahLst/>
              <a:cxnLst/>
              <a:rect l="l" t="t" r="r" b="b"/>
              <a:pathLst>
                <a:path w="6743" h="3833" extrusionOk="0">
                  <a:moveTo>
                    <a:pt x="145" y="1"/>
                  </a:moveTo>
                  <a:cubicBezTo>
                    <a:pt x="88" y="1"/>
                    <a:pt x="38" y="5"/>
                    <a:pt x="0" y="16"/>
                  </a:cubicBezTo>
                  <a:cubicBezTo>
                    <a:pt x="211" y="894"/>
                    <a:pt x="555" y="2360"/>
                    <a:pt x="766" y="3227"/>
                  </a:cubicBezTo>
                  <a:cubicBezTo>
                    <a:pt x="800" y="3393"/>
                    <a:pt x="844" y="3560"/>
                    <a:pt x="966" y="3682"/>
                  </a:cubicBezTo>
                  <a:cubicBezTo>
                    <a:pt x="1079" y="3795"/>
                    <a:pt x="1232" y="3833"/>
                    <a:pt x="1391" y="3833"/>
                  </a:cubicBezTo>
                  <a:cubicBezTo>
                    <a:pt x="1498" y="3833"/>
                    <a:pt x="1608" y="3816"/>
                    <a:pt x="1711" y="3793"/>
                  </a:cubicBezTo>
                  <a:cubicBezTo>
                    <a:pt x="2266" y="3682"/>
                    <a:pt x="2799" y="3482"/>
                    <a:pt x="3288" y="3193"/>
                  </a:cubicBezTo>
                  <a:cubicBezTo>
                    <a:pt x="3621" y="2993"/>
                    <a:pt x="3943" y="2760"/>
                    <a:pt x="4310" y="2627"/>
                  </a:cubicBezTo>
                  <a:cubicBezTo>
                    <a:pt x="4460" y="2577"/>
                    <a:pt x="4621" y="2547"/>
                    <a:pt x="4779" y="2547"/>
                  </a:cubicBezTo>
                  <a:cubicBezTo>
                    <a:pt x="5007" y="2547"/>
                    <a:pt x="5228" y="2609"/>
                    <a:pt x="5399" y="2760"/>
                  </a:cubicBezTo>
                  <a:cubicBezTo>
                    <a:pt x="5498" y="2838"/>
                    <a:pt x="5587" y="2960"/>
                    <a:pt x="5698" y="3015"/>
                  </a:cubicBezTo>
                  <a:cubicBezTo>
                    <a:pt x="5739" y="3040"/>
                    <a:pt x="5789" y="3052"/>
                    <a:pt x="5838" y="3052"/>
                  </a:cubicBezTo>
                  <a:cubicBezTo>
                    <a:pt x="5924" y="3052"/>
                    <a:pt x="6008" y="3015"/>
                    <a:pt x="6043" y="2938"/>
                  </a:cubicBezTo>
                  <a:cubicBezTo>
                    <a:pt x="6088" y="2838"/>
                    <a:pt x="6043" y="2727"/>
                    <a:pt x="5987" y="2638"/>
                  </a:cubicBezTo>
                  <a:cubicBezTo>
                    <a:pt x="5809" y="2327"/>
                    <a:pt x="5554" y="2072"/>
                    <a:pt x="5243" y="1894"/>
                  </a:cubicBezTo>
                  <a:lnTo>
                    <a:pt x="5243" y="1894"/>
                  </a:lnTo>
                  <a:cubicBezTo>
                    <a:pt x="5565" y="2060"/>
                    <a:pt x="5888" y="2227"/>
                    <a:pt x="6199" y="2393"/>
                  </a:cubicBezTo>
                  <a:cubicBezTo>
                    <a:pt x="6240" y="2414"/>
                    <a:pt x="6289" y="2434"/>
                    <a:pt x="6331" y="2434"/>
                  </a:cubicBezTo>
                  <a:cubicBezTo>
                    <a:pt x="6358" y="2434"/>
                    <a:pt x="6381" y="2426"/>
                    <a:pt x="6399" y="2405"/>
                  </a:cubicBezTo>
                  <a:cubicBezTo>
                    <a:pt x="6432" y="2360"/>
                    <a:pt x="6421" y="2294"/>
                    <a:pt x="6409" y="2249"/>
                  </a:cubicBezTo>
                  <a:cubicBezTo>
                    <a:pt x="6298" y="1905"/>
                    <a:pt x="6043" y="1627"/>
                    <a:pt x="5721" y="1494"/>
                  </a:cubicBezTo>
                  <a:lnTo>
                    <a:pt x="5721" y="1494"/>
                  </a:lnTo>
                  <a:cubicBezTo>
                    <a:pt x="5977" y="1594"/>
                    <a:pt x="6243" y="1694"/>
                    <a:pt x="6510" y="1793"/>
                  </a:cubicBezTo>
                  <a:cubicBezTo>
                    <a:pt x="6533" y="1802"/>
                    <a:pt x="6557" y="1809"/>
                    <a:pt x="6580" y="1809"/>
                  </a:cubicBezTo>
                  <a:cubicBezTo>
                    <a:pt x="6590" y="1809"/>
                    <a:pt x="6600" y="1808"/>
                    <a:pt x="6609" y="1805"/>
                  </a:cubicBezTo>
                  <a:cubicBezTo>
                    <a:pt x="6720" y="1793"/>
                    <a:pt x="6743" y="1638"/>
                    <a:pt x="6720" y="1527"/>
                  </a:cubicBezTo>
                  <a:cubicBezTo>
                    <a:pt x="6609" y="1083"/>
                    <a:pt x="6199" y="805"/>
                    <a:pt x="5765" y="739"/>
                  </a:cubicBezTo>
                  <a:cubicBezTo>
                    <a:pt x="5687" y="728"/>
                    <a:pt x="5609" y="724"/>
                    <a:pt x="5530" y="724"/>
                  </a:cubicBezTo>
                  <a:cubicBezTo>
                    <a:pt x="5183" y="724"/>
                    <a:pt x="4832" y="814"/>
                    <a:pt x="4488" y="905"/>
                  </a:cubicBezTo>
                  <a:cubicBezTo>
                    <a:pt x="3799" y="1083"/>
                    <a:pt x="3121" y="1260"/>
                    <a:pt x="2432" y="1438"/>
                  </a:cubicBezTo>
                  <a:cubicBezTo>
                    <a:pt x="2334" y="1468"/>
                    <a:pt x="2224" y="1491"/>
                    <a:pt x="2121" y="1491"/>
                  </a:cubicBezTo>
                  <a:cubicBezTo>
                    <a:pt x="1992" y="1491"/>
                    <a:pt x="1874" y="1454"/>
                    <a:pt x="1800" y="1349"/>
                  </a:cubicBezTo>
                  <a:cubicBezTo>
                    <a:pt x="1744" y="1282"/>
                    <a:pt x="1733" y="1194"/>
                    <a:pt x="1711" y="1116"/>
                  </a:cubicBezTo>
                  <a:cubicBezTo>
                    <a:pt x="1644" y="783"/>
                    <a:pt x="1666" y="349"/>
                    <a:pt x="1366" y="260"/>
                  </a:cubicBezTo>
                  <a:cubicBezTo>
                    <a:pt x="1146" y="184"/>
                    <a:pt x="497" y="1"/>
                    <a:pt x="14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2">
              <a:extLst>
                <a:ext uri="{FF2B5EF4-FFF2-40B4-BE49-F238E27FC236}">
                  <a16:creationId xmlns:a16="http://schemas.microsoft.com/office/drawing/2014/main" id="{BFAB59AC-9EBF-44B5-9838-DDA1B77FED2A}"/>
                </a:ext>
              </a:extLst>
            </p:cNvPr>
            <p:cNvSpPr/>
            <p:nvPr/>
          </p:nvSpPr>
          <p:spPr>
            <a:xfrm>
              <a:off x="6742150" y="3869500"/>
              <a:ext cx="1700" cy="5025"/>
            </a:xfrm>
            <a:custGeom>
              <a:avLst/>
              <a:gdLst/>
              <a:ahLst/>
              <a:cxnLst/>
              <a:rect l="l" t="t" r="r" b="b"/>
              <a:pathLst>
                <a:path w="68" h="201" extrusionOk="0">
                  <a:moveTo>
                    <a:pt x="0" y="1"/>
                  </a:moveTo>
                  <a:cubicBezTo>
                    <a:pt x="12" y="67"/>
                    <a:pt x="23" y="145"/>
                    <a:pt x="67" y="200"/>
                  </a:cubicBezTo>
                  <a:cubicBezTo>
                    <a:pt x="34" y="145"/>
                    <a:pt x="12" y="67"/>
                    <a:pt x="0"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42">
              <a:extLst>
                <a:ext uri="{FF2B5EF4-FFF2-40B4-BE49-F238E27FC236}">
                  <a16:creationId xmlns:a16="http://schemas.microsoft.com/office/drawing/2014/main" id="{5EE79D5F-86C6-1D0C-F183-4C3B8C0BC40F}"/>
                </a:ext>
              </a:extLst>
            </p:cNvPr>
            <p:cNvSpPr/>
            <p:nvPr/>
          </p:nvSpPr>
          <p:spPr>
            <a:xfrm>
              <a:off x="6699125" y="3841175"/>
              <a:ext cx="44725" cy="36125"/>
            </a:xfrm>
            <a:custGeom>
              <a:avLst/>
              <a:gdLst/>
              <a:ahLst/>
              <a:cxnLst/>
              <a:rect l="l" t="t" r="r" b="b"/>
              <a:pathLst>
                <a:path w="1789" h="1445" extrusionOk="0">
                  <a:moveTo>
                    <a:pt x="144" y="0"/>
                  </a:moveTo>
                  <a:cubicBezTo>
                    <a:pt x="89" y="0"/>
                    <a:pt x="44" y="0"/>
                    <a:pt x="0" y="11"/>
                  </a:cubicBezTo>
                  <a:cubicBezTo>
                    <a:pt x="100" y="411"/>
                    <a:pt x="222" y="922"/>
                    <a:pt x="344" y="1445"/>
                  </a:cubicBezTo>
                  <a:cubicBezTo>
                    <a:pt x="411" y="1311"/>
                    <a:pt x="477" y="1166"/>
                    <a:pt x="544" y="1011"/>
                  </a:cubicBezTo>
                  <a:cubicBezTo>
                    <a:pt x="566" y="956"/>
                    <a:pt x="622" y="922"/>
                    <a:pt x="667" y="922"/>
                  </a:cubicBezTo>
                  <a:cubicBezTo>
                    <a:pt x="699" y="922"/>
                    <a:pt x="733" y="934"/>
                    <a:pt x="755" y="966"/>
                  </a:cubicBezTo>
                  <a:cubicBezTo>
                    <a:pt x="1010" y="1233"/>
                    <a:pt x="1266" y="1400"/>
                    <a:pt x="1511" y="1400"/>
                  </a:cubicBezTo>
                  <a:cubicBezTo>
                    <a:pt x="1600" y="1400"/>
                    <a:pt x="1699" y="1378"/>
                    <a:pt x="1788" y="1333"/>
                  </a:cubicBezTo>
                  <a:cubicBezTo>
                    <a:pt x="1744" y="1277"/>
                    <a:pt x="1733" y="1200"/>
                    <a:pt x="1721" y="1133"/>
                  </a:cubicBezTo>
                  <a:cubicBezTo>
                    <a:pt x="1721" y="1122"/>
                    <a:pt x="1711" y="1111"/>
                    <a:pt x="1711" y="1111"/>
                  </a:cubicBezTo>
                  <a:cubicBezTo>
                    <a:pt x="1655" y="833"/>
                    <a:pt x="1666" y="478"/>
                    <a:pt x="1489" y="322"/>
                  </a:cubicBezTo>
                  <a:cubicBezTo>
                    <a:pt x="1455" y="289"/>
                    <a:pt x="1410" y="267"/>
                    <a:pt x="1366" y="255"/>
                  </a:cubicBezTo>
                  <a:cubicBezTo>
                    <a:pt x="1155" y="178"/>
                    <a:pt x="499" y="0"/>
                    <a:pt x="144"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42">
              <a:extLst>
                <a:ext uri="{FF2B5EF4-FFF2-40B4-BE49-F238E27FC236}">
                  <a16:creationId xmlns:a16="http://schemas.microsoft.com/office/drawing/2014/main" id="{23DCD2A8-B29D-EA5B-5196-314846F61F7F}"/>
                </a:ext>
              </a:extLst>
            </p:cNvPr>
            <p:cNvSpPr/>
            <p:nvPr/>
          </p:nvSpPr>
          <p:spPr>
            <a:xfrm>
              <a:off x="6646050" y="3716175"/>
              <a:ext cx="125850" cy="149925"/>
            </a:xfrm>
            <a:custGeom>
              <a:avLst/>
              <a:gdLst/>
              <a:ahLst/>
              <a:cxnLst/>
              <a:rect l="l" t="t" r="r" b="b"/>
              <a:pathLst>
                <a:path w="5034" h="5997" extrusionOk="0">
                  <a:moveTo>
                    <a:pt x="3687" y="0"/>
                  </a:moveTo>
                  <a:cubicBezTo>
                    <a:pt x="3622" y="0"/>
                    <a:pt x="2221" y="1713"/>
                    <a:pt x="2123" y="1745"/>
                  </a:cubicBezTo>
                  <a:cubicBezTo>
                    <a:pt x="1845" y="1834"/>
                    <a:pt x="1600" y="1957"/>
                    <a:pt x="1301" y="1989"/>
                  </a:cubicBezTo>
                  <a:cubicBezTo>
                    <a:pt x="634" y="2078"/>
                    <a:pt x="168" y="2245"/>
                    <a:pt x="201" y="3045"/>
                  </a:cubicBezTo>
                  <a:cubicBezTo>
                    <a:pt x="212" y="3401"/>
                    <a:pt x="346" y="3745"/>
                    <a:pt x="467" y="4078"/>
                  </a:cubicBezTo>
                  <a:cubicBezTo>
                    <a:pt x="334" y="3967"/>
                    <a:pt x="168" y="3900"/>
                    <a:pt x="1" y="3890"/>
                  </a:cubicBezTo>
                  <a:lnTo>
                    <a:pt x="1" y="3890"/>
                  </a:lnTo>
                  <a:cubicBezTo>
                    <a:pt x="245" y="4312"/>
                    <a:pt x="556" y="4700"/>
                    <a:pt x="912" y="5045"/>
                  </a:cubicBezTo>
                  <a:cubicBezTo>
                    <a:pt x="712" y="4934"/>
                    <a:pt x="501" y="4856"/>
                    <a:pt x="279" y="4811"/>
                  </a:cubicBezTo>
                  <a:lnTo>
                    <a:pt x="279" y="4811"/>
                  </a:lnTo>
                  <a:cubicBezTo>
                    <a:pt x="490" y="5189"/>
                    <a:pt x="801" y="5522"/>
                    <a:pt x="1168" y="5756"/>
                  </a:cubicBezTo>
                  <a:cubicBezTo>
                    <a:pt x="1374" y="5890"/>
                    <a:pt x="1625" y="5996"/>
                    <a:pt x="1872" y="5996"/>
                  </a:cubicBezTo>
                  <a:cubicBezTo>
                    <a:pt x="1930" y="5996"/>
                    <a:pt x="1988" y="5991"/>
                    <a:pt x="2045" y="5978"/>
                  </a:cubicBezTo>
                  <a:cubicBezTo>
                    <a:pt x="2356" y="5922"/>
                    <a:pt x="2622" y="5611"/>
                    <a:pt x="2545" y="5311"/>
                  </a:cubicBezTo>
                  <a:lnTo>
                    <a:pt x="2545" y="5311"/>
                  </a:lnTo>
                  <a:cubicBezTo>
                    <a:pt x="2725" y="5466"/>
                    <a:pt x="2958" y="5561"/>
                    <a:pt x="3188" y="5561"/>
                  </a:cubicBezTo>
                  <a:cubicBezTo>
                    <a:pt x="3271" y="5561"/>
                    <a:pt x="3354" y="5549"/>
                    <a:pt x="3434" y="5522"/>
                  </a:cubicBezTo>
                  <a:cubicBezTo>
                    <a:pt x="3656" y="5445"/>
                    <a:pt x="3834" y="5223"/>
                    <a:pt x="3856" y="4989"/>
                  </a:cubicBezTo>
                  <a:cubicBezTo>
                    <a:pt x="3867" y="4912"/>
                    <a:pt x="3856" y="4833"/>
                    <a:pt x="3834" y="4767"/>
                  </a:cubicBezTo>
                  <a:lnTo>
                    <a:pt x="3834" y="4767"/>
                  </a:lnTo>
                  <a:cubicBezTo>
                    <a:pt x="3918" y="4905"/>
                    <a:pt x="4081" y="4984"/>
                    <a:pt x="4244" y="4984"/>
                  </a:cubicBezTo>
                  <a:cubicBezTo>
                    <a:pt x="4317" y="4984"/>
                    <a:pt x="4390" y="4968"/>
                    <a:pt x="4456" y="4934"/>
                  </a:cubicBezTo>
                  <a:cubicBezTo>
                    <a:pt x="5034" y="4633"/>
                    <a:pt x="4444" y="3756"/>
                    <a:pt x="4278" y="3379"/>
                  </a:cubicBezTo>
                  <a:cubicBezTo>
                    <a:pt x="4000" y="2723"/>
                    <a:pt x="3967" y="656"/>
                    <a:pt x="3689" y="1"/>
                  </a:cubicBezTo>
                  <a:cubicBezTo>
                    <a:pt x="3689" y="1"/>
                    <a:pt x="3688" y="0"/>
                    <a:pt x="3687"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42">
              <a:extLst>
                <a:ext uri="{FF2B5EF4-FFF2-40B4-BE49-F238E27FC236}">
                  <a16:creationId xmlns:a16="http://schemas.microsoft.com/office/drawing/2014/main" id="{26EB6ED0-E9DA-9A29-4D76-883085E67B7F}"/>
                </a:ext>
              </a:extLst>
            </p:cNvPr>
            <p:cNvSpPr/>
            <p:nvPr/>
          </p:nvSpPr>
          <p:spPr>
            <a:xfrm>
              <a:off x="6668575" y="3821725"/>
              <a:ext cx="62500" cy="36975"/>
            </a:xfrm>
            <a:custGeom>
              <a:avLst/>
              <a:gdLst/>
              <a:ahLst/>
              <a:cxnLst/>
              <a:rect l="l" t="t" r="r" b="b"/>
              <a:pathLst>
                <a:path w="2500" h="1479" extrusionOk="0">
                  <a:moveTo>
                    <a:pt x="1444" y="112"/>
                  </a:moveTo>
                  <a:cubicBezTo>
                    <a:pt x="1511" y="156"/>
                    <a:pt x="1555" y="234"/>
                    <a:pt x="1566" y="312"/>
                  </a:cubicBezTo>
                  <a:lnTo>
                    <a:pt x="1566" y="456"/>
                  </a:lnTo>
                  <a:cubicBezTo>
                    <a:pt x="1511" y="345"/>
                    <a:pt x="1477" y="234"/>
                    <a:pt x="1444" y="112"/>
                  </a:cubicBezTo>
                  <a:close/>
                  <a:moveTo>
                    <a:pt x="1355" y="1"/>
                  </a:moveTo>
                  <a:lnTo>
                    <a:pt x="1366" y="56"/>
                  </a:lnTo>
                  <a:cubicBezTo>
                    <a:pt x="1388" y="245"/>
                    <a:pt x="1455" y="423"/>
                    <a:pt x="1544" y="578"/>
                  </a:cubicBezTo>
                  <a:cubicBezTo>
                    <a:pt x="1544" y="601"/>
                    <a:pt x="1544" y="623"/>
                    <a:pt x="1533" y="645"/>
                  </a:cubicBezTo>
                  <a:cubicBezTo>
                    <a:pt x="1511" y="745"/>
                    <a:pt x="1489" y="856"/>
                    <a:pt x="1433" y="945"/>
                  </a:cubicBezTo>
                  <a:cubicBezTo>
                    <a:pt x="1394" y="1002"/>
                    <a:pt x="1314" y="1060"/>
                    <a:pt x="1236" y="1060"/>
                  </a:cubicBezTo>
                  <a:cubicBezTo>
                    <a:pt x="1224" y="1060"/>
                    <a:pt x="1212" y="1059"/>
                    <a:pt x="1200" y="1056"/>
                  </a:cubicBezTo>
                  <a:cubicBezTo>
                    <a:pt x="1155" y="1045"/>
                    <a:pt x="1122" y="1011"/>
                    <a:pt x="1089" y="978"/>
                  </a:cubicBezTo>
                  <a:cubicBezTo>
                    <a:pt x="1089" y="889"/>
                    <a:pt x="1055" y="811"/>
                    <a:pt x="1022" y="734"/>
                  </a:cubicBezTo>
                  <a:lnTo>
                    <a:pt x="922" y="578"/>
                  </a:lnTo>
                  <a:lnTo>
                    <a:pt x="944" y="756"/>
                  </a:lnTo>
                  <a:cubicBezTo>
                    <a:pt x="955" y="856"/>
                    <a:pt x="988" y="934"/>
                    <a:pt x="1022" y="1001"/>
                  </a:cubicBezTo>
                  <a:cubicBezTo>
                    <a:pt x="1022" y="1078"/>
                    <a:pt x="1010" y="1156"/>
                    <a:pt x="978" y="1223"/>
                  </a:cubicBezTo>
                  <a:cubicBezTo>
                    <a:pt x="924" y="1330"/>
                    <a:pt x="804" y="1402"/>
                    <a:pt x="696" y="1402"/>
                  </a:cubicBezTo>
                  <a:cubicBezTo>
                    <a:pt x="671" y="1402"/>
                    <a:pt x="646" y="1397"/>
                    <a:pt x="622" y="1389"/>
                  </a:cubicBezTo>
                  <a:cubicBezTo>
                    <a:pt x="499" y="1356"/>
                    <a:pt x="422" y="1223"/>
                    <a:pt x="366" y="1122"/>
                  </a:cubicBezTo>
                  <a:cubicBezTo>
                    <a:pt x="211" y="833"/>
                    <a:pt x="111" y="500"/>
                    <a:pt x="67" y="167"/>
                  </a:cubicBezTo>
                  <a:lnTo>
                    <a:pt x="0" y="167"/>
                  </a:lnTo>
                  <a:cubicBezTo>
                    <a:pt x="33" y="512"/>
                    <a:pt x="133" y="856"/>
                    <a:pt x="300" y="1156"/>
                  </a:cubicBezTo>
                  <a:cubicBezTo>
                    <a:pt x="356" y="1278"/>
                    <a:pt x="444" y="1423"/>
                    <a:pt x="600" y="1467"/>
                  </a:cubicBezTo>
                  <a:lnTo>
                    <a:pt x="611" y="1467"/>
                  </a:lnTo>
                  <a:cubicBezTo>
                    <a:pt x="639" y="1475"/>
                    <a:pt x="669" y="1479"/>
                    <a:pt x="698" y="1479"/>
                  </a:cubicBezTo>
                  <a:cubicBezTo>
                    <a:pt x="839" y="1479"/>
                    <a:pt x="980" y="1394"/>
                    <a:pt x="1044" y="1256"/>
                  </a:cubicBezTo>
                  <a:cubicBezTo>
                    <a:pt x="1066" y="1201"/>
                    <a:pt x="1089" y="1145"/>
                    <a:pt x="1089" y="1089"/>
                  </a:cubicBezTo>
                  <a:cubicBezTo>
                    <a:pt x="1122" y="1112"/>
                    <a:pt x="1144" y="1122"/>
                    <a:pt x="1178" y="1134"/>
                  </a:cubicBezTo>
                  <a:cubicBezTo>
                    <a:pt x="1195" y="1139"/>
                    <a:pt x="1213" y="1141"/>
                    <a:pt x="1231" y="1141"/>
                  </a:cubicBezTo>
                  <a:cubicBezTo>
                    <a:pt x="1337" y="1141"/>
                    <a:pt x="1442" y="1065"/>
                    <a:pt x="1499" y="989"/>
                  </a:cubicBezTo>
                  <a:cubicBezTo>
                    <a:pt x="1555" y="889"/>
                    <a:pt x="1588" y="778"/>
                    <a:pt x="1610" y="678"/>
                  </a:cubicBezTo>
                  <a:cubicBezTo>
                    <a:pt x="1800" y="967"/>
                    <a:pt x="2088" y="1189"/>
                    <a:pt x="2422" y="1289"/>
                  </a:cubicBezTo>
                  <a:lnTo>
                    <a:pt x="2466" y="1300"/>
                  </a:lnTo>
                  <a:lnTo>
                    <a:pt x="2499" y="767"/>
                  </a:lnTo>
                  <a:lnTo>
                    <a:pt x="2422" y="767"/>
                  </a:lnTo>
                  <a:lnTo>
                    <a:pt x="2400" y="1201"/>
                  </a:lnTo>
                  <a:cubicBezTo>
                    <a:pt x="2077" y="1089"/>
                    <a:pt x="1800" y="867"/>
                    <a:pt x="1622" y="567"/>
                  </a:cubicBezTo>
                  <a:cubicBezTo>
                    <a:pt x="1644" y="478"/>
                    <a:pt x="1655" y="389"/>
                    <a:pt x="1633" y="300"/>
                  </a:cubicBezTo>
                  <a:cubicBezTo>
                    <a:pt x="1622" y="179"/>
                    <a:pt x="1544" y="45"/>
                    <a:pt x="1410" y="11"/>
                  </a:cubicBezTo>
                  <a:lnTo>
                    <a:pt x="13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42">
              <a:extLst>
                <a:ext uri="{FF2B5EF4-FFF2-40B4-BE49-F238E27FC236}">
                  <a16:creationId xmlns:a16="http://schemas.microsoft.com/office/drawing/2014/main" id="{05F8BB4F-5A5B-8D7D-769C-074A30AB451C}"/>
                </a:ext>
              </a:extLst>
            </p:cNvPr>
            <p:cNvSpPr/>
            <p:nvPr/>
          </p:nvSpPr>
          <p:spPr>
            <a:xfrm>
              <a:off x="6856575" y="3870775"/>
              <a:ext cx="10025" cy="13450"/>
            </a:xfrm>
            <a:custGeom>
              <a:avLst/>
              <a:gdLst/>
              <a:ahLst/>
              <a:cxnLst/>
              <a:rect l="l" t="t" r="r" b="b"/>
              <a:pathLst>
                <a:path w="401" h="538" extrusionOk="0">
                  <a:moveTo>
                    <a:pt x="305" y="1"/>
                  </a:moveTo>
                  <a:cubicBezTo>
                    <a:pt x="286" y="1"/>
                    <a:pt x="260" y="15"/>
                    <a:pt x="222" y="49"/>
                  </a:cubicBezTo>
                  <a:cubicBezTo>
                    <a:pt x="145" y="127"/>
                    <a:pt x="67" y="216"/>
                    <a:pt x="0" y="316"/>
                  </a:cubicBezTo>
                  <a:cubicBezTo>
                    <a:pt x="101" y="416"/>
                    <a:pt x="212" y="493"/>
                    <a:pt x="345" y="538"/>
                  </a:cubicBezTo>
                  <a:lnTo>
                    <a:pt x="378" y="538"/>
                  </a:lnTo>
                  <a:cubicBezTo>
                    <a:pt x="390" y="527"/>
                    <a:pt x="400" y="505"/>
                    <a:pt x="390" y="483"/>
                  </a:cubicBezTo>
                  <a:lnTo>
                    <a:pt x="356" y="149"/>
                  </a:lnTo>
                  <a:cubicBezTo>
                    <a:pt x="348" y="73"/>
                    <a:pt x="346" y="1"/>
                    <a:pt x="30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2">
              <a:extLst>
                <a:ext uri="{FF2B5EF4-FFF2-40B4-BE49-F238E27FC236}">
                  <a16:creationId xmlns:a16="http://schemas.microsoft.com/office/drawing/2014/main" id="{655FA393-0FF6-6D09-5C53-1EF8C015E15E}"/>
                </a:ext>
              </a:extLst>
            </p:cNvPr>
            <p:cNvSpPr/>
            <p:nvPr/>
          </p:nvSpPr>
          <p:spPr>
            <a:xfrm>
              <a:off x="6850200" y="3888525"/>
              <a:ext cx="8350" cy="9875"/>
            </a:xfrm>
            <a:custGeom>
              <a:avLst/>
              <a:gdLst/>
              <a:ahLst/>
              <a:cxnLst/>
              <a:rect l="l" t="t" r="r" b="b"/>
              <a:pathLst>
                <a:path w="334" h="395" extrusionOk="0">
                  <a:moveTo>
                    <a:pt x="183" y="0"/>
                  </a:moveTo>
                  <a:cubicBezTo>
                    <a:pt x="169" y="0"/>
                    <a:pt x="150" y="15"/>
                    <a:pt x="122" y="50"/>
                  </a:cubicBezTo>
                  <a:cubicBezTo>
                    <a:pt x="78" y="128"/>
                    <a:pt x="33" y="206"/>
                    <a:pt x="0" y="284"/>
                  </a:cubicBezTo>
                  <a:cubicBezTo>
                    <a:pt x="89" y="350"/>
                    <a:pt x="189" y="383"/>
                    <a:pt x="300" y="395"/>
                  </a:cubicBezTo>
                  <a:lnTo>
                    <a:pt x="322" y="395"/>
                  </a:lnTo>
                  <a:cubicBezTo>
                    <a:pt x="333" y="383"/>
                    <a:pt x="333" y="361"/>
                    <a:pt x="322" y="350"/>
                  </a:cubicBezTo>
                  <a:cubicBezTo>
                    <a:pt x="300" y="272"/>
                    <a:pt x="267" y="183"/>
                    <a:pt x="233" y="106"/>
                  </a:cubicBezTo>
                  <a:cubicBezTo>
                    <a:pt x="219" y="49"/>
                    <a:pt x="209" y="0"/>
                    <a:pt x="1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2">
              <a:extLst>
                <a:ext uri="{FF2B5EF4-FFF2-40B4-BE49-F238E27FC236}">
                  <a16:creationId xmlns:a16="http://schemas.microsoft.com/office/drawing/2014/main" id="{6FC18727-E3BE-8E8E-2F9E-97397FBD34AA}"/>
                </a:ext>
              </a:extLst>
            </p:cNvPr>
            <p:cNvSpPr/>
            <p:nvPr/>
          </p:nvSpPr>
          <p:spPr>
            <a:xfrm>
              <a:off x="6839350" y="3904300"/>
              <a:ext cx="9750" cy="11600"/>
            </a:xfrm>
            <a:custGeom>
              <a:avLst/>
              <a:gdLst/>
              <a:ahLst/>
              <a:cxnLst/>
              <a:rect l="l" t="t" r="r" b="b"/>
              <a:pathLst>
                <a:path w="390" h="464" extrusionOk="0">
                  <a:moveTo>
                    <a:pt x="212" y="1"/>
                  </a:moveTo>
                  <a:cubicBezTo>
                    <a:pt x="196" y="1"/>
                    <a:pt x="175" y="16"/>
                    <a:pt x="145" y="53"/>
                  </a:cubicBezTo>
                  <a:cubicBezTo>
                    <a:pt x="89" y="142"/>
                    <a:pt x="45" y="230"/>
                    <a:pt x="1" y="330"/>
                  </a:cubicBezTo>
                  <a:cubicBezTo>
                    <a:pt x="101" y="408"/>
                    <a:pt x="223" y="453"/>
                    <a:pt x="345" y="463"/>
                  </a:cubicBezTo>
                  <a:cubicBezTo>
                    <a:pt x="356" y="463"/>
                    <a:pt x="368" y="463"/>
                    <a:pt x="368" y="453"/>
                  </a:cubicBezTo>
                  <a:cubicBezTo>
                    <a:pt x="390" y="453"/>
                    <a:pt x="378" y="419"/>
                    <a:pt x="378" y="408"/>
                  </a:cubicBezTo>
                  <a:cubicBezTo>
                    <a:pt x="345" y="308"/>
                    <a:pt x="312" y="219"/>
                    <a:pt x="279" y="119"/>
                  </a:cubicBezTo>
                  <a:cubicBezTo>
                    <a:pt x="256" y="60"/>
                    <a:pt x="244" y="1"/>
                    <a:pt x="21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2">
              <a:extLst>
                <a:ext uri="{FF2B5EF4-FFF2-40B4-BE49-F238E27FC236}">
                  <a16:creationId xmlns:a16="http://schemas.microsoft.com/office/drawing/2014/main" id="{058A8D03-4A6B-0A70-42FF-FE36AC663CBA}"/>
                </a:ext>
              </a:extLst>
            </p:cNvPr>
            <p:cNvSpPr/>
            <p:nvPr/>
          </p:nvSpPr>
          <p:spPr>
            <a:xfrm>
              <a:off x="6408875" y="3332475"/>
              <a:ext cx="339400" cy="457925"/>
            </a:xfrm>
            <a:custGeom>
              <a:avLst/>
              <a:gdLst/>
              <a:ahLst/>
              <a:cxnLst/>
              <a:rect l="l" t="t" r="r" b="b"/>
              <a:pathLst>
                <a:path w="13576" h="18317" extrusionOk="0">
                  <a:moveTo>
                    <a:pt x="7202" y="1"/>
                  </a:moveTo>
                  <a:cubicBezTo>
                    <a:pt x="6600" y="1"/>
                    <a:pt x="6004" y="100"/>
                    <a:pt x="5434" y="363"/>
                  </a:cubicBezTo>
                  <a:cubicBezTo>
                    <a:pt x="4567" y="763"/>
                    <a:pt x="3834" y="1397"/>
                    <a:pt x="3190" y="2108"/>
                  </a:cubicBezTo>
                  <a:cubicBezTo>
                    <a:pt x="1645" y="3829"/>
                    <a:pt x="612" y="6051"/>
                    <a:pt x="534" y="8362"/>
                  </a:cubicBezTo>
                  <a:cubicBezTo>
                    <a:pt x="534" y="8551"/>
                    <a:pt x="534" y="8761"/>
                    <a:pt x="634" y="8929"/>
                  </a:cubicBezTo>
                  <a:lnTo>
                    <a:pt x="1001" y="8561"/>
                  </a:lnTo>
                  <a:lnTo>
                    <a:pt x="1001" y="8561"/>
                  </a:lnTo>
                  <a:cubicBezTo>
                    <a:pt x="368" y="10017"/>
                    <a:pt x="1" y="11617"/>
                    <a:pt x="123" y="13205"/>
                  </a:cubicBezTo>
                  <a:cubicBezTo>
                    <a:pt x="190" y="13983"/>
                    <a:pt x="379" y="14760"/>
                    <a:pt x="679" y="15471"/>
                  </a:cubicBezTo>
                  <a:cubicBezTo>
                    <a:pt x="956" y="16115"/>
                    <a:pt x="1401" y="16994"/>
                    <a:pt x="2000" y="17416"/>
                  </a:cubicBezTo>
                  <a:cubicBezTo>
                    <a:pt x="3036" y="18133"/>
                    <a:pt x="4422" y="18316"/>
                    <a:pt x="5701" y="18316"/>
                  </a:cubicBezTo>
                  <a:cubicBezTo>
                    <a:pt x="5985" y="18316"/>
                    <a:pt x="6264" y="18307"/>
                    <a:pt x="6533" y="18293"/>
                  </a:cubicBezTo>
                  <a:cubicBezTo>
                    <a:pt x="7133" y="18271"/>
                    <a:pt x="7722" y="18204"/>
                    <a:pt x="8310" y="18149"/>
                  </a:cubicBezTo>
                  <a:cubicBezTo>
                    <a:pt x="9221" y="18048"/>
                    <a:pt x="10132" y="17860"/>
                    <a:pt x="11032" y="17793"/>
                  </a:cubicBezTo>
                  <a:cubicBezTo>
                    <a:pt x="11854" y="17727"/>
                    <a:pt x="12632" y="17360"/>
                    <a:pt x="13020" y="16594"/>
                  </a:cubicBezTo>
                  <a:cubicBezTo>
                    <a:pt x="13308" y="16029"/>
                    <a:pt x="13340" y="15379"/>
                    <a:pt x="13323" y="14741"/>
                  </a:cubicBezTo>
                  <a:lnTo>
                    <a:pt x="13323" y="14741"/>
                  </a:lnTo>
                  <a:cubicBezTo>
                    <a:pt x="13332" y="14766"/>
                    <a:pt x="13342" y="14791"/>
                    <a:pt x="13354" y="14816"/>
                  </a:cubicBezTo>
                  <a:cubicBezTo>
                    <a:pt x="13432" y="14627"/>
                    <a:pt x="13454" y="14416"/>
                    <a:pt x="13465" y="14216"/>
                  </a:cubicBezTo>
                  <a:cubicBezTo>
                    <a:pt x="13576" y="11817"/>
                    <a:pt x="11887" y="9773"/>
                    <a:pt x="11821" y="7428"/>
                  </a:cubicBezTo>
                  <a:cubicBezTo>
                    <a:pt x="11810" y="7062"/>
                    <a:pt x="11832" y="6695"/>
                    <a:pt x="11910" y="6317"/>
                  </a:cubicBezTo>
                  <a:cubicBezTo>
                    <a:pt x="11976" y="5996"/>
                    <a:pt x="12087" y="5695"/>
                    <a:pt x="12143" y="5374"/>
                  </a:cubicBezTo>
                  <a:cubicBezTo>
                    <a:pt x="12354" y="4273"/>
                    <a:pt x="11998" y="3130"/>
                    <a:pt x="11443" y="2163"/>
                  </a:cubicBezTo>
                  <a:cubicBezTo>
                    <a:pt x="10865" y="1163"/>
                    <a:pt x="10110" y="474"/>
                    <a:pt x="8977" y="230"/>
                  </a:cubicBezTo>
                  <a:cubicBezTo>
                    <a:pt x="8392" y="98"/>
                    <a:pt x="7794" y="1"/>
                    <a:pt x="72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2">
              <a:extLst>
                <a:ext uri="{FF2B5EF4-FFF2-40B4-BE49-F238E27FC236}">
                  <a16:creationId xmlns:a16="http://schemas.microsoft.com/office/drawing/2014/main" id="{803AC2D8-C9B3-1A3D-90CC-8278B8667451}"/>
                </a:ext>
              </a:extLst>
            </p:cNvPr>
            <p:cNvSpPr/>
            <p:nvPr/>
          </p:nvSpPr>
          <p:spPr>
            <a:xfrm>
              <a:off x="6425825" y="3546500"/>
              <a:ext cx="8075" cy="20575"/>
            </a:xfrm>
            <a:custGeom>
              <a:avLst/>
              <a:gdLst/>
              <a:ahLst/>
              <a:cxnLst/>
              <a:rect l="l" t="t" r="r" b="b"/>
              <a:pathLst>
                <a:path w="323" h="823" extrusionOk="0">
                  <a:moveTo>
                    <a:pt x="323" y="0"/>
                  </a:moveTo>
                  <a:cubicBezTo>
                    <a:pt x="134" y="178"/>
                    <a:pt x="68" y="511"/>
                    <a:pt x="1" y="823"/>
                  </a:cubicBezTo>
                  <a:cubicBezTo>
                    <a:pt x="100" y="545"/>
                    <a:pt x="201" y="267"/>
                    <a:pt x="323" y="0"/>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2">
              <a:extLst>
                <a:ext uri="{FF2B5EF4-FFF2-40B4-BE49-F238E27FC236}">
                  <a16:creationId xmlns:a16="http://schemas.microsoft.com/office/drawing/2014/main" id="{74C3C7AC-79C7-BA44-C9AD-5A81413A8C01}"/>
                </a:ext>
              </a:extLst>
            </p:cNvPr>
            <p:cNvSpPr/>
            <p:nvPr/>
          </p:nvSpPr>
          <p:spPr>
            <a:xfrm>
              <a:off x="6399175" y="3409300"/>
              <a:ext cx="297450" cy="292750"/>
            </a:xfrm>
            <a:custGeom>
              <a:avLst/>
              <a:gdLst/>
              <a:ahLst/>
              <a:cxnLst/>
              <a:rect l="l" t="t" r="r" b="b"/>
              <a:pathLst>
                <a:path w="11898" h="11710" extrusionOk="0">
                  <a:moveTo>
                    <a:pt x="2800" y="1"/>
                  </a:moveTo>
                  <a:cubicBezTo>
                    <a:pt x="1744" y="1479"/>
                    <a:pt x="1055" y="3200"/>
                    <a:pt x="944" y="5000"/>
                  </a:cubicBezTo>
                  <a:lnTo>
                    <a:pt x="944" y="5011"/>
                  </a:lnTo>
                  <a:cubicBezTo>
                    <a:pt x="944" y="5011"/>
                    <a:pt x="944" y="5022"/>
                    <a:pt x="934" y="5022"/>
                  </a:cubicBezTo>
                  <a:lnTo>
                    <a:pt x="934" y="5056"/>
                  </a:lnTo>
                  <a:lnTo>
                    <a:pt x="934" y="5066"/>
                  </a:lnTo>
                  <a:lnTo>
                    <a:pt x="934" y="5078"/>
                  </a:lnTo>
                  <a:lnTo>
                    <a:pt x="934" y="5089"/>
                  </a:lnTo>
                  <a:lnTo>
                    <a:pt x="934" y="5100"/>
                  </a:lnTo>
                  <a:lnTo>
                    <a:pt x="934" y="5111"/>
                  </a:lnTo>
                  <a:lnTo>
                    <a:pt x="934" y="5122"/>
                  </a:lnTo>
                  <a:lnTo>
                    <a:pt x="934" y="5133"/>
                  </a:lnTo>
                  <a:lnTo>
                    <a:pt x="934" y="5145"/>
                  </a:lnTo>
                  <a:lnTo>
                    <a:pt x="934" y="5155"/>
                  </a:lnTo>
                  <a:lnTo>
                    <a:pt x="934" y="5167"/>
                  </a:lnTo>
                  <a:lnTo>
                    <a:pt x="934" y="5177"/>
                  </a:lnTo>
                  <a:lnTo>
                    <a:pt x="934" y="5189"/>
                  </a:lnTo>
                  <a:lnTo>
                    <a:pt x="934" y="5200"/>
                  </a:lnTo>
                  <a:lnTo>
                    <a:pt x="934" y="5211"/>
                  </a:lnTo>
                  <a:lnTo>
                    <a:pt x="934" y="5222"/>
                  </a:lnTo>
                  <a:lnTo>
                    <a:pt x="934" y="5233"/>
                  </a:lnTo>
                  <a:lnTo>
                    <a:pt x="934" y="5244"/>
                  </a:lnTo>
                  <a:lnTo>
                    <a:pt x="922" y="5244"/>
                  </a:lnTo>
                  <a:lnTo>
                    <a:pt x="922" y="5256"/>
                  </a:lnTo>
                  <a:lnTo>
                    <a:pt x="922" y="5266"/>
                  </a:lnTo>
                  <a:lnTo>
                    <a:pt x="922" y="5278"/>
                  </a:lnTo>
                  <a:lnTo>
                    <a:pt x="922" y="5289"/>
                  </a:lnTo>
                  <a:lnTo>
                    <a:pt x="922" y="5333"/>
                  </a:lnTo>
                  <a:cubicBezTo>
                    <a:pt x="922" y="5511"/>
                    <a:pt x="934" y="5700"/>
                    <a:pt x="1022" y="5856"/>
                  </a:cubicBezTo>
                  <a:lnTo>
                    <a:pt x="1389" y="5488"/>
                  </a:lnTo>
                  <a:lnTo>
                    <a:pt x="1389" y="5488"/>
                  </a:lnTo>
                  <a:cubicBezTo>
                    <a:pt x="1267" y="5755"/>
                    <a:pt x="1166" y="6033"/>
                    <a:pt x="1067" y="6311"/>
                  </a:cubicBezTo>
                  <a:cubicBezTo>
                    <a:pt x="1033" y="6466"/>
                    <a:pt x="1000" y="6622"/>
                    <a:pt x="967" y="6755"/>
                  </a:cubicBezTo>
                  <a:cubicBezTo>
                    <a:pt x="867" y="7066"/>
                    <a:pt x="0" y="9877"/>
                    <a:pt x="922" y="11709"/>
                  </a:cubicBezTo>
                  <a:cubicBezTo>
                    <a:pt x="1322" y="11398"/>
                    <a:pt x="1956" y="11043"/>
                    <a:pt x="2489" y="11043"/>
                  </a:cubicBezTo>
                  <a:cubicBezTo>
                    <a:pt x="2556" y="11043"/>
                    <a:pt x="2622" y="11054"/>
                    <a:pt x="2677" y="11065"/>
                  </a:cubicBezTo>
                  <a:cubicBezTo>
                    <a:pt x="2933" y="11110"/>
                    <a:pt x="3144" y="11143"/>
                    <a:pt x="3410" y="11143"/>
                  </a:cubicBezTo>
                  <a:lnTo>
                    <a:pt x="3489" y="11143"/>
                  </a:lnTo>
                  <a:cubicBezTo>
                    <a:pt x="3721" y="11143"/>
                    <a:pt x="3966" y="11154"/>
                    <a:pt x="4121" y="11343"/>
                  </a:cubicBezTo>
                  <a:cubicBezTo>
                    <a:pt x="4321" y="11565"/>
                    <a:pt x="4632" y="11643"/>
                    <a:pt x="4933" y="11643"/>
                  </a:cubicBezTo>
                  <a:cubicBezTo>
                    <a:pt x="4988" y="11643"/>
                    <a:pt x="5044" y="11643"/>
                    <a:pt x="5099" y="11632"/>
                  </a:cubicBezTo>
                  <a:cubicBezTo>
                    <a:pt x="5399" y="11598"/>
                    <a:pt x="5688" y="11499"/>
                    <a:pt x="5977" y="11432"/>
                  </a:cubicBezTo>
                  <a:cubicBezTo>
                    <a:pt x="6155" y="11388"/>
                    <a:pt x="6333" y="11365"/>
                    <a:pt x="6521" y="11365"/>
                  </a:cubicBezTo>
                  <a:cubicBezTo>
                    <a:pt x="6632" y="11365"/>
                    <a:pt x="6743" y="11376"/>
                    <a:pt x="6854" y="11398"/>
                  </a:cubicBezTo>
                  <a:cubicBezTo>
                    <a:pt x="7165" y="11465"/>
                    <a:pt x="7454" y="11588"/>
                    <a:pt x="7765" y="11632"/>
                  </a:cubicBezTo>
                  <a:cubicBezTo>
                    <a:pt x="7854" y="11643"/>
                    <a:pt x="7943" y="11654"/>
                    <a:pt x="8032" y="11654"/>
                  </a:cubicBezTo>
                  <a:cubicBezTo>
                    <a:pt x="8454" y="11654"/>
                    <a:pt x="8898" y="11521"/>
                    <a:pt x="9298" y="11410"/>
                  </a:cubicBezTo>
                  <a:cubicBezTo>
                    <a:pt x="9831" y="11243"/>
                    <a:pt x="10354" y="11032"/>
                    <a:pt x="10820" y="10732"/>
                  </a:cubicBezTo>
                  <a:cubicBezTo>
                    <a:pt x="11243" y="10455"/>
                    <a:pt x="11698" y="10065"/>
                    <a:pt x="11820" y="9554"/>
                  </a:cubicBezTo>
                  <a:cubicBezTo>
                    <a:pt x="11898" y="9233"/>
                    <a:pt x="11764" y="8977"/>
                    <a:pt x="11564" y="8732"/>
                  </a:cubicBezTo>
                  <a:cubicBezTo>
                    <a:pt x="11387" y="8510"/>
                    <a:pt x="11243" y="8299"/>
                    <a:pt x="11109" y="8044"/>
                  </a:cubicBezTo>
                  <a:cubicBezTo>
                    <a:pt x="10964" y="7777"/>
                    <a:pt x="10843" y="7500"/>
                    <a:pt x="10665" y="7266"/>
                  </a:cubicBezTo>
                  <a:cubicBezTo>
                    <a:pt x="10509" y="7044"/>
                    <a:pt x="10320" y="6944"/>
                    <a:pt x="10054" y="6900"/>
                  </a:cubicBezTo>
                  <a:cubicBezTo>
                    <a:pt x="9898" y="6878"/>
                    <a:pt x="9720" y="6866"/>
                    <a:pt x="9554" y="6866"/>
                  </a:cubicBezTo>
                  <a:cubicBezTo>
                    <a:pt x="9365" y="6866"/>
                    <a:pt x="9165" y="6878"/>
                    <a:pt x="8965" y="6888"/>
                  </a:cubicBezTo>
                  <a:cubicBezTo>
                    <a:pt x="8776" y="6900"/>
                    <a:pt x="8576" y="6922"/>
                    <a:pt x="8387" y="6922"/>
                  </a:cubicBezTo>
                  <a:lnTo>
                    <a:pt x="8377" y="6922"/>
                  </a:lnTo>
                  <a:cubicBezTo>
                    <a:pt x="7387" y="6922"/>
                    <a:pt x="6444" y="6355"/>
                    <a:pt x="5943" y="5500"/>
                  </a:cubicBezTo>
                  <a:cubicBezTo>
                    <a:pt x="5477" y="4711"/>
                    <a:pt x="5355" y="3778"/>
                    <a:pt x="5022" y="2945"/>
                  </a:cubicBezTo>
                  <a:cubicBezTo>
                    <a:pt x="4622" y="1945"/>
                    <a:pt x="3855" y="512"/>
                    <a:pt x="2800"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2">
              <a:extLst>
                <a:ext uri="{FF2B5EF4-FFF2-40B4-BE49-F238E27FC236}">
                  <a16:creationId xmlns:a16="http://schemas.microsoft.com/office/drawing/2014/main" id="{C582FA14-FC93-58CE-B79E-FB0BC5D8DB86}"/>
                </a:ext>
              </a:extLst>
            </p:cNvPr>
            <p:cNvSpPr/>
            <p:nvPr/>
          </p:nvSpPr>
          <p:spPr>
            <a:xfrm>
              <a:off x="6704375" y="3405425"/>
              <a:ext cx="14750" cy="35850"/>
            </a:xfrm>
            <a:custGeom>
              <a:avLst/>
              <a:gdLst/>
              <a:ahLst/>
              <a:cxnLst/>
              <a:rect l="l" t="t" r="r" b="b"/>
              <a:pathLst>
                <a:path w="590" h="1434" extrusionOk="0">
                  <a:moveTo>
                    <a:pt x="1" y="0"/>
                  </a:moveTo>
                  <a:cubicBezTo>
                    <a:pt x="190" y="467"/>
                    <a:pt x="323" y="945"/>
                    <a:pt x="368" y="1434"/>
                  </a:cubicBezTo>
                  <a:lnTo>
                    <a:pt x="590" y="1434"/>
                  </a:lnTo>
                  <a:cubicBezTo>
                    <a:pt x="512" y="1145"/>
                    <a:pt x="412" y="867"/>
                    <a:pt x="301" y="589"/>
                  </a:cubicBezTo>
                  <a:cubicBezTo>
                    <a:pt x="212" y="389"/>
                    <a:pt x="112" y="189"/>
                    <a:pt x="1"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2">
              <a:extLst>
                <a:ext uri="{FF2B5EF4-FFF2-40B4-BE49-F238E27FC236}">
                  <a16:creationId xmlns:a16="http://schemas.microsoft.com/office/drawing/2014/main" id="{C0D30763-3E71-D852-BA6F-C30EDF50CDA3}"/>
                </a:ext>
              </a:extLst>
            </p:cNvPr>
            <p:cNvSpPr/>
            <p:nvPr/>
          </p:nvSpPr>
          <p:spPr>
            <a:xfrm>
              <a:off x="6501075" y="3342950"/>
              <a:ext cx="212500" cy="162475"/>
            </a:xfrm>
            <a:custGeom>
              <a:avLst/>
              <a:gdLst/>
              <a:ahLst/>
              <a:cxnLst/>
              <a:rect l="l" t="t" r="r" b="b"/>
              <a:pathLst>
                <a:path w="8500" h="6499" extrusionOk="0">
                  <a:moveTo>
                    <a:pt x="3967" y="0"/>
                  </a:moveTo>
                  <a:cubicBezTo>
                    <a:pt x="3311" y="0"/>
                    <a:pt x="2790" y="222"/>
                    <a:pt x="2190" y="600"/>
                  </a:cubicBezTo>
                  <a:cubicBezTo>
                    <a:pt x="1201" y="1244"/>
                    <a:pt x="412" y="2210"/>
                    <a:pt x="1" y="3311"/>
                  </a:cubicBezTo>
                  <a:cubicBezTo>
                    <a:pt x="13" y="3432"/>
                    <a:pt x="35" y="3566"/>
                    <a:pt x="57" y="3688"/>
                  </a:cubicBezTo>
                  <a:cubicBezTo>
                    <a:pt x="134" y="4022"/>
                    <a:pt x="312" y="4277"/>
                    <a:pt x="579" y="4499"/>
                  </a:cubicBezTo>
                  <a:cubicBezTo>
                    <a:pt x="756" y="4632"/>
                    <a:pt x="845" y="4799"/>
                    <a:pt x="1012" y="4932"/>
                  </a:cubicBezTo>
                  <a:cubicBezTo>
                    <a:pt x="1146" y="5054"/>
                    <a:pt x="1323" y="5110"/>
                    <a:pt x="1445" y="5232"/>
                  </a:cubicBezTo>
                  <a:cubicBezTo>
                    <a:pt x="1546" y="5332"/>
                    <a:pt x="1612" y="5454"/>
                    <a:pt x="1679" y="5577"/>
                  </a:cubicBezTo>
                  <a:cubicBezTo>
                    <a:pt x="1978" y="6043"/>
                    <a:pt x="2479" y="6387"/>
                    <a:pt x="3023" y="6476"/>
                  </a:cubicBezTo>
                  <a:cubicBezTo>
                    <a:pt x="3134" y="6498"/>
                    <a:pt x="3245" y="6498"/>
                    <a:pt x="3345" y="6498"/>
                  </a:cubicBezTo>
                  <a:cubicBezTo>
                    <a:pt x="3800" y="6498"/>
                    <a:pt x="4245" y="6354"/>
                    <a:pt x="4589" y="6076"/>
                  </a:cubicBezTo>
                  <a:cubicBezTo>
                    <a:pt x="4733" y="5965"/>
                    <a:pt x="4867" y="5821"/>
                    <a:pt x="5044" y="5799"/>
                  </a:cubicBezTo>
                  <a:lnTo>
                    <a:pt x="5100" y="5799"/>
                  </a:lnTo>
                  <a:cubicBezTo>
                    <a:pt x="5178" y="5799"/>
                    <a:pt x="5256" y="5821"/>
                    <a:pt x="5333" y="5832"/>
                  </a:cubicBezTo>
                  <a:lnTo>
                    <a:pt x="5422" y="5832"/>
                  </a:lnTo>
                  <a:cubicBezTo>
                    <a:pt x="5834" y="5832"/>
                    <a:pt x="6200" y="5565"/>
                    <a:pt x="6500" y="5288"/>
                  </a:cubicBezTo>
                  <a:cubicBezTo>
                    <a:pt x="6833" y="4977"/>
                    <a:pt x="7133" y="4644"/>
                    <a:pt x="7488" y="4377"/>
                  </a:cubicBezTo>
                  <a:cubicBezTo>
                    <a:pt x="7777" y="4143"/>
                    <a:pt x="8133" y="3966"/>
                    <a:pt x="8500" y="3933"/>
                  </a:cubicBezTo>
                  <a:cubicBezTo>
                    <a:pt x="8455" y="3444"/>
                    <a:pt x="8322" y="2966"/>
                    <a:pt x="8133" y="2499"/>
                  </a:cubicBezTo>
                  <a:cubicBezTo>
                    <a:pt x="7799" y="1944"/>
                    <a:pt x="7377" y="1433"/>
                    <a:pt x="6888" y="1011"/>
                  </a:cubicBezTo>
                  <a:cubicBezTo>
                    <a:pt x="6177" y="411"/>
                    <a:pt x="5278" y="133"/>
                    <a:pt x="4367" y="22"/>
                  </a:cubicBezTo>
                  <a:cubicBezTo>
                    <a:pt x="4222" y="11"/>
                    <a:pt x="4089" y="0"/>
                    <a:pt x="396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2">
              <a:extLst>
                <a:ext uri="{FF2B5EF4-FFF2-40B4-BE49-F238E27FC236}">
                  <a16:creationId xmlns:a16="http://schemas.microsoft.com/office/drawing/2014/main" id="{6957D6A3-84AD-EFDB-AD45-9A1D2F111A26}"/>
                </a:ext>
              </a:extLst>
            </p:cNvPr>
            <p:cNvSpPr/>
            <p:nvPr/>
          </p:nvSpPr>
          <p:spPr>
            <a:xfrm>
              <a:off x="6631900" y="3662575"/>
              <a:ext cx="87500" cy="97800"/>
            </a:xfrm>
            <a:custGeom>
              <a:avLst/>
              <a:gdLst/>
              <a:ahLst/>
              <a:cxnLst/>
              <a:rect l="l" t="t" r="r" b="b"/>
              <a:pathLst>
                <a:path w="3500" h="3912" extrusionOk="0">
                  <a:moveTo>
                    <a:pt x="3400" y="1"/>
                  </a:moveTo>
                  <a:cubicBezTo>
                    <a:pt x="3378" y="13"/>
                    <a:pt x="3356" y="23"/>
                    <a:pt x="3333" y="23"/>
                  </a:cubicBezTo>
                  <a:cubicBezTo>
                    <a:pt x="3400" y="212"/>
                    <a:pt x="3411" y="401"/>
                    <a:pt x="3411" y="534"/>
                  </a:cubicBezTo>
                  <a:cubicBezTo>
                    <a:pt x="3422" y="1323"/>
                    <a:pt x="3055" y="2123"/>
                    <a:pt x="2455" y="2623"/>
                  </a:cubicBezTo>
                  <a:cubicBezTo>
                    <a:pt x="2422" y="2512"/>
                    <a:pt x="2400" y="2390"/>
                    <a:pt x="2400" y="2267"/>
                  </a:cubicBezTo>
                  <a:cubicBezTo>
                    <a:pt x="2411" y="2201"/>
                    <a:pt x="2411" y="2123"/>
                    <a:pt x="2400" y="2057"/>
                  </a:cubicBezTo>
                  <a:lnTo>
                    <a:pt x="2356" y="1701"/>
                  </a:lnTo>
                  <a:lnTo>
                    <a:pt x="2322" y="2057"/>
                  </a:lnTo>
                  <a:cubicBezTo>
                    <a:pt x="2322" y="2123"/>
                    <a:pt x="2311" y="2190"/>
                    <a:pt x="2322" y="2267"/>
                  </a:cubicBezTo>
                  <a:cubicBezTo>
                    <a:pt x="2267" y="2545"/>
                    <a:pt x="2067" y="2790"/>
                    <a:pt x="1878" y="2956"/>
                  </a:cubicBezTo>
                  <a:cubicBezTo>
                    <a:pt x="1455" y="3334"/>
                    <a:pt x="912" y="3600"/>
                    <a:pt x="356" y="3701"/>
                  </a:cubicBezTo>
                  <a:cubicBezTo>
                    <a:pt x="234" y="3723"/>
                    <a:pt x="67" y="3745"/>
                    <a:pt x="1" y="3878"/>
                  </a:cubicBezTo>
                  <a:lnTo>
                    <a:pt x="67" y="3911"/>
                  </a:lnTo>
                  <a:cubicBezTo>
                    <a:pt x="122" y="3812"/>
                    <a:pt x="256" y="3790"/>
                    <a:pt x="367" y="3767"/>
                  </a:cubicBezTo>
                  <a:cubicBezTo>
                    <a:pt x="944" y="3667"/>
                    <a:pt x="1500" y="3400"/>
                    <a:pt x="1922" y="3012"/>
                  </a:cubicBezTo>
                  <a:cubicBezTo>
                    <a:pt x="2078" y="2879"/>
                    <a:pt x="2245" y="2689"/>
                    <a:pt x="2344" y="2467"/>
                  </a:cubicBezTo>
                  <a:cubicBezTo>
                    <a:pt x="2356" y="2545"/>
                    <a:pt x="2378" y="2623"/>
                    <a:pt x="2400" y="2701"/>
                  </a:cubicBezTo>
                  <a:lnTo>
                    <a:pt x="2411" y="2756"/>
                  </a:lnTo>
                  <a:lnTo>
                    <a:pt x="2455" y="2723"/>
                  </a:lnTo>
                  <a:cubicBezTo>
                    <a:pt x="3111" y="2201"/>
                    <a:pt x="3500" y="1368"/>
                    <a:pt x="3489" y="534"/>
                  </a:cubicBezTo>
                  <a:cubicBezTo>
                    <a:pt x="3489" y="401"/>
                    <a:pt x="3467" y="201"/>
                    <a:pt x="34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2">
              <a:extLst>
                <a:ext uri="{FF2B5EF4-FFF2-40B4-BE49-F238E27FC236}">
                  <a16:creationId xmlns:a16="http://schemas.microsoft.com/office/drawing/2014/main" id="{EEABD435-AC15-F964-72ED-1424F7CBEE2D}"/>
                </a:ext>
              </a:extLst>
            </p:cNvPr>
            <p:cNvSpPr/>
            <p:nvPr/>
          </p:nvSpPr>
          <p:spPr>
            <a:xfrm>
              <a:off x="6510525" y="3191500"/>
              <a:ext cx="249700" cy="288025"/>
            </a:xfrm>
            <a:custGeom>
              <a:avLst/>
              <a:gdLst/>
              <a:ahLst/>
              <a:cxnLst/>
              <a:rect l="l" t="t" r="r" b="b"/>
              <a:pathLst>
                <a:path w="9988" h="11521" extrusionOk="0">
                  <a:moveTo>
                    <a:pt x="4071" y="1"/>
                  </a:moveTo>
                  <a:cubicBezTo>
                    <a:pt x="3818" y="1"/>
                    <a:pt x="3568" y="30"/>
                    <a:pt x="3345" y="104"/>
                  </a:cubicBezTo>
                  <a:cubicBezTo>
                    <a:pt x="3178" y="148"/>
                    <a:pt x="3022" y="259"/>
                    <a:pt x="2911" y="393"/>
                  </a:cubicBezTo>
                  <a:cubicBezTo>
                    <a:pt x="2756" y="581"/>
                    <a:pt x="2701" y="837"/>
                    <a:pt x="2901" y="1070"/>
                  </a:cubicBezTo>
                  <a:cubicBezTo>
                    <a:pt x="2667" y="1114"/>
                    <a:pt x="2445" y="1215"/>
                    <a:pt x="2256" y="1370"/>
                  </a:cubicBezTo>
                  <a:cubicBezTo>
                    <a:pt x="2323" y="1470"/>
                    <a:pt x="2434" y="1559"/>
                    <a:pt x="2545" y="1592"/>
                  </a:cubicBezTo>
                  <a:cubicBezTo>
                    <a:pt x="1489" y="2148"/>
                    <a:pt x="745" y="3281"/>
                    <a:pt x="667" y="4481"/>
                  </a:cubicBezTo>
                  <a:cubicBezTo>
                    <a:pt x="657" y="4647"/>
                    <a:pt x="701" y="4780"/>
                    <a:pt x="845" y="4858"/>
                  </a:cubicBezTo>
                  <a:cubicBezTo>
                    <a:pt x="768" y="5069"/>
                    <a:pt x="146" y="7135"/>
                    <a:pt x="1" y="7135"/>
                  </a:cubicBezTo>
                  <a:lnTo>
                    <a:pt x="368" y="7135"/>
                  </a:lnTo>
                  <a:cubicBezTo>
                    <a:pt x="323" y="7824"/>
                    <a:pt x="279" y="8502"/>
                    <a:pt x="234" y="9179"/>
                  </a:cubicBezTo>
                  <a:cubicBezTo>
                    <a:pt x="212" y="9480"/>
                    <a:pt x="190" y="9801"/>
                    <a:pt x="334" y="10068"/>
                  </a:cubicBezTo>
                  <a:cubicBezTo>
                    <a:pt x="435" y="10278"/>
                    <a:pt x="662" y="10431"/>
                    <a:pt x="882" y="10431"/>
                  </a:cubicBezTo>
                  <a:cubicBezTo>
                    <a:pt x="953" y="10431"/>
                    <a:pt x="1024" y="10415"/>
                    <a:pt x="1089" y="10379"/>
                  </a:cubicBezTo>
                  <a:cubicBezTo>
                    <a:pt x="1248" y="11074"/>
                    <a:pt x="1993" y="11521"/>
                    <a:pt x="2713" y="11521"/>
                  </a:cubicBezTo>
                  <a:cubicBezTo>
                    <a:pt x="2798" y="11521"/>
                    <a:pt x="2883" y="11514"/>
                    <a:pt x="2967" y="11501"/>
                  </a:cubicBezTo>
                  <a:cubicBezTo>
                    <a:pt x="3755" y="11368"/>
                    <a:pt x="4422" y="10791"/>
                    <a:pt x="4844" y="10102"/>
                  </a:cubicBezTo>
                  <a:lnTo>
                    <a:pt x="4844" y="10102"/>
                  </a:lnTo>
                  <a:cubicBezTo>
                    <a:pt x="4767" y="10324"/>
                    <a:pt x="4977" y="10557"/>
                    <a:pt x="5211" y="10579"/>
                  </a:cubicBezTo>
                  <a:cubicBezTo>
                    <a:pt x="5230" y="10581"/>
                    <a:pt x="5249" y="10582"/>
                    <a:pt x="5267" y="10582"/>
                  </a:cubicBezTo>
                  <a:cubicBezTo>
                    <a:pt x="5478" y="10582"/>
                    <a:pt x="5672" y="10470"/>
                    <a:pt x="5855" y="10368"/>
                  </a:cubicBezTo>
                  <a:cubicBezTo>
                    <a:pt x="6377" y="10057"/>
                    <a:pt x="6888" y="9702"/>
                    <a:pt x="7277" y="9235"/>
                  </a:cubicBezTo>
                  <a:cubicBezTo>
                    <a:pt x="7399" y="9102"/>
                    <a:pt x="7544" y="8713"/>
                    <a:pt x="7700" y="8646"/>
                  </a:cubicBezTo>
                  <a:cubicBezTo>
                    <a:pt x="7708" y="8641"/>
                    <a:pt x="7717" y="8639"/>
                    <a:pt x="7727" y="8639"/>
                  </a:cubicBezTo>
                  <a:cubicBezTo>
                    <a:pt x="7796" y="8639"/>
                    <a:pt x="7899" y="8745"/>
                    <a:pt x="8002" y="8745"/>
                  </a:cubicBezTo>
                  <a:cubicBezTo>
                    <a:pt x="8020" y="8745"/>
                    <a:pt x="8038" y="8742"/>
                    <a:pt x="8055" y="8735"/>
                  </a:cubicBezTo>
                  <a:cubicBezTo>
                    <a:pt x="8760" y="8493"/>
                    <a:pt x="9563" y="6765"/>
                    <a:pt x="9187" y="6065"/>
                  </a:cubicBezTo>
                  <a:lnTo>
                    <a:pt x="9187" y="6065"/>
                  </a:lnTo>
                  <a:cubicBezTo>
                    <a:pt x="9295" y="6258"/>
                    <a:pt x="9414" y="6442"/>
                    <a:pt x="9521" y="6636"/>
                  </a:cubicBezTo>
                  <a:cubicBezTo>
                    <a:pt x="9988" y="5858"/>
                    <a:pt x="9754" y="4858"/>
                    <a:pt x="9388" y="4025"/>
                  </a:cubicBezTo>
                  <a:cubicBezTo>
                    <a:pt x="9255" y="3703"/>
                    <a:pt x="9088" y="3380"/>
                    <a:pt x="8899" y="3081"/>
                  </a:cubicBezTo>
                  <a:cubicBezTo>
                    <a:pt x="8766" y="2859"/>
                    <a:pt x="8399" y="2548"/>
                    <a:pt x="8344" y="2292"/>
                  </a:cubicBezTo>
                  <a:cubicBezTo>
                    <a:pt x="8304" y="2134"/>
                    <a:pt x="8762" y="1174"/>
                    <a:pt x="8465" y="1174"/>
                  </a:cubicBezTo>
                  <a:cubicBezTo>
                    <a:pt x="8426" y="1174"/>
                    <a:pt x="8376" y="1190"/>
                    <a:pt x="8310" y="1225"/>
                  </a:cubicBezTo>
                  <a:cubicBezTo>
                    <a:pt x="8110" y="1336"/>
                    <a:pt x="7932" y="1470"/>
                    <a:pt x="7766" y="1625"/>
                  </a:cubicBezTo>
                  <a:cubicBezTo>
                    <a:pt x="7866" y="1459"/>
                    <a:pt x="7844" y="1237"/>
                    <a:pt x="7710" y="1104"/>
                  </a:cubicBezTo>
                  <a:cubicBezTo>
                    <a:pt x="7511" y="1225"/>
                    <a:pt x="7510" y="1524"/>
                    <a:pt x="7378" y="1691"/>
                  </a:cubicBezTo>
                  <a:lnTo>
                    <a:pt x="7378" y="1691"/>
                  </a:lnTo>
                  <a:cubicBezTo>
                    <a:pt x="7483" y="1554"/>
                    <a:pt x="6466" y="748"/>
                    <a:pt x="6355" y="681"/>
                  </a:cubicBezTo>
                  <a:cubicBezTo>
                    <a:pt x="5911" y="381"/>
                    <a:pt x="5411" y="181"/>
                    <a:pt x="4878" y="82"/>
                  </a:cubicBezTo>
                  <a:cubicBezTo>
                    <a:pt x="4628" y="35"/>
                    <a:pt x="4348" y="1"/>
                    <a:pt x="4071"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2">
              <a:extLst>
                <a:ext uri="{FF2B5EF4-FFF2-40B4-BE49-F238E27FC236}">
                  <a16:creationId xmlns:a16="http://schemas.microsoft.com/office/drawing/2014/main" id="{DD6F1296-0AAE-FA25-63D8-F6E8D0844C05}"/>
                </a:ext>
              </a:extLst>
            </p:cNvPr>
            <p:cNvSpPr/>
            <p:nvPr/>
          </p:nvSpPr>
          <p:spPr>
            <a:xfrm>
              <a:off x="6533850" y="3237175"/>
              <a:ext cx="153900" cy="134150"/>
            </a:xfrm>
            <a:custGeom>
              <a:avLst/>
              <a:gdLst/>
              <a:ahLst/>
              <a:cxnLst/>
              <a:rect l="l" t="t" r="r" b="b"/>
              <a:pathLst>
                <a:path w="6156" h="5366" extrusionOk="0">
                  <a:moveTo>
                    <a:pt x="2741" y="0"/>
                  </a:moveTo>
                  <a:cubicBezTo>
                    <a:pt x="2705" y="0"/>
                    <a:pt x="2670" y="3"/>
                    <a:pt x="2634" y="10"/>
                  </a:cubicBezTo>
                  <a:cubicBezTo>
                    <a:pt x="2345" y="65"/>
                    <a:pt x="2111" y="276"/>
                    <a:pt x="1901" y="499"/>
                  </a:cubicBezTo>
                  <a:cubicBezTo>
                    <a:pt x="1390" y="1042"/>
                    <a:pt x="934" y="1632"/>
                    <a:pt x="523" y="2264"/>
                  </a:cubicBezTo>
                  <a:cubicBezTo>
                    <a:pt x="257" y="2698"/>
                    <a:pt x="1" y="3231"/>
                    <a:pt x="223" y="3686"/>
                  </a:cubicBezTo>
                  <a:cubicBezTo>
                    <a:pt x="334" y="3920"/>
                    <a:pt x="546" y="4076"/>
                    <a:pt x="746" y="4220"/>
                  </a:cubicBezTo>
                  <a:cubicBezTo>
                    <a:pt x="1378" y="4653"/>
                    <a:pt x="2067" y="5019"/>
                    <a:pt x="2812" y="5209"/>
                  </a:cubicBezTo>
                  <a:cubicBezTo>
                    <a:pt x="3188" y="5310"/>
                    <a:pt x="3579" y="5366"/>
                    <a:pt x="3967" y="5366"/>
                  </a:cubicBezTo>
                  <a:cubicBezTo>
                    <a:pt x="4345" y="5366"/>
                    <a:pt x="4721" y="5313"/>
                    <a:pt x="5078" y="5197"/>
                  </a:cubicBezTo>
                  <a:cubicBezTo>
                    <a:pt x="5466" y="5075"/>
                    <a:pt x="5856" y="4864"/>
                    <a:pt x="6033" y="4498"/>
                  </a:cubicBezTo>
                  <a:cubicBezTo>
                    <a:pt x="6155" y="4253"/>
                    <a:pt x="6155" y="3975"/>
                    <a:pt x="6133" y="3698"/>
                  </a:cubicBezTo>
                  <a:cubicBezTo>
                    <a:pt x="6111" y="3464"/>
                    <a:pt x="6066" y="3231"/>
                    <a:pt x="6044" y="3009"/>
                  </a:cubicBezTo>
                  <a:cubicBezTo>
                    <a:pt x="6000" y="2620"/>
                    <a:pt x="6033" y="2232"/>
                    <a:pt x="5944" y="1854"/>
                  </a:cubicBezTo>
                  <a:cubicBezTo>
                    <a:pt x="5811" y="1242"/>
                    <a:pt x="5345" y="721"/>
                    <a:pt x="4755" y="521"/>
                  </a:cubicBezTo>
                  <a:cubicBezTo>
                    <a:pt x="4601" y="467"/>
                    <a:pt x="4442" y="434"/>
                    <a:pt x="4285" y="434"/>
                  </a:cubicBezTo>
                  <a:cubicBezTo>
                    <a:pt x="4216" y="434"/>
                    <a:pt x="4146" y="440"/>
                    <a:pt x="4078" y="454"/>
                  </a:cubicBezTo>
                  <a:cubicBezTo>
                    <a:pt x="3947" y="486"/>
                    <a:pt x="3731" y="776"/>
                    <a:pt x="3618" y="776"/>
                  </a:cubicBezTo>
                  <a:cubicBezTo>
                    <a:pt x="3616" y="776"/>
                    <a:pt x="3614" y="776"/>
                    <a:pt x="3612" y="776"/>
                  </a:cubicBezTo>
                  <a:cubicBezTo>
                    <a:pt x="3456" y="765"/>
                    <a:pt x="3478" y="554"/>
                    <a:pt x="3412" y="420"/>
                  </a:cubicBezTo>
                  <a:cubicBezTo>
                    <a:pt x="3283" y="184"/>
                    <a:pt x="3016" y="0"/>
                    <a:pt x="274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2">
              <a:extLst>
                <a:ext uri="{FF2B5EF4-FFF2-40B4-BE49-F238E27FC236}">
                  <a16:creationId xmlns:a16="http://schemas.microsoft.com/office/drawing/2014/main" id="{9A9172E2-F1C9-20E3-E206-A471D6A6DE24}"/>
                </a:ext>
              </a:extLst>
            </p:cNvPr>
            <p:cNvSpPr/>
            <p:nvPr/>
          </p:nvSpPr>
          <p:spPr>
            <a:xfrm>
              <a:off x="6604700" y="3324450"/>
              <a:ext cx="14725" cy="8550"/>
            </a:xfrm>
            <a:custGeom>
              <a:avLst/>
              <a:gdLst/>
              <a:ahLst/>
              <a:cxnLst/>
              <a:rect l="l" t="t" r="r" b="b"/>
              <a:pathLst>
                <a:path w="589" h="342" extrusionOk="0">
                  <a:moveTo>
                    <a:pt x="319" y="1"/>
                  </a:moveTo>
                  <a:cubicBezTo>
                    <a:pt x="235" y="1"/>
                    <a:pt x="150" y="13"/>
                    <a:pt x="67" y="51"/>
                  </a:cubicBezTo>
                  <a:cubicBezTo>
                    <a:pt x="55" y="62"/>
                    <a:pt x="33" y="74"/>
                    <a:pt x="22" y="84"/>
                  </a:cubicBezTo>
                  <a:cubicBezTo>
                    <a:pt x="0" y="118"/>
                    <a:pt x="11" y="140"/>
                    <a:pt x="11" y="173"/>
                  </a:cubicBezTo>
                  <a:cubicBezTo>
                    <a:pt x="42" y="267"/>
                    <a:pt x="73" y="341"/>
                    <a:pt x="160" y="341"/>
                  </a:cubicBezTo>
                  <a:cubicBezTo>
                    <a:pt x="166" y="341"/>
                    <a:pt x="172" y="341"/>
                    <a:pt x="178" y="340"/>
                  </a:cubicBezTo>
                  <a:cubicBezTo>
                    <a:pt x="289" y="329"/>
                    <a:pt x="411" y="296"/>
                    <a:pt x="522" y="262"/>
                  </a:cubicBezTo>
                  <a:cubicBezTo>
                    <a:pt x="544" y="262"/>
                    <a:pt x="578" y="251"/>
                    <a:pt x="588" y="218"/>
                  </a:cubicBezTo>
                  <a:lnTo>
                    <a:pt x="588" y="173"/>
                  </a:lnTo>
                  <a:cubicBezTo>
                    <a:pt x="578" y="129"/>
                    <a:pt x="566" y="74"/>
                    <a:pt x="533" y="40"/>
                  </a:cubicBezTo>
                  <a:cubicBezTo>
                    <a:pt x="511" y="18"/>
                    <a:pt x="467" y="7"/>
                    <a:pt x="433" y="7"/>
                  </a:cubicBezTo>
                  <a:cubicBezTo>
                    <a:pt x="395" y="3"/>
                    <a:pt x="357" y="1"/>
                    <a:pt x="31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2">
              <a:extLst>
                <a:ext uri="{FF2B5EF4-FFF2-40B4-BE49-F238E27FC236}">
                  <a16:creationId xmlns:a16="http://schemas.microsoft.com/office/drawing/2014/main" id="{D87E2177-37DB-A9BD-0B0F-8349D986D4C2}"/>
                </a:ext>
              </a:extLst>
            </p:cNvPr>
            <p:cNvSpPr/>
            <p:nvPr/>
          </p:nvSpPr>
          <p:spPr>
            <a:xfrm>
              <a:off x="6625500" y="3292650"/>
              <a:ext cx="31425" cy="24100"/>
            </a:xfrm>
            <a:custGeom>
              <a:avLst/>
              <a:gdLst/>
              <a:ahLst/>
              <a:cxnLst/>
              <a:rect l="l" t="t" r="r" b="b"/>
              <a:pathLst>
                <a:path w="1257" h="964" extrusionOk="0">
                  <a:moveTo>
                    <a:pt x="34" y="1"/>
                  </a:moveTo>
                  <a:lnTo>
                    <a:pt x="34" y="1"/>
                  </a:lnTo>
                  <a:cubicBezTo>
                    <a:pt x="12" y="279"/>
                    <a:pt x="1" y="568"/>
                    <a:pt x="178" y="768"/>
                  </a:cubicBezTo>
                  <a:cubicBezTo>
                    <a:pt x="279" y="879"/>
                    <a:pt x="434" y="934"/>
                    <a:pt x="590" y="956"/>
                  </a:cubicBezTo>
                  <a:cubicBezTo>
                    <a:pt x="618" y="961"/>
                    <a:pt x="649" y="963"/>
                    <a:pt x="679" y="963"/>
                  </a:cubicBezTo>
                  <a:cubicBezTo>
                    <a:pt x="731" y="963"/>
                    <a:pt x="785" y="955"/>
                    <a:pt x="834" y="934"/>
                  </a:cubicBezTo>
                  <a:cubicBezTo>
                    <a:pt x="1023" y="845"/>
                    <a:pt x="1256" y="512"/>
                    <a:pt x="1134" y="312"/>
                  </a:cubicBezTo>
                  <a:cubicBezTo>
                    <a:pt x="790" y="190"/>
                    <a:pt x="390" y="124"/>
                    <a:pt x="3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2">
              <a:extLst>
                <a:ext uri="{FF2B5EF4-FFF2-40B4-BE49-F238E27FC236}">
                  <a16:creationId xmlns:a16="http://schemas.microsoft.com/office/drawing/2014/main" id="{3198F837-5DA5-6BA3-9B8C-5A9942937881}"/>
                </a:ext>
              </a:extLst>
            </p:cNvPr>
            <p:cNvSpPr/>
            <p:nvPr/>
          </p:nvSpPr>
          <p:spPr>
            <a:xfrm>
              <a:off x="6568575" y="3273500"/>
              <a:ext cx="23625" cy="16925"/>
            </a:xfrm>
            <a:custGeom>
              <a:avLst/>
              <a:gdLst/>
              <a:ahLst/>
              <a:cxnLst/>
              <a:rect l="l" t="t" r="r" b="b"/>
              <a:pathLst>
                <a:path w="945" h="677" extrusionOk="0">
                  <a:moveTo>
                    <a:pt x="156" y="1"/>
                  </a:moveTo>
                  <a:cubicBezTo>
                    <a:pt x="1" y="78"/>
                    <a:pt x="23" y="379"/>
                    <a:pt x="100" y="500"/>
                  </a:cubicBezTo>
                  <a:cubicBezTo>
                    <a:pt x="134" y="556"/>
                    <a:pt x="189" y="589"/>
                    <a:pt x="245" y="623"/>
                  </a:cubicBezTo>
                  <a:cubicBezTo>
                    <a:pt x="318" y="656"/>
                    <a:pt x="397" y="676"/>
                    <a:pt x="478" y="676"/>
                  </a:cubicBezTo>
                  <a:cubicBezTo>
                    <a:pt x="507" y="676"/>
                    <a:pt x="537" y="673"/>
                    <a:pt x="567" y="667"/>
                  </a:cubicBezTo>
                  <a:cubicBezTo>
                    <a:pt x="745" y="623"/>
                    <a:pt x="856" y="434"/>
                    <a:pt x="945" y="268"/>
                  </a:cubicBezTo>
                  <a:cubicBezTo>
                    <a:pt x="690" y="189"/>
                    <a:pt x="423" y="68"/>
                    <a:pt x="15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2">
              <a:extLst>
                <a:ext uri="{FF2B5EF4-FFF2-40B4-BE49-F238E27FC236}">
                  <a16:creationId xmlns:a16="http://schemas.microsoft.com/office/drawing/2014/main" id="{15EAED5A-4618-A632-47D7-F75E636A0AD8}"/>
                </a:ext>
              </a:extLst>
            </p:cNvPr>
            <p:cNvSpPr/>
            <p:nvPr/>
          </p:nvSpPr>
          <p:spPr>
            <a:xfrm>
              <a:off x="6569150" y="3259025"/>
              <a:ext cx="36950" cy="14500"/>
            </a:xfrm>
            <a:custGeom>
              <a:avLst/>
              <a:gdLst/>
              <a:ahLst/>
              <a:cxnLst/>
              <a:rect l="l" t="t" r="r" b="b"/>
              <a:pathLst>
                <a:path w="1478" h="580" extrusionOk="0">
                  <a:moveTo>
                    <a:pt x="823" y="1"/>
                  </a:moveTo>
                  <a:cubicBezTo>
                    <a:pt x="549" y="1"/>
                    <a:pt x="274" y="58"/>
                    <a:pt x="0" y="180"/>
                  </a:cubicBezTo>
                  <a:cubicBezTo>
                    <a:pt x="11" y="213"/>
                    <a:pt x="11" y="247"/>
                    <a:pt x="11" y="280"/>
                  </a:cubicBezTo>
                  <a:cubicBezTo>
                    <a:pt x="48" y="277"/>
                    <a:pt x="86" y="275"/>
                    <a:pt x="123" y="275"/>
                  </a:cubicBezTo>
                  <a:cubicBezTo>
                    <a:pt x="518" y="275"/>
                    <a:pt x="903" y="425"/>
                    <a:pt x="1289" y="558"/>
                  </a:cubicBezTo>
                  <a:cubicBezTo>
                    <a:pt x="1322" y="568"/>
                    <a:pt x="1355" y="580"/>
                    <a:pt x="1400" y="580"/>
                  </a:cubicBezTo>
                  <a:cubicBezTo>
                    <a:pt x="1422" y="424"/>
                    <a:pt x="1444" y="269"/>
                    <a:pt x="1477" y="102"/>
                  </a:cubicBezTo>
                  <a:cubicBezTo>
                    <a:pt x="1299" y="24"/>
                    <a:pt x="1089" y="2"/>
                    <a:pt x="899" y="2"/>
                  </a:cubicBezTo>
                  <a:cubicBezTo>
                    <a:pt x="874" y="1"/>
                    <a:pt x="849" y="1"/>
                    <a:pt x="8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2">
              <a:extLst>
                <a:ext uri="{FF2B5EF4-FFF2-40B4-BE49-F238E27FC236}">
                  <a16:creationId xmlns:a16="http://schemas.microsoft.com/office/drawing/2014/main" id="{70B262B4-DAC5-EC38-3DE7-D6407162C303}"/>
                </a:ext>
              </a:extLst>
            </p:cNvPr>
            <p:cNvSpPr/>
            <p:nvPr/>
          </p:nvSpPr>
          <p:spPr>
            <a:xfrm>
              <a:off x="6626350" y="3266550"/>
              <a:ext cx="36950" cy="30875"/>
            </a:xfrm>
            <a:custGeom>
              <a:avLst/>
              <a:gdLst/>
              <a:ahLst/>
              <a:cxnLst/>
              <a:rect l="l" t="t" r="r" b="b"/>
              <a:pathLst>
                <a:path w="1478" h="1235" extrusionOk="0">
                  <a:moveTo>
                    <a:pt x="245" y="1"/>
                  </a:moveTo>
                  <a:cubicBezTo>
                    <a:pt x="167" y="134"/>
                    <a:pt x="78" y="267"/>
                    <a:pt x="0" y="401"/>
                  </a:cubicBezTo>
                  <a:cubicBezTo>
                    <a:pt x="23" y="423"/>
                    <a:pt x="67" y="445"/>
                    <a:pt x="100" y="467"/>
                  </a:cubicBezTo>
                  <a:cubicBezTo>
                    <a:pt x="567" y="679"/>
                    <a:pt x="1045" y="889"/>
                    <a:pt x="1411" y="1234"/>
                  </a:cubicBezTo>
                  <a:lnTo>
                    <a:pt x="1478" y="1168"/>
                  </a:lnTo>
                  <a:cubicBezTo>
                    <a:pt x="1311" y="857"/>
                    <a:pt x="1089" y="578"/>
                    <a:pt x="811" y="356"/>
                  </a:cubicBezTo>
                  <a:cubicBezTo>
                    <a:pt x="655" y="212"/>
                    <a:pt x="456" y="67"/>
                    <a:pt x="2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2">
              <a:extLst>
                <a:ext uri="{FF2B5EF4-FFF2-40B4-BE49-F238E27FC236}">
                  <a16:creationId xmlns:a16="http://schemas.microsoft.com/office/drawing/2014/main" id="{64CD3204-E753-9DC0-513D-560173D2226F}"/>
                </a:ext>
              </a:extLst>
            </p:cNvPr>
            <p:cNvSpPr/>
            <p:nvPr/>
          </p:nvSpPr>
          <p:spPr>
            <a:xfrm>
              <a:off x="6641350" y="3299225"/>
              <a:ext cx="11950" cy="11175"/>
            </a:xfrm>
            <a:custGeom>
              <a:avLst/>
              <a:gdLst/>
              <a:ahLst/>
              <a:cxnLst/>
              <a:rect l="l" t="t" r="r" b="b"/>
              <a:pathLst>
                <a:path w="478" h="447" extrusionOk="0">
                  <a:moveTo>
                    <a:pt x="257" y="1"/>
                  </a:moveTo>
                  <a:cubicBezTo>
                    <a:pt x="171" y="1"/>
                    <a:pt x="79" y="53"/>
                    <a:pt x="45" y="138"/>
                  </a:cubicBezTo>
                  <a:cubicBezTo>
                    <a:pt x="0" y="261"/>
                    <a:pt x="45" y="382"/>
                    <a:pt x="144" y="427"/>
                  </a:cubicBezTo>
                  <a:cubicBezTo>
                    <a:pt x="169" y="441"/>
                    <a:pt x="197" y="447"/>
                    <a:pt x="225" y="447"/>
                  </a:cubicBezTo>
                  <a:cubicBezTo>
                    <a:pt x="310" y="447"/>
                    <a:pt x="400" y="389"/>
                    <a:pt x="433" y="305"/>
                  </a:cubicBezTo>
                  <a:cubicBezTo>
                    <a:pt x="478" y="194"/>
                    <a:pt x="433" y="71"/>
                    <a:pt x="334" y="16"/>
                  </a:cubicBezTo>
                  <a:cubicBezTo>
                    <a:pt x="310" y="6"/>
                    <a:pt x="284" y="1"/>
                    <a:pt x="25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2">
              <a:extLst>
                <a:ext uri="{FF2B5EF4-FFF2-40B4-BE49-F238E27FC236}">
                  <a16:creationId xmlns:a16="http://schemas.microsoft.com/office/drawing/2014/main" id="{795DBFB9-E7FA-65D1-C4E7-97E7B2005E73}"/>
                </a:ext>
              </a:extLst>
            </p:cNvPr>
            <p:cNvSpPr/>
            <p:nvPr/>
          </p:nvSpPr>
          <p:spPr>
            <a:xfrm>
              <a:off x="6578025" y="3278750"/>
              <a:ext cx="11125" cy="10925"/>
            </a:xfrm>
            <a:custGeom>
              <a:avLst/>
              <a:gdLst/>
              <a:ahLst/>
              <a:cxnLst/>
              <a:rect l="l" t="t" r="r" b="b"/>
              <a:pathLst>
                <a:path w="445" h="437" extrusionOk="0">
                  <a:moveTo>
                    <a:pt x="229" y="1"/>
                  </a:moveTo>
                  <a:cubicBezTo>
                    <a:pt x="223" y="1"/>
                    <a:pt x="217" y="1"/>
                    <a:pt x="211" y="2"/>
                  </a:cubicBezTo>
                  <a:cubicBezTo>
                    <a:pt x="100" y="13"/>
                    <a:pt x="1" y="124"/>
                    <a:pt x="23" y="235"/>
                  </a:cubicBezTo>
                  <a:cubicBezTo>
                    <a:pt x="33" y="350"/>
                    <a:pt x="123" y="436"/>
                    <a:pt x="227" y="436"/>
                  </a:cubicBezTo>
                  <a:cubicBezTo>
                    <a:pt x="233" y="436"/>
                    <a:pt x="239" y="436"/>
                    <a:pt x="245" y="435"/>
                  </a:cubicBezTo>
                  <a:cubicBezTo>
                    <a:pt x="356" y="435"/>
                    <a:pt x="445" y="324"/>
                    <a:pt x="433" y="202"/>
                  </a:cubicBezTo>
                  <a:cubicBezTo>
                    <a:pt x="423" y="86"/>
                    <a:pt x="333" y="1"/>
                    <a:pt x="2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2">
              <a:extLst>
                <a:ext uri="{FF2B5EF4-FFF2-40B4-BE49-F238E27FC236}">
                  <a16:creationId xmlns:a16="http://schemas.microsoft.com/office/drawing/2014/main" id="{CCB286FE-48DE-48B9-280C-BA68CCC5B2B0}"/>
                </a:ext>
              </a:extLst>
            </p:cNvPr>
            <p:cNvSpPr/>
            <p:nvPr/>
          </p:nvSpPr>
          <p:spPr>
            <a:xfrm>
              <a:off x="6623025" y="3316050"/>
              <a:ext cx="13050" cy="15525"/>
            </a:xfrm>
            <a:custGeom>
              <a:avLst/>
              <a:gdLst/>
              <a:ahLst/>
              <a:cxnLst/>
              <a:rect l="l" t="t" r="r" b="b"/>
              <a:pathLst>
                <a:path w="522" h="621" extrusionOk="0">
                  <a:moveTo>
                    <a:pt x="273" y="0"/>
                  </a:moveTo>
                  <a:cubicBezTo>
                    <a:pt x="258" y="0"/>
                    <a:pt x="240" y="12"/>
                    <a:pt x="233" y="32"/>
                  </a:cubicBezTo>
                  <a:cubicBezTo>
                    <a:pt x="211" y="131"/>
                    <a:pt x="133" y="299"/>
                    <a:pt x="122" y="331"/>
                  </a:cubicBezTo>
                  <a:cubicBezTo>
                    <a:pt x="89" y="432"/>
                    <a:pt x="45" y="531"/>
                    <a:pt x="0" y="620"/>
                  </a:cubicBezTo>
                  <a:cubicBezTo>
                    <a:pt x="22" y="620"/>
                    <a:pt x="55" y="620"/>
                    <a:pt x="78" y="610"/>
                  </a:cubicBezTo>
                  <a:cubicBezTo>
                    <a:pt x="233" y="598"/>
                    <a:pt x="366" y="543"/>
                    <a:pt x="500" y="476"/>
                  </a:cubicBezTo>
                  <a:lnTo>
                    <a:pt x="511" y="476"/>
                  </a:lnTo>
                  <a:cubicBezTo>
                    <a:pt x="522" y="454"/>
                    <a:pt x="511" y="432"/>
                    <a:pt x="500" y="410"/>
                  </a:cubicBezTo>
                  <a:cubicBezTo>
                    <a:pt x="455" y="276"/>
                    <a:pt x="389" y="143"/>
                    <a:pt x="300" y="20"/>
                  </a:cubicBezTo>
                  <a:cubicBezTo>
                    <a:pt x="295" y="7"/>
                    <a:pt x="285" y="0"/>
                    <a:pt x="2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2">
              <a:extLst>
                <a:ext uri="{FF2B5EF4-FFF2-40B4-BE49-F238E27FC236}">
                  <a16:creationId xmlns:a16="http://schemas.microsoft.com/office/drawing/2014/main" id="{2AC2732C-E098-E032-B3FB-E3C2221A6DA7}"/>
                </a:ext>
              </a:extLst>
            </p:cNvPr>
            <p:cNvSpPr/>
            <p:nvPr/>
          </p:nvSpPr>
          <p:spPr>
            <a:xfrm>
              <a:off x="6585525" y="3315475"/>
              <a:ext cx="13625" cy="15825"/>
            </a:xfrm>
            <a:custGeom>
              <a:avLst/>
              <a:gdLst/>
              <a:ahLst/>
              <a:cxnLst/>
              <a:rect l="l" t="t" r="r" b="b"/>
              <a:pathLst>
                <a:path w="545" h="633" extrusionOk="0">
                  <a:moveTo>
                    <a:pt x="230" y="0"/>
                  </a:moveTo>
                  <a:cubicBezTo>
                    <a:pt x="217" y="0"/>
                    <a:pt x="205" y="6"/>
                    <a:pt x="200" y="21"/>
                  </a:cubicBezTo>
                  <a:cubicBezTo>
                    <a:pt x="123" y="144"/>
                    <a:pt x="56" y="288"/>
                    <a:pt x="12" y="433"/>
                  </a:cubicBezTo>
                  <a:cubicBezTo>
                    <a:pt x="12" y="443"/>
                    <a:pt x="0" y="477"/>
                    <a:pt x="12" y="488"/>
                  </a:cubicBezTo>
                  <a:cubicBezTo>
                    <a:pt x="12" y="499"/>
                    <a:pt x="12" y="510"/>
                    <a:pt x="22" y="510"/>
                  </a:cubicBezTo>
                  <a:cubicBezTo>
                    <a:pt x="111" y="532"/>
                    <a:pt x="200" y="554"/>
                    <a:pt x="289" y="566"/>
                  </a:cubicBezTo>
                  <a:cubicBezTo>
                    <a:pt x="378" y="588"/>
                    <a:pt x="467" y="599"/>
                    <a:pt x="545" y="633"/>
                  </a:cubicBezTo>
                  <a:cubicBezTo>
                    <a:pt x="545" y="633"/>
                    <a:pt x="533" y="621"/>
                    <a:pt x="533" y="610"/>
                  </a:cubicBezTo>
                  <a:cubicBezTo>
                    <a:pt x="489" y="521"/>
                    <a:pt x="434" y="421"/>
                    <a:pt x="389" y="322"/>
                  </a:cubicBezTo>
                  <a:cubicBezTo>
                    <a:pt x="378" y="288"/>
                    <a:pt x="300" y="132"/>
                    <a:pt x="267" y="21"/>
                  </a:cubicBezTo>
                  <a:cubicBezTo>
                    <a:pt x="261" y="9"/>
                    <a:pt x="245" y="0"/>
                    <a:pt x="23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2">
              <a:extLst>
                <a:ext uri="{FF2B5EF4-FFF2-40B4-BE49-F238E27FC236}">
                  <a16:creationId xmlns:a16="http://schemas.microsoft.com/office/drawing/2014/main" id="{47037934-53E2-8BA0-C01C-076D2C7A39FB}"/>
                </a:ext>
              </a:extLst>
            </p:cNvPr>
            <p:cNvSpPr/>
            <p:nvPr/>
          </p:nvSpPr>
          <p:spPr>
            <a:xfrm>
              <a:off x="6625800" y="3291850"/>
              <a:ext cx="28625" cy="8900"/>
            </a:xfrm>
            <a:custGeom>
              <a:avLst/>
              <a:gdLst/>
              <a:ahLst/>
              <a:cxnLst/>
              <a:rect l="l" t="t" r="r" b="b"/>
              <a:pathLst>
                <a:path w="1145" h="356" extrusionOk="0">
                  <a:moveTo>
                    <a:pt x="22" y="0"/>
                  </a:moveTo>
                  <a:lnTo>
                    <a:pt x="0" y="67"/>
                  </a:lnTo>
                  <a:cubicBezTo>
                    <a:pt x="356" y="211"/>
                    <a:pt x="744" y="311"/>
                    <a:pt x="1133" y="356"/>
                  </a:cubicBezTo>
                  <a:lnTo>
                    <a:pt x="1144" y="289"/>
                  </a:lnTo>
                  <a:cubicBezTo>
                    <a:pt x="756" y="233"/>
                    <a:pt x="378" y="133"/>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2">
              <a:extLst>
                <a:ext uri="{FF2B5EF4-FFF2-40B4-BE49-F238E27FC236}">
                  <a16:creationId xmlns:a16="http://schemas.microsoft.com/office/drawing/2014/main" id="{6546C68B-CAAD-5B3D-80E0-F4AEADBCFE0E}"/>
                </a:ext>
              </a:extLst>
            </p:cNvPr>
            <p:cNvSpPr/>
            <p:nvPr/>
          </p:nvSpPr>
          <p:spPr>
            <a:xfrm>
              <a:off x="6571925" y="3272400"/>
              <a:ext cx="21400" cy="8900"/>
            </a:xfrm>
            <a:custGeom>
              <a:avLst/>
              <a:gdLst/>
              <a:ahLst/>
              <a:cxnLst/>
              <a:rect l="l" t="t" r="r" b="b"/>
              <a:pathLst>
                <a:path w="856" h="356" extrusionOk="0">
                  <a:moveTo>
                    <a:pt x="22" y="0"/>
                  </a:moveTo>
                  <a:lnTo>
                    <a:pt x="0" y="67"/>
                  </a:lnTo>
                  <a:cubicBezTo>
                    <a:pt x="267" y="189"/>
                    <a:pt x="556" y="289"/>
                    <a:pt x="844" y="356"/>
                  </a:cubicBezTo>
                  <a:lnTo>
                    <a:pt x="855" y="289"/>
                  </a:lnTo>
                  <a:cubicBezTo>
                    <a:pt x="578" y="223"/>
                    <a:pt x="289" y="122"/>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2">
              <a:extLst>
                <a:ext uri="{FF2B5EF4-FFF2-40B4-BE49-F238E27FC236}">
                  <a16:creationId xmlns:a16="http://schemas.microsoft.com/office/drawing/2014/main" id="{B4A99C2E-1B0A-E79D-6C63-6A37A6246536}"/>
                </a:ext>
              </a:extLst>
            </p:cNvPr>
            <p:cNvSpPr/>
            <p:nvPr/>
          </p:nvSpPr>
          <p:spPr>
            <a:xfrm>
              <a:off x="6592475" y="3289800"/>
              <a:ext cx="28350" cy="22050"/>
            </a:xfrm>
            <a:custGeom>
              <a:avLst/>
              <a:gdLst/>
              <a:ahLst/>
              <a:cxnLst/>
              <a:rect l="l" t="t" r="r" b="b"/>
              <a:pathLst>
                <a:path w="1134" h="882" extrusionOk="0">
                  <a:moveTo>
                    <a:pt x="294" y="0"/>
                  </a:moveTo>
                  <a:cubicBezTo>
                    <a:pt x="281" y="0"/>
                    <a:pt x="268" y="2"/>
                    <a:pt x="255" y="4"/>
                  </a:cubicBezTo>
                  <a:cubicBezTo>
                    <a:pt x="166" y="26"/>
                    <a:pt x="89" y="115"/>
                    <a:pt x="55" y="238"/>
                  </a:cubicBezTo>
                  <a:cubicBezTo>
                    <a:pt x="0" y="415"/>
                    <a:pt x="45" y="604"/>
                    <a:pt x="78" y="771"/>
                  </a:cubicBezTo>
                  <a:lnTo>
                    <a:pt x="200" y="749"/>
                  </a:lnTo>
                  <a:cubicBezTo>
                    <a:pt x="166" y="593"/>
                    <a:pt x="134" y="426"/>
                    <a:pt x="166" y="271"/>
                  </a:cubicBezTo>
                  <a:cubicBezTo>
                    <a:pt x="189" y="204"/>
                    <a:pt x="222" y="137"/>
                    <a:pt x="277" y="127"/>
                  </a:cubicBezTo>
                  <a:cubicBezTo>
                    <a:pt x="285" y="125"/>
                    <a:pt x="292" y="125"/>
                    <a:pt x="298" y="125"/>
                  </a:cubicBezTo>
                  <a:cubicBezTo>
                    <a:pt x="356" y="125"/>
                    <a:pt x="404" y="167"/>
                    <a:pt x="433" y="226"/>
                  </a:cubicBezTo>
                  <a:cubicBezTo>
                    <a:pt x="455" y="293"/>
                    <a:pt x="455" y="382"/>
                    <a:pt x="445" y="470"/>
                  </a:cubicBezTo>
                  <a:lnTo>
                    <a:pt x="433" y="704"/>
                  </a:lnTo>
                  <a:lnTo>
                    <a:pt x="556" y="504"/>
                  </a:lnTo>
                  <a:cubicBezTo>
                    <a:pt x="617" y="413"/>
                    <a:pt x="731" y="357"/>
                    <a:pt x="842" y="357"/>
                  </a:cubicBezTo>
                  <a:cubicBezTo>
                    <a:pt x="893" y="357"/>
                    <a:pt x="944" y="369"/>
                    <a:pt x="988" y="393"/>
                  </a:cubicBezTo>
                  <a:cubicBezTo>
                    <a:pt x="1000" y="404"/>
                    <a:pt x="1011" y="404"/>
                    <a:pt x="1011" y="404"/>
                  </a:cubicBezTo>
                  <a:lnTo>
                    <a:pt x="1011" y="426"/>
                  </a:lnTo>
                  <a:cubicBezTo>
                    <a:pt x="1000" y="482"/>
                    <a:pt x="944" y="537"/>
                    <a:pt x="877" y="593"/>
                  </a:cubicBezTo>
                  <a:cubicBezTo>
                    <a:pt x="763" y="677"/>
                    <a:pt x="648" y="760"/>
                    <a:pt x="533" y="760"/>
                  </a:cubicBezTo>
                  <a:cubicBezTo>
                    <a:pt x="526" y="760"/>
                    <a:pt x="518" y="760"/>
                    <a:pt x="511" y="759"/>
                  </a:cubicBezTo>
                  <a:lnTo>
                    <a:pt x="489" y="882"/>
                  </a:lnTo>
                  <a:lnTo>
                    <a:pt x="533" y="882"/>
                  </a:lnTo>
                  <a:cubicBezTo>
                    <a:pt x="689" y="882"/>
                    <a:pt x="822" y="782"/>
                    <a:pt x="956" y="682"/>
                  </a:cubicBezTo>
                  <a:cubicBezTo>
                    <a:pt x="1011" y="638"/>
                    <a:pt x="1122" y="549"/>
                    <a:pt x="1122" y="438"/>
                  </a:cubicBezTo>
                  <a:cubicBezTo>
                    <a:pt x="1133" y="393"/>
                    <a:pt x="1122" y="359"/>
                    <a:pt x="1111" y="337"/>
                  </a:cubicBezTo>
                  <a:cubicBezTo>
                    <a:pt x="1089" y="315"/>
                    <a:pt x="1067" y="293"/>
                    <a:pt x="1044" y="282"/>
                  </a:cubicBezTo>
                  <a:cubicBezTo>
                    <a:pt x="985" y="250"/>
                    <a:pt x="919" y="235"/>
                    <a:pt x="851" y="235"/>
                  </a:cubicBezTo>
                  <a:cubicBezTo>
                    <a:pt x="753" y="235"/>
                    <a:pt x="652" y="267"/>
                    <a:pt x="566" y="327"/>
                  </a:cubicBezTo>
                  <a:cubicBezTo>
                    <a:pt x="566" y="271"/>
                    <a:pt x="556" y="226"/>
                    <a:pt x="533" y="182"/>
                  </a:cubicBezTo>
                  <a:cubicBezTo>
                    <a:pt x="503" y="82"/>
                    <a:pt x="402" y="0"/>
                    <a:pt x="2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2">
              <a:extLst>
                <a:ext uri="{FF2B5EF4-FFF2-40B4-BE49-F238E27FC236}">
                  <a16:creationId xmlns:a16="http://schemas.microsoft.com/office/drawing/2014/main" id="{90A61E5F-21F1-B8C0-4897-DA3E34D457C7}"/>
                </a:ext>
              </a:extLst>
            </p:cNvPr>
            <p:cNvSpPr/>
            <p:nvPr/>
          </p:nvSpPr>
          <p:spPr>
            <a:xfrm>
              <a:off x="6585250" y="3326550"/>
              <a:ext cx="51675" cy="7100"/>
            </a:xfrm>
            <a:custGeom>
              <a:avLst/>
              <a:gdLst/>
              <a:ahLst/>
              <a:cxnLst/>
              <a:rect l="l" t="t" r="r" b="b"/>
              <a:pathLst>
                <a:path w="2067" h="284" extrusionOk="0">
                  <a:moveTo>
                    <a:pt x="2033" y="0"/>
                  </a:moveTo>
                  <a:cubicBezTo>
                    <a:pt x="1696" y="139"/>
                    <a:pt x="1339" y="209"/>
                    <a:pt x="982" y="209"/>
                  </a:cubicBezTo>
                  <a:cubicBezTo>
                    <a:pt x="656" y="209"/>
                    <a:pt x="330" y="151"/>
                    <a:pt x="23" y="34"/>
                  </a:cubicBezTo>
                  <a:cubicBezTo>
                    <a:pt x="11" y="56"/>
                    <a:pt x="11" y="78"/>
                    <a:pt x="0" y="101"/>
                  </a:cubicBezTo>
                  <a:cubicBezTo>
                    <a:pt x="178" y="167"/>
                    <a:pt x="356" y="222"/>
                    <a:pt x="534" y="245"/>
                  </a:cubicBezTo>
                  <a:cubicBezTo>
                    <a:pt x="683" y="271"/>
                    <a:pt x="835" y="283"/>
                    <a:pt x="987" y="283"/>
                  </a:cubicBezTo>
                  <a:cubicBezTo>
                    <a:pt x="1356" y="283"/>
                    <a:pt x="1728" y="209"/>
                    <a:pt x="2067" y="67"/>
                  </a:cubicBezTo>
                  <a:lnTo>
                    <a:pt x="20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2">
              <a:extLst>
                <a:ext uri="{FF2B5EF4-FFF2-40B4-BE49-F238E27FC236}">
                  <a16:creationId xmlns:a16="http://schemas.microsoft.com/office/drawing/2014/main" id="{5B958B0A-995B-BFE0-45C2-E2D85394776B}"/>
                </a:ext>
              </a:extLst>
            </p:cNvPr>
            <p:cNvSpPr/>
            <p:nvPr/>
          </p:nvSpPr>
          <p:spPr>
            <a:xfrm>
              <a:off x="6676625" y="3303025"/>
              <a:ext cx="53875" cy="51625"/>
            </a:xfrm>
            <a:custGeom>
              <a:avLst/>
              <a:gdLst/>
              <a:ahLst/>
              <a:cxnLst/>
              <a:rect l="l" t="t" r="r" b="b"/>
              <a:pathLst>
                <a:path w="2155" h="2065" extrusionOk="0">
                  <a:moveTo>
                    <a:pt x="1535" y="1"/>
                  </a:moveTo>
                  <a:cubicBezTo>
                    <a:pt x="1378" y="1"/>
                    <a:pt x="1220" y="56"/>
                    <a:pt x="1078" y="131"/>
                  </a:cubicBezTo>
                  <a:cubicBezTo>
                    <a:pt x="577" y="408"/>
                    <a:pt x="233" y="975"/>
                    <a:pt x="100" y="1519"/>
                  </a:cubicBezTo>
                  <a:cubicBezTo>
                    <a:pt x="0" y="1891"/>
                    <a:pt x="190" y="2065"/>
                    <a:pt x="450" y="2065"/>
                  </a:cubicBezTo>
                  <a:cubicBezTo>
                    <a:pt x="594" y="2065"/>
                    <a:pt x="760" y="2011"/>
                    <a:pt x="911" y="1908"/>
                  </a:cubicBezTo>
                  <a:cubicBezTo>
                    <a:pt x="1078" y="1808"/>
                    <a:pt x="1233" y="1664"/>
                    <a:pt x="1399" y="1553"/>
                  </a:cubicBezTo>
                  <a:cubicBezTo>
                    <a:pt x="1488" y="1497"/>
                    <a:pt x="1589" y="1442"/>
                    <a:pt x="1678" y="1375"/>
                  </a:cubicBezTo>
                  <a:cubicBezTo>
                    <a:pt x="1910" y="1219"/>
                    <a:pt x="2088" y="986"/>
                    <a:pt x="2122" y="708"/>
                  </a:cubicBezTo>
                  <a:cubicBezTo>
                    <a:pt x="2155" y="442"/>
                    <a:pt x="2011" y="141"/>
                    <a:pt x="1755" y="42"/>
                  </a:cubicBezTo>
                  <a:cubicBezTo>
                    <a:pt x="1683" y="13"/>
                    <a:pt x="1609" y="1"/>
                    <a:pt x="153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2">
              <a:extLst>
                <a:ext uri="{FF2B5EF4-FFF2-40B4-BE49-F238E27FC236}">
                  <a16:creationId xmlns:a16="http://schemas.microsoft.com/office/drawing/2014/main" id="{BFEBFC9D-96FF-0529-7646-4A1BB1C153F1}"/>
                </a:ext>
              </a:extLst>
            </p:cNvPr>
            <p:cNvSpPr/>
            <p:nvPr/>
          </p:nvSpPr>
          <p:spPr>
            <a:xfrm>
              <a:off x="6685275" y="3311200"/>
              <a:ext cx="37200" cy="35675"/>
            </a:xfrm>
            <a:custGeom>
              <a:avLst/>
              <a:gdLst/>
              <a:ahLst/>
              <a:cxnLst/>
              <a:rect l="l" t="t" r="r" b="b"/>
              <a:pathLst>
                <a:path w="1488" h="1427" extrusionOk="0">
                  <a:moveTo>
                    <a:pt x="1067" y="1"/>
                  </a:moveTo>
                  <a:cubicBezTo>
                    <a:pt x="959" y="1"/>
                    <a:pt x="846" y="39"/>
                    <a:pt x="754" y="93"/>
                  </a:cubicBezTo>
                  <a:cubicBezTo>
                    <a:pt x="409" y="293"/>
                    <a:pt x="165" y="670"/>
                    <a:pt x="65" y="1048"/>
                  </a:cubicBezTo>
                  <a:cubicBezTo>
                    <a:pt x="0" y="1307"/>
                    <a:pt x="132" y="1427"/>
                    <a:pt x="314" y="1427"/>
                  </a:cubicBezTo>
                  <a:cubicBezTo>
                    <a:pt x="413" y="1427"/>
                    <a:pt x="526" y="1392"/>
                    <a:pt x="631" y="1325"/>
                  </a:cubicBezTo>
                  <a:cubicBezTo>
                    <a:pt x="754" y="1248"/>
                    <a:pt x="854" y="1147"/>
                    <a:pt x="965" y="1070"/>
                  </a:cubicBezTo>
                  <a:cubicBezTo>
                    <a:pt x="1031" y="1036"/>
                    <a:pt x="1098" y="1004"/>
                    <a:pt x="1165" y="959"/>
                  </a:cubicBezTo>
                  <a:cubicBezTo>
                    <a:pt x="1320" y="848"/>
                    <a:pt x="1443" y="681"/>
                    <a:pt x="1465" y="493"/>
                  </a:cubicBezTo>
                  <a:cubicBezTo>
                    <a:pt x="1487" y="303"/>
                    <a:pt x="1387" y="103"/>
                    <a:pt x="1209" y="26"/>
                  </a:cubicBezTo>
                  <a:cubicBezTo>
                    <a:pt x="1164" y="9"/>
                    <a:pt x="1116" y="1"/>
                    <a:pt x="106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2">
              <a:extLst>
                <a:ext uri="{FF2B5EF4-FFF2-40B4-BE49-F238E27FC236}">
                  <a16:creationId xmlns:a16="http://schemas.microsoft.com/office/drawing/2014/main" id="{377E59BF-933C-1298-42BF-E80335159AC0}"/>
                </a:ext>
              </a:extLst>
            </p:cNvPr>
            <p:cNvSpPr/>
            <p:nvPr/>
          </p:nvSpPr>
          <p:spPr>
            <a:xfrm>
              <a:off x="6692450" y="3316825"/>
              <a:ext cx="23900" cy="23075"/>
            </a:xfrm>
            <a:custGeom>
              <a:avLst/>
              <a:gdLst/>
              <a:ahLst/>
              <a:cxnLst/>
              <a:rect l="l" t="t" r="r" b="b"/>
              <a:pathLst>
                <a:path w="956" h="923" extrusionOk="0">
                  <a:moveTo>
                    <a:pt x="67" y="801"/>
                  </a:moveTo>
                  <a:lnTo>
                    <a:pt x="78" y="845"/>
                  </a:lnTo>
                  <a:lnTo>
                    <a:pt x="33" y="845"/>
                  </a:lnTo>
                  <a:cubicBezTo>
                    <a:pt x="33" y="823"/>
                    <a:pt x="45" y="811"/>
                    <a:pt x="67" y="801"/>
                  </a:cubicBezTo>
                  <a:close/>
                  <a:moveTo>
                    <a:pt x="956" y="1"/>
                  </a:moveTo>
                  <a:cubicBezTo>
                    <a:pt x="845" y="1"/>
                    <a:pt x="744" y="56"/>
                    <a:pt x="655" y="112"/>
                  </a:cubicBezTo>
                  <a:cubicBezTo>
                    <a:pt x="400" y="290"/>
                    <a:pt x="189" y="523"/>
                    <a:pt x="23" y="801"/>
                  </a:cubicBezTo>
                  <a:cubicBezTo>
                    <a:pt x="0" y="845"/>
                    <a:pt x="23" y="878"/>
                    <a:pt x="33" y="900"/>
                  </a:cubicBezTo>
                  <a:cubicBezTo>
                    <a:pt x="45" y="912"/>
                    <a:pt x="55" y="922"/>
                    <a:pt x="78" y="922"/>
                  </a:cubicBezTo>
                  <a:cubicBezTo>
                    <a:pt x="89" y="922"/>
                    <a:pt x="100" y="922"/>
                    <a:pt x="100" y="912"/>
                  </a:cubicBezTo>
                  <a:lnTo>
                    <a:pt x="156" y="856"/>
                  </a:lnTo>
                  <a:lnTo>
                    <a:pt x="144" y="834"/>
                  </a:lnTo>
                  <a:cubicBezTo>
                    <a:pt x="289" y="589"/>
                    <a:pt x="489" y="379"/>
                    <a:pt x="722" y="212"/>
                  </a:cubicBezTo>
                  <a:cubicBezTo>
                    <a:pt x="800" y="167"/>
                    <a:pt x="878" y="112"/>
                    <a:pt x="956" y="112"/>
                  </a:cubicBezTo>
                  <a:lnTo>
                    <a:pt x="9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2">
              <a:extLst>
                <a:ext uri="{FF2B5EF4-FFF2-40B4-BE49-F238E27FC236}">
                  <a16:creationId xmlns:a16="http://schemas.microsoft.com/office/drawing/2014/main" id="{606473DD-2F2F-5F9D-7568-21A7E799A916}"/>
                </a:ext>
              </a:extLst>
            </p:cNvPr>
            <p:cNvSpPr/>
            <p:nvPr/>
          </p:nvSpPr>
          <p:spPr>
            <a:xfrm>
              <a:off x="6698825" y="3327100"/>
              <a:ext cx="13100" cy="5300"/>
            </a:xfrm>
            <a:custGeom>
              <a:avLst/>
              <a:gdLst/>
              <a:ahLst/>
              <a:cxnLst/>
              <a:rect l="l" t="t" r="r" b="b"/>
              <a:pathLst>
                <a:path w="524" h="212" extrusionOk="0">
                  <a:moveTo>
                    <a:pt x="523" y="0"/>
                  </a:moveTo>
                  <a:cubicBezTo>
                    <a:pt x="345" y="0"/>
                    <a:pt x="168" y="45"/>
                    <a:pt x="0" y="101"/>
                  </a:cubicBezTo>
                  <a:lnTo>
                    <a:pt x="45" y="212"/>
                  </a:lnTo>
                  <a:cubicBezTo>
                    <a:pt x="200" y="156"/>
                    <a:pt x="356" y="123"/>
                    <a:pt x="523" y="112"/>
                  </a:cubicBezTo>
                  <a:lnTo>
                    <a:pt x="5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2">
              <a:extLst>
                <a:ext uri="{FF2B5EF4-FFF2-40B4-BE49-F238E27FC236}">
                  <a16:creationId xmlns:a16="http://schemas.microsoft.com/office/drawing/2014/main" id="{475B09AD-A91F-939E-4D20-37FCF1BFC9AF}"/>
                </a:ext>
              </a:extLst>
            </p:cNvPr>
            <p:cNvSpPr/>
            <p:nvPr/>
          </p:nvSpPr>
          <p:spPr>
            <a:xfrm>
              <a:off x="6572475" y="3354875"/>
              <a:ext cx="151375" cy="103325"/>
            </a:xfrm>
            <a:custGeom>
              <a:avLst/>
              <a:gdLst/>
              <a:ahLst/>
              <a:cxnLst/>
              <a:rect l="l" t="t" r="r" b="b"/>
              <a:pathLst>
                <a:path w="6055" h="4133" extrusionOk="0">
                  <a:moveTo>
                    <a:pt x="5943" y="0"/>
                  </a:moveTo>
                  <a:cubicBezTo>
                    <a:pt x="5866" y="501"/>
                    <a:pt x="5632" y="978"/>
                    <a:pt x="5288" y="1333"/>
                  </a:cubicBezTo>
                  <a:cubicBezTo>
                    <a:pt x="5254" y="1367"/>
                    <a:pt x="5232" y="1389"/>
                    <a:pt x="5199" y="1400"/>
                  </a:cubicBezTo>
                  <a:cubicBezTo>
                    <a:pt x="5189" y="1403"/>
                    <a:pt x="5179" y="1405"/>
                    <a:pt x="5170" y="1405"/>
                  </a:cubicBezTo>
                  <a:cubicBezTo>
                    <a:pt x="5148" y="1405"/>
                    <a:pt x="5129" y="1397"/>
                    <a:pt x="5121" y="1389"/>
                  </a:cubicBezTo>
                  <a:cubicBezTo>
                    <a:pt x="5077" y="1356"/>
                    <a:pt x="5044" y="1311"/>
                    <a:pt x="5032" y="1267"/>
                  </a:cubicBezTo>
                  <a:cubicBezTo>
                    <a:pt x="5032" y="1222"/>
                    <a:pt x="5032" y="1189"/>
                    <a:pt x="5044" y="1145"/>
                  </a:cubicBezTo>
                  <a:cubicBezTo>
                    <a:pt x="5066" y="1089"/>
                    <a:pt x="5088" y="1034"/>
                    <a:pt x="5110" y="967"/>
                  </a:cubicBezTo>
                  <a:lnTo>
                    <a:pt x="4999" y="934"/>
                  </a:lnTo>
                  <a:cubicBezTo>
                    <a:pt x="4977" y="990"/>
                    <a:pt x="4943" y="1045"/>
                    <a:pt x="4933" y="1111"/>
                  </a:cubicBezTo>
                  <a:cubicBezTo>
                    <a:pt x="4632" y="1867"/>
                    <a:pt x="4088" y="2533"/>
                    <a:pt x="3400" y="2955"/>
                  </a:cubicBezTo>
                  <a:cubicBezTo>
                    <a:pt x="3356" y="2982"/>
                    <a:pt x="3285" y="3021"/>
                    <a:pt x="3224" y="3021"/>
                  </a:cubicBezTo>
                  <a:cubicBezTo>
                    <a:pt x="3208" y="3021"/>
                    <a:pt x="3192" y="3018"/>
                    <a:pt x="3178" y="3011"/>
                  </a:cubicBezTo>
                  <a:cubicBezTo>
                    <a:pt x="3133" y="2989"/>
                    <a:pt x="3111" y="2933"/>
                    <a:pt x="3089" y="2834"/>
                  </a:cubicBezTo>
                  <a:cubicBezTo>
                    <a:pt x="3066" y="2711"/>
                    <a:pt x="3066" y="2589"/>
                    <a:pt x="3077" y="2478"/>
                  </a:cubicBezTo>
                  <a:cubicBezTo>
                    <a:pt x="3144" y="2355"/>
                    <a:pt x="3178" y="2234"/>
                    <a:pt x="3155" y="2100"/>
                  </a:cubicBezTo>
                  <a:lnTo>
                    <a:pt x="3133" y="1867"/>
                  </a:lnTo>
                  <a:lnTo>
                    <a:pt x="3044" y="2089"/>
                  </a:lnTo>
                  <a:cubicBezTo>
                    <a:pt x="3000" y="2200"/>
                    <a:pt x="2978" y="2311"/>
                    <a:pt x="2955" y="2434"/>
                  </a:cubicBezTo>
                  <a:cubicBezTo>
                    <a:pt x="2911" y="2523"/>
                    <a:pt x="2833" y="2600"/>
                    <a:pt x="2766" y="2678"/>
                  </a:cubicBezTo>
                  <a:cubicBezTo>
                    <a:pt x="2411" y="3089"/>
                    <a:pt x="2044" y="3500"/>
                    <a:pt x="1578" y="3767"/>
                  </a:cubicBezTo>
                  <a:cubicBezTo>
                    <a:pt x="1326" y="3909"/>
                    <a:pt x="1000" y="4019"/>
                    <a:pt x="673" y="4019"/>
                  </a:cubicBezTo>
                  <a:cubicBezTo>
                    <a:pt x="465" y="4019"/>
                    <a:pt x="257" y="3974"/>
                    <a:pt x="67" y="3866"/>
                  </a:cubicBezTo>
                  <a:lnTo>
                    <a:pt x="0" y="3967"/>
                  </a:lnTo>
                  <a:cubicBezTo>
                    <a:pt x="200" y="4078"/>
                    <a:pt x="433" y="4133"/>
                    <a:pt x="678" y="4133"/>
                  </a:cubicBezTo>
                  <a:cubicBezTo>
                    <a:pt x="989" y="4133"/>
                    <a:pt x="1322" y="4044"/>
                    <a:pt x="1633" y="3878"/>
                  </a:cubicBezTo>
                  <a:cubicBezTo>
                    <a:pt x="2122" y="3600"/>
                    <a:pt x="2499" y="3167"/>
                    <a:pt x="2855" y="2755"/>
                  </a:cubicBezTo>
                  <a:lnTo>
                    <a:pt x="2955" y="2656"/>
                  </a:lnTo>
                  <a:cubicBezTo>
                    <a:pt x="2955" y="2722"/>
                    <a:pt x="2955" y="2789"/>
                    <a:pt x="2966" y="2856"/>
                  </a:cubicBezTo>
                  <a:cubicBezTo>
                    <a:pt x="3000" y="2989"/>
                    <a:pt x="3044" y="3078"/>
                    <a:pt x="3133" y="3122"/>
                  </a:cubicBezTo>
                  <a:cubicBezTo>
                    <a:pt x="3165" y="3137"/>
                    <a:pt x="3198" y="3143"/>
                    <a:pt x="3229" y="3143"/>
                  </a:cubicBezTo>
                  <a:cubicBezTo>
                    <a:pt x="3317" y="3143"/>
                    <a:pt x="3401" y="3096"/>
                    <a:pt x="3466" y="3056"/>
                  </a:cubicBezTo>
                  <a:cubicBezTo>
                    <a:pt x="4111" y="2656"/>
                    <a:pt x="4632" y="2056"/>
                    <a:pt x="4943" y="1378"/>
                  </a:cubicBezTo>
                  <a:cubicBezTo>
                    <a:pt x="4977" y="1422"/>
                    <a:pt x="5010" y="1456"/>
                    <a:pt x="5054" y="1489"/>
                  </a:cubicBezTo>
                  <a:cubicBezTo>
                    <a:pt x="5097" y="1514"/>
                    <a:pt x="5138" y="1527"/>
                    <a:pt x="5185" y="1527"/>
                  </a:cubicBezTo>
                  <a:cubicBezTo>
                    <a:pt x="5200" y="1527"/>
                    <a:pt x="5216" y="1525"/>
                    <a:pt x="5232" y="1523"/>
                  </a:cubicBezTo>
                  <a:cubicBezTo>
                    <a:pt x="5288" y="1501"/>
                    <a:pt x="5333" y="1456"/>
                    <a:pt x="5377" y="1412"/>
                  </a:cubicBezTo>
                  <a:cubicBezTo>
                    <a:pt x="5743" y="1034"/>
                    <a:pt x="5988" y="545"/>
                    <a:pt x="6054" y="23"/>
                  </a:cubicBezTo>
                  <a:lnTo>
                    <a:pt x="594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2">
              <a:extLst>
                <a:ext uri="{FF2B5EF4-FFF2-40B4-BE49-F238E27FC236}">
                  <a16:creationId xmlns:a16="http://schemas.microsoft.com/office/drawing/2014/main" id="{0CDFA20F-CC65-6621-DC9C-CD61582DECB0}"/>
                </a:ext>
              </a:extLst>
            </p:cNvPr>
            <p:cNvSpPr/>
            <p:nvPr/>
          </p:nvSpPr>
          <p:spPr>
            <a:xfrm>
              <a:off x="6381950" y="3826450"/>
              <a:ext cx="148900" cy="160525"/>
            </a:xfrm>
            <a:custGeom>
              <a:avLst/>
              <a:gdLst/>
              <a:ahLst/>
              <a:cxnLst/>
              <a:rect l="l" t="t" r="r" b="b"/>
              <a:pathLst>
                <a:path w="5956" h="6421" extrusionOk="0">
                  <a:moveTo>
                    <a:pt x="1534" y="0"/>
                  </a:moveTo>
                  <a:cubicBezTo>
                    <a:pt x="1178" y="644"/>
                    <a:pt x="823" y="1278"/>
                    <a:pt x="467" y="1922"/>
                  </a:cubicBezTo>
                  <a:cubicBezTo>
                    <a:pt x="178" y="2456"/>
                    <a:pt x="1" y="2811"/>
                    <a:pt x="490" y="3300"/>
                  </a:cubicBezTo>
                  <a:cubicBezTo>
                    <a:pt x="1011" y="3799"/>
                    <a:pt x="1678" y="4078"/>
                    <a:pt x="2289" y="4421"/>
                  </a:cubicBezTo>
                  <a:cubicBezTo>
                    <a:pt x="2911" y="4777"/>
                    <a:pt x="3522" y="5233"/>
                    <a:pt x="3788" y="5910"/>
                  </a:cubicBezTo>
                  <a:cubicBezTo>
                    <a:pt x="3833" y="6033"/>
                    <a:pt x="3877" y="6154"/>
                    <a:pt x="3955" y="6255"/>
                  </a:cubicBezTo>
                  <a:cubicBezTo>
                    <a:pt x="4043" y="6372"/>
                    <a:pt x="4114" y="6421"/>
                    <a:pt x="4173" y="6421"/>
                  </a:cubicBezTo>
                  <a:cubicBezTo>
                    <a:pt x="4465" y="6421"/>
                    <a:pt x="4433" y="5194"/>
                    <a:pt x="4378" y="4999"/>
                  </a:cubicBezTo>
                  <a:lnTo>
                    <a:pt x="4378" y="4999"/>
                  </a:lnTo>
                  <a:cubicBezTo>
                    <a:pt x="4489" y="5377"/>
                    <a:pt x="4610" y="5755"/>
                    <a:pt x="4722" y="6132"/>
                  </a:cubicBezTo>
                  <a:cubicBezTo>
                    <a:pt x="4744" y="6199"/>
                    <a:pt x="4788" y="6288"/>
                    <a:pt x="4866" y="6288"/>
                  </a:cubicBezTo>
                  <a:cubicBezTo>
                    <a:pt x="4921" y="6277"/>
                    <a:pt x="4955" y="6221"/>
                    <a:pt x="4977" y="6177"/>
                  </a:cubicBezTo>
                  <a:cubicBezTo>
                    <a:pt x="5144" y="5821"/>
                    <a:pt x="5155" y="5411"/>
                    <a:pt x="5010" y="5055"/>
                  </a:cubicBezTo>
                  <a:lnTo>
                    <a:pt x="5010" y="5055"/>
                  </a:lnTo>
                  <a:cubicBezTo>
                    <a:pt x="5133" y="5332"/>
                    <a:pt x="5255" y="5621"/>
                    <a:pt x="5377" y="5899"/>
                  </a:cubicBezTo>
                  <a:cubicBezTo>
                    <a:pt x="5388" y="5932"/>
                    <a:pt x="5410" y="5977"/>
                    <a:pt x="5444" y="5999"/>
                  </a:cubicBezTo>
                  <a:cubicBezTo>
                    <a:pt x="5464" y="6014"/>
                    <a:pt x="5486" y="6021"/>
                    <a:pt x="5508" y="6021"/>
                  </a:cubicBezTo>
                  <a:cubicBezTo>
                    <a:pt x="5585" y="6021"/>
                    <a:pt x="5670" y="5943"/>
                    <a:pt x="5721" y="5866"/>
                  </a:cubicBezTo>
                  <a:cubicBezTo>
                    <a:pt x="5955" y="5444"/>
                    <a:pt x="5844" y="4900"/>
                    <a:pt x="5577" y="4510"/>
                  </a:cubicBezTo>
                  <a:cubicBezTo>
                    <a:pt x="5311" y="4133"/>
                    <a:pt x="4911" y="3878"/>
                    <a:pt x="4522" y="3633"/>
                  </a:cubicBezTo>
                  <a:cubicBezTo>
                    <a:pt x="3889" y="3233"/>
                    <a:pt x="3267" y="2833"/>
                    <a:pt x="2633" y="2444"/>
                  </a:cubicBezTo>
                  <a:cubicBezTo>
                    <a:pt x="2433" y="2311"/>
                    <a:pt x="2189" y="2122"/>
                    <a:pt x="2233" y="1866"/>
                  </a:cubicBezTo>
                  <a:cubicBezTo>
                    <a:pt x="2245" y="1778"/>
                    <a:pt x="2289" y="1700"/>
                    <a:pt x="2344" y="1622"/>
                  </a:cubicBezTo>
                  <a:cubicBezTo>
                    <a:pt x="2522" y="1323"/>
                    <a:pt x="2845" y="1012"/>
                    <a:pt x="2700" y="700"/>
                  </a:cubicBezTo>
                  <a:cubicBezTo>
                    <a:pt x="2566" y="434"/>
                    <a:pt x="1789" y="156"/>
                    <a:pt x="153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2">
              <a:extLst>
                <a:ext uri="{FF2B5EF4-FFF2-40B4-BE49-F238E27FC236}">
                  <a16:creationId xmlns:a16="http://schemas.microsoft.com/office/drawing/2014/main" id="{FA92736F-2DD2-1F51-836A-CC733A0E3551}"/>
                </a:ext>
              </a:extLst>
            </p:cNvPr>
            <p:cNvSpPr/>
            <p:nvPr/>
          </p:nvSpPr>
          <p:spPr>
            <a:xfrm>
              <a:off x="6480525" y="3971675"/>
              <a:ext cx="9775" cy="13100"/>
            </a:xfrm>
            <a:custGeom>
              <a:avLst/>
              <a:gdLst/>
              <a:ahLst/>
              <a:cxnLst/>
              <a:rect l="l" t="t" r="r" b="b"/>
              <a:pathLst>
                <a:path w="391" h="524" extrusionOk="0">
                  <a:moveTo>
                    <a:pt x="339" y="1"/>
                  </a:moveTo>
                  <a:cubicBezTo>
                    <a:pt x="323" y="1"/>
                    <a:pt x="300" y="8"/>
                    <a:pt x="268" y="24"/>
                  </a:cubicBezTo>
                  <a:cubicBezTo>
                    <a:pt x="179" y="68"/>
                    <a:pt x="90" y="135"/>
                    <a:pt x="1" y="202"/>
                  </a:cubicBezTo>
                  <a:cubicBezTo>
                    <a:pt x="68" y="323"/>
                    <a:pt x="156" y="434"/>
                    <a:pt x="268" y="513"/>
                  </a:cubicBezTo>
                  <a:cubicBezTo>
                    <a:pt x="268" y="513"/>
                    <a:pt x="279" y="523"/>
                    <a:pt x="290" y="523"/>
                  </a:cubicBezTo>
                  <a:cubicBezTo>
                    <a:pt x="301" y="523"/>
                    <a:pt x="312" y="490"/>
                    <a:pt x="312" y="468"/>
                  </a:cubicBezTo>
                  <a:cubicBezTo>
                    <a:pt x="334" y="368"/>
                    <a:pt x="346" y="257"/>
                    <a:pt x="368" y="146"/>
                  </a:cubicBezTo>
                  <a:cubicBezTo>
                    <a:pt x="376" y="70"/>
                    <a:pt x="391" y="1"/>
                    <a:pt x="33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2">
              <a:extLst>
                <a:ext uri="{FF2B5EF4-FFF2-40B4-BE49-F238E27FC236}">
                  <a16:creationId xmlns:a16="http://schemas.microsoft.com/office/drawing/2014/main" id="{2CEA0166-6D34-2C03-6F32-01D54AD90172}"/>
                </a:ext>
              </a:extLst>
            </p:cNvPr>
            <p:cNvSpPr/>
            <p:nvPr/>
          </p:nvSpPr>
          <p:spPr>
            <a:xfrm>
              <a:off x="6408875" y="3826450"/>
              <a:ext cx="44200" cy="49450"/>
            </a:xfrm>
            <a:custGeom>
              <a:avLst/>
              <a:gdLst/>
              <a:ahLst/>
              <a:cxnLst/>
              <a:rect l="l" t="t" r="r" b="b"/>
              <a:pathLst>
                <a:path w="1768" h="1978" extrusionOk="0">
                  <a:moveTo>
                    <a:pt x="1267" y="1622"/>
                  </a:moveTo>
                  <a:cubicBezTo>
                    <a:pt x="1212" y="1700"/>
                    <a:pt x="1168" y="1778"/>
                    <a:pt x="1156" y="1866"/>
                  </a:cubicBezTo>
                  <a:cubicBezTo>
                    <a:pt x="1145" y="1911"/>
                    <a:pt x="1145" y="1945"/>
                    <a:pt x="1156" y="1978"/>
                  </a:cubicBezTo>
                  <a:lnTo>
                    <a:pt x="1156" y="1978"/>
                  </a:lnTo>
                  <a:cubicBezTo>
                    <a:pt x="1145" y="1945"/>
                    <a:pt x="1145" y="1911"/>
                    <a:pt x="1156" y="1866"/>
                  </a:cubicBezTo>
                  <a:cubicBezTo>
                    <a:pt x="1168" y="1778"/>
                    <a:pt x="1212" y="1700"/>
                    <a:pt x="1267" y="1622"/>
                  </a:cubicBezTo>
                  <a:close/>
                  <a:moveTo>
                    <a:pt x="346" y="200"/>
                  </a:moveTo>
                  <a:cubicBezTo>
                    <a:pt x="235" y="412"/>
                    <a:pt x="112" y="622"/>
                    <a:pt x="1" y="822"/>
                  </a:cubicBezTo>
                  <a:lnTo>
                    <a:pt x="1" y="822"/>
                  </a:lnTo>
                  <a:cubicBezTo>
                    <a:pt x="112" y="622"/>
                    <a:pt x="235" y="412"/>
                    <a:pt x="346" y="200"/>
                  </a:cubicBezTo>
                  <a:close/>
                  <a:moveTo>
                    <a:pt x="457" y="0"/>
                  </a:moveTo>
                  <a:lnTo>
                    <a:pt x="457" y="0"/>
                  </a:lnTo>
                  <a:lnTo>
                    <a:pt x="457" y="0"/>
                  </a:lnTo>
                  <a:cubicBezTo>
                    <a:pt x="712" y="156"/>
                    <a:pt x="1489" y="434"/>
                    <a:pt x="1623" y="700"/>
                  </a:cubicBezTo>
                  <a:cubicBezTo>
                    <a:pt x="1768" y="1000"/>
                    <a:pt x="1457" y="1311"/>
                    <a:pt x="1267" y="1611"/>
                  </a:cubicBezTo>
                  <a:cubicBezTo>
                    <a:pt x="1457" y="1311"/>
                    <a:pt x="1768" y="1000"/>
                    <a:pt x="1623" y="700"/>
                  </a:cubicBezTo>
                  <a:cubicBezTo>
                    <a:pt x="1489" y="434"/>
                    <a:pt x="712" y="156"/>
                    <a:pt x="457" y="0"/>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2">
              <a:extLst>
                <a:ext uri="{FF2B5EF4-FFF2-40B4-BE49-F238E27FC236}">
                  <a16:creationId xmlns:a16="http://schemas.microsoft.com/office/drawing/2014/main" id="{96C7B427-4B03-63BF-F1E4-04FDB33D341A}"/>
                </a:ext>
              </a:extLst>
            </p:cNvPr>
            <p:cNvSpPr/>
            <p:nvPr/>
          </p:nvSpPr>
          <p:spPr>
            <a:xfrm>
              <a:off x="6403325" y="3826450"/>
              <a:ext cx="49750" cy="56125"/>
            </a:xfrm>
            <a:custGeom>
              <a:avLst/>
              <a:gdLst/>
              <a:ahLst/>
              <a:cxnLst/>
              <a:rect l="l" t="t" r="r" b="b"/>
              <a:pathLst>
                <a:path w="1990" h="2245" extrusionOk="0">
                  <a:moveTo>
                    <a:pt x="679" y="0"/>
                  </a:moveTo>
                  <a:cubicBezTo>
                    <a:pt x="645" y="67"/>
                    <a:pt x="601" y="133"/>
                    <a:pt x="568" y="200"/>
                  </a:cubicBezTo>
                  <a:cubicBezTo>
                    <a:pt x="457" y="412"/>
                    <a:pt x="334" y="622"/>
                    <a:pt x="223" y="822"/>
                  </a:cubicBezTo>
                  <a:cubicBezTo>
                    <a:pt x="134" y="1234"/>
                    <a:pt x="1" y="1767"/>
                    <a:pt x="279" y="2066"/>
                  </a:cubicBezTo>
                  <a:cubicBezTo>
                    <a:pt x="390" y="2189"/>
                    <a:pt x="534" y="2244"/>
                    <a:pt x="679" y="2244"/>
                  </a:cubicBezTo>
                  <a:cubicBezTo>
                    <a:pt x="901" y="2244"/>
                    <a:pt x="1156" y="2122"/>
                    <a:pt x="1378" y="1978"/>
                  </a:cubicBezTo>
                  <a:cubicBezTo>
                    <a:pt x="1367" y="1945"/>
                    <a:pt x="1367" y="1911"/>
                    <a:pt x="1378" y="1866"/>
                  </a:cubicBezTo>
                  <a:cubicBezTo>
                    <a:pt x="1390" y="1778"/>
                    <a:pt x="1434" y="1700"/>
                    <a:pt x="1489" y="1622"/>
                  </a:cubicBezTo>
                  <a:lnTo>
                    <a:pt x="1489" y="1611"/>
                  </a:lnTo>
                  <a:cubicBezTo>
                    <a:pt x="1679" y="1311"/>
                    <a:pt x="1990" y="1000"/>
                    <a:pt x="1845" y="700"/>
                  </a:cubicBezTo>
                  <a:cubicBezTo>
                    <a:pt x="1711" y="434"/>
                    <a:pt x="934" y="156"/>
                    <a:pt x="679"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a:extLst>
                <a:ext uri="{FF2B5EF4-FFF2-40B4-BE49-F238E27FC236}">
                  <a16:creationId xmlns:a16="http://schemas.microsoft.com/office/drawing/2014/main" id="{248830AD-6E85-EFBF-5F45-F300C734157B}"/>
                </a:ext>
              </a:extLst>
            </p:cNvPr>
            <p:cNvSpPr/>
            <p:nvPr/>
          </p:nvSpPr>
          <p:spPr>
            <a:xfrm>
              <a:off x="6382500" y="3697025"/>
              <a:ext cx="148600" cy="167175"/>
            </a:xfrm>
            <a:custGeom>
              <a:avLst/>
              <a:gdLst/>
              <a:ahLst/>
              <a:cxnLst/>
              <a:rect l="l" t="t" r="r" b="b"/>
              <a:pathLst>
                <a:path w="5944" h="6687" extrusionOk="0">
                  <a:moveTo>
                    <a:pt x="2794" y="1"/>
                  </a:moveTo>
                  <a:cubicBezTo>
                    <a:pt x="2593" y="1"/>
                    <a:pt x="2385" y="121"/>
                    <a:pt x="2167" y="412"/>
                  </a:cubicBezTo>
                  <a:cubicBezTo>
                    <a:pt x="1845" y="823"/>
                    <a:pt x="1223" y="2456"/>
                    <a:pt x="967" y="2911"/>
                  </a:cubicBezTo>
                  <a:cubicBezTo>
                    <a:pt x="890" y="2723"/>
                    <a:pt x="856" y="2523"/>
                    <a:pt x="856" y="2323"/>
                  </a:cubicBezTo>
                  <a:cubicBezTo>
                    <a:pt x="534" y="2755"/>
                    <a:pt x="379" y="3311"/>
                    <a:pt x="423" y="3844"/>
                  </a:cubicBezTo>
                  <a:cubicBezTo>
                    <a:pt x="345" y="3678"/>
                    <a:pt x="300" y="3500"/>
                    <a:pt x="278" y="3322"/>
                  </a:cubicBezTo>
                  <a:lnTo>
                    <a:pt x="278" y="3322"/>
                  </a:lnTo>
                  <a:cubicBezTo>
                    <a:pt x="1" y="3789"/>
                    <a:pt x="123" y="4389"/>
                    <a:pt x="290" y="4911"/>
                  </a:cubicBezTo>
                  <a:cubicBezTo>
                    <a:pt x="470" y="5472"/>
                    <a:pt x="1325" y="6138"/>
                    <a:pt x="1966" y="6138"/>
                  </a:cubicBezTo>
                  <a:cubicBezTo>
                    <a:pt x="2074" y="6138"/>
                    <a:pt x="2176" y="6119"/>
                    <a:pt x="2267" y="6077"/>
                  </a:cubicBezTo>
                  <a:lnTo>
                    <a:pt x="2267" y="6077"/>
                  </a:lnTo>
                  <a:cubicBezTo>
                    <a:pt x="2245" y="6155"/>
                    <a:pt x="2256" y="6233"/>
                    <a:pt x="2278" y="6310"/>
                  </a:cubicBezTo>
                  <a:cubicBezTo>
                    <a:pt x="2322" y="6477"/>
                    <a:pt x="2467" y="6611"/>
                    <a:pt x="2645" y="6666"/>
                  </a:cubicBezTo>
                  <a:cubicBezTo>
                    <a:pt x="2698" y="6680"/>
                    <a:pt x="2751" y="6687"/>
                    <a:pt x="2805" y="6687"/>
                  </a:cubicBezTo>
                  <a:cubicBezTo>
                    <a:pt x="3001" y="6687"/>
                    <a:pt x="3199" y="6599"/>
                    <a:pt x="3356" y="6477"/>
                  </a:cubicBezTo>
                  <a:cubicBezTo>
                    <a:pt x="3556" y="6310"/>
                    <a:pt x="3700" y="6088"/>
                    <a:pt x="3845" y="5877"/>
                  </a:cubicBezTo>
                  <a:cubicBezTo>
                    <a:pt x="4356" y="5088"/>
                    <a:pt x="5944" y="3456"/>
                    <a:pt x="5033" y="2634"/>
                  </a:cubicBezTo>
                  <a:cubicBezTo>
                    <a:pt x="4302" y="1975"/>
                    <a:pt x="3608" y="1"/>
                    <a:pt x="279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a:extLst>
                <a:ext uri="{FF2B5EF4-FFF2-40B4-BE49-F238E27FC236}">
                  <a16:creationId xmlns:a16="http://schemas.microsoft.com/office/drawing/2014/main" id="{22FB5136-626B-1AEE-61E0-6B99E79174D2}"/>
                </a:ext>
              </a:extLst>
            </p:cNvPr>
            <p:cNvSpPr/>
            <p:nvPr/>
          </p:nvSpPr>
          <p:spPr>
            <a:xfrm>
              <a:off x="6398625" y="3765900"/>
              <a:ext cx="41125" cy="81400"/>
            </a:xfrm>
            <a:custGeom>
              <a:avLst/>
              <a:gdLst/>
              <a:ahLst/>
              <a:cxnLst/>
              <a:rect l="l" t="t" r="r" b="b"/>
              <a:pathLst>
                <a:path w="1645" h="3256" extrusionOk="0">
                  <a:moveTo>
                    <a:pt x="1444" y="2000"/>
                  </a:moveTo>
                  <a:cubicBezTo>
                    <a:pt x="1467" y="2000"/>
                    <a:pt x="1477" y="2012"/>
                    <a:pt x="1489" y="2022"/>
                  </a:cubicBezTo>
                  <a:cubicBezTo>
                    <a:pt x="1522" y="2056"/>
                    <a:pt x="1533" y="2111"/>
                    <a:pt x="1522" y="2156"/>
                  </a:cubicBezTo>
                  <a:cubicBezTo>
                    <a:pt x="1489" y="2234"/>
                    <a:pt x="1411" y="2289"/>
                    <a:pt x="1333" y="2333"/>
                  </a:cubicBezTo>
                  <a:lnTo>
                    <a:pt x="1267" y="2367"/>
                  </a:lnTo>
                  <a:lnTo>
                    <a:pt x="1333" y="2133"/>
                  </a:lnTo>
                  <a:cubicBezTo>
                    <a:pt x="1356" y="2056"/>
                    <a:pt x="1388" y="2012"/>
                    <a:pt x="1422" y="2000"/>
                  </a:cubicBezTo>
                  <a:close/>
                  <a:moveTo>
                    <a:pt x="956" y="0"/>
                  </a:moveTo>
                  <a:cubicBezTo>
                    <a:pt x="389" y="501"/>
                    <a:pt x="33" y="1256"/>
                    <a:pt x="11" y="2022"/>
                  </a:cubicBezTo>
                  <a:cubicBezTo>
                    <a:pt x="0" y="2267"/>
                    <a:pt x="67" y="2422"/>
                    <a:pt x="200" y="2489"/>
                  </a:cubicBezTo>
                  <a:cubicBezTo>
                    <a:pt x="241" y="2510"/>
                    <a:pt x="282" y="2520"/>
                    <a:pt x="323" y="2520"/>
                  </a:cubicBezTo>
                  <a:cubicBezTo>
                    <a:pt x="450" y="2520"/>
                    <a:pt x="577" y="2431"/>
                    <a:pt x="677" y="2356"/>
                  </a:cubicBezTo>
                  <a:cubicBezTo>
                    <a:pt x="722" y="2323"/>
                    <a:pt x="778" y="2278"/>
                    <a:pt x="833" y="2222"/>
                  </a:cubicBezTo>
                  <a:cubicBezTo>
                    <a:pt x="845" y="2323"/>
                    <a:pt x="889" y="2422"/>
                    <a:pt x="989" y="2467"/>
                  </a:cubicBezTo>
                  <a:cubicBezTo>
                    <a:pt x="1024" y="2488"/>
                    <a:pt x="1063" y="2496"/>
                    <a:pt x="1102" y="2496"/>
                  </a:cubicBezTo>
                  <a:cubicBezTo>
                    <a:pt x="1124" y="2496"/>
                    <a:pt x="1146" y="2493"/>
                    <a:pt x="1166" y="2489"/>
                  </a:cubicBezTo>
                  <a:lnTo>
                    <a:pt x="1166" y="2489"/>
                  </a:lnTo>
                  <a:cubicBezTo>
                    <a:pt x="1156" y="2578"/>
                    <a:pt x="1144" y="2678"/>
                    <a:pt x="1144" y="2767"/>
                  </a:cubicBezTo>
                  <a:cubicBezTo>
                    <a:pt x="1144" y="2867"/>
                    <a:pt x="1144" y="2989"/>
                    <a:pt x="1188" y="3089"/>
                  </a:cubicBezTo>
                  <a:cubicBezTo>
                    <a:pt x="1233" y="3178"/>
                    <a:pt x="1311" y="3244"/>
                    <a:pt x="1388" y="3256"/>
                  </a:cubicBezTo>
                  <a:lnTo>
                    <a:pt x="1455" y="3256"/>
                  </a:lnTo>
                  <a:cubicBezTo>
                    <a:pt x="1522" y="3244"/>
                    <a:pt x="1578" y="3200"/>
                    <a:pt x="1611" y="3145"/>
                  </a:cubicBezTo>
                  <a:cubicBezTo>
                    <a:pt x="1644" y="3089"/>
                    <a:pt x="1644" y="3022"/>
                    <a:pt x="1611" y="2978"/>
                  </a:cubicBezTo>
                  <a:lnTo>
                    <a:pt x="1544" y="3011"/>
                  </a:lnTo>
                  <a:cubicBezTo>
                    <a:pt x="1566" y="3044"/>
                    <a:pt x="1555" y="3078"/>
                    <a:pt x="1544" y="3111"/>
                  </a:cubicBezTo>
                  <a:cubicBezTo>
                    <a:pt x="1522" y="3145"/>
                    <a:pt x="1489" y="3178"/>
                    <a:pt x="1444" y="3178"/>
                  </a:cubicBezTo>
                  <a:cubicBezTo>
                    <a:pt x="1435" y="3180"/>
                    <a:pt x="1426" y="3181"/>
                    <a:pt x="1416" y="3181"/>
                  </a:cubicBezTo>
                  <a:cubicBezTo>
                    <a:pt x="1348" y="3181"/>
                    <a:pt x="1285" y="3115"/>
                    <a:pt x="1255" y="3056"/>
                  </a:cubicBezTo>
                  <a:cubicBezTo>
                    <a:pt x="1211" y="2967"/>
                    <a:pt x="1211" y="2867"/>
                    <a:pt x="1222" y="2778"/>
                  </a:cubicBezTo>
                  <a:cubicBezTo>
                    <a:pt x="1222" y="2667"/>
                    <a:pt x="1233" y="2567"/>
                    <a:pt x="1255" y="2456"/>
                  </a:cubicBezTo>
                  <a:cubicBezTo>
                    <a:pt x="1289" y="2444"/>
                    <a:pt x="1333" y="2422"/>
                    <a:pt x="1366" y="2400"/>
                  </a:cubicBezTo>
                  <a:cubicBezTo>
                    <a:pt x="1467" y="2345"/>
                    <a:pt x="1555" y="2278"/>
                    <a:pt x="1588" y="2178"/>
                  </a:cubicBezTo>
                  <a:cubicBezTo>
                    <a:pt x="1611" y="2111"/>
                    <a:pt x="1588" y="2022"/>
                    <a:pt x="1544" y="1967"/>
                  </a:cubicBezTo>
                  <a:cubicBezTo>
                    <a:pt x="1508" y="1940"/>
                    <a:pt x="1471" y="1920"/>
                    <a:pt x="1435" y="1920"/>
                  </a:cubicBezTo>
                  <a:cubicBezTo>
                    <a:pt x="1427" y="1920"/>
                    <a:pt x="1419" y="1921"/>
                    <a:pt x="1411" y="1923"/>
                  </a:cubicBezTo>
                  <a:cubicBezTo>
                    <a:pt x="1322" y="1945"/>
                    <a:pt x="1277" y="2044"/>
                    <a:pt x="1255" y="2111"/>
                  </a:cubicBezTo>
                  <a:cubicBezTo>
                    <a:pt x="1233" y="2212"/>
                    <a:pt x="1200" y="2300"/>
                    <a:pt x="1188" y="2400"/>
                  </a:cubicBezTo>
                  <a:cubicBezTo>
                    <a:pt x="1161" y="2411"/>
                    <a:pt x="1130" y="2417"/>
                    <a:pt x="1101" y="2417"/>
                  </a:cubicBezTo>
                  <a:cubicBezTo>
                    <a:pt x="1072" y="2417"/>
                    <a:pt x="1044" y="2411"/>
                    <a:pt x="1022" y="2400"/>
                  </a:cubicBezTo>
                  <a:cubicBezTo>
                    <a:pt x="933" y="2356"/>
                    <a:pt x="900" y="2244"/>
                    <a:pt x="911" y="2156"/>
                  </a:cubicBezTo>
                  <a:lnTo>
                    <a:pt x="911" y="2133"/>
                  </a:lnTo>
                  <a:cubicBezTo>
                    <a:pt x="978" y="2044"/>
                    <a:pt x="1011" y="1945"/>
                    <a:pt x="1011" y="1834"/>
                  </a:cubicBezTo>
                  <a:lnTo>
                    <a:pt x="1000" y="1689"/>
                  </a:lnTo>
                  <a:lnTo>
                    <a:pt x="933" y="1822"/>
                  </a:lnTo>
                  <a:cubicBezTo>
                    <a:pt x="900" y="1901"/>
                    <a:pt x="855" y="2000"/>
                    <a:pt x="833" y="2100"/>
                  </a:cubicBezTo>
                  <a:cubicBezTo>
                    <a:pt x="778" y="2178"/>
                    <a:pt x="700" y="2244"/>
                    <a:pt x="633" y="2300"/>
                  </a:cubicBezTo>
                  <a:cubicBezTo>
                    <a:pt x="506" y="2396"/>
                    <a:pt x="407" y="2446"/>
                    <a:pt x="324" y="2446"/>
                  </a:cubicBezTo>
                  <a:cubicBezTo>
                    <a:pt x="292" y="2446"/>
                    <a:pt x="262" y="2438"/>
                    <a:pt x="233" y="2422"/>
                  </a:cubicBezTo>
                  <a:cubicBezTo>
                    <a:pt x="100" y="2356"/>
                    <a:pt x="78" y="2178"/>
                    <a:pt x="89" y="2022"/>
                  </a:cubicBezTo>
                  <a:cubicBezTo>
                    <a:pt x="111" y="1278"/>
                    <a:pt x="455" y="545"/>
                    <a:pt x="1011" y="56"/>
                  </a:cubicBezTo>
                  <a:lnTo>
                    <a:pt x="956"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a:extLst>
                <a:ext uri="{FF2B5EF4-FFF2-40B4-BE49-F238E27FC236}">
                  <a16:creationId xmlns:a16="http://schemas.microsoft.com/office/drawing/2014/main" id="{8B13B9AE-4B47-A681-A0BF-2566F6910D2F}"/>
                </a:ext>
              </a:extLst>
            </p:cNvPr>
            <p:cNvSpPr/>
            <p:nvPr/>
          </p:nvSpPr>
          <p:spPr>
            <a:xfrm>
              <a:off x="6515525" y="3958125"/>
              <a:ext cx="10575" cy="14425"/>
            </a:xfrm>
            <a:custGeom>
              <a:avLst/>
              <a:gdLst/>
              <a:ahLst/>
              <a:cxnLst/>
              <a:rect l="l" t="t" r="r" b="b"/>
              <a:pathLst>
                <a:path w="423" h="577" extrusionOk="0">
                  <a:moveTo>
                    <a:pt x="370" y="0"/>
                  </a:moveTo>
                  <a:cubicBezTo>
                    <a:pt x="352" y="0"/>
                    <a:pt x="326" y="10"/>
                    <a:pt x="289" y="33"/>
                  </a:cubicBezTo>
                  <a:cubicBezTo>
                    <a:pt x="190" y="88"/>
                    <a:pt x="90" y="154"/>
                    <a:pt x="1" y="243"/>
                  </a:cubicBezTo>
                  <a:cubicBezTo>
                    <a:pt x="67" y="376"/>
                    <a:pt x="168" y="488"/>
                    <a:pt x="289" y="566"/>
                  </a:cubicBezTo>
                  <a:cubicBezTo>
                    <a:pt x="301" y="576"/>
                    <a:pt x="301" y="576"/>
                    <a:pt x="312" y="576"/>
                  </a:cubicBezTo>
                  <a:cubicBezTo>
                    <a:pt x="334" y="576"/>
                    <a:pt x="345" y="554"/>
                    <a:pt x="345" y="532"/>
                  </a:cubicBezTo>
                  <a:cubicBezTo>
                    <a:pt x="368" y="410"/>
                    <a:pt x="378" y="288"/>
                    <a:pt x="390" y="166"/>
                  </a:cubicBezTo>
                  <a:cubicBezTo>
                    <a:pt x="406" y="83"/>
                    <a:pt x="423" y="0"/>
                    <a:pt x="370"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a:extLst>
                <a:ext uri="{FF2B5EF4-FFF2-40B4-BE49-F238E27FC236}">
                  <a16:creationId xmlns:a16="http://schemas.microsoft.com/office/drawing/2014/main" id="{66F604AB-E0F9-517D-C913-C5911FB4D96C}"/>
                </a:ext>
              </a:extLst>
            </p:cNvPr>
            <p:cNvSpPr/>
            <p:nvPr/>
          </p:nvSpPr>
          <p:spPr>
            <a:xfrm>
              <a:off x="6499425" y="3967750"/>
              <a:ext cx="8875" cy="11200"/>
            </a:xfrm>
            <a:custGeom>
              <a:avLst/>
              <a:gdLst/>
              <a:ahLst/>
              <a:cxnLst/>
              <a:rect l="l" t="t" r="r" b="b"/>
              <a:pathLst>
                <a:path w="355" h="448" extrusionOk="0">
                  <a:moveTo>
                    <a:pt x="301" y="1"/>
                  </a:moveTo>
                  <a:cubicBezTo>
                    <a:pt x="287" y="1"/>
                    <a:pt x="269" y="5"/>
                    <a:pt x="245" y="14"/>
                  </a:cubicBezTo>
                  <a:cubicBezTo>
                    <a:pt x="156" y="47"/>
                    <a:pt x="79" y="92"/>
                    <a:pt x="0" y="147"/>
                  </a:cubicBezTo>
                  <a:cubicBezTo>
                    <a:pt x="34" y="258"/>
                    <a:pt x="101" y="359"/>
                    <a:pt x="190" y="436"/>
                  </a:cubicBezTo>
                  <a:cubicBezTo>
                    <a:pt x="200" y="447"/>
                    <a:pt x="200" y="447"/>
                    <a:pt x="212" y="447"/>
                  </a:cubicBezTo>
                  <a:cubicBezTo>
                    <a:pt x="222" y="447"/>
                    <a:pt x="234" y="425"/>
                    <a:pt x="245" y="414"/>
                  </a:cubicBezTo>
                  <a:cubicBezTo>
                    <a:pt x="267" y="325"/>
                    <a:pt x="289" y="225"/>
                    <a:pt x="311" y="136"/>
                  </a:cubicBezTo>
                  <a:cubicBezTo>
                    <a:pt x="329" y="65"/>
                    <a:pt x="354" y="1"/>
                    <a:pt x="301"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a:extLst>
                <a:ext uri="{FF2B5EF4-FFF2-40B4-BE49-F238E27FC236}">
                  <a16:creationId xmlns:a16="http://schemas.microsoft.com/office/drawing/2014/main" id="{07021262-D074-7546-31A4-5027A495B9FC}"/>
                </a:ext>
              </a:extLst>
            </p:cNvPr>
            <p:cNvSpPr/>
            <p:nvPr/>
          </p:nvSpPr>
          <p:spPr>
            <a:xfrm>
              <a:off x="6447775" y="3709800"/>
              <a:ext cx="18625" cy="15875"/>
            </a:xfrm>
            <a:custGeom>
              <a:avLst/>
              <a:gdLst/>
              <a:ahLst/>
              <a:cxnLst/>
              <a:rect l="l" t="t" r="r" b="b"/>
              <a:pathLst>
                <a:path w="745" h="635" extrusionOk="0">
                  <a:moveTo>
                    <a:pt x="711" y="0"/>
                  </a:moveTo>
                  <a:cubicBezTo>
                    <a:pt x="412" y="101"/>
                    <a:pt x="167" y="312"/>
                    <a:pt x="0" y="578"/>
                  </a:cubicBezTo>
                  <a:lnTo>
                    <a:pt x="101" y="634"/>
                  </a:lnTo>
                  <a:cubicBezTo>
                    <a:pt x="244" y="400"/>
                    <a:pt x="489" y="212"/>
                    <a:pt x="745" y="112"/>
                  </a:cubicBezTo>
                  <a:lnTo>
                    <a:pt x="71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2">
              <a:extLst>
                <a:ext uri="{FF2B5EF4-FFF2-40B4-BE49-F238E27FC236}">
                  <a16:creationId xmlns:a16="http://schemas.microsoft.com/office/drawing/2014/main" id="{E86BB65C-C503-A469-20C3-0F76683FF074}"/>
                </a:ext>
              </a:extLst>
            </p:cNvPr>
            <p:cNvSpPr/>
            <p:nvPr/>
          </p:nvSpPr>
          <p:spPr>
            <a:xfrm>
              <a:off x="6451100" y="3730900"/>
              <a:ext cx="11125" cy="13925"/>
            </a:xfrm>
            <a:custGeom>
              <a:avLst/>
              <a:gdLst/>
              <a:ahLst/>
              <a:cxnLst/>
              <a:rect l="l" t="t" r="r" b="b"/>
              <a:pathLst>
                <a:path w="445" h="557" extrusionOk="0">
                  <a:moveTo>
                    <a:pt x="367" y="1"/>
                  </a:moveTo>
                  <a:cubicBezTo>
                    <a:pt x="200" y="134"/>
                    <a:pt x="79" y="312"/>
                    <a:pt x="0" y="512"/>
                  </a:cubicBezTo>
                  <a:lnTo>
                    <a:pt x="111" y="556"/>
                  </a:lnTo>
                  <a:cubicBezTo>
                    <a:pt x="178" y="378"/>
                    <a:pt x="301" y="212"/>
                    <a:pt x="445" y="90"/>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2">
              <a:extLst>
                <a:ext uri="{FF2B5EF4-FFF2-40B4-BE49-F238E27FC236}">
                  <a16:creationId xmlns:a16="http://schemas.microsoft.com/office/drawing/2014/main" id="{C096C3DB-3212-5E19-FEEF-63455F7DC142}"/>
                </a:ext>
              </a:extLst>
            </p:cNvPr>
            <p:cNvSpPr/>
            <p:nvPr/>
          </p:nvSpPr>
          <p:spPr>
            <a:xfrm>
              <a:off x="6436400" y="3741450"/>
              <a:ext cx="5275" cy="6700"/>
            </a:xfrm>
            <a:custGeom>
              <a:avLst/>
              <a:gdLst/>
              <a:ahLst/>
              <a:cxnLst/>
              <a:rect l="l" t="t" r="r" b="b"/>
              <a:pathLst>
                <a:path w="211" h="268" extrusionOk="0">
                  <a:moveTo>
                    <a:pt x="89" y="1"/>
                  </a:moveTo>
                  <a:cubicBezTo>
                    <a:pt x="77" y="68"/>
                    <a:pt x="44" y="134"/>
                    <a:pt x="0" y="190"/>
                  </a:cubicBezTo>
                  <a:lnTo>
                    <a:pt x="100" y="267"/>
                  </a:lnTo>
                  <a:cubicBezTo>
                    <a:pt x="156" y="201"/>
                    <a:pt x="188" y="112"/>
                    <a:pt x="211" y="23"/>
                  </a:cubicBezTo>
                  <a:lnTo>
                    <a:pt x="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a:extLst>
                <a:ext uri="{FF2B5EF4-FFF2-40B4-BE49-F238E27FC236}">
                  <a16:creationId xmlns:a16="http://schemas.microsoft.com/office/drawing/2014/main" id="{6F58F013-76A3-47A8-50C8-0B14A0A9475F}"/>
                </a:ext>
              </a:extLst>
            </p:cNvPr>
            <p:cNvSpPr/>
            <p:nvPr/>
          </p:nvSpPr>
          <p:spPr>
            <a:xfrm>
              <a:off x="6443875" y="3761750"/>
              <a:ext cx="4200" cy="4175"/>
            </a:xfrm>
            <a:custGeom>
              <a:avLst/>
              <a:gdLst/>
              <a:ahLst/>
              <a:cxnLst/>
              <a:rect l="l" t="t" r="r" b="b"/>
              <a:pathLst>
                <a:path w="168" h="167" extrusionOk="0">
                  <a:moveTo>
                    <a:pt x="57" y="0"/>
                  </a:moveTo>
                  <a:lnTo>
                    <a:pt x="1" y="111"/>
                  </a:lnTo>
                  <a:lnTo>
                    <a:pt x="101" y="166"/>
                  </a:lnTo>
                  <a:lnTo>
                    <a:pt x="168" y="55"/>
                  </a:lnTo>
                  <a:lnTo>
                    <a:pt x="5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a:extLst>
                <a:ext uri="{FF2B5EF4-FFF2-40B4-BE49-F238E27FC236}">
                  <a16:creationId xmlns:a16="http://schemas.microsoft.com/office/drawing/2014/main" id="{1B694E04-CDF3-FA8C-9733-D6CA0039021F}"/>
                </a:ext>
              </a:extLst>
            </p:cNvPr>
            <p:cNvSpPr/>
            <p:nvPr/>
          </p:nvSpPr>
          <p:spPr>
            <a:xfrm>
              <a:off x="6531925" y="3433750"/>
              <a:ext cx="4175" cy="8075"/>
            </a:xfrm>
            <a:custGeom>
              <a:avLst/>
              <a:gdLst/>
              <a:ahLst/>
              <a:cxnLst/>
              <a:rect l="l" t="t" r="r" b="b"/>
              <a:pathLst>
                <a:path w="167" h="323" extrusionOk="0">
                  <a:moveTo>
                    <a:pt x="67" y="0"/>
                  </a:moveTo>
                  <a:cubicBezTo>
                    <a:pt x="23" y="45"/>
                    <a:pt x="0" y="111"/>
                    <a:pt x="11" y="178"/>
                  </a:cubicBezTo>
                  <a:cubicBezTo>
                    <a:pt x="23" y="234"/>
                    <a:pt x="56" y="289"/>
                    <a:pt x="112" y="323"/>
                  </a:cubicBezTo>
                  <a:lnTo>
                    <a:pt x="167" y="222"/>
                  </a:lnTo>
                  <a:cubicBezTo>
                    <a:pt x="156" y="212"/>
                    <a:pt x="134" y="178"/>
                    <a:pt x="134" y="156"/>
                  </a:cubicBezTo>
                  <a:cubicBezTo>
                    <a:pt x="134" y="123"/>
                    <a:pt x="134" y="101"/>
                    <a:pt x="156" y="78"/>
                  </a:cubicBezTo>
                  <a:lnTo>
                    <a:pt x="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a:extLst>
                <a:ext uri="{FF2B5EF4-FFF2-40B4-BE49-F238E27FC236}">
                  <a16:creationId xmlns:a16="http://schemas.microsoft.com/office/drawing/2014/main" id="{4BE988C3-37C0-6E6C-77AD-8491B810AC98}"/>
                </a:ext>
              </a:extLst>
            </p:cNvPr>
            <p:cNvSpPr/>
            <p:nvPr/>
          </p:nvSpPr>
          <p:spPr>
            <a:xfrm>
              <a:off x="6526625" y="3417925"/>
              <a:ext cx="3650" cy="6950"/>
            </a:xfrm>
            <a:custGeom>
              <a:avLst/>
              <a:gdLst/>
              <a:ahLst/>
              <a:cxnLst/>
              <a:rect l="l" t="t" r="r" b="b"/>
              <a:pathLst>
                <a:path w="146" h="278" extrusionOk="0">
                  <a:moveTo>
                    <a:pt x="68" y="1"/>
                  </a:moveTo>
                  <a:cubicBezTo>
                    <a:pt x="23" y="33"/>
                    <a:pt x="1" y="89"/>
                    <a:pt x="13" y="144"/>
                  </a:cubicBezTo>
                  <a:cubicBezTo>
                    <a:pt x="13" y="200"/>
                    <a:pt x="35" y="245"/>
                    <a:pt x="79" y="278"/>
                  </a:cubicBezTo>
                  <a:lnTo>
                    <a:pt x="146" y="178"/>
                  </a:lnTo>
                  <a:cubicBezTo>
                    <a:pt x="134" y="167"/>
                    <a:pt x="134" y="156"/>
                    <a:pt x="124" y="134"/>
                  </a:cubicBezTo>
                  <a:cubicBezTo>
                    <a:pt x="124" y="122"/>
                    <a:pt x="134" y="100"/>
                    <a:pt x="146" y="89"/>
                  </a:cubicBezTo>
                  <a:lnTo>
                    <a:pt x="68"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a:extLst>
                <a:ext uri="{FF2B5EF4-FFF2-40B4-BE49-F238E27FC236}">
                  <a16:creationId xmlns:a16="http://schemas.microsoft.com/office/drawing/2014/main" id="{59F37983-25A9-8D06-0996-13F609090D7D}"/>
                </a:ext>
              </a:extLst>
            </p:cNvPr>
            <p:cNvSpPr/>
            <p:nvPr/>
          </p:nvSpPr>
          <p:spPr>
            <a:xfrm>
              <a:off x="6185050" y="3499850"/>
              <a:ext cx="480750" cy="153175"/>
            </a:xfrm>
            <a:custGeom>
              <a:avLst/>
              <a:gdLst/>
              <a:ahLst/>
              <a:cxnLst/>
              <a:rect l="l" t="t" r="r" b="b"/>
              <a:pathLst>
                <a:path w="19230" h="6127" extrusionOk="0">
                  <a:moveTo>
                    <a:pt x="19074" y="0"/>
                  </a:moveTo>
                  <a:lnTo>
                    <a:pt x="1900" y="501"/>
                  </a:lnTo>
                  <a:lnTo>
                    <a:pt x="1900" y="656"/>
                  </a:lnTo>
                  <a:cubicBezTo>
                    <a:pt x="1456" y="800"/>
                    <a:pt x="1044" y="1022"/>
                    <a:pt x="678" y="1355"/>
                  </a:cubicBezTo>
                  <a:cubicBezTo>
                    <a:pt x="634" y="1400"/>
                    <a:pt x="589" y="1444"/>
                    <a:pt x="578" y="1500"/>
                  </a:cubicBezTo>
                  <a:cubicBezTo>
                    <a:pt x="568" y="1562"/>
                    <a:pt x="614" y="1623"/>
                    <a:pt x="674" y="1623"/>
                  </a:cubicBezTo>
                  <a:cubicBezTo>
                    <a:pt x="679" y="1623"/>
                    <a:pt x="684" y="1623"/>
                    <a:pt x="689" y="1622"/>
                  </a:cubicBezTo>
                  <a:lnTo>
                    <a:pt x="689" y="1622"/>
                  </a:lnTo>
                  <a:cubicBezTo>
                    <a:pt x="333" y="1922"/>
                    <a:pt x="111" y="2355"/>
                    <a:pt x="67" y="2800"/>
                  </a:cubicBezTo>
                  <a:cubicBezTo>
                    <a:pt x="56" y="2844"/>
                    <a:pt x="56" y="2900"/>
                    <a:pt x="78" y="2933"/>
                  </a:cubicBezTo>
                  <a:cubicBezTo>
                    <a:pt x="102" y="2965"/>
                    <a:pt x="139" y="2986"/>
                    <a:pt x="174" y="2986"/>
                  </a:cubicBezTo>
                  <a:cubicBezTo>
                    <a:pt x="187" y="2986"/>
                    <a:pt x="200" y="2983"/>
                    <a:pt x="212" y="2977"/>
                  </a:cubicBezTo>
                  <a:lnTo>
                    <a:pt x="212" y="2977"/>
                  </a:lnTo>
                  <a:cubicBezTo>
                    <a:pt x="101" y="3100"/>
                    <a:pt x="45" y="3244"/>
                    <a:pt x="22" y="3389"/>
                  </a:cubicBezTo>
                  <a:cubicBezTo>
                    <a:pt x="0" y="3577"/>
                    <a:pt x="22" y="3767"/>
                    <a:pt x="56" y="3955"/>
                  </a:cubicBezTo>
                  <a:cubicBezTo>
                    <a:pt x="133" y="4344"/>
                    <a:pt x="267" y="4722"/>
                    <a:pt x="389" y="5100"/>
                  </a:cubicBezTo>
                  <a:cubicBezTo>
                    <a:pt x="422" y="5166"/>
                    <a:pt x="456" y="5255"/>
                    <a:pt x="523" y="5288"/>
                  </a:cubicBezTo>
                  <a:cubicBezTo>
                    <a:pt x="538" y="5295"/>
                    <a:pt x="556" y="5298"/>
                    <a:pt x="574" y="5298"/>
                  </a:cubicBezTo>
                  <a:cubicBezTo>
                    <a:pt x="644" y="5298"/>
                    <a:pt x="718" y="5250"/>
                    <a:pt x="700" y="5188"/>
                  </a:cubicBezTo>
                  <a:lnTo>
                    <a:pt x="700" y="5188"/>
                  </a:lnTo>
                  <a:cubicBezTo>
                    <a:pt x="945" y="5444"/>
                    <a:pt x="1200" y="5699"/>
                    <a:pt x="1545" y="5799"/>
                  </a:cubicBezTo>
                  <a:cubicBezTo>
                    <a:pt x="1711" y="5843"/>
                    <a:pt x="1889" y="5866"/>
                    <a:pt x="2056" y="5932"/>
                  </a:cubicBezTo>
                  <a:lnTo>
                    <a:pt x="2056" y="6110"/>
                  </a:lnTo>
                  <a:lnTo>
                    <a:pt x="2511" y="6088"/>
                  </a:lnTo>
                  <a:cubicBezTo>
                    <a:pt x="2544" y="6099"/>
                    <a:pt x="2589" y="6110"/>
                    <a:pt x="2622" y="6110"/>
                  </a:cubicBezTo>
                  <a:cubicBezTo>
                    <a:pt x="2702" y="6122"/>
                    <a:pt x="2785" y="6127"/>
                    <a:pt x="2870" y="6127"/>
                  </a:cubicBezTo>
                  <a:cubicBezTo>
                    <a:pt x="3103" y="6127"/>
                    <a:pt x="3349" y="6090"/>
                    <a:pt x="3577" y="6066"/>
                  </a:cubicBezTo>
                  <a:lnTo>
                    <a:pt x="19230" y="5611"/>
                  </a:lnTo>
                  <a:lnTo>
                    <a:pt x="190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a:extLst>
                <a:ext uri="{FF2B5EF4-FFF2-40B4-BE49-F238E27FC236}">
                  <a16:creationId xmlns:a16="http://schemas.microsoft.com/office/drawing/2014/main" id="{EE3B6392-33EC-57BB-16A7-2E893D032F90}"/>
                </a:ext>
              </a:extLst>
            </p:cNvPr>
            <p:cNvSpPr/>
            <p:nvPr/>
          </p:nvSpPr>
          <p:spPr>
            <a:xfrm>
              <a:off x="6192000" y="3586975"/>
              <a:ext cx="473800" cy="140625"/>
            </a:xfrm>
            <a:custGeom>
              <a:avLst/>
              <a:gdLst/>
              <a:ahLst/>
              <a:cxnLst/>
              <a:rect l="l" t="t" r="r" b="b"/>
              <a:pathLst>
                <a:path w="18952" h="5625" extrusionOk="0">
                  <a:moveTo>
                    <a:pt x="18741" y="0"/>
                  </a:moveTo>
                  <a:cubicBezTo>
                    <a:pt x="18526" y="0"/>
                    <a:pt x="18311" y="15"/>
                    <a:pt x="18096" y="15"/>
                  </a:cubicBezTo>
                  <a:cubicBezTo>
                    <a:pt x="17597" y="15"/>
                    <a:pt x="17096" y="15"/>
                    <a:pt x="16597" y="26"/>
                  </a:cubicBezTo>
                  <a:cubicBezTo>
                    <a:pt x="14819" y="70"/>
                    <a:pt x="13053" y="137"/>
                    <a:pt x="11275" y="181"/>
                  </a:cubicBezTo>
                  <a:cubicBezTo>
                    <a:pt x="10409" y="203"/>
                    <a:pt x="9532" y="226"/>
                    <a:pt x="8665" y="248"/>
                  </a:cubicBezTo>
                  <a:cubicBezTo>
                    <a:pt x="7898" y="259"/>
                    <a:pt x="7121" y="237"/>
                    <a:pt x="6365" y="370"/>
                  </a:cubicBezTo>
                  <a:cubicBezTo>
                    <a:pt x="6565" y="448"/>
                    <a:pt x="6765" y="526"/>
                    <a:pt x="6932" y="648"/>
                  </a:cubicBezTo>
                  <a:cubicBezTo>
                    <a:pt x="6954" y="670"/>
                    <a:pt x="6954" y="704"/>
                    <a:pt x="6932" y="714"/>
                  </a:cubicBezTo>
                  <a:cubicBezTo>
                    <a:pt x="6654" y="825"/>
                    <a:pt x="6365" y="848"/>
                    <a:pt x="6066" y="859"/>
                  </a:cubicBezTo>
                  <a:lnTo>
                    <a:pt x="5032" y="926"/>
                  </a:lnTo>
                  <a:cubicBezTo>
                    <a:pt x="4255" y="981"/>
                    <a:pt x="3477" y="1037"/>
                    <a:pt x="2689" y="1092"/>
                  </a:cubicBezTo>
                  <a:cubicBezTo>
                    <a:pt x="1800" y="1148"/>
                    <a:pt x="900" y="1225"/>
                    <a:pt x="0" y="1281"/>
                  </a:cubicBezTo>
                  <a:cubicBezTo>
                    <a:pt x="45" y="1392"/>
                    <a:pt x="78" y="1503"/>
                    <a:pt x="111" y="1615"/>
                  </a:cubicBezTo>
                  <a:cubicBezTo>
                    <a:pt x="144" y="1681"/>
                    <a:pt x="178" y="1770"/>
                    <a:pt x="245" y="1803"/>
                  </a:cubicBezTo>
                  <a:cubicBezTo>
                    <a:pt x="260" y="1810"/>
                    <a:pt x="278" y="1813"/>
                    <a:pt x="296" y="1813"/>
                  </a:cubicBezTo>
                  <a:cubicBezTo>
                    <a:pt x="366" y="1813"/>
                    <a:pt x="440" y="1765"/>
                    <a:pt x="422" y="1703"/>
                  </a:cubicBezTo>
                  <a:lnTo>
                    <a:pt x="422" y="1703"/>
                  </a:lnTo>
                  <a:cubicBezTo>
                    <a:pt x="667" y="1959"/>
                    <a:pt x="922" y="2214"/>
                    <a:pt x="1267" y="2314"/>
                  </a:cubicBezTo>
                  <a:cubicBezTo>
                    <a:pt x="1433" y="2358"/>
                    <a:pt x="1611" y="2381"/>
                    <a:pt x="1778" y="2447"/>
                  </a:cubicBezTo>
                  <a:lnTo>
                    <a:pt x="1778" y="2625"/>
                  </a:lnTo>
                  <a:lnTo>
                    <a:pt x="2233" y="2603"/>
                  </a:lnTo>
                  <a:cubicBezTo>
                    <a:pt x="2266" y="2614"/>
                    <a:pt x="2311" y="2625"/>
                    <a:pt x="2344" y="2625"/>
                  </a:cubicBezTo>
                  <a:cubicBezTo>
                    <a:pt x="2436" y="2637"/>
                    <a:pt x="2530" y="2642"/>
                    <a:pt x="2624" y="2642"/>
                  </a:cubicBezTo>
                  <a:cubicBezTo>
                    <a:pt x="2982" y="2642"/>
                    <a:pt x="3347" y="2571"/>
                    <a:pt x="3699" y="2536"/>
                  </a:cubicBezTo>
                  <a:cubicBezTo>
                    <a:pt x="3843" y="2526"/>
                    <a:pt x="3986" y="2521"/>
                    <a:pt x="4129" y="2521"/>
                  </a:cubicBezTo>
                  <a:cubicBezTo>
                    <a:pt x="4452" y="2521"/>
                    <a:pt x="4772" y="2546"/>
                    <a:pt x="5088" y="2592"/>
                  </a:cubicBezTo>
                  <a:cubicBezTo>
                    <a:pt x="5098" y="2589"/>
                    <a:pt x="5108" y="2587"/>
                    <a:pt x="5117" y="2587"/>
                  </a:cubicBezTo>
                  <a:cubicBezTo>
                    <a:pt x="5140" y="2587"/>
                    <a:pt x="5161" y="2595"/>
                    <a:pt x="5177" y="2603"/>
                  </a:cubicBezTo>
                  <a:cubicBezTo>
                    <a:pt x="5199" y="2603"/>
                    <a:pt x="5221" y="2614"/>
                    <a:pt x="5244" y="2625"/>
                  </a:cubicBezTo>
                  <a:cubicBezTo>
                    <a:pt x="5266" y="2647"/>
                    <a:pt x="5277" y="2669"/>
                    <a:pt x="5277" y="2692"/>
                  </a:cubicBezTo>
                  <a:cubicBezTo>
                    <a:pt x="5288" y="2725"/>
                    <a:pt x="5288" y="2758"/>
                    <a:pt x="5277" y="2792"/>
                  </a:cubicBezTo>
                  <a:cubicBezTo>
                    <a:pt x="5165" y="3103"/>
                    <a:pt x="4854" y="3292"/>
                    <a:pt x="4577" y="3469"/>
                  </a:cubicBezTo>
                  <a:cubicBezTo>
                    <a:pt x="4277" y="3669"/>
                    <a:pt x="4022" y="3925"/>
                    <a:pt x="3699" y="4103"/>
                  </a:cubicBezTo>
                  <a:cubicBezTo>
                    <a:pt x="3277" y="4336"/>
                    <a:pt x="2866" y="4592"/>
                    <a:pt x="2600" y="4947"/>
                  </a:cubicBezTo>
                  <a:cubicBezTo>
                    <a:pt x="2600" y="4980"/>
                    <a:pt x="2610" y="5014"/>
                    <a:pt x="2622" y="5047"/>
                  </a:cubicBezTo>
                  <a:cubicBezTo>
                    <a:pt x="2810" y="4947"/>
                    <a:pt x="3000" y="4858"/>
                    <a:pt x="3188" y="4758"/>
                  </a:cubicBezTo>
                  <a:cubicBezTo>
                    <a:pt x="3388" y="4636"/>
                    <a:pt x="3632" y="4392"/>
                    <a:pt x="3888" y="4314"/>
                  </a:cubicBezTo>
                  <a:cubicBezTo>
                    <a:pt x="3917" y="4292"/>
                    <a:pt x="3946" y="4275"/>
                    <a:pt x="3975" y="4275"/>
                  </a:cubicBezTo>
                  <a:cubicBezTo>
                    <a:pt x="3991" y="4275"/>
                    <a:pt x="4006" y="4280"/>
                    <a:pt x="4022" y="4291"/>
                  </a:cubicBezTo>
                  <a:lnTo>
                    <a:pt x="4022" y="4303"/>
                  </a:lnTo>
                  <a:cubicBezTo>
                    <a:pt x="4029" y="4299"/>
                    <a:pt x="4037" y="4298"/>
                    <a:pt x="4044" y="4298"/>
                  </a:cubicBezTo>
                  <a:cubicBezTo>
                    <a:pt x="4059" y="4298"/>
                    <a:pt x="4074" y="4303"/>
                    <a:pt x="4088" y="4303"/>
                  </a:cubicBezTo>
                  <a:cubicBezTo>
                    <a:pt x="4121" y="4303"/>
                    <a:pt x="4155" y="4336"/>
                    <a:pt x="4143" y="4370"/>
                  </a:cubicBezTo>
                  <a:cubicBezTo>
                    <a:pt x="4066" y="4714"/>
                    <a:pt x="3943" y="5047"/>
                    <a:pt x="3744" y="5347"/>
                  </a:cubicBezTo>
                  <a:cubicBezTo>
                    <a:pt x="3733" y="5380"/>
                    <a:pt x="3711" y="5414"/>
                    <a:pt x="3699" y="5436"/>
                  </a:cubicBezTo>
                  <a:cubicBezTo>
                    <a:pt x="3699" y="5503"/>
                    <a:pt x="3721" y="5569"/>
                    <a:pt x="3755" y="5624"/>
                  </a:cubicBezTo>
                  <a:cubicBezTo>
                    <a:pt x="4077" y="5214"/>
                    <a:pt x="4311" y="4725"/>
                    <a:pt x="4410" y="4214"/>
                  </a:cubicBezTo>
                  <a:cubicBezTo>
                    <a:pt x="4432" y="4103"/>
                    <a:pt x="4454" y="3992"/>
                    <a:pt x="4543" y="3914"/>
                  </a:cubicBezTo>
                  <a:cubicBezTo>
                    <a:pt x="4588" y="3869"/>
                    <a:pt x="4666" y="3847"/>
                    <a:pt x="4733" y="3814"/>
                  </a:cubicBezTo>
                  <a:cubicBezTo>
                    <a:pt x="4766" y="3803"/>
                    <a:pt x="4810" y="3780"/>
                    <a:pt x="4844" y="3770"/>
                  </a:cubicBezTo>
                  <a:cubicBezTo>
                    <a:pt x="4965" y="3669"/>
                    <a:pt x="5099" y="3570"/>
                    <a:pt x="5210" y="3459"/>
                  </a:cubicBezTo>
                  <a:cubicBezTo>
                    <a:pt x="5399" y="3259"/>
                    <a:pt x="5666" y="2814"/>
                    <a:pt x="5999" y="2714"/>
                  </a:cubicBezTo>
                  <a:cubicBezTo>
                    <a:pt x="6555" y="2425"/>
                    <a:pt x="7143" y="2470"/>
                    <a:pt x="7776" y="2447"/>
                  </a:cubicBezTo>
                  <a:lnTo>
                    <a:pt x="18952" y="2126"/>
                  </a:lnTo>
                  <a:lnTo>
                    <a:pt x="18896" y="3"/>
                  </a:lnTo>
                  <a:cubicBezTo>
                    <a:pt x="18844" y="1"/>
                    <a:pt x="18793" y="0"/>
                    <a:pt x="18741"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a:extLst>
                <a:ext uri="{FF2B5EF4-FFF2-40B4-BE49-F238E27FC236}">
                  <a16:creationId xmlns:a16="http://schemas.microsoft.com/office/drawing/2014/main" id="{EE71C0A2-1F9C-E807-1CAA-7A530C89B904}"/>
                </a:ext>
              </a:extLst>
            </p:cNvPr>
            <p:cNvSpPr/>
            <p:nvPr/>
          </p:nvSpPr>
          <p:spPr>
            <a:xfrm>
              <a:off x="6186450" y="3499850"/>
              <a:ext cx="478800" cy="74725"/>
            </a:xfrm>
            <a:custGeom>
              <a:avLst/>
              <a:gdLst/>
              <a:ahLst/>
              <a:cxnLst/>
              <a:rect l="l" t="t" r="r" b="b"/>
              <a:pathLst>
                <a:path w="19152" h="2989" extrusionOk="0">
                  <a:moveTo>
                    <a:pt x="19018" y="0"/>
                  </a:moveTo>
                  <a:lnTo>
                    <a:pt x="1844" y="501"/>
                  </a:lnTo>
                  <a:lnTo>
                    <a:pt x="1844" y="656"/>
                  </a:lnTo>
                  <a:cubicBezTo>
                    <a:pt x="1400" y="800"/>
                    <a:pt x="988" y="1022"/>
                    <a:pt x="622" y="1355"/>
                  </a:cubicBezTo>
                  <a:cubicBezTo>
                    <a:pt x="578" y="1400"/>
                    <a:pt x="533" y="1444"/>
                    <a:pt x="522" y="1500"/>
                  </a:cubicBezTo>
                  <a:cubicBezTo>
                    <a:pt x="512" y="1562"/>
                    <a:pt x="558" y="1623"/>
                    <a:pt x="618" y="1623"/>
                  </a:cubicBezTo>
                  <a:cubicBezTo>
                    <a:pt x="623" y="1623"/>
                    <a:pt x="628" y="1623"/>
                    <a:pt x="633" y="1622"/>
                  </a:cubicBezTo>
                  <a:lnTo>
                    <a:pt x="633" y="1622"/>
                  </a:lnTo>
                  <a:cubicBezTo>
                    <a:pt x="277" y="1922"/>
                    <a:pt x="55" y="2355"/>
                    <a:pt x="11" y="2800"/>
                  </a:cubicBezTo>
                  <a:cubicBezTo>
                    <a:pt x="0" y="2844"/>
                    <a:pt x="0" y="2900"/>
                    <a:pt x="22" y="2933"/>
                  </a:cubicBezTo>
                  <a:cubicBezTo>
                    <a:pt x="46" y="2965"/>
                    <a:pt x="83" y="2986"/>
                    <a:pt x="118" y="2986"/>
                  </a:cubicBezTo>
                  <a:cubicBezTo>
                    <a:pt x="127" y="2986"/>
                    <a:pt x="136" y="2985"/>
                    <a:pt x="144" y="2982"/>
                  </a:cubicBezTo>
                  <a:lnTo>
                    <a:pt x="144" y="2982"/>
                  </a:lnTo>
                  <a:cubicBezTo>
                    <a:pt x="144" y="2984"/>
                    <a:pt x="144" y="2986"/>
                    <a:pt x="144" y="2989"/>
                  </a:cubicBezTo>
                  <a:cubicBezTo>
                    <a:pt x="222" y="2967"/>
                    <a:pt x="311" y="2955"/>
                    <a:pt x="388" y="2944"/>
                  </a:cubicBezTo>
                  <a:cubicBezTo>
                    <a:pt x="1588" y="2911"/>
                    <a:pt x="2777" y="2689"/>
                    <a:pt x="3988" y="2622"/>
                  </a:cubicBezTo>
                  <a:cubicBezTo>
                    <a:pt x="4254" y="2611"/>
                    <a:pt x="4610" y="2500"/>
                    <a:pt x="4577" y="2256"/>
                  </a:cubicBezTo>
                  <a:cubicBezTo>
                    <a:pt x="4221" y="2155"/>
                    <a:pt x="3888" y="2000"/>
                    <a:pt x="3599" y="1778"/>
                  </a:cubicBezTo>
                  <a:cubicBezTo>
                    <a:pt x="6059" y="1554"/>
                    <a:pt x="8537" y="1450"/>
                    <a:pt x="11009" y="1450"/>
                  </a:cubicBezTo>
                  <a:cubicBezTo>
                    <a:pt x="11361" y="1450"/>
                    <a:pt x="11713" y="1452"/>
                    <a:pt x="12064" y="1456"/>
                  </a:cubicBezTo>
                  <a:cubicBezTo>
                    <a:pt x="12075" y="1800"/>
                    <a:pt x="11798" y="2133"/>
                    <a:pt x="11442" y="2200"/>
                  </a:cubicBezTo>
                  <a:cubicBezTo>
                    <a:pt x="13531" y="2145"/>
                    <a:pt x="15630" y="2089"/>
                    <a:pt x="17730" y="2034"/>
                  </a:cubicBezTo>
                  <a:cubicBezTo>
                    <a:pt x="17878" y="2034"/>
                    <a:pt x="18137" y="2055"/>
                    <a:pt x="18390" y="2055"/>
                  </a:cubicBezTo>
                  <a:cubicBezTo>
                    <a:pt x="18686" y="2055"/>
                    <a:pt x="18973" y="2026"/>
                    <a:pt x="19063" y="1900"/>
                  </a:cubicBezTo>
                  <a:cubicBezTo>
                    <a:pt x="19152" y="1789"/>
                    <a:pt x="19051" y="1355"/>
                    <a:pt x="19051" y="1222"/>
                  </a:cubicBezTo>
                  <a:cubicBezTo>
                    <a:pt x="19041" y="812"/>
                    <a:pt x="19029" y="412"/>
                    <a:pt x="19018"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2">
              <a:extLst>
                <a:ext uri="{FF2B5EF4-FFF2-40B4-BE49-F238E27FC236}">
                  <a16:creationId xmlns:a16="http://schemas.microsoft.com/office/drawing/2014/main" id="{1CA712E1-AAC3-9271-E661-9B152E144ADF}"/>
                </a:ext>
              </a:extLst>
            </p:cNvPr>
            <p:cNvSpPr/>
            <p:nvPr/>
          </p:nvSpPr>
          <p:spPr>
            <a:xfrm>
              <a:off x="6595500" y="3500575"/>
              <a:ext cx="151400" cy="140750"/>
            </a:xfrm>
            <a:custGeom>
              <a:avLst/>
              <a:gdLst/>
              <a:ahLst/>
              <a:cxnLst/>
              <a:rect l="l" t="t" r="r" b="b"/>
              <a:pathLst>
                <a:path w="6056" h="5630" extrusionOk="0">
                  <a:moveTo>
                    <a:pt x="2940" y="1"/>
                  </a:moveTo>
                  <a:cubicBezTo>
                    <a:pt x="2123" y="1"/>
                    <a:pt x="1329" y="271"/>
                    <a:pt x="690" y="849"/>
                  </a:cubicBezTo>
                  <a:cubicBezTo>
                    <a:pt x="645" y="894"/>
                    <a:pt x="590" y="938"/>
                    <a:pt x="590" y="1005"/>
                  </a:cubicBezTo>
                  <a:cubicBezTo>
                    <a:pt x="579" y="1056"/>
                    <a:pt x="627" y="1117"/>
                    <a:pt x="678" y="1117"/>
                  </a:cubicBezTo>
                  <a:cubicBezTo>
                    <a:pt x="682" y="1117"/>
                    <a:pt x="686" y="1117"/>
                    <a:pt x="690" y="1116"/>
                  </a:cubicBezTo>
                  <a:lnTo>
                    <a:pt x="690" y="1116"/>
                  </a:lnTo>
                  <a:cubicBezTo>
                    <a:pt x="346" y="1427"/>
                    <a:pt x="124" y="1849"/>
                    <a:pt x="79" y="2304"/>
                  </a:cubicBezTo>
                  <a:cubicBezTo>
                    <a:pt x="68" y="2348"/>
                    <a:pt x="68" y="2393"/>
                    <a:pt x="90" y="2437"/>
                  </a:cubicBezTo>
                  <a:cubicBezTo>
                    <a:pt x="106" y="2462"/>
                    <a:pt x="145" y="2480"/>
                    <a:pt x="178" y="2480"/>
                  </a:cubicBezTo>
                  <a:cubicBezTo>
                    <a:pt x="191" y="2480"/>
                    <a:pt x="203" y="2477"/>
                    <a:pt x="212" y="2471"/>
                  </a:cubicBezTo>
                  <a:lnTo>
                    <a:pt x="212" y="2471"/>
                  </a:lnTo>
                  <a:cubicBezTo>
                    <a:pt x="112" y="2593"/>
                    <a:pt x="57" y="2738"/>
                    <a:pt x="35" y="2893"/>
                  </a:cubicBezTo>
                  <a:cubicBezTo>
                    <a:pt x="1" y="3071"/>
                    <a:pt x="23" y="3271"/>
                    <a:pt x="68" y="3449"/>
                  </a:cubicBezTo>
                  <a:cubicBezTo>
                    <a:pt x="146" y="3837"/>
                    <a:pt x="268" y="4215"/>
                    <a:pt x="401" y="4592"/>
                  </a:cubicBezTo>
                  <a:cubicBezTo>
                    <a:pt x="435" y="4671"/>
                    <a:pt x="468" y="4748"/>
                    <a:pt x="534" y="4792"/>
                  </a:cubicBezTo>
                  <a:cubicBezTo>
                    <a:pt x="550" y="4799"/>
                    <a:pt x="568" y="4802"/>
                    <a:pt x="586" y="4802"/>
                  </a:cubicBezTo>
                  <a:cubicBezTo>
                    <a:pt x="656" y="4802"/>
                    <a:pt x="730" y="4754"/>
                    <a:pt x="712" y="4693"/>
                  </a:cubicBezTo>
                  <a:lnTo>
                    <a:pt x="712" y="4693"/>
                  </a:lnTo>
                  <a:cubicBezTo>
                    <a:pt x="956" y="4937"/>
                    <a:pt x="1212" y="5192"/>
                    <a:pt x="1556" y="5293"/>
                  </a:cubicBezTo>
                  <a:cubicBezTo>
                    <a:pt x="1734" y="5348"/>
                    <a:pt x="1912" y="5370"/>
                    <a:pt x="2089" y="5437"/>
                  </a:cubicBezTo>
                  <a:cubicBezTo>
                    <a:pt x="2267" y="5515"/>
                    <a:pt x="2434" y="5592"/>
                    <a:pt x="2645" y="5614"/>
                  </a:cubicBezTo>
                  <a:cubicBezTo>
                    <a:pt x="2720" y="5625"/>
                    <a:pt x="2797" y="5629"/>
                    <a:pt x="2876" y="5629"/>
                  </a:cubicBezTo>
                  <a:cubicBezTo>
                    <a:pt x="3135" y="5629"/>
                    <a:pt x="3409" y="5582"/>
                    <a:pt x="3656" y="5548"/>
                  </a:cubicBezTo>
                  <a:cubicBezTo>
                    <a:pt x="3856" y="5526"/>
                    <a:pt x="4045" y="5503"/>
                    <a:pt x="4222" y="5426"/>
                  </a:cubicBezTo>
                  <a:cubicBezTo>
                    <a:pt x="4412" y="5348"/>
                    <a:pt x="4567" y="5237"/>
                    <a:pt x="4723" y="5115"/>
                  </a:cubicBezTo>
                  <a:cubicBezTo>
                    <a:pt x="5100" y="4804"/>
                    <a:pt x="5434" y="4448"/>
                    <a:pt x="5678" y="4049"/>
                  </a:cubicBezTo>
                  <a:cubicBezTo>
                    <a:pt x="5955" y="3570"/>
                    <a:pt x="6056" y="3093"/>
                    <a:pt x="6034" y="2548"/>
                  </a:cubicBezTo>
                  <a:cubicBezTo>
                    <a:pt x="6011" y="2205"/>
                    <a:pt x="5933" y="1849"/>
                    <a:pt x="5722" y="1571"/>
                  </a:cubicBezTo>
                  <a:lnTo>
                    <a:pt x="5722" y="1571"/>
                  </a:lnTo>
                  <a:cubicBezTo>
                    <a:pt x="5778" y="1638"/>
                    <a:pt x="5866" y="1682"/>
                    <a:pt x="5967" y="1694"/>
                  </a:cubicBezTo>
                  <a:cubicBezTo>
                    <a:pt x="5967" y="1605"/>
                    <a:pt x="5933" y="1526"/>
                    <a:pt x="5889" y="1460"/>
                  </a:cubicBezTo>
                  <a:cubicBezTo>
                    <a:pt x="5589" y="938"/>
                    <a:pt x="5067" y="549"/>
                    <a:pt x="4489" y="316"/>
                  </a:cubicBezTo>
                  <a:cubicBezTo>
                    <a:pt x="3985" y="109"/>
                    <a:pt x="3458" y="1"/>
                    <a:pt x="2940"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2">
              <a:extLst>
                <a:ext uri="{FF2B5EF4-FFF2-40B4-BE49-F238E27FC236}">
                  <a16:creationId xmlns:a16="http://schemas.microsoft.com/office/drawing/2014/main" id="{EAEEAAA4-0741-7F6C-0379-52C27D29C06C}"/>
                </a:ext>
              </a:extLst>
            </p:cNvPr>
            <p:cNvSpPr/>
            <p:nvPr/>
          </p:nvSpPr>
          <p:spPr>
            <a:xfrm>
              <a:off x="6626625" y="3507925"/>
              <a:ext cx="112500" cy="91375"/>
            </a:xfrm>
            <a:custGeom>
              <a:avLst/>
              <a:gdLst/>
              <a:ahLst/>
              <a:cxnLst/>
              <a:rect l="l" t="t" r="r" b="b"/>
              <a:pathLst>
                <a:path w="4500" h="3655" extrusionOk="0">
                  <a:moveTo>
                    <a:pt x="2084" y="1"/>
                  </a:moveTo>
                  <a:cubicBezTo>
                    <a:pt x="1378" y="1"/>
                    <a:pt x="631" y="266"/>
                    <a:pt x="45" y="744"/>
                  </a:cubicBezTo>
                  <a:lnTo>
                    <a:pt x="0" y="744"/>
                  </a:lnTo>
                  <a:lnTo>
                    <a:pt x="12" y="933"/>
                  </a:lnTo>
                  <a:lnTo>
                    <a:pt x="89" y="866"/>
                  </a:lnTo>
                  <a:lnTo>
                    <a:pt x="123" y="866"/>
                  </a:lnTo>
                  <a:lnTo>
                    <a:pt x="123" y="833"/>
                  </a:lnTo>
                  <a:cubicBezTo>
                    <a:pt x="689" y="383"/>
                    <a:pt x="1402" y="122"/>
                    <a:pt x="2078" y="122"/>
                  </a:cubicBezTo>
                  <a:cubicBezTo>
                    <a:pt x="2236" y="122"/>
                    <a:pt x="2393" y="136"/>
                    <a:pt x="2545" y="166"/>
                  </a:cubicBezTo>
                  <a:cubicBezTo>
                    <a:pt x="3066" y="255"/>
                    <a:pt x="3555" y="511"/>
                    <a:pt x="3910" y="877"/>
                  </a:cubicBezTo>
                  <a:cubicBezTo>
                    <a:pt x="3922" y="888"/>
                    <a:pt x="3944" y="911"/>
                    <a:pt x="3944" y="921"/>
                  </a:cubicBezTo>
                  <a:lnTo>
                    <a:pt x="3678" y="721"/>
                  </a:lnTo>
                  <a:lnTo>
                    <a:pt x="3866" y="1010"/>
                  </a:lnTo>
                  <a:cubicBezTo>
                    <a:pt x="4144" y="1422"/>
                    <a:pt x="4300" y="1866"/>
                    <a:pt x="4333" y="2288"/>
                  </a:cubicBezTo>
                  <a:cubicBezTo>
                    <a:pt x="4377" y="2755"/>
                    <a:pt x="4266" y="3221"/>
                    <a:pt x="4022" y="3587"/>
                  </a:cubicBezTo>
                  <a:lnTo>
                    <a:pt x="4122" y="3654"/>
                  </a:lnTo>
                  <a:cubicBezTo>
                    <a:pt x="4377" y="3266"/>
                    <a:pt x="4500" y="2777"/>
                    <a:pt x="4455" y="2277"/>
                  </a:cubicBezTo>
                  <a:cubicBezTo>
                    <a:pt x="4421" y="1866"/>
                    <a:pt x="4266" y="1432"/>
                    <a:pt x="4022" y="1022"/>
                  </a:cubicBezTo>
                  <a:cubicBezTo>
                    <a:pt x="4044" y="1000"/>
                    <a:pt x="4066" y="966"/>
                    <a:pt x="4066" y="933"/>
                  </a:cubicBezTo>
                  <a:cubicBezTo>
                    <a:pt x="4066" y="866"/>
                    <a:pt x="4022" y="810"/>
                    <a:pt x="3989" y="788"/>
                  </a:cubicBezTo>
                  <a:cubicBezTo>
                    <a:pt x="3622" y="410"/>
                    <a:pt x="3111" y="144"/>
                    <a:pt x="2567" y="44"/>
                  </a:cubicBezTo>
                  <a:cubicBezTo>
                    <a:pt x="2410" y="15"/>
                    <a:pt x="2248" y="1"/>
                    <a:pt x="2084"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2">
              <a:extLst>
                <a:ext uri="{FF2B5EF4-FFF2-40B4-BE49-F238E27FC236}">
                  <a16:creationId xmlns:a16="http://schemas.microsoft.com/office/drawing/2014/main" id="{58079821-899F-5122-F550-3FEAE6586891}"/>
                </a:ext>
              </a:extLst>
            </p:cNvPr>
            <p:cNvSpPr/>
            <p:nvPr/>
          </p:nvSpPr>
          <p:spPr>
            <a:xfrm>
              <a:off x="6615500" y="3535950"/>
              <a:ext cx="108075" cy="81950"/>
            </a:xfrm>
            <a:custGeom>
              <a:avLst/>
              <a:gdLst/>
              <a:ahLst/>
              <a:cxnLst/>
              <a:rect l="l" t="t" r="r" b="b"/>
              <a:pathLst>
                <a:path w="4323" h="3278" extrusionOk="0">
                  <a:moveTo>
                    <a:pt x="667" y="0"/>
                  </a:moveTo>
                  <a:cubicBezTo>
                    <a:pt x="501" y="134"/>
                    <a:pt x="423" y="334"/>
                    <a:pt x="356" y="523"/>
                  </a:cubicBezTo>
                  <a:cubicBezTo>
                    <a:pt x="156" y="1101"/>
                    <a:pt x="1" y="1923"/>
                    <a:pt x="401" y="2589"/>
                  </a:cubicBezTo>
                  <a:cubicBezTo>
                    <a:pt x="442" y="2671"/>
                    <a:pt x="595" y="2883"/>
                    <a:pt x="808" y="2883"/>
                  </a:cubicBezTo>
                  <a:cubicBezTo>
                    <a:pt x="828" y="2883"/>
                    <a:pt x="847" y="2882"/>
                    <a:pt x="867" y="2878"/>
                  </a:cubicBezTo>
                  <a:lnTo>
                    <a:pt x="923" y="2866"/>
                  </a:lnTo>
                  <a:lnTo>
                    <a:pt x="923" y="2745"/>
                  </a:lnTo>
                  <a:cubicBezTo>
                    <a:pt x="1089" y="2978"/>
                    <a:pt x="1368" y="3155"/>
                    <a:pt x="1689" y="3233"/>
                  </a:cubicBezTo>
                  <a:cubicBezTo>
                    <a:pt x="1823" y="3266"/>
                    <a:pt x="1956" y="3278"/>
                    <a:pt x="2111" y="3278"/>
                  </a:cubicBezTo>
                  <a:cubicBezTo>
                    <a:pt x="2345" y="3278"/>
                    <a:pt x="2600" y="3233"/>
                    <a:pt x="2845" y="3155"/>
                  </a:cubicBezTo>
                  <a:cubicBezTo>
                    <a:pt x="3523" y="2933"/>
                    <a:pt x="4067" y="2456"/>
                    <a:pt x="4323" y="1889"/>
                  </a:cubicBezTo>
                  <a:lnTo>
                    <a:pt x="4222" y="1834"/>
                  </a:lnTo>
                  <a:cubicBezTo>
                    <a:pt x="3978" y="2378"/>
                    <a:pt x="3445" y="2834"/>
                    <a:pt x="2812" y="3044"/>
                  </a:cubicBezTo>
                  <a:cubicBezTo>
                    <a:pt x="2634" y="3103"/>
                    <a:pt x="2392" y="3158"/>
                    <a:pt x="2125" y="3158"/>
                  </a:cubicBezTo>
                  <a:cubicBezTo>
                    <a:pt x="1992" y="3158"/>
                    <a:pt x="1852" y="3144"/>
                    <a:pt x="1712" y="3111"/>
                  </a:cubicBezTo>
                  <a:cubicBezTo>
                    <a:pt x="1334" y="3022"/>
                    <a:pt x="1034" y="2789"/>
                    <a:pt x="912" y="2489"/>
                  </a:cubicBezTo>
                  <a:lnTo>
                    <a:pt x="790" y="2189"/>
                  </a:lnTo>
                  <a:lnTo>
                    <a:pt x="801" y="2767"/>
                  </a:lnTo>
                  <a:cubicBezTo>
                    <a:pt x="679" y="2755"/>
                    <a:pt x="568" y="2644"/>
                    <a:pt x="512" y="2533"/>
                  </a:cubicBezTo>
                  <a:cubicBezTo>
                    <a:pt x="134" y="1900"/>
                    <a:pt x="279" y="1111"/>
                    <a:pt x="467" y="567"/>
                  </a:cubicBezTo>
                  <a:cubicBezTo>
                    <a:pt x="534" y="356"/>
                    <a:pt x="612" y="200"/>
                    <a:pt x="746" y="89"/>
                  </a:cubicBezTo>
                  <a:lnTo>
                    <a:pt x="667"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2">
              <a:extLst>
                <a:ext uri="{FF2B5EF4-FFF2-40B4-BE49-F238E27FC236}">
                  <a16:creationId xmlns:a16="http://schemas.microsoft.com/office/drawing/2014/main" id="{B3379FBB-BF5B-4A4D-E425-24188C5548D8}"/>
                </a:ext>
              </a:extLst>
            </p:cNvPr>
            <p:cNvSpPr/>
            <p:nvPr/>
          </p:nvSpPr>
          <p:spPr>
            <a:xfrm>
              <a:off x="6596625" y="3567350"/>
              <a:ext cx="96125" cy="73325"/>
            </a:xfrm>
            <a:custGeom>
              <a:avLst/>
              <a:gdLst/>
              <a:ahLst/>
              <a:cxnLst/>
              <a:rect l="l" t="t" r="r" b="b"/>
              <a:pathLst>
                <a:path w="3845" h="2933" extrusionOk="0">
                  <a:moveTo>
                    <a:pt x="79" y="0"/>
                  </a:moveTo>
                  <a:cubicBezTo>
                    <a:pt x="0" y="267"/>
                    <a:pt x="34" y="544"/>
                    <a:pt x="79" y="788"/>
                  </a:cubicBezTo>
                  <a:cubicBezTo>
                    <a:pt x="134" y="1067"/>
                    <a:pt x="212" y="1410"/>
                    <a:pt x="356" y="1755"/>
                  </a:cubicBezTo>
                  <a:cubicBezTo>
                    <a:pt x="390" y="1844"/>
                    <a:pt x="445" y="1933"/>
                    <a:pt x="545" y="1977"/>
                  </a:cubicBezTo>
                  <a:cubicBezTo>
                    <a:pt x="563" y="1983"/>
                    <a:pt x="583" y="1986"/>
                    <a:pt x="602" y="1986"/>
                  </a:cubicBezTo>
                  <a:cubicBezTo>
                    <a:pt x="657" y="1986"/>
                    <a:pt x="715" y="1966"/>
                    <a:pt x="756" y="1933"/>
                  </a:cubicBezTo>
                  <a:cubicBezTo>
                    <a:pt x="1067" y="2366"/>
                    <a:pt x="1545" y="2699"/>
                    <a:pt x="2089" y="2844"/>
                  </a:cubicBezTo>
                  <a:cubicBezTo>
                    <a:pt x="2300" y="2899"/>
                    <a:pt x="2533" y="2933"/>
                    <a:pt x="2755" y="2933"/>
                  </a:cubicBezTo>
                  <a:cubicBezTo>
                    <a:pt x="3133" y="2933"/>
                    <a:pt x="3511" y="2855"/>
                    <a:pt x="3844" y="2688"/>
                  </a:cubicBezTo>
                  <a:lnTo>
                    <a:pt x="3800" y="2588"/>
                  </a:lnTo>
                  <a:cubicBezTo>
                    <a:pt x="3470" y="2736"/>
                    <a:pt x="3105" y="2812"/>
                    <a:pt x="2744" y="2812"/>
                  </a:cubicBezTo>
                  <a:cubicBezTo>
                    <a:pt x="2533" y="2812"/>
                    <a:pt x="2323" y="2786"/>
                    <a:pt x="2123" y="2733"/>
                  </a:cubicBezTo>
                  <a:cubicBezTo>
                    <a:pt x="1567" y="2577"/>
                    <a:pt x="1089" y="2233"/>
                    <a:pt x="790" y="1777"/>
                  </a:cubicBezTo>
                  <a:lnTo>
                    <a:pt x="556" y="1388"/>
                  </a:lnTo>
                  <a:lnTo>
                    <a:pt x="689" y="1822"/>
                  </a:lnTo>
                  <a:cubicBezTo>
                    <a:pt x="689" y="1822"/>
                    <a:pt x="689" y="1833"/>
                    <a:pt x="678" y="1844"/>
                  </a:cubicBezTo>
                  <a:cubicBezTo>
                    <a:pt x="660" y="1853"/>
                    <a:pt x="635" y="1869"/>
                    <a:pt x="608" y="1869"/>
                  </a:cubicBezTo>
                  <a:cubicBezTo>
                    <a:pt x="602" y="1869"/>
                    <a:pt x="596" y="1868"/>
                    <a:pt x="590" y="1866"/>
                  </a:cubicBezTo>
                  <a:cubicBezTo>
                    <a:pt x="534" y="1833"/>
                    <a:pt x="489" y="1777"/>
                    <a:pt x="467" y="1711"/>
                  </a:cubicBezTo>
                  <a:cubicBezTo>
                    <a:pt x="323" y="1378"/>
                    <a:pt x="245" y="1033"/>
                    <a:pt x="200" y="766"/>
                  </a:cubicBezTo>
                  <a:cubicBezTo>
                    <a:pt x="156" y="544"/>
                    <a:pt x="123" y="277"/>
                    <a:pt x="190" y="33"/>
                  </a:cubicBezTo>
                  <a:lnTo>
                    <a:pt x="79"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2">
              <a:extLst>
                <a:ext uri="{FF2B5EF4-FFF2-40B4-BE49-F238E27FC236}">
                  <a16:creationId xmlns:a16="http://schemas.microsoft.com/office/drawing/2014/main" id="{C006C00E-12E2-DE89-4577-84464FD077E1}"/>
                </a:ext>
              </a:extLst>
            </p:cNvPr>
            <p:cNvSpPr/>
            <p:nvPr/>
          </p:nvSpPr>
          <p:spPr>
            <a:xfrm>
              <a:off x="6622175" y="3501800"/>
              <a:ext cx="48075" cy="20275"/>
            </a:xfrm>
            <a:custGeom>
              <a:avLst/>
              <a:gdLst/>
              <a:ahLst/>
              <a:cxnLst/>
              <a:rect l="l" t="t" r="r" b="b"/>
              <a:pathLst>
                <a:path w="1923" h="811" extrusionOk="0">
                  <a:moveTo>
                    <a:pt x="1911" y="0"/>
                  </a:moveTo>
                  <a:cubicBezTo>
                    <a:pt x="1222" y="78"/>
                    <a:pt x="556" y="322"/>
                    <a:pt x="0" y="722"/>
                  </a:cubicBezTo>
                  <a:lnTo>
                    <a:pt x="67" y="811"/>
                  </a:lnTo>
                  <a:cubicBezTo>
                    <a:pt x="612" y="433"/>
                    <a:pt x="1256" y="189"/>
                    <a:pt x="1923" y="122"/>
                  </a:cubicBezTo>
                  <a:lnTo>
                    <a:pt x="19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2">
              <a:extLst>
                <a:ext uri="{FF2B5EF4-FFF2-40B4-BE49-F238E27FC236}">
                  <a16:creationId xmlns:a16="http://schemas.microsoft.com/office/drawing/2014/main" id="{FD911371-DD4C-DDF1-EC4E-51A380C2DAA0}"/>
                </a:ext>
              </a:extLst>
            </p:cNvPr>
            <p:cNvSpPr/>
            <p:nvPr/>
          </p:nvSpPr>
          <p:spPr>
            <a:xfrm>
              <a:off x="6603025" y="3534025"/>
              <a:ext cx="9725" cy="18600"/>
            </a:xfrm>
            <a:custGeom>
              <a:avLst/>
              <a:gdLst/>
              <a:ahLst/>
              <a:cxnLst/>
              <a:rect l="l" t="t" r="r" b="b"/>
              <a:pathLst>
                <a:path w="389" h="744" extrusionOk="0">
                  <a:moveTo>
                    <a:pt x="311" y="0"/>
                  </a:moveTo>
                  <a:cubicBezTo>
                    <a:pt x="111" y="200"/>
                    <a:pt x="0" y="467"/>
                    <a:pt x="0" y="744"/>
                  </a:cubicBezTo>
                  <a:lnTo>
                    <a:pt x="111" y="744"/>
                  </a:lnTo>
                  <a:cubicBezTo>
                    <a:pt x="122" y="499"/>
                    <a:pt x="223" y="255"/>
                    <a:pt x="389" y="77"/>
                  </a:cubicBezTo>
                  <a:lnTo>
                    <a:pt x="3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2">
              <a:extLst>
                <a:ext uri="{FF2B5EF4-FFF2-40B4-BE49-F238E27FC236}">
                  <a16:creationId xmlns:a16="http://schemas.microsoft.com/office/drawing/2014/main" id="{91D550C5-DE4B-F136-A4FF-6D338AA481E2}"/>
                </a:ext>
              </a:extLst>
            </p:cNvPr>
            <p:cNvSpPr/>
            <p:nvPr/>
          </p:nvSpPr>
          <p:spPr>
            <a:xfrm>
              <a:off x="6662175" y="3562925"/>
              <a:ext cx="22800" cy="23875"/>
            </a:xfrm>
            <a:custGeom>
              <a:avLst/>
              <a:gdLst/>
              <a:ahLst/>
              <a:cxnLst/>
              <a:rect l="l" t="t" r="r" b="b"/>
              <a:pathLst>
                <a:path w="912" h="955" extrusionOk="0">
                  <a:moveTo>
                    <a:pt x="292" y="0"/>
                  </a:moveTo>
                  <a:cubicBezTo>
                    <a:pt x="227" y="0"/>
                    <a:pt x="163" y="20"/>
                    <a:pt x="111" y="66"/>
                  </a:cubicBezTo>
                  <a:cubicBezTo>
                    <a:pt x="0" y="155"/>
                    <a:pt x="22" y="310"/>
                    <a:pt x="89" y="410"/>
                  </a:cubicBezTo>
                  <a:cubicBezTo>
                    <a:pt x="123" y="488"/>
                    <a:pt x="178" y="533"/>
                    <a:pt x="244" y="555"/>
                  </a:cubicBezTo>
                  <a:cubicBezTo>
                    <a:pt x="267" y="564"/>
                    <a:pt x="292" y="569"/>
                    <a:pt x="316" y="569"/>
                  </a:cubicBezTo>
                  <a:cubicBezTo>
                    <a:pt x="376" y="569"/>
                    <a:pt x="435" y="540"/>
                    <a:pt x="467" y="477"/>
                  </a:cubicBezTo>
                  <a:cubicBezTo>
                    <a:pt x="489" y="432"/>
                    <a:pt x="489" y="377"/>
                    <a:pt x="456" y="333"/>
                  </a:cubicBezTo>
                  <a:cubicBezTo>
                    <a:pt x="430" y="299"/>
                    <a:pt x="392" y="284"/>
                    <a:pt x="356" y="284"/>
                  </a:cubicBezTo>
                  <a:cubicBezTo>
                    <a:pt x="344" y="284"/>
                    <a:pt x="333" y="285"/>
                    <a:pt x="323" y="288"/>
                  </a:cubicBezTo>
                  <a:lnTo>
                    <a:pt x="345" y="399"/>
                  </a:lnTo>
                  <a:cubicBezTo>
                    <a:pt x="356" y="399"/>
                    <a:pt x="356" y="399"/>
                    <a:pt x="356" y="410"/>
                  </a:cubicBezTo>
                  <a:cubicBezTo>
                    <a:pt x="367" y="410"/>
                    <a:pt x="367" y="421"/>
                    <a:pt x="367" y="421"/>
                  </a:cubicBezTo>
                  <a:cubicBezTo>
                    <a:pt x="359" y="438"/>
                    <a:pt x="332" y="448"/>
                    <a:pt x="306" y="448"/>
                  </a:cubicBezTo>
                  <a:cubicBezTo>
                    <a:pt x="297" y="448"/>
                    <a:pt x="287" y="447"/>
                    <a:pt x="278" y="444"/>
                  </a:cubicBezTo>
                  <a:cubicBezTo>
                    <a:pt x="244" y="432"/>
                    <a:pt x="212" y="399"/>
                    <a:pt x="189" y="355"/>
                  </a:cubicBezTo>
                  <a:cubicBezTo>
                    <a:pt x="145" y="288"/>
                    <a:pt x="133" y="199"/>
                    <a:pt x="189" y="155"/>
                  </a:cubicBezTo>
                  <a:cubicBezTo>
                    <a:pt x="214" y="130"/>
                    <a:pt x="247" y="121"/>
                    <a:pt x="283" y="121"/>
                  </a:cubicBezTo>
                  <a:cubicBezTo>
                    <a:pt x="329" y="121"/>
                    <a:pt x="379" y="136"/>
                    <a:pt x="422" y="155"/>
                  </a:cubicBezTo>
                  <a:cubicBezTo>
                    <a:pt x="622" y="244"/>
                    <a:pt x="778" y="444"/>
                    <a:pt x="789" y="654"/>
                  </a:cubicBezTo>
                  <a:cubicBezTo>
                    <a:pt x="789" y="710"/>
                    <a:pt x="778" y="765"/>
                    <a:pt x="755" y="799"/>
                  </a:cubicBezTo>
                  <a:cubicBezTo>
                    <a:pt x="731" y="824"/>
                    <a:pt x="700" y="836"/>
                    <a:pt x="672" y="836"/>
                  </a:cubicBezTo>
                  <a:cubicBezTo>
                    <a:pt x="662" y="836"/>
                    <a:pt x="653" y="835"/>
                    <a:pt x="644" y="832"/>
                  </a:cubicBezTo>
                  <a:lnTo>
                    <a:pt x="589" y="932"/>
                  </a:lnTo>
                  <a:cubicBezTo>
                    <a:pt x="612" y="955"/>
                    <a:pt x="644" y="955"/>
                    <a:pt x="667" y="955"/>
                  </a:cubicBezTo>
                  <a:cubicBezTo>
                    <a:pt x="733" y="955"/>
                    <a:pt x="800" y="921"/>
                    <a:pt x="844" y="866"/>
                  </a:cubicBezTo>
                  <a:cubicBezTo>
                    <a:pt x="889" y="810"/>
                    <a:pt x="911" y="733"/>
                    <a:pt x="900" y="644"/>
                  </a:cubicBezTo>
                  <a:cubicBezTo>
                    <a:pt x="889" y="388"/>
                    <a:pt x="711" y="143"/>
                    <a:pt x="467" y="44"/>
                  </a:cubicBezTo>
                  <a:cubicBezTo>
                    <a:pt x="413" y="17"/>
                    <a:pt x="352" y="0"/>
                    <a:pt x="292"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2">
              <a:extLst>
                <a:ext uri="{FF2B5EF4-FFF2-40B4-BE49-F238E27FC236}">
                  <a16:creationId xmlns:a16="http://schemas.microsoft.com/office/drawing/2014/main" id="{14EA0D98-E483-E530-20AA-661B709C1332}"/>
                </a:ext>
              </a:extLst>
            </p:cNvPr>
            <p:cNvSpPr/>
            <p:nvPr/>
          </p:nvSpPr>
          <p:spPr>
            <a:xfrm>
              <a:off x="6646350" y="3540350"/>
              <a:ext cx="66375" cy="59225"/>
            </a:xfrm>
            <a:custGeom>
              <a:avLst/>
              <a:gdLst/>
              <a:ahLst/>
              <a:cxnLst/>
              <a:rect l="l" t="t" r="r" b="b"/>
              <a:pathLst>
                <a:path w="2655" h="2369" extrusionOk="0">
                  <a:moveTo>
                    <a:pt x="985" y="1"/>
                  </a:moveTo>
                  <a:cubicBezTo>
                    <a:pt x="770" y="1"/>
                    <a:pt x="583" y="45"/>
                    <a:pt x="422" y="125"/>
                  </a:cubicBezTo>
                  <a:cubicBezTo>
                    <a:pt x="211" y="224"/>
                    <a:pt x="55" y="391"/>
                    <a:pt x="0" y="580"/>
                  </a:cubicBezTo>
                  <a:lnTo>
                    <a:pt x="111" y="614"/>
                  </a:lnTo>
                  <a:cubicBezTo>
                    <a:pt x="156" y="458"/>
                    <a:pt x="300" y="313"/>
                    <a:pt x="478" y="224"/>
                  </a:cubicBezTo>
                  <a:cubicBezTo>
                    <a:pt x="613" y="157"/>
                    <a:pt x="783" y="123"/>
                    <a:pt x="971" y="123"/>
                  </a:cubicBezTo>
                  <a:cubicBezTo>
                    <a:pt x="999" y="123"/>
                    <a:pt x="1027" y="123"/>
                    <a:pt x="1055" y="125"/>
                  </a:cubicBezTo>
                  <a:cubicBezTo>
                    <a:pt x="1489" y="135"/>
                    <a:pt x="1899" y="302"/>
                    <a:pt x="2155" y="580"/>
                  </a:cubicBezTo>
                  <a:cubicBezTo>
                    <a:pt x="2433" y="869"/>
                    <a:pt x="2533" y="1280"/>
                    <a:pt x="2400" y="1624"/>
                  </a:cubicBezTo>
                  <a:cubicBezTo>
                    <a:pt x="2267" y="1979"/>
                    <a:pt x="1889" y="2246"/>
                    <a:pt x="1489" y="2258"/>
                  </a:cubicBezTo>
                  <a:cubicBezTo>
                    <a:pt x="1233" y="2258"/>
                    <a:pt x="966" y="2169"/>
                    <a:pt x="678" y="1979"/>
                  </a:cubicBezTo>
                  <a:cubicBezTo>
                    <a:pt x="556" y="1891"/>
                    <a:pt x="400" y="1791"/>
                    <a:pt x="322" y="1636"/>
                  </a:cubicBezTo>
                  <a:cubicBezTo>
                    <a:pt x="211" y="1446"/>
                    <a:pt x="223" y="1191"/>
                    <a:pt x="344" y="891"/>
                  </a:cubicBezTo>
                  <a:cubicBezTo>
                    <a:pt x="378" y="802"/>
                    <a:pt x="422" y="702"/>
                    <a:pt x="500" y="646"/>
                  </a:cubicBezTo>
                  <a:cubicBezTo>
                    <a:pt x="557" y="604"/>
                    <a:pt x="632" y="584"/>
                    <a:pt x="728" y="584"/>
                  </a:cubicBezTo>
                  <a:cubicBezTo>
                    <a:pt x="783" y="584"/>
                    <a:pt x="843" y="590"/>
                    <a:pt x="911" y="602"/>
                  </a:cubicBezTo>
                  <a:cubicBezTo>
                    <a:pt x="1277" y="658"/>
                    <a:pt x="1600" y="824"/>
                    <a:pt x="1778" y="1069"/>
                  </a:cubicBezTo>
                  <a:cubicBezTo>
                    <a:pt x="1978" y="1335"/>
                    <a:pt x="1978" y="1691"/>
                    <a:pt x="1800" y="1924"/>
                  </a:cubicBezTo>
                  <a:cubicBezTo>
                    <a:pt x="1710" y="2032"/>
                    <a:pt x="1570" y="2118"/>
                    <a:pt x="1425" y="2118"/>
                  </a:cubicBezTo>
                  <a:cubicBezTo>
                    <a:pt x="1391" y="2118"/>
                    <a:pt x="1356" y="2113"/>
                    <a:pt x="1322" y="2102"/>
                  </a:cubicBezTo>
                  <a:lnTo>
                    <a:pt x="1289" y="2224"/>
                  </a:lnTo>
                  <a:cubicBezTo>
                    <a:pt x="1331" y="2236"/>
                    <a:pt x="1374" y="2241"/>
                    <a:pt x="1416" y="2241"/>
                  </a:cubicBezTo>
                  <a:cubicBezTo>
                    <a:pt x="1606" y="2241"/>
                    <a:pt x="1788" y="2129"/>
                    <a:pt x="1889" y="2002"/>
                  </a:cubicBezTo>
                  <a:cubicBezTo>
                    <a:pt x="2111" y="1724"/>
                    <a:pt x="2099" y="1313"/>
                    <a:pt x="1877" y="991"/>
                  </a:cubicBezTo>
                  <a:cubicBezTo>
                    <a:pt x="1677" y="735"/>
                    <a:pt x="1333" y="547"/>
                    <a:pt x="922" y="480"/>
                  </a:cubicBezTo>
                  <a:cubicBezTo>
                    <a:pt x="858" y="470"/>
                    <a:pt x="800" y="465"/>
                    <a:pt x="746" y="465"/>
                  </a:cubicBezTo>
                  <a:cubicBezTo>
                    <a:pt x="620" y="465"/>
                    <a:pt x="519" y="492"/>
                    <a:pt x="433" y="547"/>
                  </a:cubicBezTo>
                  <a:cubicBezTo>
                    <a:pt x="322" y="624"/>
                    <a:pt x="267" y="735"/>
                    <a:pt x="223" y="846"/>
                  </a:cubicBezTo>
                  <a:cubicBezTo>
                    <a:pt x="100" y="1180"/>
                    <a:pt x="89" y="1468"/>
                    <a:pt x="211" y="1691"/>
                  </a:cubicBezTo>
                  <a:cubicBezTo>
                    <a:pt x="311" y="1868"/>
                    <a:pt x="478" y="1991"/>
                    <a:pt x="611" y="2080"/>
                  </a:cubicBezTo>
                  <a:cubicBezTo>
                    <a:pt x="911" y="2268"/>
                    <a:pt x="1200" y="2369"/>
                    <a:pt x="1477" y="2369"/>
                  </a:cubicBezTo>
                  <a:lnTo>
                    <a:pt x="1489" y="2369"/>
                  </a:lnTo>
                  <a:cubicBezTo>
                    <a:pt x="1933" y="2369"/>
                    <a:pt x="2366" y="2068"/>
                    <a:pt x="2511" y="1658"/>
                  </a:cubicBezTo>
                  <a:cubicBezTo>
                    <a:pt x="2655" y="1280"/>
                    <a:pt x="2555" y="813"/>
                    <a:pt x="2244" y="491"/>
                  </a:cubicBezTo>
                  <a:cubicBezTo>
                    <a:pt x="1966" y="202"/>
                    <a:pt x="1522" y="14"/>
                    <a:pt x="1055" y="2"/>
                  </a:cubicBezTo>
                  <a:cubicBezTo>
                    <a:pt x="1031" y="1"/>
                    <a:pt x="1008" y="1"/>
                    <a:pt x="985"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2">
              <a:extLst>
                <a:ext uri="{FF2B5EF4-FFF2-40B4-BE49-F238E27FC236}">
                  <a16:creationId xmlns:a16="http://schemas.microsoft.com/office/drawing/2014/main" id="{8CFFF707-BBA8-0A0A-C7E0-34EF31D62A31}"/>
                </a:ext>
              </a:extLst>
            </p:cNvPr>
            <p:cNvSpPr/>
            <p:nvPr/>
          </p:nvSpPr>
          <p:spPr>
            <a:xfrm>
              <a:off x="6638575" y="3565675"/>
              <a:ext cx="8900" cy="20575"/>
            </a:xfrm>
            <a:custGeom>
              <a:avLst/>
              <a:gdLst/>
              <a:ahLst/>
              <a:cxnLst/>
              <a:rect l="l" t="t" r="r" b="b"/>
              <a:pathLst>
                <a:path w="356" h="823" extrusionOk="0">
                  <a:moveTo>
                    <a:pt x="78" y="0"/>
                  </a:moveTo>
                  <a:lnTo>
                    <a:pt x="78" y="0"/>
                  </a:lnTo>
                  <a:cubicBezTo>
                    <a:pt x="0" y="278"/>
                    <a:pt x="78" y="589"/>
                    <a:pt x="267" y="822"/>
                  </a:cubicBezTo>
                  <a:lnTo>
                    <a:pt x="356" y="734"/>
                  </a:lnTo>
                  <a:cubicBezTo>
                    <a:pt x="189" y="544"/>
                    <a:pt x="122" y="278"/>
                    <a:pt x="189" y="33"/>
                  </a:cubicBezTo>
                  <a:lnTo>
                    <a:pt x="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2">
              <a:extLst>
                <a:ext uri="{FF2B5EF4-FFF2-40B4-BE49-F238E27FC236}">
                  <a16:creationId xmlns:a16="http://schemas.microsoft.com/office/drawing/2014/main" id="{C8E4B81A-F67D-2A90-BF90-7A3C24456145}"/>
                </a:ext>
              </a:extLst>
            </p:cNvPr>
            <p:cNvSpPr/>
            <p:nvPr/>
          </p:nvSpPr>
          <p:spPr>
            <a:xfrm>
              <a:off x="6627175" y="3531800"/>
              <a:ext cx="25300" cy="50275"/>
            </a:xfrm>
            <a:custGeom>
              <a:avLst/>
              <a:gdLst/>
              <a:ahLst/>
              <a:cxnLst/>
              <a:rect l="l" t="t" r="r" b="b"/>
              <a:pathLst>
                <a:path w="1012" h="2011" extrusionOk="0">
                  <a:moveTo>
                    <a:pt x="978" y="0"/>
                  </a:moveTo>
                  <a:cubicBezTo>
                    <a:pt x="523" y="133"/>
                    <a:pt x="289" y="566"/>
                    <a:pt x="167" y="911"/>
                  </a:cubicBezTo>
                  <a:cubicBezTo>
                    <a:pt x="23" y="1322"/>
                    <a:pt x="0" y="1689"/>
                    <a:pt x="79" y="2010"/>
                  </a:cubicBezTo>
                  <a:lnTo>
                    <a:pt x="200" y="1978"/>
                  </a:lnTo>
                  <a:cubicBezTo>
                    <a:pt x="123" y="1677"/>
                    <a:pt x="145" y="1333"/>
                    <a:pt x="279" y="944"/>
                  </a:cubicBezTo>
                  <a:cubicBezTo>
                    <a:pt x="390" y="633"/>
                    <a:pt x="612" y="233"/>
                    <a:pt x="1012" y="122"/>
                  </a:cubicBezTo>
                  <a:lnTo>
                    <a:pt x="9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2">
              <a:extLst>
                <a:ext uri="{FF2B5EF4-FFF2-40B4-BE49-F238E27FC236}">
                  <a16:creationId xmlns:a16="http://schemas.microsoft.com/office/drawing/2014/main" id="{4197299E-DB03-C6ED-17D0-D3F95CC5BA14}"/>
                </a:ext>
              </a:extLst>
            </p:cNvPr>
            <p:cNvSpPr/>
            <p:nvPr/>
          </p:nvSpPr>
          <p:spPr>
            <a:xfrm>
              <a:off x="6676900" y="3522350"/>
              <a:ext cx="46125" cy="30275"/>
            </a:xfrm>
            <a:custGeom>
              <a:avLst/>
              <a:gdLst/>
              <a:ahLst/>
              <a:cxnLst/>
              <a:rect l="l" t="t" r="r" b="b"/>
              <a:pathLst>
                <a:path w="1845" h="1211" extrusionOk="0">
                  <a:moveTo>
                    <a:pt x="11" y="0"/>
                  </a:moveTo>
                  <a:lnTo>
                    <a:pt x="0" y="112"/>
                  </a:lnTo>
                  <a:cubicBezTo>
                    <a:pt x="744" y="144"/>
                    <a:pt x="1444" y="589"/>
                    <a:pt x="1733" y="1211"/>
                  </a:cubicBezTo>
                  <a:lnTo>
                    <a:pt x="1844" y="1166"/>
                  </a:lnTo>
                  <a:cubicBezTo>
                    <a:pt x="1533" y="500"/>
                    <a:pt x="789" y="33"/>
                    <a:pt x="11"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2">
              <a:extLst>
                <a:ext uri="{FF2B5EF4-FFF2-40B4-BE49-F238E27FC236}">
                  <a16:creationId xmlns:a16="http://schemas.microsoft.com/office/drawing/2014/main" id="{CC22CC10-768C-81DD-3E2B-4D27331DD972}"/>
                </a:ext>
              </a:extLst>
            </p:cNvPr>
            <p:cNvSpPr/>
            <p:nvPr/>
          </p:nvSpPr>
          <p:spPr>
            <a:xfrm>
              <a:off x="6241425" y="3630450"/>
              <a:ext cx="363275" cy="9975"/>
            </a:xfrm>
            <a:custGeom>
              <a:avLst/>
              <a:gdLst/>
              <a:ahLst/>
              <a:cxnLst/>
              <a:rect l="l" t="t" r="r" b="b"/>
              <a:pathLst>
                <a:path w="14531" h="399" extrusionOk="0">
                  <a:moveTo>
                    <a:pt x="12238" y="1"/>
                  </a:moveTo>
                  <a:cubicBezTo>
                    <a:pt x="10601" y="1"/>
                    <a:pt x="8959" y="80"/>
                    <a:pt x="7332" y="231"/>
                  </a:cubicBezTo>
                  <a:cubicBezTo>
                    <a:pt x="7377" y="197"/>
                    <a:pt x="7421" y="153"/>
                    <a:pt x="7454" y="108"/>
                  </a:cubicBezTo>
                  <a:lnTo>
                    <a:pt x="7532" y="20"/>
                  </a:lnTo>
                  <a:lnTo>
                    <a:pt x="7410" y="9"/>
                  </a:lnTo>
                  <a:cubicBezTo>
                    <a:pt x="7213" y="3"/>
                    <a:pt x="7015" y="1"/>
                    <a:pt x="6817" y="1"/>
                  </a:cubicBezTo>
                  <a:cubicBezTo>
                    <a:pt x="5799" y="1"/>
                    <a:pt x="4772" y="68"/>
                    <a:pt x="3778" y="142"/>
                  </a:cubicBezTo>
                  <a:cubicBezTo>
                    <a:pt x="2811" y="212"/>
                    <a:pt x="1819" y="281"/>
                    <a:pt x="830" y="281"/>
                  </a:cubicBezTo>
                  <a:cubicBezTo>
                    <a:pt x="557" y="281"/>
                    <a:pt x="284" y="276"/>
                    <a:pt x="11" y="264"/>
                  </a:cubicBezTo>
                  <a:lnTo>
                    <a:pt x="1" y="387"/>
                  </a:lnTo>
                  <a:cubicBezTo>
                    <a:pt x="235" y="395"/>
                    <a:pt x="470" y="398"/>
                    <a:pt x="705" y="398"/>
                  </a:cubicBezTo>
                  <a:cubicBezTo>
                    <a:pt x="1739" y="398"/>
                    <a:pt x="2773" y="328"/>
                    <a:pt x="3778" y="264"/>
                  </a:cubicBezTo>
                  <a:cubicBezTo>
                    <a:pt x="4738" y="189"/>
                    <a:pt x="5729" y="123"/>
                    <a:pt x="6713" y="123"/>
                  </a:cubicBezTo>
                  <a:cubicBezTo>
                    <a:pt x="6901" y="123"/>
                    <a:pt x="7089" y="125"/>
                    <a:pt x="7277" y="131"/>
                  </a:cubicBezTo>
                  <a:cubicBezTo>
                    <a:pt x="7188" y="209"/>
                    <a:pt x="7066" y="253"/>
                    <a:pt x="6943" y="276"/>
                  </a:cubicBezTo>
                  <a:lnTo>
                    <a:pt x="6888" y="276"/>
                  </a:lnTo>
                  <a:lnTo>
                    <a:pt x="6899" y="397"/>
                  </a:lnTo>
                  <a:cubicBezTo>
                    <a:pt x="6921" y="397"/>
                    <a:pt x="6943" y="397"/>
                    <a:pt x="6965" y="387"/>
                  </a:cubicBezTo>
                  <a:cubicBezTo>
                    <a:pt x="8689" y="210"/>
                    <a:pt x="10432" y="119"/>
                    <a:pt x="12175" y="119"/>
                  </a:cubicBezTo>
                  <a:cubicBezTo>
                    <a:pt x="12961" y="119"/>
                    <a:pt x="13747" y="137"/>
                    <a:pt x="14531" y="175"/>
                  </a:cubicBezTo>
                  <a:lnTo>
                    <a:pt x="14531" y="53"/>
                  </a:lnTo>
                  <a:cubicBezTo>
                    <a:pt x="13769" y="18"/>
                    <a:pt x="13004" y="1"/>
                    <a:pt x="12238"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2">
              <a:extLst>
                <a:ext uri="{FF2B5EF4-FFF2-40B4-BE49-F238E27FC236}">
                  <a16:creationId xmlns:a16="http://schemas.microsoft.com/office/drawing/2014/main" id="{9C8530AE-9B26-2CA6-8A2F-62934DF0EBD6}"/>
                </a:ext>
              </a:extLst>
            </p:cNvPr>
            <p:cNvSpPr/>
            <p:nvPr/>
          </p:nvSpPr>
          <p:spPr>
            <a:xfrm>
              <a:off x="6208650" y="3520625"/>
              <a:ext cx="380500" cy="33125"/>
            </a:xfrm>
            <a:custGeom>
              <a:avLst/>
              <a:gdLst/>
              <a:ahLst/>
              <a:cxnLst/>
              <a:rect l="l" t="t" r="r" b="b"/>
              <a:pathLst>
                <a:path w="15220" h="1325" extrusionOk="0">
                  <a:moveTo>
                    <a:pt x="11915" y="0"/>
                  </a:moveTo>
                  <a:cubicBezTo>
                    <a:pt x="11378" y="0"/>
                    <a:pt x="10850" y="28"/>
                    <a:pt x="10354" y="58"/>
                  </a:cubicBezTo>
                  <a:cubicBezTo>
                    <a:pt x="9410" y="102"/>
                    <a:pt x="8466" y="147"/>
                    <a:pt x="7521" y="203"/>
                  </a:cubicBezTo>
                  <a:lnTo>
                    <a:pt x="1556" y="524"/>
                  </a:lnTo>
                  <a:lnTo>
                    <a:pt x="1556" y="580"/>
                  </a:lnTo>
                  <a:cubicBezTo>
                    <a:pt x="1545" y="769"/>
                    <a:pt x="1667" y="958"/>
                    <a:pt x="1833" y="1080"/>
                  </a:cubicBezTo>
                  <a:lnTo>
                    <a:pt x="1" y="1203"/>
                  </a:lnTo>
                  <a:lnTo>
                    <a:pt x="11" y="1324"/>
                  </a:lnTo>
                  <a:lnTo>
                    <a:pt x="2600" y="1147"/>
                  </a:lnTo>
                  <a:lnTo>
                    <a:pt x="2100" y="1058"/>
                  </a:lnTo>
                  <a:cubicBezTo>
                    <a:pt x="1878" y="1025"/>
                    <a:pt x="1700" y="836"/>
                    <a:pt x="1678" y="636"/>
                  </a:cubicBezTo>
                  <a:lnTo>
                    <a:pt x="7533" y="325"/>
                  </a:lnTo>
                  <a:cubicBezTo>
                    <a:pt x="8476" y="269"/>
                    <a:pt x="9421" y="225"/>
                    <a:pt x="10365" y="169"/>
                  </a:cubicBezTo>
                  <a:cubicBezTo>
                    <a:pt x="10858" y="143"/>
                    <a:pt x="11379" y="117"/>
                    <a:pt x="11910" y="117"/>
                  </a:cubicBezTo>
                  <a:cubicBezTo>
                    <a:pt x="12518" y="117"/>
                    <a:pt x="13138" y="151"/>
                    <a:pt x="13742" y="258"/>
                  </a:cubicBezTo>
                  <a:cubicBezTo>
                    <a:pt x="13465" y="502"/>
                    <a:pt x="13098" y="658"/>
                    <a:pt x="12720" y="692"/>
                  </a:cubicBezTo>
                  <a:lnTo>
                    <a:pt x="12720" y="803"/>
                  </a:lnTo>
                  <a:lnTo>
                    <a:pt x="15220" y="747"/>
                  </a:lnTo>
                  <a:lnTo>
                    <a:pt x="15208" y="625"/>
                  </a:lnTo>
                  <a:lnTo>
                    <a:pt x="13287" y="669"/>
                  </a:lnTo>
                  <a:cubicBezTo>
                    <a:pt x="13520" y="580"/>
                    <a:pt x="13742" y="436"/>
                    <a:pt x="13909" y="269"/>
                  </a:cubicBezTo>
                  <a:lnTo>
                    <a:pt x="13986" y="191"/>
                  </a:lnTo>
                  <a:lnTo>
                    <a:pt x="13875" y="169"/>
                  </a:lnTo>
                  <a:cubicBezTo>
                    <a:pt x="13235" y="41"/>
                    <a:pt x="12568" y="0"/>
                    <a:pt x="11915"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2">
              <a:extLst>
                <a:ext uri="{FF2B5EF4-FFF2-40B4-BE49-F238E27FC236}">
                  <a16:creationId xmlns:a16="http://schemas.microsoft.com/office/drawing/2014/main" id="{FDC445AE-7F68-7D08-0854-BACE7DBDD713}"/>
                </a:ext>
              </a:extLst>
            </p:cNvPr>
            <p:cNvSpPr/>
            <p:nvPr/>
          </p:nvSpPr>
          <p:spPr>
            <a:xfrm>
              <a:off x="6229475" y="3513450"/>
              <a:ext cx="163325" cy="13075"/>
            </a:xfrm>
            <a:custGeom>
              <a:avLst/>
              <a:gdLst/>
              <a:ahLst/>
              <a:cxnLst/>
              <a:rect l="l" t="t" r="r" b="b"/>
              <a:pathLst>
                <a:path w="6533" h="523" extrusionOk="0">
                  <a:moveTo>
                    <a:pt x="6522" y="1"/>
                  </a:moveTo>
                  <a:lnTo>
                    <a:pt x="1" y="401"/>
                  </a:lnTo>
                  <a:lnTo>
                    <a:pt x="12" y="523"/>
                  </a:lnTo>
                  <a:lnTo>
                    <a:pt x="6533" y="123"/>
                  </a:lnTo>
                  <a:lnTo>
                    <a:pt x="6522" y="1"/>
                  </a:ln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2">
              <a:extLst>
                <a:ext uri="{FF2B5EF4-FFF2-40B4-BE49-F238E27FC236}">
                  <a16:creationId xmlns:a16="http://schemas.microsoft.com/office/drawing/2014/main" id="{600C899B-BD36-881F-F42E-FEB5FE02E172}"/>
                </a:ext>
              </a:extLst>
            </p:cNvPr>
            <p:cNvSpPr/>
            <p:nvPr/>
          </p:nvSpPr>
          <p:spPr>
            <a:xfrm>
              <a:off x="6315575" y="3602725"/>
              <a:ext cx="269975" cy="17675"/>
            </a:xfrm>
            <a:custGeom>
              <a:avLst/>
              <a:gdLst/>
              <a:ahLst/>
              <a:cxnLst/>
              <a:rect l="l" t="t" r="r" b="b"/>
              <a:pathLst>
                <a:path w="10799" h="707" extrusionOk="0">
                  <a:moveTo>
                    <a:pt x="7839" y="0"/>
                  </a:moveTo>
                  <a:cubicBezTo>
                    <a:pt x="6568" y="0"/>
                    <a:pt x="5295" y="28"/>
                    <a:pt x="4033" y="84"/>
                  </a:cubicBezTo>
                  <a:lnTo>
                    <a:pt x="3700" y="96"/>
                  </a:lnTo>
                  <a:lnTo>
                    <a:pt x="4022" y="195"/>
                  </a:lnTo>
                  <a:cubicBezTo>
                    <a:pt x="4078" y="218"/>
                    <a:pt x="4122" y="240"/>
                    <a:pt x="4177" y="262"/>
                  </a:cubicBezTo>
                  <a:cubicBezTo>
                    <a:pt x="2789" y="429"/>
                    <a:pt x="1389" y="529"/>
                    <a:pt x="0" y="585"/>
                  </a:cubicBezTo>
                  <a:lnTo>
                    <a:pt x="0" y="706"/>
                  </a:lnTo>
                  <a:cubicBezTo>
                    <a:pt x="1444" y="651"/>
                    <a:pt x="2911" y="540"/>
                    <a:pt x="4344" y="362"/>
                  </a:cubicBezTo>
                  <a:lnTo>
                    <a:pt x="4488" y="351"/>
                  </a:lnTo>
                  <a:lnTo>
                    <a:pt x="4377" y="262"/>
                  </a:lnTo>
                  <a:lnTo>
                    <a:pt x="4278" y="195"/>
                  </a:lnTo>
                  <a:cubicBezTo>
                    <a:pt x="5467" y="147"/>
                    <a:pt x="6664" y="121"/>
                    <a:pt x="7858" y="121"/>
                  </a:cubicBezTo>
                  <a:cubicBezTo>
                    <a:pt x="8838" y="121"/>
                    <a:pt x="9816" y="138"/>
                    <a:pt x="10787" y="173"/>
                  </a:cubicBezTo>
                  <a:lnTo>
                    <a:pt x="10798" y="51"/>
                  </a:lnTo>
                  <a:cubicBezTo>
                    <a:pt x="9816" y="17"/>
                    <a:pt x="8828" y="0"/>
                    <a:pt x="7839"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2">
              <a:extLst>
                <a:ext uri="{FF2B5EF4-FFF2-40B4-BE49-F238E27FC236}">
                  <a16:creationId xmlns:a16="http://schemas.microsoft.com/office/drawing/2014/main" id="{D29D0334-07AD-91B8-484D-1B874DE88EED}"/>
                </a:ext>
              </a:extLst>
            </p:cNvPr>
            <p:cNvSpPr/>
            <p:nvPr/>
          </p:nvSpPr>
          <p:spPr>
            <a:xfrm>
              <a:off x="6410550" y="3637875"/>
              <a:ext cx="100550" cy="92325"/>
            </a:xfrm>
            <a:custGeom>
              <a:avLst/>
              <a:gdLst/>
              <a:ahLst/>
              <a:cxnLst/>
              <a:rect l="l" t="t" r="r" b="b"/>
              <a:pathLst>
                <a:path w="4022" h="3693" extrusionOk="0">
                  <a:moveTo>
                    <a:pt x="1989" y="1"/>
                  </a:moveTo>
                  <a:cubicBezTo>
                    <a:pt x="1956" y="467"/>
                    <a:pt x="1556" y="801"/>
                    <a:pt x="1167" y="1056"/>
                  </a:cubicBezTo>
                  <a:cubicBezTo>
                    <a:pt x="800" y="1289"/>
                    <a:pt x="0" y="1655"/>
                    <a:pt x="223" y="2178"/>
                  </a:cubicBezTo>
                  <a:cubicBezTo>
                    <a:pt x="456" y="2756"/>
                    <a:pt x="967" y="3378"/>
                    <a:pt x="1534" y="3644"/>
                  </a:cubicBezTo>
                  <a:cubicBezTo>
                    <a:pt x="1588" y="3674"/>
                    <a:pt x="1655" y="3692"/>
                    <a:pt x="1717" y="3692"/>
                  </a:cubicBezTo>
                  <a:cubicBezTo>
                    <a:pt x="1795" y="3692"/>
                    <a:pt x="1864" y="3663"/>
                    <a:pt x="1889" y="3588"/>
                  </a:cubicBezTo>
                  <a:cubicBezTo>
                    <a:pt x="1901" y="3533"/>
                    <a:pt x="1878" y="3477"/>
                    <a:pt x="1845" y="3422"/>
                  </a:cubicBezTo>
                  <a:cubicBezTo>
                    <a:pt x="1701" y="3200"/>
                    <a:pt x="1400" y="3011"/>
                    <a:pt x="1445" y="2744"/>
                  </a:cubicBezTo>
                  <a:lnTo>
                    <a:pt x="1445" y="2744"/>
                  </a:lnTo>
                  <a:cubicBezTo>
                    <a:pt x="1689" y="3033"/>
                    <a:pt x="2000" y="3267"/>
                    <a:pt x="2345" y="3422"/>
                  </a:cubicBezTo>
                  <a:cubicBezTo>
                    <a:pt x="2404" y="3452"/>
                    <a:pt x="2468" y="3476"/>
                    <a:pt x="2527" y="3476"/>
                  </a:cubicBezTo>
                  <a:cubicBezTo>
                    <a:pt x="2557" y="3476"/>
                    <a:pt x="2585" y="3470"/>
                    <a:pt x="2612" y="3455"/>
                  </a:cubicBezTo>
                  <a:cubicBezTo>
                    <a:pt x="2733" y="3400"/>
                    <a:pt x="2733" y="3211"/>
                    <a:pt x="2667" y="3089"/>
                  </a:cubicBezTo>
                  <a:cubicBezTo>
                    <a:pt x="2578" y="2922"/>
                    <a:pt x="2412" y="2811"/>
                    <a:pt x="2278" y="2689"/>
                  </a:cubicBezTo>
                  <a:cubicBezTo>
                    <a:pt x="2145" y="2556"/>
                    <a:pt x="2022" y="2378"/>
                    <a:pt x="2056" y="2200"/>
                  </a:cubicBezTo>
                  <a:lnTo>
                    <a:pt x="2056" y="2200"/>
                  </a:lnTo>
                  <a:cubicBezTo>
                    <a:pt x="2333" y="2433"/>
                    <a:pt x="2612" y="2655"/>
                    <a:pt x="2889" y="2877"/>
                  </a:cubicBezTo>
                  <a:cubicBezTo>
                    <a:pt x="2984" y="2951"/>
                    <a:pt x="3108" y="3019"/>
                    <a:pt x="3214" y="3019"/>
                  </a:cubicBezTo>
                  <a:cubicBezTo>
                    <a:pt x="3268" y="3019"/>
                    <a:pt x="3318" y="3001"/>
                    <a:pt x="3355" y="2956"/>
                  </a:cubicBezTo>
                  <a:cubicBezTo>
                    <a:pt x="3434" y="2889"/>
                    <a:pt x="3422" y="2778"/>
                    <a:pt x="3400" y="2678"/>
                  </a:cubicBezTo>
                  <a:cubicBezTo>
                    <a:pt x="3266" y="2278"/>
                    <a:pt x="2800" y="2100"/>
                    <a:pt x="2545" y="1778"/>
                  </a:cubicBezTo>
                  <a:cubicBezTo>
                    <a:pt x="2511" y="1734"/>
                    <a:pt x="2500" y="1667"/>
                    <a:pt x="2545" y="1655"/>
                  </a:cubicBezTo>
                  <a:cubicBezTo>
                    <a:pt x="2800" y="1845"/>
                    <a:pt x="3067" y="2033"/>
                    <a:pt x="3333" y="2222"/>
                  </a:cubicBezTo>
                  <a:cubicBezTo>
                    <a:pt x="3434" y="2300"/>
                    <a:pt x="3555" y="2389"/>
                    <a:pt x="3689" y="2400"/>
                  </a:cubicBezTo>
                  <a:cubicBezTo>
                    <a:pt x="3703" y="2403"/>
                    <a:pt x="3717" y="2404"/>
                    <a:pt x="3731" y="2404"/>
                  </a:cubicBezTo>
                  <a:cubicBezTo>
                    <a:pt x="3845" y="2404"/>
                    <a:pt x="3971" y="2329"/>
                    <a:pt x="4000" y="2211"/>
                  </a:cubicBezTo>
                  <a:cubicBezTo>
                    <a:pt x="4022" y="2078"/>
                    <a:pt x="3900" y="1956"/>
                    <a:pt x="3800" y="1867"/>
                  </a:cubicBezTo>
                  <a:cubicBezTo>
                    <a:pt x="3522" y="1633"/>
                    <a:pt x="3244" y="1400"/>
                    <a:pt x="2978" y="1167"/>
                  </a:cubicBezTo>
                  <a:cubicBezTo>
                    <a:pt x="3056" y="1001"/>
                    <a:pt x="3355" y="1144"/>
                    <a:pt x="3478" y="1001"/>
                  </a:cubicBezTo>
                  <a:cubicBezTo>
                    <a:pt x="3533" y="934"/>
                    <a:pt x="3511" y="833"/>
                    <a:pt x="3456" y="756"/>
                  </a:cubicBezTo>
                  <a:cubicBezTo>
                    <a:pt x="3411" y="689"/>
                    <a:pt x="3333" y="656"/>
                    <a:pt x="3256" y="611"/>
                  </a:cubicBezTo>
                  <a:cubicBezTo>
                    <a:pt x="2834" y="401"/>
                    <a:pt x="2412" y="201"/>
                    <a:pt x="19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2">
              <a:extLst>
                <a:ext uri="{FF2B5EF4-FFF2-40B4-BE49-F238E27FC236}">
                  <a16:creationId xmlns:a16="http://schemas.microsoft.com/office/drawing/2014/main" id="{56227967-71DA-F39E-89C3-AAD22C1F602A}"/>
                </a:ext>
              </a:extLst>
            </p:cNvPr>
            <p:cNvSpPr/>
            <p:nvPr/>
          </p:nvSpPr>
          <p:spPr>
            <a:xfrm>
              <a:off x="6284475" y="3392375"/>
              <a:ext cx="238025" cy="310500"/>
            </a:xfrm>
            <a:custGeom>
              <a:avLst/>
              <a:gdLst/>
              <a:ahLst/>
              <a:cxnLst/>
              <a:rect l="l" t="t" r="r" b="b"/>
              <a:pathLst>
                <a:path w="9521" h="12420" extrusionOk="0">
                  <a:moveTo>
                    <a:pt x="7345" y="1"/>
                  </a:moveTo>
                  <a:cubicBezTo>
                    <a:pt x="6401" y="1"/>
                    <a:pt x="5567" y="465"/>
                    <a:pt x="4788" y="967"/>
                  </a:cubicBezTo>
                  <a:cubicBezTo>
                    <a:pt x="3799" y="1611"/>
                    <a:pt x="2822" y="2311"/>
                    <a:pt x="1967" y="3111"/>
                  </a:cubicBezTo>
                  <a:cubicBezTo>
                    <a:pt x="1656" y="3410"/>
                    <a:pt x="1355" y="3722"/>
                    <a:pt x="1089" y="4066"/>
                  </a:cubicBezTo>
                  <a:cubicBezTo>
                    <a:pt x="733" y="4511"/>
                    <a:pt x="434" y="5010"/>
                    <a:pt x="212" y="5543"/>
                  </a:cubicBezTo>
                  <a:cubicBezTo>
                    <a:pt x="101" y="5822"/>
                    <a:pt x="0" y="6121"/>
                    <a:pt x="22" y="6421"/>
                  </a:cubicBezTo>
                  <a:cubicBezTo>
                    <a:pt x="34" y="6644"/>
                    <a:pt x="111" y="6844"/>
                    <a:pt x="200" y="7044"/>
                  </a:cubicBezTo>
                  <a:cubicBezTo>
                    <a:pt x="323" y="7321"/>
                    <a:pt x="500" y="7565"/>
                    <a:pt x="711" y="7787"/>
                  </a:cubicBezTo>
                  <a:cubicBezTo>
                    <a:pt x="700" y="7787"/>
                    <a:pt x="678" y="7787"/>
                    <a:pt x="667" y="7799"/>
                  </a:cubicBezTo>
                  <a:cubicBezTo>
                    <a:pt x="911" y="8187"/>
                    <a:pt x="1178" y="8565"/>
                    <a:pt x="1466" y="8932"/>
                  </a:cubicBezTo>
                  <a:cubicBezTo>
                    <a:pt x="1256" y="8832"/>
                    <a:pt x="1044" y="8743"/>
                    <a:pt x="844" y="8643"/>
                  </a:cubicBezTo>
                  <a:lnTo>
                    <a:pt x="844" y="8643"/>
                  </a:lnTo>
                  <a:cubicBezTo>
                    <a:pt x="1456" y="9232"/>
                    <a:pt x="2122" y="9754"/>
                    <a:pt x="2833" y="10209"/>
                  </a:cubicBezTo>
                  <a:lnTo>
                    <a:pt x="2466" y="10142"/>
                  </a:lnTo>
                  <a:lnTo>
                    <a:pt x="2466" y="10142"/>
                  </a:lnTo>
                  <a:cubicBezTo>
                    <a:pt x="2678" y="10187"/>
                    <a:pt x="2811" y="10409"/>
                    <a:pt x="2933" y="10554"/>
                  </a:cubicBezTo>
                  <a:cubicBezTo>
                    <a:pt x="3088" y="10742"/>
                    <a:pt x="3278" y="10876"/>
                    <a:pt x="3444" y="11043"/>
                  </a:cubicBezTo>
                  <a:cubicBezTo>
                    <a:pt x="3878" y="11498"/>
                    <a:pt x="4333" y="11920"/>
                    <a:pt x="4844" y="12298"/>
                  </a:cubicBezTo>
                  <a:cubicBezTo>
                    <a:pt x="4920" y="12359"/>
                    <a:pt x="5028" y="12420"/>
                    <a:pt x="5124" y="12420"/>
                  </a:cubicBezTo>
                  <a:cubicBezTo>
                    <a:pt x="5167" y="12420"/>
                    <a:pt x="5209" y="12407"/>
                    <a:pt x="5243" y="12376"/>
                  </a:cubicBezTo>
                  <a:cubicBezTo>
                    <a:pt x="5388" y="12242"/>
                    <a:pt x="5221" y="11998"/>
                    <a:pt x="5288" y="11809"/>
                  </a:cubicBezTo>
                  <a:lnTo>
                    <a:pt x="5288" y="11809"/>
                  </a:lnTo>
                  <a:cubicBezTo>
                    <a:pt x="5355" y="11942"/>
                    <a:pt x="5433" y="12075"/>
                    <a:pt x="5555" y="12164"/>
                  </a:cubicBezTo>
                  <a:cubicBezTo>
                    <a:pt x="5627" y="12217"/>
                    <a:pt x="5719" y="12250"/>
                    <a:pt x="5807" y="12250"/>
                  </a:cubicBezTo>
                  <a:cubicBezTo>
                    <a:pt x="5868" y="12250"/>
                    <a:pt x="5927" y="12234"/>
                    <a:pt x="5977" y="12198"/>
                  </a:cubicBezTo>
                  <a:cubicBezTo>
                    <a:pt x="6088" y="12109"/>
                    <a:pt x="6110" y="11954"/>
                    <a:pt x="6110" y="11820"/>
                  </a:cubicBezTo>
                  <a:cubicBezTo>
                    <a:pt x="6099" y="11564"/>
                    <a:pt x="5999" y="11320"/>
                    <a:pt x="5833" y="11142"/>
                  </a:cubicBezTo>
                  <a:lnTo>
                    <a:pt x="5833" y="11142"/>
                  </a:lnTo>
                  <a:cubicBezTo>
                    <a:pt x="6021" y="11287"/>
                    <a:pt x="6265" y="11387"/>
                    <a:pt x="6510" y="11398"/>
                  </a:cubicBezTo>
                  <a:cubicBezTo>
                    <a:pt x="6525" y="11399"/>
                    <a:pt x="6541" y="11400"/>
                    <a:pt x="6557" y="11400"/>
                  </a:cubicBezTo>
                  <a:cubicBezTo>
                    <a:pt x="6678" y="11400"/>
                    <a:pt x="6804" y="11362"/>
                    <a:pt x="6843" y="11253"/>
                  </a:cubicBezTo>
                  <a:cubicBezTo>
                    <a:pt x="6865" y="11176"/>
                    <a:pt x="6832" y="11098"/>
                    <a:pt x="6788" y="11031"/>
                  </a:cubicBezTo>
                  <a:cubicBezTo>
                    <a:pt x="6688" y="10865"/>
                    <a:pt x="6566" y="10709"/>
                    <a:pt x="6410" y="10587"/>
                  </a:cubicBezTo>
                  <a:lnTo>
                    <a:pt x="6410" y="10587"/>
                  </a:lnTo>
                  <a:cubicBezTo>
                    <a:pt x="6621" y="10687"/>
                    <a:pt x="6843" y="10754"/>
                    <a:pt x="7077" y="10798"/>
                  </a:cubicBezTo>
                  <a:cubicBezTo>
                    <a:pt x="7104" y="10802"/>
                    <a:pt x="7134" y="10806"/>
                    <a:pt x="7164" y="10806"/>
                  </a:cubicBezTo>
                  <a:cubicBezTo>
                    <a:pt x="7218" y="10806"/>
                    <a:pt x="7270" y="10793"/>
                    <a:pt x="7299" y="10742"/>
                  </a:cubicBezTo>
                  <a:cubicBezTo>
                    <a:pt x="7332" y="10698"/>
                    <a:pt x="7321" y="10643"/>
                    <a:pt x="7299" y="10587"/>
                  </a:cubicBezTo>
                  <a:cubicBezTo>
                    <a:pt x="7210" y="10320"/>
                    <a:pt x="7021" y="10076"/>
                    <a:pt x="6788" y="9920"/>
                  </a:cubicBezTo>
                  <a:lnTo>
                    <a:pt x="6788" y="9920"/>
                  </a:lnTo>
                  <a:cubicBezTo>
                    <a:pt x="6915" y="9961"/>
                    <a:pt x="7048" y="9982"/>
                    <a:pt x="7181" y="9982"/>
                  </a:cubicBezTo>
                  <a:cubicBezTo>
                    <a:pt x="7371" y="9982"/>
                    <a:pt x="7561" y="9939"/>
                    <a:pt x="7732" y="9854"/>
                  </a:cubicBezTo>
                  <a:cubicBezTo>
                    <a:pt x="6932" y="9120"/>
                    <a:pt x="6277" y="8288"/>
                    <a:pt x="5699" y="7399"/>
                  </a:cubicBezTo>
                  <a:cubicBezTo>
                    <a:pt x="5499" y="7099"/>
                    <a:pt x="5322" y="6777"/>
                    <a:pt x="5132" y="6454"/>
                  </a:cubicBezTo>
                  <a:cubicBezTo>
                    <a:pt x="5788" y="5777"/>
                    <a:pt x="6455" y="5099"/>
                    <a:pt x="7176" y="4533"/>
                  </a:cubicBezTo>
                  <a:cubicBezTo>
                    <a:pt x="7810" y="3911"/>
                    <a:pt x="8376" y="3211"/>
                    <a:pt x="8820" y="2455"/>
                  </a:cubicBezTo>
                  <a:cubicBezTo>
                    <a:pt x="9143" y="1877"/>
                    <a:pt x="9521" y="1356"/>
                    <a:pt x="9032" y="711"/>
                  </a:cubicBezTo>
                  <a:cubicBezTo>
                    <a:pt x="8699" y="267"/>
                    <a:pt x="8132" y="67"/>
                    <a:pt x="7588" y="11"/>
                  </a:cubicBezTo>
                  <a:cubicBezTo>
                    <a:pt x="7506" y="4"/>
                    <a:pt x="7425" y="1"/>
                    <a:pt x="7345"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2">
              <a:extLst>
                <a:ext uri="{FF2B5EF4-FFF2-40B4-BE49-F238E27FC236}">
                  <a16:creationId xmlns:a16="http://schemas.microsoft.com/office/drawing/2014/main" id="{CADE7D47-FC99-CDFD-00EC-58B177A272EF}"/>
                </a:ext>
              </a:extLst>
            </p:cNvPr>
            <p:cNvSpPr/>
            <p:nvPr/>
          </p:nvSpPr>
          <p:spPr>
            <a:xfrm>
              <a:off x="6300575" y="3473475"/>
              <a:ext cx="101675" cy="204425"/>
            </a:xfrm>
            <a:custGeom>
              <a:avLst/>
              <a:gdLst/>
              <a:ahLst/>
              <a:cxnLst/>
              <a:rect l="l" t="t" r="r" b="b"/>
              <a:pathLst>
                <a:path w="4067" h="8177" extrusionOk="0">
                  <a:moveTo>
                    <a:pt x="1723" y="0"/>
                  </a:moveTo>
                  <a:cubicBezTo>
                    <a:pt x="1456" y="189"/>
                    <a:pt x="1256" y="445"/>
                    <a:pt x="1089" y="667"/>
                  </a:cubicBezTo>
                  <a:cubicBezTo>
                    <a:pt x="556" y="1378"/>
                    <a:pt x="245" y="2033"/>
                    <a:pt x="134" y="2677"/>
                  </a:cubicBezTo>
                  <a:cubicBezTo>
                    <a:pt x="0" y="3488"/>
                    <a:pt x="212" y="4277"/>
                    <a:pt x="711" y="4788"/>
                  </a:cubicBezTo>
                  <a:lnTo>
                    <a:pt x="745" y="4832"/>
                  </a:lnTo>
                  <a:lnTo>
                    <a:pt x="756" y="4822"/>
                  </a:lnTo>
                  <a:cubicBezTo>
                    <a:pt x="756" y="4854"/>
                    <a:pt x="767" y="4888"/>
                    <a:pt x="778" y="4921"/>
                  </a:cubicBezTo>
                  <a:cubicBezTo>
                    <a:pt x="878" y="5232"/>
                    <a:pt x="1012" y="5588"/>
                    <a:pt x="1278" y="5810"/>
                  </a:cubicBezTo>
                  <a:cubicBezTo>
                    <a:pt x="1370" y="5883"/>
                    <a:pt x="1462" y="5927"/>
                    <a:pt x="1548" y="5927"/>
                  </a:cubicBezTo>
                  <a:cubicBezTo>
                    <a:pt x="1566" y="5927"/>
                    <a:pt x="1583" y="5925"/>
                    <a:pt x="1600" y="5921"/>
                  </a:cubicBezTo>
                  <a:cubicBezTo>
                    <a:pt x="1634" y="5910"/>
                    <a:pt x="1667" y="5899"/>
                    <a:pt x="1700" y="5866"/>
                  </a:cubicBezTo>
                  <a:cubicBezTo>
                    <a:pt x="2056" y="6943"/>
                    <a:pt x="2955" y="7832"/>
                    <a:pt x="4033" y="8176"/>
                  </a:cubicBezTo>
                  <a:lnTo>
                    <a:pt x="4066" y="8065"/>
                  </a:lnTo>
                  <a:cubicBezTo>
                    <a:pt x="2989" y="7720"/>
                    <a:pt x="2089" y="6810"/>
                    <a:pt x="1778" y="5721"/>
                  </a:cubicBezTo>
                  <a:cubicBezTo>
                    <a:pt x="1778" y="5676"/>
                    <a:pt x="1767" y="5632"/>
                    <a:pt x="1733" y="5599"/>
                  </a:cubicBezTo>
                  <a:lnTo>
                    <a:pt x="1567" y="5399"/>
                  </a:lnTo>
                  <a:lnTo>
                    <a:pt x="1567" y="5399"/>
                  </a:lnTo>
                  <a:lnTo>
                    <a:pt x="1634" y="5654"/>
                  </a:lnTo>
                  <a:cubicBezTo>
                    <a:pt x="1634" y="5676"/>
                    <a:pt x="1645" y="5699"/>
                    <a:pt x="1656" y="5721"/>
                  </a:cubicBezTo>
                  <a:cubicBezTo>
                    <a:pt x="1656" y="5732"/>
                    <a:pt x="1645" y="5732"/>
                    <a:pt x="1645" y="5732"/>
                  </a:cubicBezTo>
                  <a:cubicBezTo>
                    <a:pt x="1634" y="5765"/>
                    <a:pt x="1600" y="5799"/>
                    <a:pt x="1578" y="5799"/>
                  </a:cubicBezTo>
                  <a:cubicBezTo>
                    <a:pt x="1566" y="5803"/>
                    <a:pt x="1553" y="5804"/>
                    <a:pt x="1541" y="5804"/>
                  </a:cubicBezTo>
                  <a:cubicBezTo>
                    <a:pt x="1474" y="5804"/>
                    <a:pt x="1403" y="5758"/>
                    <a:pt x="1356" y="5721"/>
                  </a:cubicBezTo>
                  <a:cubicBezTo>
                    <a:pt x="1111" y="5510"/>
                    <a:pt x="990" y="5177"/>
                    <a:pt x="889" y="4877"/>
                  </a:cubicBezTo>
                  <a:cubicBezTo>
                    <a:pt x="878" y="4832"/>
                    <a:pt x="867" y="4788"/>
                    <a:pt x="856" y="4733"/>
                  </a:cubicBezTo>
                  <a:cubicBezTo>
                    <a:pt x="956" y="4622"/>
                    <a:pt x="1000" y="4454"/>
                    <a:pt x="956" y="4311"/>
                  </a:cubicBezTo>
                  <a:lnTo>
                    <a:pt x="934" y="4232"/>
                  </a:lnTo>
                  <a:lnTo>
                    <a:pt x="867" y="4277"/>
                  </a:lnTo>
                  <a:cubicBezTo>
                    <a:pt x="790" y="4333"/>
                    <a:pt x="711" y="4432"/>
                    <a:pt x="723" y="4632"/>
                  </a:cubicBezTo>
                  <a:cubicBezTo>
                    <a:pt x="311" y="4143"/>
                    <a:pt x="134" y="3432"/>
                    <a:pt x="256" y="2699"/>
                  </a:cubicBezTo>
                  <a:cubicBezTo>
                    <a:pt x="356" y="2067"/>
                    <a:pt x="656" y="1433"/>
                    <a:pt x="1178" y="733"/>
                  </a:cubicBezTo>
                  <a:cubicBezTo>
                    <a:pt x="1345" y="522"/>
                    <a:pt x="1545" y="278"/>
                    <a:pt x="1789" y="100"/>
                  </a:cubicBezTo>
                  <a:lnTo>
                    <a:pt x="17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2">
              <a:extLst>
                <a:ext uri="{FF2B5EF4-FFF2-40B4-BE49-F238E27FC236}">
                  <a16:creationId xmlns:a16="http://schemas.microsoft.com/office/drawing/2014/main" id="{174FD6D9-8488-93E7-3688-A4E903F97D72}"/>
                </a:ext>
              </a:extLst>
            </p:cNvPr>
            <p:cNvSpPr/>
            <p:nvPr/>
          </p:nvSpPr>
          <p:spPr>
            <a:xfrm>
              <a:off x="6367525" y="3542875"/>
              <a:ext cx="35275" cy="6150"/>
            </a:xfrm>
            <a:custGeom>
              <a:avLst/>
              <a:gdLst/>
              <a:ahLst/>
              <a:cxnLst/>
              <a:rect l="l" t="t" r="r" b="b"/>
              <a:pathLst>
                <a:path w="1411" h="246" extrusionOk="0">
                  <a:moveTo>
                    <a:pt x="968" y="1"/>
                  </a:moveTo>
                  <a:cubicBezTo>
                    <a:pt x="726" y="1"/>
                    <a:pt x="482" y="41"/>
                    <a:pt x="255" y="123"/>
                  </a:cubicBezTo>
                  <a:lnTo>
                    <a:pt x="0" y="224"/>
                  </a:lnTo>
                  <a:lnTo>
                    <a:pt x="344" y="246"/>
                  </a:lnTo>
                  <a:lnTo>
                    <a:pt x="344" y="224"/>
                  </a:lnTo>
                  <a:cubicBezTo>
                    <a:pt x="545" y="157"/>
                    <a:pt x="758" y="122"/>
                    <a:pt x="971" y="122"/>
                  </a:cubicBezTo>
                  <a:cubicBezTo>
                    <a:pt x="1112" y="122"/>
                    <a:pt x="1252" y="137"/>
                    <a:pt x="1388" y="168"/>
                  </a:cubicBezTo>
                  <a:lnTo>
                    <a:pt x="1410" y="46"/>
                  </a:lnTo>
                  <a:cubicBezTo>
                    <a:pt x="1266" y="16"/>
                    <a:pt x="1117" y="1"/>
                    <a:pt x="96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2">
              <a:extLst>
                <a:ext uri="{FF2B5EF4-FFF2-40B4-BE49-F238E27FC236}">
                  <a16:creationId xmlns:a16="http://schemas.microsoft.com/office/drawing/2014/main" id="{8A19373F-A3D3-B3C3-C8CB-6DB6D959E8AD}"/>
                </a:ext>
              </a:extLst>
            </p:cNvPr>
            <p:cNvSpPr/>
            <p:nvPr/>
          </p:nvSpPr>
          <p:spPr>
            <a:xfrm>
              <a:off x="6377500" y="3555800"/>
              <a:ext cx="26700" cy="10175"/>
            </a:xfrm>
            <a:custGeom>
              <a:avLst/>
              <a:gdLst/>
              <a:ahLst/>
              <a:cxnLst/>
              <a:rect l="l" t="t" r="r" b="b"/>
              <a:pathLst>
                <a:path w="1068" h="407" extrusionOk="0">
                  <a:moveTo>
                    <a:pt x="937" y="1"/>
                  </a:moveTo>
                  <a:cubicBezTo>
                    <a:pt x="601" y="1"/>
                    <a:pt x="266" y="111"/>
                    <a:pt x="1" y="317"/>
                  </a:cubicBezTo>
                  <a:lnTo>
                    <a:pt x="68" y="406"/>
                  </a:lnTo>
                  <a:cubicBezTo>
                    <a:pt x="320" y="222"/>
                    <a:pt x="623" y="122"/>
                    <a:pt x="924" y="122"/>
                  </a:cubicBezTo>
                  <a:cubicBezTo>
                    <a:pt x="968" y="122"/>
                    <a:pt x="1012" y="125"/>
                    <a:pt x="1056" y="129"/>
                  </a:cubicBezTo>
                  <a:lnTo>
                    <a:pt x="1067" y="6"/>
                  </a:lnTo>
                  <a:cubicBezTo>
                    <a:pt x="1024" y="2"/>
                    <a:pt x="980" y="1"/>
                    <a:pt x="9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2">
              <a:extLst>
                <a:ext uri="{FF2B5EF4-FFF2-40B4-BE49-F238E27FC236}">
                  <a16:creationId xmlns:a16="http://schemas.microsoft.com/office/drawing/2014/main" id="{E50B1376-2FB1-C5E0-EA9D-F6E442AE1EDC}"/>
                </a:ext>
              </a:extLst>
            </p:cNvPr>
            <p:cNvSpPr/>
            <p:nvPr/>
          </p:nvSpPr>
          <p:spPr>
            <a:xfrm>
              <a:off x="6460550" y="3400675"/>
              <a:ext cx="18350" cy="7825"/>
            </a:xfrm>
            <a:custGeom>
              <a:avLst/>
              <a:gdLst/>
              <a:ahLst/>
              <a:cxnLst/>
              <a:rect l="l" t="t" r="r" b="b"/>
              <a:pathLst>
                <a:path w="734" h="313" extrusionOk="0">
                  <a:moveTo>
                    <a:pt x="546" y="0"/>
                  </a:moveTo>
                  <a:cubicBezTo>
                    <a:pt x="342" y="0"/>
                    <a:pt x="136" y="80"/>
                    <a:pt x="0" y="224"/>
                  </a:cubicBezTo>
                  <a:lnTo>
                    <a:pt x="89" y="313"/>
                  </a:lnTo>
                  <a:cubicBezTo>
                    <a:pt x="204" y="189"/>
                    <a:pt x="369" y="120"/>
                    <a:pt x="532" y="120"/>
                  </a:cubicBezTo>
                  <a:cubicBezTo>
                    <a:pt x="589" y="120"/>
                    <a:pt x="646" y="129"/>
                    <a:pt x="700" y="146"/>
                  </a:cubicBezTo>
                  <a:lnTo>
                    <a:pt x="733" y="24"/>
                  </a:lnTo>
                  <a:cubicBezTo>
                    <a:pt x="673" y="8"/>
                    <a:pt x="609" y="0"/>
                    <a:pt x="54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2">
              <a:extLst>
                <a:ext uri="{FF2B5EF4-FFF2-40B4-BE49-F238E27FC236}">
                  <a16:creationId xmlns:a16="http://schemas.microsoft.com/office/drawing/2014/main" id="{F54EBE1D-036A-7B8D-DFB9-C91F0870472E}"/>
                </a:ext>
              </a:extLst>
            </p:cNvPr>
            <p:cNvSpPr/>
            <p:nvPr/>
          </p:nvSpPr>
          <p:spPr>
            <a:xfrm>
              <a:off x="6440275" y="3408200"/>
              <a:ext cx="9175" cy="7525"/>
            </a:xfrm>
            <a:custGeom>
              <a:avLst/>
              <a:gdLst/>
              <a:ahLst/>
              <a:cxnLst/>
              <a:rect l="l" t="t" r="r" b="b"/>
              <a:pathLst>
                <a:path w="367" h="301" extrusionOk="0">
                  <a:moveTo>
                    <a:pt x="312" y="0"/>
                  </a:moveTo>
                  <a:lnTo>
                    <a:pt x="1" y="190"/>
                  </a:lnTo>
                  <a:lnTo>
                    <a:pt x="67" y="301"/>
                  </a:lnTo>
                  <a:lnTo>
                    <a:pt x="367" y="101"/>
                  </a:lnTo>
                  <a:lnTo>
                    <a:pt x="3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2">
              <a:extLst>
                <a:ext uri="{FF2B5EF4-FFF2-40B4-BE49-F238E27FC236}">
                  <a16:creationId xmlns:a16="http://schemas.microsoft.com/office/drawing/2014/main" id="{0B2BE405-4C84-62F5-9892-153EDD9E5A8B}"/>
                </a:ext>
              </a:extLst>
            </p:cNvPr>
            <p:cNvSpPr/>
            <p:nvPr/>
          </p:nvSpPr>
          <p:spPr>
            <a:xfrm>
              <a:off x="6452775" y="3415700"/>
              <a:ext cx="6125" cy="5575"/>
            </a:xfrm>
            <a:custGeom>
              <a:avLst/>
              <a:gdLst/>
              <a:ahLst/>
              <a:cxnLst/>
              <a:rect l="l" t="t" r="r" b="b"/>
              <a:pathLst>
                <a:path w="245" h="223" extrusionOk="0">
                  <a:moveTo>
                    <a:pt x="167" y="1"/>
                  </a:moveTo>
                  <a:lnTo>
                    <a:pt x="0" y="134"/>
                  </a:lnTo>
                  <a:lnTo>
                    <a:pt x="78" y="223"/>
                  </a:lnTo>
                  <a:lnTo>
                    <a:pt x="244" y="100"/>
                  </a:lnTo>
                  <a:lnTo>
                    <a:pt x="1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2">
              <a:extLst>
                <a:ext uri="{FF2B5EF4-FFF2-40B4-BE49-F238E27FC236}">
                  <a16:creationId xmlns:a16="http://schemas.microsoft.com/office/drawing/2014/main" id="{2D6224B9-8A55-A9C2-21AF-677AF11FB870}"/>
                </a:ext>
              </a:extLst>
            </p:cNvPr>
            <p:cNvSpPr/>
            <p:nvPr/>
          </p:nvSpPr>
          <p:spPr>
            <a:xfrm>
              <a:off x="6701325" y="3539375"/>
              <a:ext cx="87800" cy="88275"/>
            </a:xfrm>
            <a:custGeom>
              <a:avLst/>
              <a:gdLst/>
              <a:ahLst/>
              <a:cxnLst/>
              <a:rect l="l" t="t" r="r" b="b"/>
              <a:pathLst>
                <a:path w="3512" h="3531" extrusionOk="0">
                  <a:moveTo>
                    <a:pt x="1993" y="0"/>
                  </a:moveTo>
                  <a:cubicBezTo>
                    <a:pt x="1766" y="0"/>
                    <a:pt x="1518" y="61"/>
                    <a:pt x="1211" y="108"/>
                  </a:cubicBezTo>
                  <a:cubicBezTo>
                    <a:pt x="1122" y="119"/>
                    <a:pt x="1045" y="142"/>
                    <a:pt x="967" y="186"/>
                  </a:cubicBezTo>
                  <a:cubicBezTo>
                    <a:pt x="900" y="230"/>
                    <a:pt x="856" y="330"/>
                    <a:pt x="878" y="408"/>
                  </a:cubicBezTo>
                  <a:cubicBezTo>
                    <a:pt x="945" y="574"/>
                    <a:pt x="1278" y="541"/>
                    <a:pt x="1312" y="719"/>
                  </a:cubicBezTo>
                  <a:cubicBezTo>
                    <a:pt x="978" y="863"/>
                    <a:pt x="645" y="996"/>
                    <a:pt x="312" y="1130"/>
                  </a:cubicBezTo>
                  <a:cubicBezTo>
                    <a:pt x="179" y="1186"/>
                    <a:pt x="34" y="1263"/>
                    <a:pt x="12" y="1408"/>
                  </a:cubicBezTo>
                  <a:cubicBezTo>
                    <a:pt x="1" y="1541"/>
                    <a:pt x="123" y="1652"/>
                    <a:pt x="256" y="1675"/>
                  </a:cubicBezTo>
                  <a:cubicBezTo>
                    <a:pt x="285" y="1679"/>
                    <a:pt x="314" y="1682"/>
                    <a:pt x="343" y="1682"/>
                  </a:cubicBezTo>
                  <a:cubicBezTo>
                    <a:pt x="447" y="1682"/>
                    <a:pt x="549" y="1653"/>
                    <a:pt x="645" y="1619"/>
                  </a:cubicBezTo>
                  <a:cubicBezTo>
                    <a:pt x="956" y="1519"/>
                    <a:pt x="1256" y="1419"/>
                    <a:pt x="1567" y="1319"/>
                  </a:cubicBezTo>
                  <a:lnTo>
                    <a:pt x="1567" y="1319"/>
                  </a:lnTo>
                  <a:cubicBezTo>
                    <a:pt x="1611" y="1341"/>
                    <a:pt x="1567" y="1408"/>
                    <a:pt x="1534" y="1430"/>
                  </a:cubicBezTo>
                  <a:cubicBezTo>
                    <a:pt x="1178" y="1663"/>
                    <a:pt x="690" y="1685"/>
                    <a:pt x="445" y="2030"/>
                  </a:cubicBezTo>
                  <a:cubicBezTo>
                    <a:pt x="379" y="2107"/>
                    <a:pt x="345" y="2218"/>
                    <a:pt x="389" y="2307"/>
                  </a:cubicBezTo>
                  <a:cubicBezTo>
                    <a:pt x="432" y="2391"/>
                    <a:pt x="516" y="2420"/>
                    <a:pt x="611" y="2420"/>
                  </a:cubicBezTo>
                  <a:cubicBezTo>
                    <a:pt x="692" y="2420"/>
                    <a:pt x="780" y="2400"/>
                    <a:pt x="856" y="2374"/>
                  </a:cubicBezTo>
                  <a:cubicBezTo>
                    <a:pt x="1201" y="2252"/>
                    <a:pt x="1534" y="2119"/>
                    <a:pt x="1867" y="1986"/>
                  </a:cubicBezTo>
                  <a:lnTo>
                    <a:pt x="1867" y="1986"/>
                  </a:lnTo>
                  <a:cubicBezTo>
                    <a:pt x="1833" y="2163"/>
                    <a:pt x="1667" y="2297"/>
                    <a:pt x="1500" y="2374"/>
                  </a:cubicBezTo>
                  <a:cubicBezTo>
                    <a:pt x="1334" y="2463"/>
                    <a:pt x="1145" y="2519"/>
                    <a:pt x="1011" y="2641"/>
                  </a:cubicBezTo>
                  <a:cubicBezTo>
                    <a:pt x="912" y="2741"/>
                    <a:pt x="845" y="2919"/>
                    <a:pt x="945" y="3018"/>
                  </a:cubicBezTo>
                  <a:cubicBezTo>
                    <a:pt x="991" y="3057"/>
                    <a:pt x="1057" y="3069"/>
                    <a:pt x="1124" y="3069"/>
                  </a:cubicBezTo>
                  <a:cubicBezTo>
                    <a:pt x="1154" y="3069"/>
                    <a:pt x="1184" y="3066"/>
                    <a:pt x="1211" y="3063"/>
                  </a:cubicBezTo>
                  <a:cubicBezTo>
                    <a:pt x="1589" y="3018"/>
                    <a:pt x="1956" y="2896"/>
                    <a:pt x="2278" y="2697"/>
                  </a:cubicBezTo>
                  <a:lnTo>
                    <a:pt x="2278" y="2697"/>
                  </a:lnTo>
                  <a:cubicBezTo>
                    <a:pt x="2245" y="2963"/>
                    <a:pt x="1900" y="3040"/>
                    <a:pt x="1689" y="3218"/>
                  </a:cubicBezTo>
                  <a:cubicBezTo>
                    <a:pt x="1645" y="3252"/>
                    <a:pt x="1601" y="3307"/>
                    <a:pt x="1601" y="3363"/>
                  </a:cubicBezTo>
                  <a:cubicBezTo>
                    <a:pt x="1590" y="3483"/>
                    <a:pt x="1742" y="3531"/>
                    <a:pt x="1870" y="3531"/>
                  </a:cubicBezTo>
                  <a:cubicBezTo>
                    <a:pt x="1884" y="3531"/>
                    <a:pt x="1898" y="3530"/>
                    <a:pt x="1912" y="3529"/>
                  </a:cubicBezTo>
                  <a:cubicBezTo>
                    <a:pt x="2467" y="3452"/>
                    <a:pt x="3245" y="3096"/>
                    <a:pt x="3433" y="2519"/>
                  </a:cubicBezTo>
                  <a:cubicBezTo>
                    <a:pt x="3511" y="2297"/>
                    <a:pt x="3500" y="2063"/>
                    <a:pt x="3477" y="1841"/>
                  </a:cubicBezTo>
                  <a:cubicBezTo>
                    <a:pt x="3389" y="1285"/>
                    <a:pt x="3134" y="752"/>
                    <a:pt x="2744" y="352"/>
                  </a:cubicBezTo>
                  <a:cubicBezTo>
                    <a:pt x="2484" y="80"/>
                    <a:pt x="2252" y="0"/>
                    <a:pt x="199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227722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87">
          <a:extLst>
            <a:ext uri="{FF2B5EF4-FFF2-40B4-BE49-F238E27FC236}">
              <a16:creationId xmlns:a16="http://schemas.microsoft.com/office/drawing/2014/main" id="{315C5E29-D59B-0F36-2562-7B38D88074BF}"/>
            </a:ext>
          </a:extLst>
        </p:cNvPr>
        <p:cNvGrpSpPr/>
        <p:nvPr/>
      </p:nvGrpSpPr>
      <p:grpSpPr>
        <a:xfrm>
          <a:off x="0" y="0"/>
          <a:ext cx="0" cy="0"/>
          <a:chOff x="0" y="0"/>
          <a:chExt cx="0" cy="0"/>
        </a:xfrm>
      </p:grpSpPr>
      <p:sp>
        <p:nvSpPr>
          <p:cNvPr id="1288" name="Google Shape;1288;p46">
            <a:extLst>
              <a:ext uri="{FF2B5EF4-FFF2-40B4-BE49-F238E27FC236}">
                <a16:creationId xmlns:a16="http://schemas.microsoft.com/office/drawing/2014/main" id="{79197279-2544-2B7F-56A2-695D95275BE6}"/>
              </a:ext>
            </a:extLst>
          </p:cNvPr>
          <p:cNvSpPr/>
          <p:nvPr/>
        </p:nvSpPr>
        <p:spPr>
          <a:xfrm>
            <a:off x="525049" y="2044867"/>
            <a:ext cx="1637400" cy="1637400"/>
          </a:xfrm>
          <a:prstGeom prst="ellipse">
            <a:avLst/>
          </a:prstGeom>
          <a:solidFill>
            <a:schemeClr val="lt1"/>
          </a:solidFill>
          <a:ln w="19050" cap="flat" cmpd="sng">
            <a:solidFill>
              <a:schemeClr val="accent6"/>
            </a:solidFill>
            <a:prstDash val="solid"/>
            <a:round/>
            <a:headEnd type="none" w="sm" len="sm"/>
            <a:tailEnd type="none" w="sm" len="sm"/>
          </a:ln>
          <a:effectLst>
            <a:outerShdw dist="47625" dir="9120000" algn="bl" rotWithShape="0">
              <a:schemeClr val="accent6">
                <a:alpha val="4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46">
            <a:extLst>
              <a:ext uri="{FF2B5EF4-FFF2-40B4-BE49-F238E27FC236}">
                <a16:creationId xmlns:a16="http://schemas.microsoft.com/office/drawing/2014/main" id="{B1094B7A-0ED9-EDD5-1A19-A01D679048D8}"/>
              </a:ext>
            </a:extLst>
          </p:cNvPr>
          <p:cNvSpPr/>
          <p:nvPr/>
        </p:nvSpPr>
        <p:spPr>
          <a:xfrm rot="399055">
            <a:off x="653602" y="2173248"/>
            <a:ext cx="1380591" cy="1380591"/>
          </a:xfrm>
          <a:prstGeom prst="arc">
            <a:avLst>
              <a:gd name="adj1" fmla="val 16200000"/>
              <a:gd name="adj2" fmla="val 16109591"/>
            </a:avLst>
          </a:prstGeom>
          <a:no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46">
            <a:extLst>
              <a:ext uri="{FF2B5EF4-FFF2-40B4-BE49-F238E27FC236}">
                <a16:creationId xmlns:a16="http://schemas.microsoft.com/office/drawing/2014/main" id="{B6DF3FB6-3670-5628-7238-FC3431FD3AD8}"/>
              </a:ext>
            </a:extLst>
          </p:cNvPr>
          <p:cNvSpPr/>
          <p:nvPr/>
        </p:nvSpPr>
        <p:spPr>
          <a:xfrm>
            <a:off x="653557" y="2173284"/>
            <a:ext cx="1380600" cy="1380600"/>
          </a:xfrm>
          <a:prstGeom prst="arc">
            <a:avLst>
              <a:gd name="adj1" fmla="val 16200000"/>
              <a:gd name="adj2" fmla="val 10919855"/>
            </a:avLst>
          </a:prstGeom>
          <a:noFill/>
          <a:ln w="3810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46">
            <a:extLst>
              <a:ext uri="{FF2B5EF4-FFF2-40B4-BE49-F238E27FC236}">
                <a16:creationId xmlns:a16="http://schemas.microsoft.com/office/drawing/2014/main" id="{46324528-A813-87AD-DD43-7AAD564E80A2}"/>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94" name="Google Shape;1294;p46">
            <a:extLst>
              <a:ext uri="{FF2B5EF4-FFF2-40B4-BE49-F238E27FC236}">
                <a16:creationId xmlns:a16="http://schemas.microsoft.com/office/drawing/2014/main" id="{AB8434FE-8D71-8AFB-164F-20CF2AA4F370}"/>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sz="3300" dirty="0"/>
              <a:t>Data Collection &amp; </a:t>
            </a:r>
            <a:r>
              <a:rPr lang="pl-PL" sz="3300" dirty="0" err="1"/>
              <a:t>Preprocessing</a:t>
            </a:r>
            <a:endParaRPr sz="3300" dirty="0"/>
          </a:p>
        </p:txBody>
      </p:sp>
      <p:grpSp>
        <p:nvGrpSpPr>
          <p:cNvPr id="1295" name="Google Shape;1295;p46">
            <a:extLst>
              <a:ext uri="{FF2B5EF4-FFF2-40B4-BE49-F238E27FC236}">
                <a16:creationId xmlns:a16="http://schemas.microsoft.com/office/drawing/2014/main" id="{7EC2E05B-F915-35F4-082B-C2184D88154A}"/>
              </a:ext>
            </a:extLst>
          </p:cNvPr>
          <p:cNvGrpSpPr/>
          <p:nvPr/>
        </p:nvGrpSpPr>
        <p:grpSpPr>
          <a:xfrm>
            <a:off x="958092" y="2463708"/>
            <a:ext cx="771152" cy="799534"/>
            <a:chOff x="1625225" y="2667500"/>
            <a:chExt cx="371550" cy="385225"/>
          </a:xfrm>
        </p:grpSpPr>
        <p:sp>
          <p:nvSpPr>
            <p:cNvPr id="1296" name="Google Shape;1296;p46">
              <a:extLst>
                <a:ext uri="{FF2B5EF4-FFF2-40B4-BE49-F238E27FC236}">
                  <a16:creationId xmlns:a16="http://schemas.microsoft.com/office/drawing/2014/main" id="{BD89CE68-26F0-AF18-1908-FB35DFBD65E3}"/>
                </a:ext>
              </a:extLst>
            </p:cNvPr>
            <p:cNvSpPr/>
            <p:nvPr/>
          </p:nvSpPr>
          <p:spPr>
            <a:xfrm>
              <a:off x="1625225" y="2849725"/>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46">
              <a:extLst>
                <a:ext uri="{FF2B5EF4-FFF2-40B4-BE49-F238E27FC236}">
                  <a16:creationId xmlns:a16="http://schemas.microsoft.com/office/drawing/2014/main" id="{65B06A97-F4BD-A0F7-A0FC-E294E6E74534}"/>
                </a:ext>
              </a:extLst>
            </p:cNvPr>
            <p:cNvSpPr/>
            <p:nvPr/>
          </p:nvSpPr>
          <p:spPr>
            <a:xfrm>
              <a:off x="1644950" y="2870825"/>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46">
              <a:extLst>
                <a:ext uri="{FF2B5EF4-FFF2-40B4-BE49-F238E27FC236}">
                  <a16:creationId xmlns:a16="http://schemas.microsoft.com/office/drawing/2014/main" id="{E5B82C7B-0CAD-01C7-7759-0F8C58745C80}"/>
                </a:ext>
              </a:extLst>
            </p:cNvPr>
            <p:cNvSpPr/>
            <p:nvPr/>
          </p:nvSpPr>
          <p:spPr>
            <a:xfrm>
              <a:off x="1947150" y="2849725"/>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46">
              <a:extLst>
                <a:ext uri="{FF2B5EF4-FFF2-40B4-BE49-F238E27FC236}">
                  <a16:creationId xmlns:a16="http://schemas.microsoft.com/office/drawing/2014/main" id="{8CBC6CE4-FD76-2D4F-E5EB-5D2781A0D208}"/>
                </a:ext>
              </a:extLst>
            </p:cNvPr>
            <p:cNvSpPr/>
            <p:nvPr/>
          </p:nvSpPr>
          <p:spPr>
            <a:xfrm>
              <a:off x="1954700" y="2870825"/>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46">
              <a:extLst>
                <a:ext uri="{FF2B5EF4-FFF2-40B4-BE49-F238E27FC236}">
                  <a16:creationId xmlns:a16="http://schemas.microsoft.com/office/drawing/2014/main" id="{3AF2F450-0F30-DCEF-9642-6CE981496C30}"/>
                </a:ext>
              </a:extLst>
            </p:cNvPr>
            <p:cNvSpPr/>
            <p:nvPr/>
          </p:nvSpPr>
          <p:spPr>
            <a:xfrm>
              <a:off x="1655550" y="2667525"/>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46">
              <a:extLst>
                <a:ext uri="{FF2B5EF4-FFF2-40B4-BE49-F238E27FC236}">
                  <a16:creationId xmlns:a16="http://schemas.microsoft.com/office/drawing/2014/main" id="{E238C73C-647F-C999-A451-94737E5E8F08}"/>
                </a:ext>
              </a:extLst>
            </p:cNvPr>
            <p:cNvSpPr/>
            <p:nvPr/>
          </p:nvSpPr>
          <p:spPr>
            <a:xfrm>
              <a:off x="1667700" y="2667500"/>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46">
              <a:extLst>
                <a:ext uri="{FF2B5EF4-FFF2-40B4-BE49-F238E27FC236}">
                  <a16:creationId xmlns:a16="http://schemas.microsoft.com/office/drawing/2014/main" id="{87A78DF8-05E6-B06C-8DCF-4B260BC7F721}"/>
                </a:ext>
              </a:extLst>
            </p:cNvPr>
            <p:cNvSpPr/>
            <p:nvPr/>
          </p:nvSpPr>
          <p:spPr>
            <a:xfrm>
              <a:off x="1694875" y="2788400"/>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46">
              <a:extLst>
                <a:ext uri="{FF2B5EF4-FFF2-40B4-BE49-F238E27FC236}">
                  <a16:creationId xmlns:a16="http://schemas.microsoft.com/office/drawing/2014/main" id="{3EF24841-17CC-A995-F12F-562F2E0E3CAA}"/>
                </a:ext>
              </a:extLst>
            </p:cNvPr>
            <p:cNvSpPr/>
            <p:nvPr/>
          </p:nvSpPr>
          <p:spPr>
            <a:xfrm>
              <a:off x="1709150" y="2788400"/>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46">
              <a:extLst>
                <a:ext uri="{FF2B5EF4-FFF2-40B4-BE49-F238E27FC236}">
                  <a16:creationId xmlns:a16="http://schemas.microsoft.com/office/drawing/2014/main" id="{4FF1697E-A702-C503-6967-CE9A6CDED63A}"/>
                </a:ext>
              </a:extLst>
            </p:cNvPr>
            <p:cNvSpPr/>
            <p:nvPr/>
          </p:nvSpPr>
          <p:spPr>
            <a:xfrm>
              <a:off x="1775250" y="2908650"/>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46">
              <a:extLst>
                <a:ext uri="{FF2B5EF4-FFF2-40B4-BE49-F238E27FC236}">
                  <a16:creationId xmlns:a16="http://schemas.microsoft.com/office/drawing/2014/main" id="{66675E28-7E39-ABDB-B6C7-AF4DADE375C6}"/>
                </a:ext>
              </a:extLst>
            </p:cNvPr>
            <p:cNvSpPr/>
            <p:nvPr/>
          </p:nvSpPr>
          <p:spPr>
            <a:xfrm>
              <a:off x="1721300" y="2838300"/>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46">
              <a:extLst>
                <a:ext uri="{FF2B5EF4-FFF2-40B4-BE49-F238E27FC236}">
                  <a16:creationId xmlns:a16="http://schemas.microsoft.com/office/drawing/2014/main" id="{5DA4CB74-E515-778A-9CCA-D286B517C92E}"/>
                </a:ext>
              </a:extLst>
            </p:cNvPr>
            <p:cNvSpPr/>
            <p:nvPr/>
          </p:nvSpPr>
          <p:spPr>
            <a:xfrm>
              <a:off x="1858875" y="2841150"/>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46">
              <a:extLst>
                <a:ext uri="{FF2B5EF4-FFF2-40B4-BE49-F238E27FC236}">
                  <a16:creationId xmlns:a16="http://schemas.microsoft.com/office/drawing/2014/main" id="{BE1C0015-11F3-A3D6-841E-26778ACB81E3}"/>
                </a:ext>
              </a:extLst>
            </p:cNvPr>
            <p:cNvSpPr/>
            <p:nvPr/>
          </p:nvSpPr>
          <p:spPr>
            <a:xfrm>
              <a:off x="1841375" y="2797425"/>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46">
              <a:extLst>
                <a:ext uri="{FF2B5EF4-FFF2-40B4-BE49-F238E27FC236}">
                  <a16:creationId xmlns:a16="http://schemas.microsoft.com/office/drawing/2014/main" id="{9EA0D912-1579-9673-F3F3-94EBCB8216F9}"/>
                </a:ext>
              </a:extLst>
            </p:cNvPr>
            <p:cNvSpPr/>
            <p:nvPr/>
          </p:nvSpPr>
          <p:spPr>
            <a:xfrm>
              <a:off x="1716300" y="2788975"/>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46">
              <a:extLst>
                <a:ext uri="{FF2B5EF4-FFF2-40B4-BE49-F238E27FC236}">
                  <a16:creationId xmlns:a16="http://schemas.microsoft.com/office/drawing/2014/main" id="{B0A26A91-7EF1-59FF-4A52-1CF61164F168}"/>
                </a:ext>
              </a:extLst>
            </p:cNvPr>
            <p:cNvSpPr/>
            <p:nvPr/>
          </p:nvSpPr>
          <p:spPr>
            <a:xfrm>
              <a:off x="1728800" y="2839650"/>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46">
              <a:extLst>
                <a:ext uri="{FF2B5EF4-FFF2-40B4-BE49-F238E27FC236}">
                  <a16:creationId xmlns:a16="http://schemas.microsoft.com/office/drawing/2014/main" id="{2335B301-F3C2-6A84-CA09-A0B82B17C839}"/>
                </a:ext>
              </a:extLst>
            </p:cNvPr>
            <p:cNvSpPr/>
            <p:nvPr/>
          </p:nvSpPr>
          <p:spPr>
            <a:xfrm>
              <a:off x="1860300" y="2843975"/>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46">
              <a:extLst>
                <a:ext uri="{FF2B5EF4-FFF2-40B4-BE49-F238E27FC236}">
                  <a16:creationId xmlns:a16="http://schemas.microsoft.com/office/drawing/2014/main" id="{4118AC09-D503-66A3-3EB3-9F69FAFD2529}"/>
                </a:ext>
              </a:extLst>
            </p:cNvPr>
            <p:cNvSpPr/>
            <p:nvPr/>
          </p:nvSpPr>
          <p:spPr>
            <a:xfrm>
              <a:off x="1745600" y="2883250"/>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46">
              <a:extLst>
                <a:ext uri="{FF2B5EF4-FFF2-40B4-BE49-F238E27FC236}">
                  <a16:creationId xmlns:a16="http://schemas.microsoft.com/office/drawing/2014/main" id="{1B5A2C82-44D1-CDD5-AB33-2B5D18773A1A}"/>
                </a:ext>
              </a:extLst>
            </p:cNvPr>
            <p:cNvSpPr/>
            <p:nvPr/>
          </p:nvSpPr>
          <p:spPr>
            <a:xfrm>
              <a:off x="1812425" y="2907925"/>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46">
              <a:extLst>
                <a:ext uri="{FF2B5EF4-FFF2-40B4-BE49-F238E27FC236}">
                  <a16:creationId xmlns:a16="http://schemas.microsoft.com/office/drawing/2014/main" id="{BBA37310-D146-6B74-39A7-03A991807A47}"/>
                </a:ext>
              </a:extLst>
            </p:cNvPr>
            <p:cNvSpPr/>
            <p:nvPr/>
          </p:nvSpPr>
          <p:spPr>
            <a:xfrm>
              <a:off x="1729525" y="2835100"/>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46">
              <a:extLst>
                <a:ext uri="{FF2B5EF4-FFF2-40B4-BE49-F238E27FC236}">
                  <a16:creationId xmlns:a16="http://schemas.microsoft.com/office/drawing/2014/main" id="{80E2D19B-985F-9D31-FFF5-E2EE3C2D52C3}"/>
                </a:ext>
              </a:extLst>
            </p:cNvPr>
            <p:cNvSpPr/>
            <p:nvPr/>
          </p:nvSpPr>
          <p:spPr>
            <a:xfrm>
              <a:off x="1856725" y="2839375"/>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46">
              <a:extLst>
                <a:ext uri="{FF2B5EF4-FFF2-40B4-BE49-F238E27FC236}">
                  <a16:creationId xmlns:a16="http://schemas.microsoft.com/office/drawing/2014/main" id="{1ABEDF06-F613-FBA6-B685-796869D6F01A}"/>
                </a:ext>
              </a:extLst>
            </p:cNvPr>
            <p:cNvSpPr/>
            <p:nvPr/>
          </p:nvSpPr>
          <p:spPr>
            <a:xfrm>
              <a:off x="1790975" y="2853750"/>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6">
              <a:extLst>
                <a:ext uri="{FF2B5EF4-FFF2-40B4-BE49-F238E27FC236}">
                  <a16:creationId xmlns:a16="http://schemas.microsoft.com/office/drawing/2014/main" id="{F383E2CC-8AFC-95D0-B0D5-8333AE6B701B}"/>
                </a:ext>
              </a:extLst>
            </p:cNvPr>
            <p:cNvSpPr/>
            <p:nvPr/>
          </p:nvSpPr>
          <p:spPr>
            <a:xfrm>
              <a:off x="1743475" y="2898700"/>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 name="Google Shape;1317;p46">
            <a:extLst>
              <a:ext uri="{FF2B5EF4-FFF2-40B4-BE49-F238E27FC236}">
                <a16:creationId xmlns:a16="http://schemas.microsoft.com/office/drawing/2014/main" id="{BACCC72F-2A76-9B78-E9D2-49914D93BF4E}"/>
              </a:ext>
            </a:extLst>
          </p:cNvPr>
          <p:cNvSpPr/>
          <p:nvPr/>
        </p:nvSpPr>
        <p:spPr>
          <a:xfrm>
            <a:off x="2338461" y="251101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18" name="Google Shape;1318;p46">
            <a:extLst>
              <a:ext uri="{FF2B5EF4-FFF2-40B4-BE49-F238E27FC236}">
                <a16:creationId xmlns:a16="http://schemas.microsoft.com/office/drawing/2014/main" id="{0C5234A9-5EE8-1CC9-3BC0-81A73A06652F}"/>
              </a:ext>
            </a:extLst>
          </p:cNvPr>
          <p:cNvSpPr txBox="1">
            <a:spLocks noGrp="1"/>
          </p:cNvSpPr>
          <p:nvPr>
            <p:ph type="subTitle" idx="4294967295"/>
          </p:nvPr>
        </p:nvSpPr>
        <p:spPr>
          <a:xfrm>
            <a:off x="2396348" y="3126367"/>
            <a:ext cx="2131800" cy="1224293"/>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200" dirty="0"/>
              <a:t>Focused strictly on the OBSERVED column (narrative text) to maximize topic coherence and reduce noise from auxiliary columns.</a:t>
            </a:r>
          </a:p>
        </p:txBody>
      </p:sp>
      <p:sp>
        <p:nvSpPr>
          <p:cNvPr id="1319" name="Google Shape;1319;p46">
            <a:extLst>
              <a:ext uri="{FF2B5EF4-FFF2-40B4-BE49-F238E27FC236}">
                <a16:creationId xmlns:a16="http://schemas.microsoft.com/office/drawing/2014/main" id="{D98411C0-C902-4950-DBAE-05707D7215A4}"/>
              </a:ext>
            </a:extLst>
          </p:cNvPr>
          <p:cNvSpPr txBox="1">
            <a:spLocks noGrp="1"/>
          </p:cNvSpPr>
          <p:nvPr>
            <p:ph type="subTitle" idx="4294967295"/>
          </p:nvPr>
        </p:nvSpPr>
        <p:spPr>
          <a:xfrm>
            <a:off x="2396348" y="2582397"/>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pl-PL" sz="2000" dirty="0" err="1">
                <a:solidFill>
                  <a:schemeClr val="lt1"/>
                </a:solidFill>
                <a:latin typeface="Freckle Face"/>
                <a:ea typeface="Freckle Face"/>
                <a:cs typeface="Freckle Face"/>
                <a:sym typeface="Freckle Face"/>
              </a:rPr>
              <a:t>Feature</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Selection</a:t>
            </a:r>
            <a:endParaRPr sz="2000" dirty="0">
              <a:solidFill>
                <a:schemeClr val="lt1"/>
              </a:solidFill>
              <a:latin typeface="Freckle Face"/>
              <a:ea typeface="Freckle Face"/>
              <a:cs typeface="Freckle Face"/>
              <a:sym typeface="Freckle Face"/>
            </a:endParaRPr>
          </a:p>
        </p:txBody>
      </p:sp>
      <p:sp>
        <p:nvSpPr>
          <p:cNvPr id="1323" name="Google Shape;1323;p46">
            <a:extLst>
              <a:ext uri="{FF2B5EF4-FFF2-40B4-BE49-F238E27FC236}">
                <a16:creationId xmlns:a16="http://schemas.microsoft.com/office/drawing/2014/main" id="{E087204E-072C-4D7B-84F5-28569010C0A1}"/>
              </a:ext>
            </a:extLst>
          </p:cNvPr>
          <p:cNvSpPr txBox="1">
            <a:spLocks noGrp="1"/>
          </p:cNvSpPr>
          <p:nvPr>
            <p:ph type="subTitle" idx="4294967295"/>
          </p:nvPr>
        </p:nvSpPr>
        <p:spPr>
          <a:xfrm>
            <a:off x="2396348" y="202993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a:latin typeface="Freckle Face"/>
                <a:ea typeface="Freckle Face"/>
                <a:cs typeface="Freckle Face"/>
                <a:sym typeface="Freckle Face"/>
              </a:rPr>
              <a:t>bfro_reports.csv</a:t>
            </a:r>
            <a:endParaRPr sz="2000" dirty="0">
              <a:latin typeface="Freckle Face"/>
              <a:ea typeface="Freckle Face"/>
              <a:cs typeface="Freckle Face"/>
              <a:sym typeface="Freckle Face"/>
            </a:endParaRPr>
          </a:p>
        </p:txBody>
      </p:sp>
      <p:cxnSp>
        <p:nvCxnSpPr>
          <p:cNvPr id="1328" name="Google Shape;1328;p46">
            <a:extLst>
              <a:ext uri="{FF2B5EF4-FFF2-40B4-BE49-F238E27FC236}">
                <a16:creationId xmlns:a16="http://schemas.microsoft.com/office/drawing/2014/main" id="{BD2A5275-87AD-4926-8573-EE89988ED839}"/>
              </a:ext>
            </a:extLst>
          </p:cNvPr>
          <p:cNvCxnSpPr/>
          <p:nvPr/>
        </p:nvCxnSpPr>
        <p:spPr>
          <a:xfrm>
            <a:off x="4833504" y="1707431"/>
            <a:ext cx="0" cy="2868900"/>
          </a:xfrm>
          <a:prstGeom prst="straightConnector1">
            <a:avLst/>
          </a:prstGeom>
          <a:noFill/>
          <a:ln w="19050" cap="flat" cmpd="sng">
            <a:solidFill>
              <a:schemeClr val="accent6"/>
            </a:solidFill>
            <a:prstDash val="dot"/>
            <a:round/>
            <a:headEnd type="none" w="med" len="med"/>
            <a:tailEnd type="none" w="med" len="med"/>
          </a:ln>
        </p:spPr>
      </p:cxnSp>
      <p:sp>
        <p:nvSpPr>
          <p:cNvPr id="1350" name="Google Shape;1350;p46">
            <a:extLst>
              <a:ext uri="{FF2B5EF4-FFF2-40B4-BE49-F238E27FC236}">
                <a16:creationId xmlns:a16="http://schemas.microsoft.com/office/drawing/2014/main" id="{EBF03B3A-37AE-67E9-D603-B1AB6DC6532C}"/>
              </a:ext>
            </a:extLst>
          </p:cNvPr>
          <p:cNvSpPr/>
          <p:nvPr/>
        </p:nvSpPr>
        <p:spPr>
          <a:xfrm>
            <a:off x="5558200" y="1721863"/>
            <a:ext cx="265914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51" name="Google Shape;1351;p46">
            <a:extLst>
              <a:ext uri="{FF2B5EF4-FFF2-40B4-BE49-F238E27FC236}">
                <a16:creationId xmlns:a16="http://schemas.microsoft.com/office/drawing/2014/main" id="{C8E81BBE-B137-BF42-C974-1F13E233CC5A}"/>
              </a:ext>
            </a:extLst>
          </p:cNvPr>
          <p:cNvSpPr txBox="1">
            <a:spLocks noGrp="1"/>
          </p:cNvSpPr>
          <p:nvPr>
            <p:ph type="subTitle" idx="4294967295"/>
          </p:nvPr>
        </p:nvSpPr>
        <p:spPr>
          <a:xfrm>
            <a:off x="5616088" y="1793250"/>
            <a:ext cx="300539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pl-PL" sz="2000" dirty="0" err="1">
                <a:solidFill>
                  <a:schemeClr val="lt1"/>
                </a:solidFill>
                <a:latin typeface="Freckle Face"/>
                <a:ea typeface="Freckle Face"/>
                <a:cs typeface="Freckle Face"/>
                <a:sym typeface="Freckle Face"/>
              </a:rPr>
              <a:t>Preprocessing</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Pipeline</a:t>
            </a:r>
            <a:endParaRPr lang="pl-PL" sz="2000" dirty="0">
              <a:solidFill>
                <a:schemeClr val="lt1"/>
              </a:solidFill>
              <a:latin typeface="Freckle Face"/>
              <a:ea typeface="Freckle Face"/>
              <a:cs typeface="Freckle Face"/>
              <a:sym typeface="Freckle Face"/>
            </a:endParaRPr>
          </a:p>
        </p:txBody>
      </p:sp>
      <p:sp>
        <p:nvSpPr>
          <p:cNvPr id="2" name="Google Shape;1322;p46">
            <a:extLst>
              <a:ext uri="{FF2B5EF4-FFF2-40B4-BE49-F238E27FC236}">
                <a16:creationId xmlns:a16="http://schemas.microsoft.com/office/drawing/2014/main" id="{7A8779BC-99C3-1FDF-8830-0F18875F157C}"/>
              </a:ext>
            </a:extLst>
          </p:cNvPr>
          <p:cNvSpPr/>
          <p:nvPr/>
        </p:nvSpPr>
        <p:spPr>
          <a:xfrm>
            <a:off x="5329847" y="2443432"/>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3" name="Google Shape;1324;p46">
            <a:extLst>
              <a:ext uri="{FF2B5EF4-FFF2-40B4-BE49-F238E27FC236}">
                <a16:creationId xmlns:a16="http://schemas.microsoft.com/office/drawing/2014/main" id="{B0098B44-5C08-FD62-06A7-950DFF656F56}"/>
              </a:ext>
            </a:extLst>
          </p:cNvPr>
          <p:cNvSpPr txBox="1">
            <a:spLocks/>
          </p:cNvSpPr>
          <p:nvPr/>
        </p:nvSpPr>
        <p:spPr>
          <a:xfrm>
            <a:off x="6217899" y="2515193"/>
            <a:ext cx="2347804" cy="329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buFont typeface="Coda"/>
              <a:buNone/>
            </a:pPr>
            <a:r>
              <a:rPr lang="pl-PL" sz="1400" dirty="0" err="1">
                <a:latin typeface="Freckle Face"/>
                <a:ea typeface="Freckle Face"/>
                <a:cs typeface="Freckle Face"/>
                <a:sym typeface="Freckle Face"/>
              </a:rPr>
              <a:t>Normalization</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Lowercasing</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whitespace</a:t>
            </a:r>
            <a:r>
              <a:rPr lang="pl-PL" sz="1400" dirty="0">
                <a:latin typeface="Freckle Face"/>
                <a:ea typeface="Freckle Face"/>
                <a:cs typeface="Freckle Face"/>
                <a:sym typeface="Freckle Face"/>
              </a:rPr>
              <a:t> stripping.</a:t>
            </a:r>
          </a:p>
        </p:txBody>
      </p:sp>
      <p:sp>
        <p:nvSpPr>
          <p:cNvPr id="4" name="Google Shape;1325;p46">
            <a:extLst>
              <a:ext uri="{FF2B5EF4-FFF2-40B4-BE49-F238E27FC236}">
                <a16:creationId xmlns:a16="http://schemas.microsoft.com/office/drawing/2014/main" id="{BD4AC6B3-BE09-A8E5-3F09-55FB06230CBE}"/>
              </a:ext>
            </a:extLst>
          </p:cNvPr>
          <p:cNvSpPr/>
          <p:nvPr/>
        </p:nvSpPr>
        <p:spPr>
          <a:xfrm flipH="1">
            <a:off x="5329847" y="3191325"/>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5" name="Google Shape;1326;p46">
            <a:extLst>
              <a:ext uri="{FF2B5EF4-FFF2-40B4-BE49-F238E27FC236}">
                <a16:creationId xmlns:a16="http://schemas.microsoft.com/office/drawing/2014/main" id="{FBDBEAEE-6991-CB2E-207A-9561D1B2D678}"/>
              </a:ext>
            </a:extLst>
          </p:cNvPr>
          <p:cNvSpPr txBox="1">
            <a:spLocks/>
          </p:cNvSpPr>
          <p:nvPr/>
        </p:nvSpPr>
        <p:spPr>
          <a:xfrm>
            <a:off x="6217898" y="3263086"/>
            <a:ext cx="2606062" cy="329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buFont typeface="Coda"/>
              <a:buNone/>
            </a:pPr>
            <a:r>
              <a:rPr lang="en-US" sz="1400" dirty="0">
                <a:latin typeface="Freckle Face"/>
                <a:ea typeface="Freckle Face"/>
                <a:cs typeface="Freckle Face"/>
                <a:sym typeface="Freckle Face"/>
              </a:rPr>
              <a:t>Cleaning: Removal of empty rows and exact duplicates (Final count: 4,982 unique docs).</a:t>
            </a:r>
            <a:endParaRPr lang="pl-PL" sz="1400" dirty="0">
              <a:latin typeface="Freckle Face"/>
              <a:ea typeface="Freckle Face"/>
              <a:cs typeface="Freckle Face"/>
              <a:sym typeface="Freckle Face"/>
            </a:endParaRPr>
          </a:p>
        </p:txBody>
      </p:sp>
      <p:grpSp>
        <p:nvGrpSpPr>
          <p:cNvPr id="6" name="Google Shape;1329;p46">
            <a:extLst>
              <a:ext uri="{FF2B5EF4-FFF2-40B4-BE49-F238E27FC236}">
                <a16:creationId xmlns:a16="http://schemas.microsoft.com/office/drawing/2014/main" id="{256658DA-7DE5-1F72-6836-D2ABBD40F551}"/>
              </a:ext>
            </a:extLst>
          </p:cNvPr>
          <p:cNvGrpSpPr/>
          <p:nvPr/>
        </p:nvGrpSpPr>
        <p:grpSpPr>
          <a:xfrm>
            <a:off x="5424349" y="3257524"/>
            <a:ext cx="393681" cy="393439"/>
            <a:chOff x="6751516" y="2067400"/>
            <a:chExt cx="393681" cy="393439"/>
          </a:xfrm>
        </p:grpSpPr>
        <p:sp>
          <p:nvSpPr>
            <p:cNvPr id="7" name="Google Shape;1330;p46">
              <a:extLst>
                <a:ext uri="{FF2B5EF4-FFF2-40B4-BE49-F238E27FC236}">
                  <a16:creationId xmlns:a16="http://schemas.microsoft.com/office/drawing/2014/main" id="{8E6462E6-55C8-B86C-0553-2E8D61047E3E}"/>
                </a:ext>
              </a:extLst>
            </p:cNvPr>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331;p46">
              <a:extLst>
                <a:ext uri="{FF2B5EF4-FFF2-40B4-BE49-F238E27FC236}">
                  <a16:creationId xmlns:a16="http://schemas.microsoft.com/office/drawing/2014/main" id="{B76C3F63-CC43-AE63-09CE-DB8FD62BAE81}"/>
                </a:ext>
              </a:extLst>
            </p:cNvPr>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332;p46">
              <a:extLst>
                <a:ext uri="{FF2B5EF4-FFF2-40B4-BE49-F238E27FC236}">
                  <a16:creationId xmlns:a16="http://schemas.microsoft.com/office/drawing/2014/main" id="{3B72B712-6DD3-BD0D-13BE-C11A1BBFA641}"/>
                </a:ext>
              </a:extLst>
            </p:cNvPr>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333;p46">
              <a:extLst>
                <a:ext uri="{FF2B5EF4-FFF2-40B4-BE49-F238E27FC236}">
                  <a16:creationId xmlns:a16="http://schemas.microsoft.com/office/drawing/2014/main" id="{C02EE79B-EE88-C160-61EA-B76BC3E36867}"/>
                </a:ext>
              </a:extLst>
            </p:cNvPr>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oogle Shape;1334;p46">
            <a:extLst>
              <a:ext uri="{FF2B5EF4-FFF2-40B4-BE49-F238E27FC236}">
                <a16:creationId xmlns:a16="http://schemas.microsoft.com/office/drawing/2014/main" id="{D64FA04E-9D8A-5F5E-0AED-AF6ACC468517}"/>
              </a:ext>
            </a:extLst>
          </p:cNvPr>
          <p:cNvGrpSpPr/>
          <p:nvPr/>
        </p:nvGrpSpPr>
        <p:grpSpPr>
          <a:xfrm>
            <a:off x="5425548" y="2521605"/>
            <a:ext cx="392509" cy="393074"/>
            <a:chOff x="1320527" y="2781811"/>
            <a:chExt cx="392509" cy="393074"/>
          </a:xfrm>
        </p:grpSpPr>
        <p:sp>
          <p:nvSpPr>
            <p:cNvPr id="12" name="Google Shape;1335;p46">
              <a:extLst>
                <a:ext uri="{FF2B5EF4-FFF2-40B4-BE49-F238E27FC236}">
                  <a16:creationId xmlns:a16="http://schemas.microsoft.com/office/drawing/2014/main" id="{FE7A20D0-19A9-6632-96F2-802600160A93}"/>
                </a:ext>
              </a:extLst>
            </p:cNvPr>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36;p46">
              <a:extLst>
                <a:ext uri="{FF2B5EF4-FFF2-40B4-BE49-F238E27FC236}">
                  <a16:creationId xmlns:a16="http://schemas.microsoft.com/office/drawing/2014/main" id="{A771697E-B743-F934-B1C5-E080573394FF}"/>
                </a:ext>
              </a:extLst>
            </p:cNvPr>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337;p46">
              <a:extLst>
                <a:ext uri="{FF2B5EF4-FFF2-40B4-BE49-F238E27FC236}">
                  <a16:creationId xmlns:a16="http://schemas.microsoft.com/office/drawing/2014/main" id="{CECF5273-4FF0-F355-FFC6-4C259E5C4D65}"/>
                </a:ext>
              </a:extLst>
            </p:cNvPr>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338;p46">
              <a:extLst>
                <a:ext uri="{FF2B5EF4-FFF2-40B4-BE49-F238E27FC236}">
                  <a16:creationId xmlns:a16="http://schemas.microsoft.com/office/drawing/2014/main" id="{216CEB96-C189-BB76-85D7-72DC077675F4}"/>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339;p46">
              <a:extLst>
                <a:ext uri="{FF2B5EF4-FFF2-40B4-BE49-F238E27FC236}">
                  <a16:creationId xmlns:a16="http://schemas.microsoft.com/office/drawing/2014/main" id="{4B1BAAB2-93C0-EECF-BCBF-25B0F9228A99}"/>
                </a:ext>
              </a:extLst>
            </p:cNvPr>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340;p46">
              <a:extLst>
                <a:ext uri="{FF2B5EF4-FFF2-40B4-BE49-F238E27FC236}">
                  <a16:creationId xmlns:a16="http://schemas.microsoft.com/office/drawing/2014/main" id="{4BFAA505-6C86-D4CB-E220-075591BD129B}"/>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341;p46">
              <a:extLst>
                <a:ext uri="{FF2B5EF4-FFF2-40B4-BE49-F238E27FC236}">
                  <a16:creationId xmlns:a16="http://schemas.microsoft.com/office/drawing/2014/main" id="{0CB5F784-55ED-198F-FAB5-05832A5EDA52}"/>
                </a:ext>
              </a:extLst>
            </p:cNvPr>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342;p46">
              <a:extLst>
                <a:ext uri="{FF2B5EF4-FFF2-40B4-BE49-F238E27FC236}">
                  <a16:creationId xmlns:a16="http://schemas.microsoft.com/office/drawing/2014/main" id="{FABF0FB3-88C5-A837-4477-037938A35265}"/>
                </a:ext>
              </a:extLst>
            </p:cNvPr>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343;p46">
              <a:extLst>
                <a:ext uri="{FF2B5EF4-FFF2-40B4-BE49-F238E27FC236}">
                  <a16:creationId xmlns:a16="http://schemas.microsoft.com/office/drawing/2014/main" id="{664A0DAB-3622-4989-E7CA-0DA576CC12A9}"/>
                </a:ext>
              </a:extLst>
            </p:cNvPr>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344;p46">
              <a:extLst>
                <a:ext uri="{FF2B5EF4-FFF2-40B4-BE49-F238E27FC236}">
                  <a16:creationId xmlns:a16="http://schemas.microsoft.com/office/drawing/2014/main" id="{5969E744-C3F5-0562-9B30-0DEA27E61FDC}"/>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345;p46">
              <a:extLst>
                <a:ext uri="{FF2B5EF4-FFF2-40B4-BE49-F238E27FC236}">
                  <a16:creationId xmlns:a16="http://schemas.microsoft.com/office/drawing/2014/main" id="{CCB21807-93E4-B610-3728-FE2120D79BD9}"/>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346;p46">
              <a:extLst>
                <a:ext uri="{FF2B5EF4-FFF2-40B4-BE49-F238E27FC236}">
                  <a16:creationId xmlns:a16="http://schemas.microsoft.com/office/drawing/2014/main" id="{60125B34-3861-0BF7-86A8-52F2572037AA}"/>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347;p46">
              <a:extLst>
                <a:ext uri="{FF2B5EF4-FFF2-40B4-BE49-F238E27FC236}">
                  <a16:creationId xmlns:a16="http://schemas.microsoft.com/office/drawing/2014/main" id="{897DCE6A-C793-A742-A0B3-0613A8BC1DCB}"/>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348;p46">
              <a:extLst>
                <a:ext uri="{FF2B5EF4-FFF2-40B4-BE49-F238E27FC236}">
                  <a16:creationId xmlns:a16="http://schemas.microsoft.com/office/drawing/2014/main" id="{3A6EFF34-9D12-316D-1D65-CA8A88AC88F3}"/>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349;p46">
              <a:extLst>
                <a:ext uri="{FF2B5EF4-FFF2-40B4-BE49-F238E27FC236}">
                  <a16:creationId xmlns:a16="http://schemas.microsoft.com/office/drawing/2014/main" id="{4613F31A-CCAB-E5C8-16DF-AF8D77D77AA7}"/>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Google Shape;1322;p46">
            <a:extLst>
              <a:ext uri="{FF2B5EF4-FFF2-40B4-BE49-F238E27FC236}">
                <a16:creationId xmlns:a16="http://schemas.microsoft.com/office/drawing/2014/main" id="{5F5EB872-4472-7CC1-BFB6-FACE84AB0C3A}"/>
              </a:ext>
            </a:extLst>
          </p:cNvPr>
          <p:cNvSpPr/>
          <p:nvPr/>
        </p:nvSpPr>
        <p:spPr>
          <a:xfrm>
            <a:off x="5329847" y="3955730"/>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28" name="Google Shape;1324;p46">
            <a:extLst>
              <a:ext uri="{FF2B5EF4-FFF2-40B4-BE49-F238E27FC236}">
                <a16:creationId xmlns:a16="http://schemas.microsoft.com/office/drawing/2014/main" id="{C509A890-4B48-6735-D823-7E6C4B6813A9}"/>
              </a:ext>
            </a:extLst>
          </p:cNvPr>
          <p:cNvSpPr txBox="1">
            <a:spLocks/>
          </p:cNvSpPr>
          <p:nvPr/>
        </p:nvSpPr>
        <p:spPr>
          <a:xfrm>
            <a:off x="6217899" y="4027491"/>
            <a:ext cx="2347804" cy="329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buFont typeface="Coda"/>
              <a:buNone/>
            </a:pPr>
            <a:r>
              <a:rPr lang="pl-PL" sz="1400" dirty="0" err="1">
                <a:latin typeface="Freckle Face"/>
                <a:ea typeface="Freckle Face"/>
                <a:cs typeface="Freckle Face"/>
                <a:sym typeface="Freckle Face"/>
              </a:rPr>
              <a:t>Normalization</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Lowercasing</a:t>
            </a:r>
            <a:r>
              <a:rPr lang="pl-PL" sz="1400" dirty="0">
                <a:latin typeface="Freckle Face"/>
                <a:ea typeface="Freckle Face"/>
                <a:cs typeface="Freckle Face"/>
                <a:sym typeface="Freckle Face"/>
              </a:rPr>
              <a:t>, </a:t>
            </a:r>
            <a:r>
              <a:rPr lang="pl-PL" sz="1400" dirty="0" err="1">
                <a:latin typeface="Freckle Face"/>
                <a:ea typeface="Freckle Face"/>
                <a:cs typeface="Freckle Face"/>
                <a:sym typeface="Freckle Face"/>
              </a:rPr>
              <a:t>whitespace</a:t>
            </a:r>
            <a:r>
              <a:rPr lang="pl-PL" sz="1400" dirty="0">
                <a:latin typeface="Freckle Face"/>
                <a:ea typeface="Freckle Face"/>
                <a:cs typeface="Freckle Face"/>
                <a:sym typeface="Freckle Face"/>
              </a:rPr>
              <a:t> stripping.</a:t>
            </a:r>
          </a:p>
        </p:txBody>
      </p:sp>
      <p:grpSp>
        <p:nvGrpSpPr>
          <p:cNvPr id="29" name="Google Shape;1334;p46">
            <a:extLst>
              <a:ext uri="{FF2B5EF4-FFF2-40B4-BE49-F238E27FC236}">
                <a16:creationId xmlns:a16="http://schemas.microsoft.com/office/drawing/2014/main" id="{62F06405-D6AC-387A-F5B6-650777C77A63}"/>
              </a:ext>
            </a:extLst>
          </p:cNvPr>
          <p:cNvGrpSpPr/>
          <p:nvPr/>
        </p:nvGrpSpPr>
        <p:grpSpPr>
          <a:xfrm>
            <a:off x="5425548" y="4033903"/>
            <a:ext cx="392509" cy="393074"/>
            <a:chOff x="1320527" y="2781811"/>
            <a:chExt cx="392509" cy="393074"/>
          </a:xfrm>
        </p:grpSpPr>
        <p:sp>
          <p:nvSpPr>
            <p:cNvPr id="30" name="Google Shape;1335;p46">
              <a:extLst>
                <a:ext uri="{FF2B5EF4-FFF2-40B4-BE49-F238E27FC236}">
                  <a16:creationId xmlns:a16="http://schemas.microsoft.com/office/drawing/2014/main" id="{D695FC58-8E1E-8290-0E41-B92671D1A522}"/>
                </a:ext>
              </a:extLst>
            </p:cNvPr>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336;p46">
              <a:extLst>
                <a:ext uri="{FF2B5EF4-FFF2-40B4-BE49-F238E27FC236}">
                  <a16:creationId xmlns:a16="http://schemas.microsoft.com/office/drawing/2014/main" id="{CC276C68-2BD3-CC5D-3940-02002F753ACC}"/>
                </a:ext>
              </a:extLst>
            </p:cNvPr>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337;p46">
              <a:extLst>
                <a:ext uri="{FF2B5EF4-FFF2-40B4-BE49-F238E27FC236}">
                  <a16:creationId xmlns:a16="http://schemas.microsoft.com/office/drawing/2014/main" id="{2009CFC7-CB43-8BF5-1413-74660738D470}"/>
                </a:ext>
              </a:extLst>
            </p:cNvPr>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338;p46">
              <a:extLst>
                <a:ext uri="{FF2B5EF4-FFF2-40B4-BE49-F238E27FC236}">
                  <a16:creationId xmlns:a16="http://schemas.microsoft.com/office/drawing/2014/main" id="{7B46AF73-BF4D-61AC-1DF3-A9E35CE87B3A}"/>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339;p46">
              <a:extLst>
                <a:ext uri="{FF2B5EF4-FFF2-40B4-BE49-F238E27FC236}">
                  <a16:creationId xmlns:a16="http://schemas.microsoft.com/office/drawing/2014/main" id="{280612F6-384B-BE62-69CC-E8234ED09E1B}"/>
                </a:ext>
              </a:extLst>
            </p:cNvPr>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340;p46">
              <a:extLst>
                <a:ext uri="{FF2B5EF4-FFF2-40B4-BE49-F238E27FC236}">
                  <a16:creationId xmlns:a16="http://schemas.microsoft.com/office/drawing/2014/main" id="{CDBB8959-1BB3-4660-0AF2-84A4CC6F75AF}"/>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341;p46">
              <a:extLst>
                <a:ext uri="{FF2B5EF4-FFF2-40B4-BE49-F238E27FC236}">
                  <a16:creationId xmlns:a16="http://schemas.microsoft.com/office/drawing/2014/main" id="{620F24E0-EF61-0CBA-F928-8B9BF06A90E9}"/>
                </a:ext>
              </a:extLst>
            </p:cNvPr>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342;p46">
              <a:extLst>
                <a:ext uri="{FF2B5EF4-FFF2-40B4-BE49-F238E27FC236}">
                  <a16:creationId xmlns:a16="http://schemas.microsoft.com/office/drawing/2014/main" id="{8C950B39-049B-1B6C-3EC5-ADA5A9781FDE}"/>
                </a:ext>
              </a:extLst>
            </p:cNvPr>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343;p46">
              <a:extLst>
                <a:ext uri="{FF2B5EF4-FFF2-40B4-BE49-F238E27FC236}">
                  <a16:creationId xmlns:a16="http://schemas.microsoft.com/office/drawing/2014/main" id="{72D25E37-84F3-C409-A9C1-9EC52D367EF9}"/>
                </a:ext>
              </a:extLst>
            </p:cNvPr>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344;p46">
              <a:extLst>
                <a:ext uri="{FF2B5EF4-FFF2-40B4-BE49-F238E27FC236}">
                  <a16:creationId xmlns:a16="http://schemas.microsoft.com/office/drawing/2014/main" id="{C0D4C2F9-7C33-33A7-DEE5-FA890F79DCF2}"/>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345;p46">
              <a:extLst>
                <a:ext uri="{FF2B5EF4-FFF2-40B4-BE49-F238E27FC236}">
                  <a16:creationId xmlns:a16="http://schemas.microsoft.com/office/drawing/2014/main" id="{0172B1CB-DA65-D4C8-3195-D6297D4A05C3}"/>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346;p46">
              <a:extLst>
                <a:ext uri="{FF2B5EF4-FFF2-40B4-BE49-F238E27FC236}">
                  <a16:creationId xmlns:a16="http://schemas.microsoft.com/office/drawing/2014/main" id="{F5B0CED8-C2C5-7979-8515-CCF209A94AD9}"/>
                </a:ext>
              </a:extLst>
            </p:cNvPr>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347;p46">
              <a:extLst>
                <a:ext uri="{FF2B5EF4-FFF2-40B4-BE49-F238E27FC236}">
                  <a16:creationId xmlns:a16="http://schemas.microsoft.com/office/drawing/2014/main" id="{3B665563-CC2A-1417-4D84-74AB851F08DC}"/>
                </a:ext>
              </a:extLst>
            </p:cNvPr>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348;p46">
              <a:extLst>
                <a:ext uri="{FF2B5EF4-FFF2-40B4-BE49-F238E27FC236}">
                  <a16:creationId xmlns:a16="http://schemas.microsoft.com/office/drawing/2014/main" id="{91BA6FA6-3B33-7272-6998-7042FC23F4B5}"/>
                </a:ext>
              </a:extLst>
            </p:cNvPr>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349;p46">
              <a:extLst>
                <a:ext uri="{FF2B5EF4-FFF2-40B4-BE49-F238E27FC236}">
                  <a16:creationId xmlns:a16="http://schemas.microsoft.com/office/drawing/2014/main" id="{C1FB799B-8D4E-19C6-1DD6-342B3C872A72}"/>
                </a:ext>
              </a:extLst>
            </p:cNvPr>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92142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1">
          <a:extLst>
            <a:ext uri="{FF2B5EF4-FFF2-40B4-BE49-F238E27FC236}">
              <a16:creationId xmlns:a16="http://schemas.microsoft.com/office/drawing/2014/main" id="{937EA97D-7C8C-5A22-3A49-C0496FFD0C7E}"/>
            </a:ext>
          </a:extLst>
        </p:cNvPr>
        <p:cNvGrpSpPr/>
        <p:nvPr/>
      </p:nvGrpSpPr>
      <p:grpSpPr>
        <a:xfrm>
          <a:off x="0" y="0"/>
          <a:ext cx="0" cy="0"/>
          <a:chOff x="0" y="0"/>
          <a:chExt cx="0" cy="0"/>
        </a:xfrm>
      </p:grpSpPr>
      <p:grpSp>
        <p:nvGrpSpPr>
          <p:cNvPr id="1872" name="Google Shape;1872;p58">
            <a:extLst>
              <a:ext uri="{FF2B5EF4-FFF2-40B4-BE49-F238E27FC236}">
                <a16:creationId xmlns:a16="http://schemas.microsoft.com/office/drawing/2014/main" id="{24EE9AFB-52BA-4F23-5FF3-5B8D824CAAE2}"/>
              </a:ext>
            </a:extLst>
          </p:cNvPr>
          <p:cNvGrpSpPr/>
          <p:nvPr/>
        </p:nvGrpSpPr>
        <p:grpSpPr>
          <a:xfrm>
            <a:off x="3319449" y="1590901"/>
            <a:ext cx="5554273" cy="2528127"/>
            <a:chOff x="3319449" y="1590901"/>
            <a:chExt cx="5554273" cy="2528127"/>
          </a:xfrm>
        </p:grpSpPr>
        <p:sp>
          <p:nvSpPr>
            <p:cNvPr id="1873" name="Google Shape;1873;p58">
              <a:extLst>
                <a:ext uri="{FF2B5EF4-FFF2-40B4-BE49-F238E27FC236}">
                  <a16:creationId xmlns:a16="http://schemas.microsoft.com/office/drawing/2014/main" id="{1E39F191-7C29-E5E6-EA32-496CB6341A72}"/>
                </a:ext>
              </a:extLst>
            </p:cNvPr>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a:extLst>
                <a:ext uri="{FF2B5EF4-FFF2-40B4-BE49-F238E27FC236}">
                  <a16:creationId xmlns:a16="http://schemas.microsoft.com/office/drawing/2014/main" id="{0DE4190D-0ADD-B2CB-6C2C-A732A4473F69}"/>
                </a:ext>
              </a:extLst>
            </p:cNvPr>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a:extLst>
              <a:ext uri="{FF2B5EF4-FFF2-40B4-BE49-F238E27FC236}">
                <a16:creationId xmlns:a16="http://schemas.microsoft.com/office/drawing/2014/main" id="{6EB8D0C9-C3FB-C3C4-9D42-19FA15CA621E}"/>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a:extLst>
              <a:ext uri="{FF2B5EF4-FFF2-40B4-BE49-F238E27FC236}">
                <a16:creationId xmlns:a16="http://schemas.microsoft.com/office/drawing/2014/main" id="{FBA4211E-2220-BF54-16E1-AC53861949EE}"/>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Vocabulary</a:t>
            </a:r>
            <a:r>
              <a:rPr lang="pl-PL" dirty="0"/>
              <a:t> Analysis</a:t>
            </a:r>
            <a:endParaRPr dirty="0"/>
          </a:p>
        </p:txBody>
      </p:sp>
      <p:sp>
        <p:nvSpPr>
          <p:cNvPr id="1877" name="Google Shape;1877;p58">
            <a:extLst>
              <a:ext uri="{FF2B5EF4-FFF2-40B4-BE49-F238E27FC236}">
                <a16:creationId xmlns:a16="http://schemas.microsoft.com/office/drawing/2014/main" id="{F037925A-39A4-B4C2-AD3E-C5DD8B55C67C}"/>
              </a:ext>
            </a:extLst>
          </p:cNvPr>
          <p:cNvSpPr txBox="1">
            <a:spLocks noGrp="1"/>
          </p:cNvSpPr>
          <p:nvPr>
            <p:ph type="subTitle" idx="1"/>
          </p:nvPr>
        </p:nvSpPr>
        <p:spPr>
          <a:xfrm>
            <a:off x="535671" y="1705845"/>
            <a:ext cx="2919600" cy="2742000"/>
          </a:xfrm>
          <a:prstGeom prst="rect">
            <a:avLst/>
          </a:prstGeom>
        </p:spPr>
        <p:txBody>
          <a:bodyPr spcFirstLastPara="1" wrap="square" lIns="91425" tIns="91425" rIns="91425" bIns="91425" anchor="ctr" anchorCtr="0">
            <a:noAutofit/>
          </a:bodyPr>
          <a:lstStyle/>
          <a:p>
            <a:pPr marL="285750" lvl="0" indent="-285750" algn="l" rtl="0">
              <a:spcBef>
                <a:spcPts val="0"/>
              </a:spcBef>
              <a:spcAft>
                <a:spcPts val="0"/>
              </a:spcAft>
              <a:buFont typeface="Arial" panose="020B0604020202020204" pitchFamily="34" charset="0"/>
              <a:buChar char="•"/>
            </a:pPr>
            <a:r>
              <a:rPr lang="en-US" dirty="0"/>
              <a:t>Analyzed top 20 most frequent words.</a:t>
            </a:r>
            <a:endParaRPr lang="pl-PL" dirty="0"/>
          </a:p>
          <a:p>
            <a:pPr marL="285750" lvl="0" indent="-285750" algn="l" rtl="0">
              <a:spcBef>
                <a:spcPts val="0"/>
              </a:spcBef>
              <a:spcAft>
                <a:spcPts val="0"/>
              </a:spcAft>
              <a:buFont typeface="Arial" panose="020B0604020202020204" pitchFamily="34" charset="0"/>
              <a:buChar char="•"/>
            </a:pPr>
            <a:r>
              <a:rPr lang="en-US" dirty="0"/>
              <a:t>Observation: High frequency of standard </a:t>
            </a:r>
            <a:r>
              <a:rPr lang="en-US" dirty="0" err="1"/>
              <a:t>stopwords</a:t>
            </a:r>
            <a:r>
              <a:rPr lang="en-US" dirty="0"/>
              <a:t> ("the", "and", "was") confirmed the need for strict </a:t>
            </a:r>
            <a:r>
              <a:rPr lang="en-US" dirty="0" err="1"/>
              <a:t>stopword</a:t>
            </a:r>
            <a:r>
              <a:rPr lang="en-US" dirty="0"/>
              <a:t> removal in the modeling phase.</a:t>
            </a:r>
            <a:endParaRPr dirty="0"/>
          </a:p>
        </p:txBody>
      </p:sp>
      <p:grpSp>
        <p:nvGrpSpPr>
          <p:cNvPr id="1878" name="Google Shape;1878;p58">
            <a:extLst>
              <a:ext uri="{FF2B5EF4-FFF2-40B4-BE49-F238E27FC236}">
                <a16:creationId xmlns:a16="http://schemas.microsoft.com/office/drawing/2014/main" id="{C7237C79-80F3-E2E3-7FF8-2D1C0344494E}"/>
              </a:ext>
            </a:extLst>
          </p:cNvPr>
          <p:cNvGrpSpPr/>
          <p:nvPr/>
        </p:nvGrpSpPr>
        <p:grpSpPr>
          <a:xfrm>
            <a:off x="3678979" y="1414700"/>
            <a:ext cx="4838003" cy="3323925"/>
            <a:chOff x="4368575" y="1866375"/>
            <a:chExt cx="3814500" cy="2312100"/>
          </a:xfrm>
        </p:grpSpPr>
        <p:sp>
          <p:nvSpPr>
            <p:cNvPr id="1879" name="Google Shape;1879;p58">
              <a:extLst>
                <a:ext uri="{FF2B5EF4-FFF2-40B4-BE49-F238E27FC236}">
                  <a16:creationId xmlns:a16="http://schemas.microsoft.com/office/drawing/2014/main" id="{1B3DDA30-F80B-843A-12C9-C02944CB1859}"/>
                </a:ext>
              </a:extLst>
            </p:cNvPr>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a:extLst>
                <a:ext uri="{FF2B5EF4-FFF2-40B4-BE49-F238E27FC236}">
                  <a16:creationId xmlns:a16="http://schemas.microsoft.com/office/drawing/2014/main" id="{EDE2FC3F-6DC0-7185-2EFB-2B939AD46869}"/>
                </a:ext>
              </a:extLst>
            </p:cNvPr>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a:extLst>
              <a:ext uri="{FF2B5EF4-FFF2-40B4-BE49-F238E27FC236}">
                <a16:creationId xmlns:a16="http://schemas.microsoft.com/office/drawing/2014/main" id="{3C6BAA9A-1A3B-3FEF-0985-D7462D130018}"/>
              </a:ext>
            </a:extLst>
          </p:cNvPr>
          <p:cNvPicPr preferRelativeResize="0"/>
          <p:nvPr/>
        </p:nvPicPr>
        <p:blipFill>
          <a:blip r:embed="rId3">
            <a:alphaModFix/>
          </a:blip>
          <a:srcRect t="-1212" b="5729"/>
          <a:stretch>
            <a:fillRect/>
          </a:stretch>
        </p:blipFill>
        <p:spPr>
          <a:xfrm>
            <a:off x="4088585" y="1552469"/>
            <a:ext cx="3998629" cy="2744759"/>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extLst>
      <p:ext uri="{BB962C8B-B14F-4D97-AF65-F5344CB8AC3E}">
        <p14:creationId xmlns:p14="http://schemas.microsoft.com/office/powerpoint/2010/main" val="2240573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1">
          <a:extLst>
            <a:ext uri="{FF2B5EF4-FFF2-40B4-BE49-F238E27FC236}">
              <a16:creationId xmlns:a16="http://schemas.microsoft.com/office/drawing/2014/main" id="{F259E7CE-41CB-5213-A702-3410279A148E}"/>
            </a:ext>
          </a:extLst>
        </p:cNvPr>
        <p:cNvGrpSpPr/>
        <p:nvPr/>
      </p:nvGrpSpPr>
      <p:grpSpPr>
        <a:xfrm>
          <a:off x="0" y="0"/>
          <a:ext cx="0" cy="0"/>
          <a:chOff x="0" y="0"/>
          <a:chExt cx="0" cy="0"/>
        </a:xfrm>
      </p:grpSpPr>
      <p:grpSp>
        <p:nvGrpSpPr>
          <p:cNvPr id="1872" name="Google Shape;1872;p58">
            <a:extLst>
              <a:ext uri="{FF2B5EF4-FFF2-40B4-BE49-F238E27FC236}">
                <a16:creationId xmlns:a16="http://schemas.microsoft.com/office/drawing/2014/main" id="{315455C4-F8E3-55EF-E1B9-AE28CE8C2C43}"/>
              </a:ext>
            </a:extLst>
          </p:cNvPr>
          <p:cNvGrpSpPr/>
          <p:nvPr/>
        </p:nvGrpSpPr>
        <p:grpSpPr>
          <a:xfrm>
            <a:off x="3319449" y="1590901"/>
            <a:ext cx="5554273" cy="2528127"/>
            <a:chOff x="3319449" y="1590901"/>
            <a:chExt cx="5554273" cy="2528127"/>
          </a:xfrm>
        </p:grpSpPr>
        <p:sp>
          <p:nvSpPr>
            <p:cNvPr id="1873" name="Google Shape;1873;p58">
              <a:extLst>
                <a:ext uri="{FF2B5EF4-FFF2-40B4-BE49-F238E27FC236}">
                  <a16:creationId xmlns:a16="http://schemas.microsoft.com/office/drawing/2014/main" id="{1A4B188C-BC86-679B-1569-C8F3C7D84F6F}"/>
                </a:ext>
              </a:extLst>
            </p:cNvPr>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a:extLst>
                <a:ext uri="{FF2B5EF4-FFF2-40B4-BE49-F238E27FC236}">
                  <a16:creationId xmlns:a16="http://schemas.microsoft.com/office/drawing/2014/main" id="{5FEF227C-694B-FC70-D153-7A29220DAD11}"/>
                </a:ext>
              </a:extLst>
            </p:cNvPr>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a:extLst>
              <a:ext uri="{FF2B5EF4-FFF2-40B4-BE49-F238E27FC236}">
                <a16:creationId xmlns:a16="http://schemas.microsoft.com/office/drawing/2014/main" id="{E5AB5CBC-E8E8-3097-DDE9-55A34B54E9F7}"/>
              </a:ext>
            </a:extLst>
          </p:cNvPr>
          <p:cNvSpPr/>
          <p:nvPr/>
        </p:nvSpPr>
        <p:spPr>
          <a:xfrm>
            <a:off x="931869" y="417794"/>
            <a:ext cx="7172716"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a:extLst>
              <a:ext uri="{FF2B5EF4-FFF2-40B4-BE49-F238E27FC236}">
                <a16:creationId xmlns:a16="http://schemas.microsoft.com/office/drawing/2014/main" id="{744D37EB-1234-EE05-A8F8-30A79BCA261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Vocabulary</a:t>
            </a:r>
            <a:r>
              <a:rPr lang="pl-PL" dirty="0"/>
              <a:t> Analysis </a:t>
            </a:r>
            <a:r>
              <a:rPr lang="pl-PL" dirty="0" err="1"/>
              <a:t>After</a:t>
            </a:r>
            <a:r>
              <a:rPr lang="pl-PL" dirty="0"/>
              <a:t> </a:t>
            </a:r>
            <a:r>
              <a:rPr lang="pl-PL" dirty="0" err="1"/>
              <a:t>Cleaning</a:t>
            </a:r>
            <a:endParaRPr dirty="0"/>
          </a:p>
        </p:txBody>
      </p:sp>
      <p:pic>
        <p:nvPicPr>
          <p:cNvPr id="9" name="Obraz 8" descr="Obraz zawierający tekst, gazeta, Czcionka, zrzut ekranu&#10;&#10;Zawartość wygenerowana przez AI może być niepoprawna.">
            <a:extLst>
              <a:ext uri="{FF2B5EF4-FFF2-40B4-BE49-F238E27FC236}">
                <a16:creationId xmlns:a16="http://schemas.microsoft.com/office/drawing/2014/main" id="{2FBA13F3-335D-0950-5360-3EC4CD1BBF4F}"/>
              </a:ext>
            </a:extLst>
          </p:cNvPr>
          <p:cNvPicPr>
            <a:picLocks noChangeAspect="1"/>
          </p:cNvPicPr>
          <p:nvPr/>
        </p:nvPicPr>
        <p:blipFill>
          <a:blip r:embed="rId3"/>
          <a:stretch>
            <a:fillRect/>
          </a:stretch>
        </p:blipFill>
        <p:spPr>
          <a:xfrm>
            <a:off x="1334577" y="1468736"/>
            <a:ext cx="6474845" cy="3432448"/>
          </a:xfrm>
          <a:prstGeom prst="rect">
            <a:avLst/>
          </a:prstGeom>
        </p:spPr>
      </p:pic>
    </p:spTree>
    <p:extLst>
      <p:ext uri="{BB962C8B-B14F-4D97-AF65-F5344CB8AC3E}">
        <p14:creationId xmlns:p14="http://schemas.microsoft.com/office/powerpoint/2010/main" val="11725458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26">
          <a:extLst>
            <a:ext uri="{FF2B5EF4-FFF2-40B4-BE49-F238E27FC236}">
              <a16:creationId xmlns:a16="http://schemas.microsoft.com/office/drawing/2014/main" id="{8BF542DD-62F8-478E-CFFF-909576B064C4}"/>
            </a:ext>
          </a:extLst>
        </p:cNvPr>
        <p:cNvGrpSpPr/>
        <p:nvPr/>
      </p:nvGrpSpPr>
      <p:grpSpPr>
        <a:xfrm>
          <a:off x="0" y="0"/>
          <a:ext cx="0" cy="0"/>
          <a:chOff x="0" y="0"/>
          <a:chExt cx="0" cy="0"/>
        </a:xfrm>
      </p:grpSpPr>
      <p:cxnSp>
        <p:nvCxnSpPr>
          <p:cNvPr id="1427" name="Google Shape;1427;p49">
            <a:extLst>
              <a:ext uri="{FF2B5EF4-FFF2-40B4-BE49-F238E27FC236}">
                <a16:creationId xmlns:a16="http://schemas.microsoft.com/office/drawing/2014/main" id="{A1E1BE10-7508-3E51-9EAC-1EBDD8BF9D28}"/>
              </a:ext>
            </a:extLst>
          </p:cNvPr>
          <p:cNvCxnSpPr/>
          <p:nvPr/>
        </p:nvCxnSpPr>
        <p:spPr>
          <a:xfrm>
            <a:off x="2085875"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8" name="Google Shape;1428;p49">
            <a:extLst>
              <a:ext uri="{FF2B5EF4-FFF2-40B4-BE49-F238E27FC236}">
                <a16:creationId xmlns:a16="http://schemas.microsoft.com/office/drawing/2014/main" id="{482A63D2-25FB-8B55-89EF-77812C3BEFDE}"/>
              </a:ext>
            </a:extLst>
          </p:cNvPr>
          <p:cNvCxnSpPr/>
          <p:nvPr/>
        </p:nvCxnSpPr>
        <p:spPr>
          <a:xfrm flipH="1">
            <a:off x="3990300"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9" name="Google Shape;1429;p49">
            <a:extLst>
              <a:ext uri="{FF2B5EF4-FFF2-40B4-BE49-F238E27FC236}">
                <a16:creationId xmlns:a16="http://schemas.microsoft.com/office/drawing/2014/main" id="{9F5B6B8F-E9C2-DAF7-BF21-CF3B610D37C6}"/>
              </a:ext>
            </a:extLst>
          </p:cNvPr>
          <p:cNvCxnSpPr/>
          <p:nvPr/>
        </p:nvCxnSpPr>
        <p:spPr>
          <a:xfrm>
            <a:off x="5894725" y="2597350"/>
            <a:ext cx="1164600" cy="1000500"/>
          </a:xfrm>
          <a:prstGeom prst="straightConnector1">
            <a:avLst/>
          </a:prstGeom>
          <a:noFill/>
          <a:ln w="19050" cap="flat" cmpd="sng">
            <a:solidFill>
              <a:schemeClr val="accent6"/>
            </a:solidFill>
            <a:prstDash val="dot"/>
            <a:round/>
            <a:headEnd type="none" w="med" len="med"/>
            <a:tailEnd type="none" w="med" len="med"/>
          </a:ln>
        </p:spPr>
      </p:cxnSp>
      <p:sp>
        <p:nvSpPr>
          <p:cNvPr id="1430" name="Google Shape;1430;p49">
            <a:extLst>
              <a:ext uri="{FF2B5EF4-FFF2-40B4-BE49-F238E27FC236}">
                <a16:creationId xmlns:a16="http://schemas.microsoft.com/office/drawing/2014/main" id="{F22C4C50-A500-A280-5E1C-740A0B4B1EF7}"/>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31" name="Google Shape;1431;p49">
            <a:extLst>
              <a:ext uri="{FF2B5EF4-FFF2-40B4-BE49-F238E27FC236}">
                <a16:creationId xmlns:a16="http://schemas.microsoft.com/office/drawing/2014/main" id="{FFC2E537-F667-4290-DC51-F5BF2406E9F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a:t>Technical </a:t>
            </a:r>
            <a:r>
              <a:rPr lang="pl-PL" dirty="0" err="1"/>
              <a:t>Pipeline</a:t>
            </a:r>
            <a:endParaRPr dirty="0"/>
          </a:p>
        </p:txBody>
      </p:sp>
      <p:sp>
        <p:nvSpPr>
          <p:cNvPr id="1432" name="Google Shape;1432;p49">
            <a:extLst>
              <a:ext uri="{FF2B5EF4-FFF2-40B4-BE49-F238E27FC236}">
                <a16:creationId xmlns:a16="http://schemas.microsoft.com/office/drawing/2014/main" id="{C202E254-A0D8-83C8-5E8F-4A3118128E1B}"/>
              </a:ext>
            </a:extLst>
          </p:cNvPr>
          <p:cNvSpPr/>
          <p:nvPr/>
        </p:nvSpPr>
        <p:spPr>
          <a:xfrm flipH="1">
            <a:off x="12249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3" name="Google Shape;1433;p49">
            <a:extLst>
              <a:ext uri="{FF2B5EF4-FFF2-40B4-BE49-F238E27FC236}">
                <a16:creationId xmlns:a16="http://schemas.microsoft.com/office/drawing/2014/main" id="{80FF73E8-291F-3D33-7C20-8D8F92DAAB10}"/>
              </a:ext>
            </a:extLst>
          </p:cNvPr>
          <p:cNvSpPr/>
          <p:nvPr/>
        </p:nvSpPr>
        <p:spPr>
          <a:xfrm>
            <a:off x="7372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4" name="Google Shape;1434;p49">
            <a:extLst>
              <a:ext uri="{FF2B5EF4-FFF2-40B4-BE49-F238E27FC236}">
                <a16:creationId xmlns:a16="http://schemas.microsoft.com/office/drawing/2014/main" id="{61DC3095-27DF-88A8-2744-F4311FDEF351}"/>
              </a:ext>
            </a:extLst>
          </p:cNvPr>
          <p:cNvSpPr txBox="1">
            <a:spLocks noGrp="1"/>
          </p:cNvSpPr>
          <p:nvPr>
            <p:ph type="subTitle" idx="4294967295"/>
          </p:nvPr>
        </p:nvSpPr>
        <p:spPr>
          <a:xfrm>
            <a:off x="622949" y="4076146"/>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pl-PL" dirty="0"/>
              <a:t>SBERT (all-MiniLM-L6-v2) for </a:t>
            </a:r>
            <a:r>
              <a:rPr lang="pl-PL" dirty="0" err="1"/>
              <a:t>semantic</a:t>
            </a:r>
            <a:r>
              <a:rPr lang="pl-PL" dirty="0"/>
              <a:t> </a:t>
            </a:r>
            <a:r>
              <a:rPr lang="pl-PL" dirty="0" err="1"/>
              <a:t>understanding</a:t>
            </a:r>
            <a:endParaRPr dirty="0"/>
          </a:p>
        </p:txBody>
      </p:sp>
      <p:sp>
        <p:nvSpPr>
          <p:cNvPr id="1435" name="Google Shape;1435;p49">
            <a:extLst>
              <a:ext uri="{FF2B5EF4-FFF2-40B4-BE49-F238E27FC236}">
                <a16:creationId xmlns:a16="http://schemas.microsoft.com/office/drawing/2014/main" id="{810E1E7F-1353-B289-81C1-086F15E8DB81}"/>
              </a:ext>
            </a:extLst>
          </p:cNvPr>
          <p:cNvSpPr txBox="1">
            <a:spLocks noGrp="1"/>
          </p:cNvSpPr>
          <p:nvPr>
            <p:ph type="subTitle" idx="4294967295"/>
          </p:nvPr>
        </p:nvSpPr>
        <p:spPr>
          <a:xfrm>
            <a:off x="787949"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500" dirty="0" err="1">
                <a:solidFill>
                  <a:schemeClr val="lt1"/>
                </a:solidFill>
                <a:latin typeface="Freckle Face"/>
                <a:ea typeface="Freckle Face"/>
                <a:cs typeface="Freckle Face"/>
                <a:sym typeface="Freckle Face"/>
              </a:rPr>
              <a:t>Embeddings</a:t>
            </a:r>
            <a:endParaRPr sz="2500" dirty="0">
              <a:solidFill>
                <a:schemeClr val="lt1"/>
              </a:solidFill>
              <a:latin typeface="Freckle Face"/>
              <a:ea typeface="Freckle Face"/>
              <a:cs typeface="Freckle Face"/>
              <a:sym typeface="Freckle Face"/>
            </a:endParaRPr>
          </a:p>
        </p:txBody>
      </p:sp>
      <p:sp>
        <p:nvSpPr>
          <p:cNvPr id="1436" name="Google Shape;1436;p49">
            <a:extLst>
              <a:ext uri="{FF2B5EF4-FFF2-40B4-BE49-F238E27FC236}">
                <a16:creationId xmlns:a16="http://schemas.microsoft.com/office/drawing/2014/main" id="{5AFDD4DF-F2DC-2852-7495-C8875059D777}"/>
              </a:ext>
            </a:extLst>
          </p:cNvPr>
          <p:cNvSpPr/>
          <p:nvPr/>
        </p:nvSpPr>
        <p:spPr>
          <a:xfrm flipH="1">
            <a:off x="50265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7" name="Google Shape;1437;p49">
            <a:extLst>
              <a:ext uri="{FF2B5EF4-FFF2-40B4-BE49-F238E27FC236}">
                <a16:creationId xmlns:a16="http://schemas.microsoft.com/office/drawing/2014/main" id="{C197E37F-FF8C-28F2-FF57-EB1AFA2DB9C9}"/>
              </a:ext>
            </a:extLst>
          </p:cNvPr>
          <p:cNvSpPr/>
          <p:nvPr/>
        </p:nvSpPr>
        <p:spPr>
          <a:xfrm>
            <a:off x="45388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8" name="Google Shape;1438;p49">
            <a:extLst>
              <a:ext uri="{FF2B5EF4-FFF2-40B4-BE49-F238E27FC236}">
                <a16:creationId xmlns:a16="http://schemas.microsoft.com/office/drawing/2014/main" id="{120C8706-12EA-7D65-DADB-17353BBBCEDF}"/>
              </a:ext>
            </a:extLst>
          </p:cNvPr>
          <p:cNvSpPr txBox="1">
            <a:spLocks noGrp="1"/>
          </p:cNvSpPr>
          <p:nvPr>
            <p:ph type="subTitle" idx="4294967295"/>
          </p:nvPr>
        </p:nvSpPr>
        <p:spPr>
          <a:xfrm>
            <a:off x="4423649" y="4116504"/>
            <a:ext cx="2198700" cy="487003"/>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HDBSCAN (Density-based clustering to handle noise)</a:t>
            </a:r>
            <a:endParaRPr dirty="0"/>
          </a:p>
        </p:txBody>
      </p:sp>
      <p:sp>
        <p:nvSpPr>
          <p:cNvPr id="1439" name="Google Shape;1439;p49">
            <a:extLst>
              <a:ext uri="{FF2B5EF4-FFF2-40B4-BE49-F238E27FC236}">
                <a16:creationId xmlns:a16="http://schemas.microsoft.com/office/drawing/2014/main" id="{01EC8C6B-B97D-A24E-CA54-36D82E898EEC}"/>
              </a:ext>
            </a:extLst>
          </p:cNvPr>
          <p:cNvSpPr txBox="1">
            <a:spLocks noGrp="1"/>
          </p:cNvSpPr>
          <p:nvPr>
            <p:ph type="subTitle" idx="4294967295"/>
          </p:nvPr>
        </p:nvSpPr>
        <p:spPr>
          <a:xfrm>
            <a:off x="4589541"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500" dirty="0">
                <a:solidFill>
                  <a:schemeClr val="lt1"/>
                </a:solidFill>
                <a:latin typeface="Freckle Face"/>
                <a:ea typeface="Freckle Face"/>
                <a:cs typeface="Freckle Face"/>
                <a:sym typeface="Freckle Face"/>
              </a:rPr>
              <a:t>Clustering</a:t>
            </a:r>
            <a:endParaRPr sz="2500" dirty="0">
              <a:solidFill>
                <a:schemeClr val="lt1"/>
              </a:solidFill>
              <a:latin typeface="Freckle Face"/>
              <a:ea typeface="Freckle Face"/>
              <a:cs typeface="Freckle Face"/>
              <a:sym typeface="Freckle Face"/>
            </a:endParaRPr>
          </a:p>
        </p:txBody>
      </p:sp>
      <p:sp>
        <p:nvSpPr>
          <p:cNvPr id="1440" name="Google Shape;1440;p49">
            <a:extLst>
              <a:ext uri="{FF2B5EF4-FFF2-40B4-BE49-F238E27FC236}">
                <a16:creationId xmlns:a16="http://schemas.microsoft.com/office/drawing/2014/main" id="{318175BD-933A-C51D-A4E7-D2C013C89823}"/>
              </a:ext>
            </a:extLst>
          </p:cNvPr>
          <p:cNvSpPr/>
          <p:nvPr/>
        </p:nvSpPr>
        <p:spPr>
          <a:xfrm>
            <a:off x="2643981" y="1700215"/>
            <a:ext cx="1968361" cy="611920"/>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1" name="Google Shape;1441;p49">
            <a:extLst>
              <a:ext uri="{FF2B5EF4-FFF2-40B4-BE49-F238E27FC236}">
                <a16:creationId xmlns:a16="http://schemas.microsoft.com/office/drawing/2014/main" id="{4ADB141B-CE3A-8BA5-F872-93CA3CF0E50E}"/>
              </a:ext>
            </a:extLst>
          </p:cNvPr>
          <p:cNvSpPr txBox="1">
            <a:spLocks noGrp="1"/>
          </p:cNvSpPr>
          <p:nvPr>
            <p:ph type="subTitle" idx="4294967295"/>
          </p:nvPr>
        </p:nvSpPr>
        <p:spPr>
          <a:xfrm>
            <a:off x="2522903" y="2332429"/>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UMAP (Optimized for global structure)</a:t>
            </a:r>
            <a:endParaRPr dirty="0"/>
          </a:p>
        </p:txBody>
      </p:sp>
      <p:sp>
        <p:nvSpPr>
          <p:cNvPr id="1442" name="Google Shape;1442;p49">
            <a:extLst>
              <a:ext uri="{FF2B5EF4-FFF2-40B4-BE49-F238E27FC236}">
                <a16:creationId xmlns:a16="http://schemas.microsoft.com/office/drawing/2014/main" id="{7D120885-10DA-BB8A-7A34-02E8FD4D97D9}"/>
              </a:ext>
            </a:extLst>
          </p:cNvPr>
          <p:cNvSpPr txBox="1">
            <a:spLocks noGrp="1"/>
          </p:cNvSpPr>
          <p:nvPr>
            <p:ph type="subTitle" idx="4294967295"/>
          </p:nvPr>
        </p:nvSpPr>
        <p:spPr>
          <a:xfrm>
            <a:off x="2688745"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err="1">
                <a:solidFill>
                  <a:schemeClr val="lt1"/>
                </a:solidFill>
                <a:latin typeface="Freckle Face"/>
                <a:ea typeface="Freckle Face"/>
                <a:cs typeface="Freckle Face"/>
                <a:sym typeface="Freckle Face"/>
              </a:rPr>
              <a:t>Dimensionality</a:t>
            </a:r>
            <a:r>
              <a:rPr lang="pl-PL" sz="2000" dirty="0">
                <a:solidFill>
                  <a:schemeClr val="lt1"/>
                </a:solidFill>
                <a:latin typeface="Freckle Face"/>
                <a:ea typeface="Freckle Face"/>
                <a:cs typeface="Freckle Face"/>
                <a:sym typeface="Freckle Face"/>
              </a:rPr>
              <a:t> </a:t>
            </a:r>
            <a:r>
              <a:rPr lang="pl-PL" sz="2000" dirty="0" err="1">
                <a:solidFill>
                  <a:schemeClr val="lt1"/>
                </a:solidFill>
                <a:latin typeface="Freckle Face"/>
                <a:ea typeface="Freckle Face"/>
                <a:cs typeface="Freckle Face"/>
                <a:sym typeface="Freckle Face"/>
              </a:rPr>
              <a:t>Reduction</a:t>
            </a:r>
            <a:endParaRPr sz="2000" dirty="0">
              <a:solidFill>
                <a:schemeClr val="lt1"/>
              </a:solidFill>
              <a:latin typeface="Freckle Face"/>
              <a:ea typeface="Freckle Face"/>
              <a:cs typeface="Freckle Face"/>
              <a:sym typeface="Freckle Face"/>
            </a:endParaRPr>
          </a:p>
        </p:txBody>
      </p:sp>
      <p:sp>
        <p:nvSpPr>
          <p:cNvPr id="1443" name="Google Shape;1443;p49">
            <a:extLst>
              <a:ext uri="{FF2B5EF4-FFF2-40B4-BE49-F238E27FC236}">
                <a16:creationId xmlns:a16="http://schemas.microsoft.com/office/drawing/2014/main" id="{3DB72283-C395-02A6-B3D7-2018FDD213CA}"/>
              </a:ext>
            </a:extLst>
          </p:cNvPr>
          <p:cNvSpPr/>
          <p:nvPr/>
        </p:nvSpPr>
        <p:spPr>
          <a:xfrm>
            <a:off x="31265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44" name="Google Shape;1444;p49">
            <a:extLst>
              <a:ext uri="{FF2B5EF4-FFF2-40B4-BE49-F238E27FC236}">
                <a16:creationId xmlns:a16="http://schemas.microsoft.com/office/drawing/2014/main" id="{E33482F9-D526-9400-D833-98E75E5D4DF7}"/>
              </a:ext>
            </a:extLst>
          </p:cNvPr>
          <p:cNvSpPr/>
          <p:nvPr/>
        </p:nvSpPr>
        <p:spPr>
          <a:xfrm>
            <a:off x="64396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5" name="Google Shape;1445;p49">
            <a:extLst>
              <a:ext uri="{FF2B5EF4-FFF2-40B4-BE49-F238E27FC236}">
                <a16:creationId xmlns:a16="http://schemas.microsoft.com/office/drawing/2014/main" id="{0910E52B-C154-9C6F-5C15-43F89CFE7CDD}"/>
              </a:ext>
            </a:extLst>
          </p:cNvPr>
          <p:cNvSpPr txBox="1">
            <a:spLocks noGrp="1"/>
          </p:cNvSpPr>
          <p:nvPr>
            <p:ph type="subTitle" idx="4294967295"/>
          </p:nvPr>
        </p:nvSpPr>
        <p:spPr>
          <a:xfrm>
            <a:off x="6324437" y="2218744"/>
            <a:ext cx="2198700" cy="963659"/>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dirty="0"/>
              <a:t>c-TF-IDF &amp; </a:t>
            </a:r>
            <a:r>
              <a:rPr lang="en-US" dirty="0" err="1"/>
              <a:t>KeyBERT</a:t>
            </a:r>
            <a:r>
              <a:rPr lang="en-US" dirty="0"/>
              <a:t> for keyword extraction</a:t>
            </a:r>
            <a:endParaRPr dirty="0"/>
          </a:p>
        </p:txBody>
      </p:sp>
      <p:sp>
        <p:nvSpPr>
          <p:cNvPr id="1446" name="Google Shape;1446;p49">
            <a:extLst>
              <a:ext uri="{FF2B5EF4-FFF2-40B4-BE49-F238E27FC236}">
                <a16:creationId xmlns:a16="http://schemas.microsoft.com/office/drawing/2014/main" id="{12A743F1-5858-E128-28EE-C46DCA12618B}"/>
              </a:ext>
            </a:extLst>
          </p:cNvPr>
          <p:cNvSpPr txBox="1">
            <a:spLocks noGrp="1"/>
          </p:cNvSpPr>
          <p:nvPr>
            <p:ph type="subTitle" idx="4294967295"/>
          </p:nvPr>
        </p:nvSpPr>
        <p:spPr>
          <a:xfrm>
            <a:off x="6490337"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2000" dirty="0" err="1">
                <a:solidFill>
                  <a:schemeClr val="lt1"/>
                </a:solidFill>
                <a:latin typeface="Freckle Face"/>
                <a:ea typeface="Freckle Face"/>
                <a:cs typeface="Freckle Face"/>
                <a:sym typeface="Freckle Face"/>
              </a:rPr>
              <a:t>Representation</a:t>
            </a:r>
            <a:endParaRPr sz="2000" dirty="0">
              <a:solidFill>
                <a:schemeClr val="lt1"/>
              </a:solidFill>
              <a:latin typeface="Freckle Face"/>
              <a:ea typeface="Freckle Face"/>
              <a:cs typeface="Freckle Face"/>
              <a:sym typeface="Freckle Face"/>
            </a:endParaRPr>
          </a:p>
        </p:txBody>
      </p:sp>
      <p:sp>
        <p:nvSpPr>
          <p:cNvPr id="1447" name="Google Shape;1447;p49">
            <a:extLst>
              <a:ext uri="{FF2B5EF4-FFF2-40B4-BE49-F238E27FC236}">
                <a16:creationId xmlns:a16="http://schemas.microsoft.com/office/drawing/2014/main" id="{36A7EC4D-C297-DE33-2F05-492FEA2F6A2A}"/>
              </a:ext>
            </a:extLst>
          </p:cNvPr>
          <p:cNvSpPr/>
          <p:nvPr/>
        </p:nvSpPr>
        <p:spPr>
          <a:xfrm>
            <a:off x="69272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448" name="Google Shape;1448;p49">
            <a:extLst>
              <a:ext uri="{FF2B5EF4-FFF2-40B4-BE49-F238E27FC236}">
                <a16:creationId xmlns:a16="http://schemas.microsoft.com/office/drawing/2014/main" id="{AC6EEB03-1DA3-EF20-6BA9-535F56C3F586}"/>
              </a:ext>
            </a:extLst>
          </p:cNvPr>
          <p:cNvCxnSpPr/>
          <p:nvPr/>
        </p:nvCxnSpPr>
        <p:spPr>
          <a:xfrm rot="10800000">
            <a:off x="725675" y="2253425"/>
            <a:ext cx="523800" cy="0"/>
          </a:xfrm>
          <a:prstGeom prst="straightConnector1">
            <a:avLst/>
          </a:prstGeom>
          <a:noFill/>
          <a:ln w="19050" cap="flat" cmpd="sng">
            <a:solidFill>
              <a:schemeClr val="accent6"/>
            </a:solidFill>
            <a:prstDash val="dot"/>
            <a:round/>
            <a:headEnd type="none" w="med" len="med"/>
            <a:tailEnd type="oval" w="med" len="med"/>
          </a:ln>
        </p:spPr>
      </p:cxnSp>
      <p:cxnSp>
        <p:nvCxnSpPr>
          <p:cNvPr id="1449" name="Google Shape;1449;p49">
            <a:extLst>
              <a:ext uri="{FF2B5EF4-FFF2-40B4-BE49-F238E27FC236}">
                <a16:creationId xmlns:a16="http://schemas.microsoft.com/office/drawing/2014/main" id="{0ACC69E7-6C19-8F12-CBAC-33709ED1E961}"/>
              </a:ext>
            </a:extLst>
          </p:cNvPr>
          <p:cNvCxnSpPr/>
          <p:nvPr/>
        </p:nvCxnSpPr>
        <p:spPr>
          <a:xfrm>
            <a:off x="7901625" y="3988750"/>
            <a:ext cx="523800" cy="0"/>
          </a:xfrm>
          <a:prstGeom prst="straightConnector1">
            <a:avLst/>
          </a:prstGeom>
          <a:noFill/>
          <a:ln w="19050" cap="flat" cmpd="sng">
            <a:solidFill>
              <a:schemeClr val="accent6"/>
            </a:solidFill>
            <a:prstDash val="dot"/>
            <a:round/>
            <a:headEnd type="none" w="med" len="med"/>
            <a:tailEnd type="oval" w="med" len="med"/>
          </a:ln>
        </p:spPr>
      </p:cxnSp>
      <p:grpSp>
        <p:nvGrpSpPr>
          <p:cNvPr id="1450" name="Google Shape;1450;p49">
            <a:extLst>
              <a:ext uri="{FF2B5EF4-FFF2-40B4-BE49-F238E27FC236}">
                <a16:creationId xmlns:a16="http://schemas.microsoft.com/office/drawing/2014/main" id="{4EB9B406-73DE-1F96-7436-17183809F4FF}"/>
              </a:ext>
            </a:extLst>
          </p:cNvPr>
          <p:cNvGrpSpPr/>
          <p:nvPr/>
        </p:nvGrpSpPr>
        <p:grpSpPr>
          <a:xfrm>
            <a:off x="1492846" y="2039964"/>
            <a:ext cx="455770" cy="382290"/>
            <a:chOff x="4714890" y="3525775"/>
            <a:chExt cx="397150" cy="333121"/>
          </a:xfrm>
        </p:grpSpPr>
        <p:sp>
          <p:nvSpPr>
            <p:cNvPr id="1451" name="Google Shape;1451;p49">
              <a:extLst>
                <a:ext uri="{FF2B5EF4-FFF2-40B4-BE49-F238E27FC236}">
                  <a16:creationId xmlns:a16="http://schemas.microsoft.com/office/drawing/2014/main" id="{2580FED8-BFF0-F18C-F7C6-9761C8CF0D49}"/>
                </a:ext>
              </a:extLst>
            </p:cNvPr>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9">
              <a:extLst>
                <a:ext uri="{FF2B5EF4-FFF2-40B4-BE49-F238E27FC236}">
                  <a16:creationId xmlns:a16="http://schemas.microsoft.com/office/drawing/2014/main" id="{0BCF0778-4EB9-9CA2-91D7-AED32613098F}"/>
                </a:ext>
              </a:extLst>
            </p:cNvPr>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9">
              <a:extLst>
                <a:ext uri="{FF2B5EF4-FFF2-40B4-BE49-F238E27FC236}">
                  <a16:creationId xmlns:a16="http://schemas.microsoft.com/office/drawing/2014/main" id="{F1953584-4D5F-AECE-EBF2-2405C32B3DD9}"/>
                </a:ext>
              </a:extLst>
            </p:cNvPr>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49">
            <a:extLst>
              <a:ext uri="{FF2B5EF4-FFF2-40B4-BE49-F238E27FC236}">
                <a16:creationId xmlns:a16="http://schemas.microsoft.com/office/drawing/2014/main" id="{B7454E06-035B-70A9-1C57-234A2AA1EDCD}"/>
              </a:ext>
            </a:extLst>
          </p:cNvPr>
          <p:cNvGrpSpPr/>
          <p:nvPr/>
        </p:nvGrpSpPr>
        <p:grpSpPr>
          <a:xfrm>
            <a:off x="5297526" y="2005572"/>
            <a:ext cx="451780" cy="451087"/>
            <a:chOff x="5393779" y="3495818"/>
            <a:chExt cx="393674" cy="393070"/>
          </a:xfrm>
        </p:grpSpPr>
        <p:sp>
          <p:nvSpPr>
            <p:cNvPr id="1455" name="Google Shape;1455;p49">
              <a:extLst>
                <a:ext uri="{FF2B5EF4-FFF2-40B4-BE49-F238E27FC236}">
                  <a16:creationId xmlns:a16="http://schemas.microsoft.com/office/drawing/2014/main" id="{753ECE0C-3600-BA6F-02AB-2C1578F7D9A8}"/>
                </a:ext>
              </a:extLst>
            </p:cNvPr>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9">
              <a:extLst>
                <a:ext uri="{FF2B5EF4-FFF2-40B4-BE49-F238E27FC236}">
                  <a16:creationId xmlns:a16="http://schemas.microsoft.com/office/drawing/2014/main" id="{6378BB03-168C-2A25-D927-F1B79C0B7608}"/>
                </a:ext>
              </a:extLst>
            </p:cNvPr>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9">
              <a:extLst>
                <a:ext uri="{FF2B5EF4-FFF2-40B4-BE49-F238E27FC236}">
                  <a16:creationId xmlns:a16="http://schemas.microsoft.com/office/drawing/2014/main" id="{A8788C47-C7C4-D653-9240-C2EB58369C73}"/>
                </a:ext>
              </a:extLst>
            </p:cNvPr>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9">
              <a:extLst>
                <a:ext uri="{FF2B5EF4-FFF2-40B4-BE49-F238E27FC236}">
                  <a16:creationId xmlns:a16="http://schemas.microsoft.com/office/drawing/2014/main" id="{CA9BAEAF-2286-2509-75CF-FC7CB55EB3C2}"/>
                </a:ext>
              </a:extLst>
            </p:cNvPr>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49">
              <a:extLst>
                <a:ext uri="{FF2B5EF4-FFF2-40B4-BE49-F238E27FC236}">
                  <a16:creationId xmlns:a16="http://schemas.microsoft.com/office/drawing/2014/main" id="{07F807D1-2E04-619D-40F8-0B2CE031FA06}"/>
                </a:ext>
              </a:extLst>
            </p:cNvPr>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49">
              <a:extLst>
                <a:ext uri="{FF2B5EF4-FFF2-40B4-BE49-F238E27FC236}">
                  <a16:creationId xmlns:a16="http://schemas.microsoft.com/office/drawing/2014/main" id="{7AAB89D1-919F-0B7A-00CE-5106FC282028}"/>
                </a:ext>
              </a:extLst>
            </p:cNvPr>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9">
              <a:extLst>
                <a:ext uri="{FF2B5EF4-FFF2-40B4-BE49-F238E27FC236}">
                  <a16:creationId xmlns:a16="http://schemas.microsoft.com/office/drawing/2014/main" id="{09B12B88-807E-0243-9AF7-415F74AFCE3D}"/>
                </a:ext>
              </a:extLst>
            </p:cNvPr>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9">
              <a:extLst>
                <a:ext uri="{FF2B5EF4-FFF2-40B4-BE49-F238E27FC236}">
                  <a16:creationId xmlns:a16="http://schemas.microsoft.com/office/drawing/2014/main" id="{F0488780-F107-49BF-513F-1BEF8181D6B9}"/>
                </a:ext>
              </a:extLst>
            </p:cNvPr>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9">
              <a:extLst>
                <a:ext uri="{FF2B5EF4-FFF2-40B4-BE49-F238E27FC236}">
                  <a16:creationId xmlns:a16="http://schemas.microsoft.com/office/drawing/2014/main" id="{01A291E5-00A9-8A04-8315-7E8847C460C1}"/>
                </a:ext>
              </a:extLst>
            </p:cNvPr>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9">
              <a:extLst>
                <a:ext uri="{FF2B5EF4-FFF2-40B4-BE49-F238E27FC236}">
                  <a16:creationId xmlns:a16="http://schemas.microsoft.com/office/drawing/2014/main" id="{0200395C-3771-E606-3760-A9F6EF2790D5}"/>
                </a:ext>
              </a:extLst>
            </p:cNvPr>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9">
              <a:extLst>
                <a:ext uri="{FF2B5EF4-FFF2-40B4-BE49-F238E27FC236}">
                  <a16:creationId xmlns:a16="http://schemas.microsoft.com/office/drawing/2014/main" id="{76CE926E-F30B-43CC-7EAF-CBC75BB49E09}"/>
                </a:ext>
              </a:extLst>
            </p:cNvPr>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9">
              <a:extLst>
                <a:ext uri="{FF2B5EF4-FFF2-40B4-BE49-F238E27FC236}">
                  <a16:creationId xmlns:a16="http://schemas.microsoft.com/office/drawing/2014/main" id="{3ADC001C-7962-8D1C-E744-1BD11DD1ED51}"/>
                </a:ext>
              </a:extLst>
            </p:cNvPr>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9">
              <a:extLst>
                <a:ext uri="{FF2B5EF4-FFF2-40B4-BE49-F238E27FC236}">
                  <a16:creationId xmlns:a16="http://schemas.microsoft.com/office/drawing/2014/main" id="{53A2E666-6FBB-0C24-4EAC-FA63EDD4351C}"/>
                </a:ext>
              </a:extLst>
            </p:cNvPr>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9">
              <a:extLst>
                <a:ext uri="{FF2B5EF4-FFF2-40B4-BE49-F238E27FC236}">
                  <a16:creationId xmlns:a16="http://schemas.microsoft.com/office/drawing/2014/main" id="{DEFE4DBD-2B2B-2EFD-6DFF-A8F7CC5E17D5}"/>
                </a:ext>
              </a:extLst>
            </p:cNvPr>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9">
              <a:extLst>
                <a:ext uri="{FF2B5EF4-FFF2-40B4-BE49-F238E27FC236}">
                  <a16:creationId xmlns:a16="http://schemas.microsoft.com/office/drawing/2014/main" id="{D63C8EBF-B4AD-1787-7908-32D1DE3EBFDC}"/>
                </a:ext>
              </a:extLst>
            </p:cNvPr>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9">
              <a:extLst>
                <a:ext uri="{FF2B5EF4-FFF2-40B4-BE49-F238E27FC236}">
                  <a16:creationId xmlns:a16="http://schemas.microsoft.com/office/drawing/2014/main" id="{622CB09E-66BB-BBD3-C526-CD09F710DE0F}"/>
                </a:ext>
              </a:extLst>
            </p:cNvPr>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9">
              <a:extLst>
                <a:ext uri="{FF2B5EF4-FFF2-40B4-BE49-F238E27FC236}">
                  <a16:creationId xmlns:a16="http://schemas.microsoft.com/office/drawing/2014/main" id="{1CFB5BDC-8D0B-BFAB-5A09-6CEBA0FE1B50}"/>
                </a:ext>
              </a:extLst>
            </p:cNvPr>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9">
              <a:extLst>
                <a:ext uri="{FF2B5EF4-FFF2-40B4-BE49-F238E27FC236}">
                  <a16:creationId xmlns:a16="http://schemas.microsoft.com/office/drawing/2014/main" id="{F179979B-11A2-15B0-85B4-BADDEBD5F351}"/>
                </a:ext>
              </a:extLst>
            </p:cNvPr>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9">
              <a:extLst>
                <a:ext uri="{FF2B5EF4-FFF2-40B4-BE49-F238E27FC236}">
                  <a16:creationId xmlns:a16="http://schemas.microsoft.com/office/drawing/2014/main" id="{1FBD5D5D-DD86-E5C3-49AE-3AE4F192617E}"/>
                </a:ext>
              </a:extLst>
            </p:cNvPr>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9">
              <a:extLst>
                <a:ext uri="{FF2B5EF4-FFF2-40B4-BE49-F238E27FC236}">
                  <a16:creationId xmlns:a16="http://schemas.microsoft.com/office/drawing/2014/main" id="{F9F9FD34-5114-7C09-0F71-CD62CECDD0FC}"/>
                </a:ext>
              </a:extLst>
            </p:cNvPr>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9">
              <a:extLst>
                <a:ext uri="{FF2B5EF4-FFF2-40B4-BE49-F238E27FC236}">
                  <a16:creationId xmlns:a16="http://schemas.microsoft.com/office/drawing/2014/main" id="{9C1EF8E1-CE3F-BEFF-BA6B-A00F808D018A}"/>
                </a:ext>
              </a:extLst>
            </p:cNvPr>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9">
              <a:extLst>
                <a:ext uri="{FF2B5EF4-FFF2-40B4-BE49-F238E27FC236}">
                  <a16:creationId xmlns:a16="http://schemas.microsoft.com/office/drawing/2014/main" id="{D26A1BD3-4095-81C4-DB7B-9A4C81A782B8}"/>
                </a:ext>
              </a:extLst>
            </p:cNvPr>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9">
              <a:extLst>
                <a:ext uri="{FF2B5EF4-FFF2-40B4-BE49-F238E27FC236}">
                  <a16:creationId xmlns:a16="http://schemas.microsoft.com/office/drawing/2014/main" id="{E90CD2D5-AD60-34A1-6482-17A1E66F9062}"/>
                </a:ext>
              </a:extLst>
            </p:cNvPr>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9">
              <a:extLst>
                <a:ext uri="{FF2B5EF4-FFF2-40B4-BE49-F238E27FC236}">
                  <a16:creationId xmlns:a16="http://schemas.microsoft.com/office/drawing/2014/main" id="{0DC1363F-B646-D20B-6E6A-A46344BFCE9F}"/>
                </a:ext>
              </a:extLst>
            </p:cNvPr>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9">
              <a:extLst>
                <a:ext uri="{FF2B5EF4-FFF2-40B4-BE49-F238E27FC236}">
                  <a16:creationId xmlns:a16="http://schemas.microsoft.com/office/drawing/2014/main" id="{1123B3A2-FE68-D41B-1F76-38FCCA5A65A1}"/>
                </a:ext>
              </a:extLst>
            </p:cNvPr>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9">
            <a:extLst>
              <a:ext uri="{FF2B5EF4-FFF2-40B4-BE49-F238E27FC236}">
                <a16:creationId xmlns:a16="http://schemas.microsoft.com/office/drawing/2014/main" id="{D49696BF-AA60-9BC7-96F0-A1179F798E86}"/>
              </a:ext>
            </a:extLst>
          </p:cNvPr>
          <p:cNvGrpSpPr/>
          <p:nvPr/>
        </p:nvGrpSpPr>
        <p:grpSpPr>
          <a:xfrm>
            <a:off x="3427742" y="3737645"/>
            <a:ext cx="388910" cy="452437"/>
            <a:chOff x="4741420" y="4209262"/>
            <a:chExt cx="338890" cy="394246"/>
          </a:xfrm>
        </p:grpSpPr>
        <p:sp>
          <p:nvSpPr>
            <p:cNvPr id="1481" name="Google Shape;1481;p49">
              <a:extLst>
                <a:ext uri="{FF2B5EF4-FFF2-40B4-BE49-F238E27FC236}">
                  <a16:creationId xmlns:a16="http://schemas.microsoft.com/office/drawing/2014/main" id="{3949DCAF-D6F5-4B48-3FE8-5E0E8B2B332A}"/>
                </a:ext>
              </a:extLst>
            </p:cNvPr>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9">
              <a:extLst>
                <a:ext uri="{FF2B5EF4-FFF2-40B4-BE49-F238E27FC236}">
                  <a16:creationId xmlns:a16="http://schemas.microsoft.com/office/drawing/2014/main" id="{8EC4A5B9-63D1-7203-CF85-FEA0346C8714}"/>
                </a:ext>
              </a:extLst>
            </p:cNvPr>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9">
              <a:extLst>
                <a:ext uri="{FF2B5EF4-FFF2-40B4-BE49-F238E27FC236}">
                  <a16:creationId xmlns:a16="http://schemas.microsoft.com/office/drawing/2014/main" id="{6D0A2C0A-700E-6368-1CB2-8583A5786DF5}"/>
                </a:ext>
              </a:extLst>
            </p:cNvPr>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 name="Google Shape;1484;p49">
            <a:extLst>
              <a:ext uri="{FF2B5EF4-FFF2-40B4-BE49-F238E27FC236}">
                <a16:creationId xmlns:a16="http://schemas.microsoft.com/office/drawing/2014/main" id="{D89A3540-7139-3A65-425F-C13E7059DBF9}"/>
              </a:ext>
            </a:extLst>
          </p:cNvPr>
          <p:cNvGrpSpPr/>
          <p:nvPr/>
        </p:nvGrpSpPr>
        <p:grpSpPr>
          <a:xfrm>
            <a:off x="7229633" y="3738251"/>
            <a:ext cx="388308" cy="451226"/>
            <a:chOff x="5421437" y="4209745"/>
            <a:chExt cx="338365" cy="393191"/>
          </a:xfrm>
        </p:grpSpPr>
        <p:sp>
          <p:nvSpPr>
            <p:cNvPr id="1485" name="Google Shape;1485;p49">
              <a:extLst>
                <a:ext uri="{FF2B5EF4-FFF2-40B4-BE49-F238E27FC236}">
                  <a16:creationId xmlns:a16="http://schemas.microsoft.com/office/drawing/2014/main" id="{3C03F884-9A0E-2B4C-8A87-0174F031A568}"/>
                </a:ext>
              </a:extLst>
            </p:cNvPr>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9">
              <a:extLst>
                <a:ext uri="{FF2B5EF4-FFF2-40B4-BE49-F238E27FC236}">
                  <a16:creationId xmlns:a16="http://schemas.microsoft.com/office/drawing/2014/main" id="{ABA3A38C-4195-775C-7F6D-15093C1C9160}"/>
                </a:ext>
              </a:extLst>
            </p:cNvPr>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9">
              <a:extLst>
                <a:ext uri="{FF2B5EF4-FFF2-40B4-BE49-F238E27FC236}">
                  <a16:creationId xmlns:a16="http://schemas.microsoft.com/office/drawing/2014/main" id="{728E9E63-A79F-028E-09E9-7F0547D4EED1}"/>
                </a:ext>
              </a:extLst>
            </p:cNvPr>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1829991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2">
          <a:extLst>
            <a:ext uri="{FF2B5EF4-FFF2-40B4-BE49-F238E27FC236}">
              <a16:creationId xmlns:a16="http://schemas.microsoft.com/office/drawing/2014/main" id="{3496DA97-E80B-22DC-AAC5-9804E84CBC9C}"/>
            </a:ext>
          </a:extLst>
        </p:cNvPr>
        <p:cNvGrpSpPr/>
        <p:nvPr/>
      </p:nvGrpSpPr>
      <p:grpSpPr>
        <a:xfrm>
          <a:off x="0" y="0"/>
          <a:ext cx="0" cy="0"/>
          <a:chOff x="0" y="0"/>
          <a:chExt cx="0" cy="0"/>
        </a:xfrm>
      </p:grpSpPr>
      <p:sp>
        <p:nvSpPr>
          <p:cNvPr id="897" name="Google Shape;897;p37">
            <a:extLst>
              <a:ext uri="{FF2B5EF4-FFF2-40B4-BE49-F238E27FC236}">
                <a16:creationId xmlns:a16="http://schemas.microsoft.com/office/drawing/2014/main" id="{E34F31D3-1436-08D1-9277-778E493CBE92}"/>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898" name="Google Shape;898;p37">
            <a:extLst>
              <a:ext uri="{FF2B5EF4-FFF2-40B4-BE49-F238E27FC236}">
                <a16:creationId xmlns:a16="http://schemas.microsoft.com/office/drawing/2014/main" id="{AB32DE0E-7522-BCA2-0732-13CA0CC5C86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Challenges</a:t>
            </a:r>
            <a:endParaRPr dirty="0"/>
          </a:p>
        </p:txBody>
      </p:sp>
      <p:graphicFrame>
        <p:nvGraphicFramePr>
          <p:cNvPr id="2" name="Google Shape;1386;p47">
            <a:extLst>
              <a:ext uri="{FF2B5EF4-FFF2-40B4-BE49-F238E27FC236}">
                <a16:creationId xmlns:a16="http://schemas.microsoft.com/office/drawing/2014/main" id="{E3AC6C4E-815A-DC84-05DE-86A0F9E6E137}"/>
              </a:ext>
            </a:extLst>
          </p:cNvPr>
          <p:cNvGraphicFramePr/>
          <p:nvPr>
            <p:extLst>
              <p:ext uri="{D42A27DB-BD31-4B8C-83A1-F6EECF244321}">
                <p14:modId xmlns:p14="http://schemas.microsoft.com/office/powerpoint/2010/main" val="2445738246"/>
              </p:ext>
            </p:extLst>
          </p:nvPr>
        </p:nvGraphicFramePr>
        <p:xfrm>
          <a:off x="318565" y="1656660"/>
          <a:ext cx="8613057" cy="2914325"/>
        </p:xfrm>
        <a:graphic>
          <a:graphicData uri="http://schemas.openxmlformats.org/drawingml/2006/table">
            <a:tbl>
              <a:tblPr>
                <a:noFill/>
                <a:tableStyleId>{90535294-36AE-4AAC-83D8-889A82E35E47}</a:tableStyleId>
              </a:tblPr>
              <a:tblGrid>
                <a:gridCol w="1126777">
                  <a:extLst>
                    <a:ext uri="{9D8B030D-6E8A-4147-A177-3AD203B41FA5}">
                      <a16:colId xmlns:a16="http://schemas.microsoft.com/office/drawing/2014/main" val="20000"/>
                    </a:ext>
                  </a:extLst>
                </a:gridCol>
                <a:gridCol w="3592707">
                  <a:extLst>
                    <a:ext uri="{9D8B030D-6E8A-4147-A177-3AD203B41FA5}">
                      <a16:colId xmlns:a16="http://schemas.microsoft.com/office/drawing/2014/main" val="20001"/>
                    </a:ext>
                  </a:extLst>
                </a:gridCol>
                <a:gridCol w="3893573">
                  <a:extLst>
                    <a:ext uri="{9D8B030D-6E8A-4147-A177-3AD203B41FA5}">
                      <a16:colId xmlns:a16="http://schemas.microsoft.com/office/drawing/2014/main" val="20002"/>
                    </a:ext>
                  </a:extLst>
                </a:gridCol>
              </a:tblGrid>
              <a:tr h="536945">
                <a:tc>
                  <a:txBody>
                    <a:bodyPr/>
                    <a:lstStyle/>
                    <a:p>
                      <a:pPr marL="0" lvl="0" indent="0" algn="ctr" rtl="0">
                        <a:spcBef>
                          <a:spcPts val="0"/>
                        </a:spcBef>
                        <a:spcAft>
                          <a:spcPts val="0"/>
                        </a:spcAft>
                        <a:buNone/>
                      </a:pPr>
                      <a:endParaRPr sz="18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pl-PL" sz="1800" dirty="0" err="1">
                          <a:solidFill>
                            <a:schemeClr val="lt1"/>
                          </a:solidFill>
                          <a:latin typeface="Freckle Face"/>
                          <a:ea typeface="Freckle Face"/>
                          <a:cs typeface="Freckle Face"/>
                          <a:sym typeface="Freckle Face"/>
                        </a:rPr>
                        <a:t>Narrative</a:t>
                      </a:r>
                      <a:r>
                        <a:rPr lang="pl-PL" sz="1800" dirty="0">
                          <a:solidFill>
                            <a:schemeClr val="lt1"/>
                          </a:solidFill>
                          <a:latin typeface="Freckle Face"/>
                          <a:ea typeface="Freckle Face"/>
                          <a:cs typeface="Freckle Face"/>
                          <a:sym typeface="Freckle Face"/>
                        </a:rPr>
                        <a:t> </a:t>
                      </a:r>
                      <a:r>
                        <a:rPr lang="pl-PL" sz="1800" dirty="0" err="1">
                          <a:solidFill>
                            <a:schemeClr val="lt1"/>
                          </a:solidFill>
                          <a:latin typeface="Freckle Face"/>
                          <a:ea typeface="Freckle Face"/>
                          <a:cs typeface="Freckle Face"/>
                          <a:sym typeface="Freckle Face"/>
                        </a:rPr>
                        <a:t>Noise</a:t>
                      </a:r>
                      <a:endParaRPr lang="pl-PL" sz="18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pl-PL" sz="1800" dirty="0">
                          <a:solidFill>
                            <a:schemeClr val="lt1"/>
                          </a:solidFill>
                          <a:latin typeface="Freckle Face"/>
                          <a:ea typeface="Freckle Face"/>
                          <a:cs typeface="Freckle Face"/>
                          <a:sym typeface="Freckle Face"/>
                        </a:rPr>
                        <a:t>The "Super-Cluster"</a:t>
                      </a: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786825">
                <a:tc>
                  <a:txBody>
                    <a:bodyPr/>
                    <a:lstStyle/>
                    <a:p>
                      <a:pPr marL="0" lvl="0" indent="0" algn="ctr" rtl="0">
                        <a:spcBef>
                          <a:spcPts val="0"/>
                        </a:spcBef>
                        <a:spcAft>
                          <a:spcPts val="0"/>
                        </a:spcAft>
                        <a:buNone/>
                      </a:pPr>
                      <a:r>
                        <a:rPr kumimoji="0" lang="en-US" sz="1600" b="0" i="0" u="none" strike="noStrike" kern="0" cap="none" spc="0" normalizeH="0" baseline="0" noProof="0" dirty="0">
                          <a:ln>
                            <a:noFill/>
                          </a:ln>
                          <a:solidFill>
                            <a:srgbClr val="093156"/>
                          </a:solidFill>
                          <a:effectLst/>
                          <a:uLnTx/>
                          <a:uFillTx/>
                          <a:latin typeface="Coda"/>
                          <a:sym typeface="Coda"/>
                        </a:rPr>
                        <a:t>Issue</a:t>
                      </a:r>
                      <a:endParaRPr sz="16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Initial models were dominated by common storytelling verbs (went, saw, looked, time). </a:t>
                      </a:r>
                      <a:endParaRPr kumimoji="0" lang="pl-PL" sz="1100" b="0" i="0" u="none" strike="noStrike" kern="0" cap="none" spc="0" normalizeH="0" baseline="0" noProof="0" dirty="0">
                        <a:ln>
                          <a:noFill/>
                        </a:ln>
                        <a:solidFill>
                          <a:srgbClr val="093156"/>
                        </a:solidFill>
                        <a:effectLst/>
                        <a:uLnTx/>
                        <a:uFillTx/>
                        <a:latin typeface="Coda"/>
                        <a:sym typeface="Coda"/>
                      </a:endParaRPr>
                    </a:p>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The model clustered by writing style rather than content.</a:t>
                      </a:r>
                      <a:endParaRPr kumimoji="0" lang="pl-PL" sz="1100" b="0" i="0" u="none" strike="noStrike" kern="0" cap="none" spc="0" normalizeH="0" baseline="0" noProof="0" dirty="0">
                        <a:ln>
                          <a:noFill/>
                        </a:ln>
                        <a:solidFill>
                          <a:srgbClr val="093156"/>
                        </a:solidFill>
                        <a:effectLst/>
                        <a:uLnTx/>
                        <a:uFillTx/>
                        <a:latin typeface="Coda"/>
                        <a:sym typeface="Coda"/>
                      </a:endParaRPr>
                    </a:p>
                    <a:p>
                      <a:pPr marL="0" lvl="0" indent="0" algn="ctr" rtl="0">
                        <a:spcBef>
                          <a:spcPts val="0"/>
                        </a:spcBef>
                        <a:spcAft>
                          <a:spcPts val="0"/>
                        </a:spcAft>
                        <a:buNone/>
                      </a:pP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285750" marR="0" lvl="0" indent="-285750" algn="ctr" defTabSz="914400" rtl="0" eaLnBrk="1" fontAlgn="auto" latinLnBrk="0" hangingPunct="1">
                        <a:lnSpc>
                          <a:spcPct val="100000"/>
                        </a:lnSpc>
                        <a:spcBef>
                          <a:spcPts val="0"/>
                        </a:spcBef>
                        <a:spcAft>
                          <a:spcPts val="0"/>
                        </a:spcAft>
                        <a:buClr>
                          <a:srgbClr val="093156"/>
                        </a:buClr>
                        <a:buSzPts val="1600"/>
                        <a:buFont typeface="Arial" panose="020B0604020202020204" pitchFamily="34" charset="0"/>
                        <a:buChar char="•"/>
                        <a:tabLst/>
                        <a:defRPr/>
                      </a:pPr>
                      <a:r>
                        <a:rPr kumimoji="0" lang="en-US" sz="1100" b="0" i="0" u="none" strike="noStrike" kern="0" cap="none" spc="0" normalizeH="0" baseline="0" noProof="0" dirty="0">
                          <a:ln>
                            <a:noFill/>
                          </a:ln>
                          <a:solidFill>
                            <a:srgbClr val="093156"/>
                          </a:solidFill>
                          <a:effectLst/>
                          <a:uLnTx/>
                          <a:uFillTx/>
                          <a:latin typeface="Coda"/>
                          <a:sym typeface="Coda"/>
                        </a:rPr>
                        <a:t>Early iterations grouped ~60% of data into one generic "Topic 0".</a:t>
                      </a:r>
                      <a:endParaRPr kumimoji="0" lang="pl-PL" sz="1100" b="0" i="0" u="none" strike="noStrike" kern="0" cap="none" spc="0" normalizeH="0" baseline="0" noProof="0" dirty="0">
                        <a:ln>
                          <a:noFill/>
                        </a:ln>
                        <a:solidFill>
                          <a:srgbClr val="093156"/>
                        </a:solidFill>
                        <a:effectLst/>
                        <a:uLnTx/>
                        <a:uFillTx/>
                        <a:latin typeface="Coda"/>
                        <a:sym typeface="Coda"/>
                      </a:endParaRPr>
                    </a:p>
                    <a:p>
                      <a:pPr marL="0" lvl="0" indent="0" algn="ctr" rtl="0">
                        <a:spcBef>
                          <a:spcPts val="0"/>
                        </a:spcBef>
                        <a:spcAft>
                          <a:spcPts val="0"/>
                        </a:spcAft>
                        <a:buNone/>
                      </a:pP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786825">
                <a:tc>
                  <a:txBody>
                    <a:bodyPr/>
                    <a:lstStyle/>
                    <a:p>
                      <a:pPr marL="0" lvl="0" indent="0" algn="ctr" rtl="0">
                        <a:spcBef>
                          <a:spcPts val="0"/>
                        </a:spcBef>
                        <a:spcAft>
                          <a:spcPts val="0"/>
                        </a:spcAft>
                        <a:buNone/>
                      </a:pPr>
                      <a:r>
                        <a:rPr kumimoji="0" lang="en-US" sz="1600" b="0" i="0" u="none" strike="noStrike" kern="0" cap="none" spc="0" normalizeH="0" baseline="0" noProof="0" dirty="0">
                          <a:ln>
                            <a:noFill/>
                          </a:ln>
                          <a:solidFill>
                            <a:srgbClr val="093156"/>
                          </a:solidFill>
                          <a:effectLst/>
                          <a:uLnTx/>
                          <a:uFillTx/>
                          <a:latin typeface="Coda"/>
                          <a:sym typeface="Coda"/>
                        </a:rPr>
                        <a:t>Solution</a:t>
                      </a:r>
                      <a:endParaRPr sz="16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Engineering a domain-specific </a:t>
                      </a:r>
                      <a:r>
                        <a:rPr kumimoji="0" lang="en-US" sz="1100" b="0" i="0" u="none" strike="noStrike" kern="0" cap="none" spc="0" normalizeH="0" baseline="0" noProof="0" dirty="0" err="1">
                          <a:ln>
                            <a:noFill/>
                          </a:ln>
                          <a:solidFill>
                            <a:srgbClr val="093156"/>
                          </a:solidFill>
                          <a:effectLst/>
                          <a:uLnTx/>
                          <a:uFillTx/>
                          <a:latin typeface="Coda"/>
                          <a:sym typeface="Coda"/>
                        </a:rPr>
                        <a:t>stopword</a:t>
                      </a:r>
                      <a:r>
                        <a:rPr kumimoji="0" lang="en-US" sz="1100" b="0" i="0" u="none" strike="noStrike" kern="0" cap="none" spc="0" normalizeH="0" baseline="0" noProof="0" dirty="0">
                          <a:ln>
                            <a:noFill/>
                          </a:ln>
                          <a:solidFill>
                            <a:srgbClr val="093156"/>
                          </a:solidFill>
                          <a:effectLst/>
                          <a:uLnTx/>
                          <a:uFillTx/>
                          <a:latin typeface="Coda"/>
                          <a:sym typeface="Coda"/>
                        </a:rPr>
                        <a:t> list.</a:t>
                      </a:r>
                      <a:r>
                        <a:rPr kumimoji="0" lang="pl-PL" sz="1100" b="0" i="0" u="none" strike="noStrike" kern="0" cap="none" spc="0" normalizeH="0" baseline="0" noProof="0" dirty="0">
                          <a:ln>
                            <a:noFill/>
                          </a:ln>
                          <a:solidFill>
                            <a:srgbClr val="093156"/>
                          </a:solidFill>
                          <a:effectLst/>
                          <a:uLnTx/>
                          <a:uFillTx/>
                          <a:latin typeface="Coda"/>
                          <a:sym typeface="Coda"/>
                        </a:rPr>
                        <a:t> </a:t>
                      </a: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Removed generic narrative fillers</a:t>
                      </a:r>
                      <a:r>
                        <a:rPr kumimoji="0" lang="pl-PL" sz="1100" b="0" i="0" u="none" strike="noStrike" kern="0" cap="none" spc="0" normalizeH="0" baseline="0" noProof="0" dirty="0">
                          <a:ln>
                            <a:noFill/>
                          </a:ln>
                          <a:solidFill>
                            <a:srgbClr val="093156"/>
                          </a:solidFill>
                          <a:effectLst/>
                          <a:uLnTx/>
                          <a:uFillTx/>
                          <a:latin typeface="Coda"/>
                          <a:sym typeface="Coda"/>
                        </a:rPr>
                        <a:t>, </a:t>
                      </a:r>
                      <a:r>
                        <a:rPr kumimoji="0" lang="en-US" sz="1100" b="0" i="0" u="none" strike="noStrike" kern="0" cap="none" spc="0" normalizeH="0" baseline="0" noProof="0" dirty="0">
                          <a:ln>
                            <a:noFill/>
                          </a:ln>
                          <a:solidFill>
                            <a:srgbClr val="093156"/>
                          </a:solidFill>
                          <a:effectLst/>
                          <a:uLnTx/>
                          <a:uFillTx/>
                          <a:latin typeface="Coda"/>
                          <a:sym typeface="Coda"/>
                        </a:rPr>
                        <a:t>common background terms (forest, woods) to force the model to focus on unique details.</a:t>
                      </a: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Hyperparameter Tuning</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HDBSCAN: Lowered </a:t>
                      </a:r>
                      <a:r>
                        <a:rPr kumimoji="0" lang="en-US" sz="1100" b="0" i="0" u="none" strike="noStrike" kern="0" cap="none" spc="0" normalizeH="0" baseline="0" noProof="0" dirty="0" err="1">
                          <a:ln>
                            <a:noFill/>
                          </a:ln>
                          <a:solidFill>
                            <a:srgbClr val="093156"/>
                          </a:solidFill>
                          <a:effectLst/>
                          <a:uLnTx/>
                          <a:uFillTx/>
                          <a:latin typeface="Coda"/>
                          <a:sym typeface="Coda"/>
                        </a:rPr>
                        <a:t>min_samples</a:t>
                      </a:r>
                      <a:r>
                        <a:rPr kumimoji="0" lang="en-US" sz="1100" b="0" i="0" u="none" strike="noStrike" kern="0" cap="none" spc="0" normalizeH="0" baseline="0" noProof="0" dirty="0">
                          <a:ln>
                            <a:noFill/>
                          </a:ln>
                          <a:solidFill>
                            <a:srgbClr val="093156"/>
                          </a:solidFill>
                          <a:effectLst/>
                          <a:uLnTx/>
                          <a:uFillTx/>
                          <a:latin typeface="Coda"/>
                          <a:sym typeface="Coda"/>
                        </a:rPr>
                        <a:t> (from 7 to 2) to capture smaller, denser micro-clusters.</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UMAP: Increased </a:t>
                      </a:r>
                      <a:r>
                        <a:rPr kumimoji="0" lang="en-US" sz="1100" b="0" i="0" u="none" strike="noStrike" kern="0" cap="none" spc="0" normalizeH="0" baseline="0" noProof="0" dirty="0" err="1">
                          <a:ln>
                            <a:noFill/>
                          </a:ln>
                          <a:solidFill>
                            <a:srgbClr val="093156"/>
                          </a:solidFill>
                          <a:effectLst/>
                          <a:uLnTx/>
                          <a:uFillTx/>
                          <a:latin typeface="Coda"/>
                          <a:sym typeface="Coda"/>
                        </a:rPr>
                        <a:t>n_neighbors</a:t>
                      </a:r>
                      <a:r>
                        <a:rPr kumimoji="0" lang="en-US" sz="1100" b="0" i="0" u="none" strike="noStrike" kern="0" cap="none" spc="0" normalizeH="0" baseline="0" noProof="0" dirty="0">
                          <a:ln>
                            <a:noFill/>
                          </a:ln>
                          <a:solidFill>
                            <a:srgbClr val="093156"/>
                          </a:solidFill>
                          <a:effectLst/>
                          <a:uLnTx/>
                          <a:uFillTx/>
                          <a:latin typeface="Coda"/>
                          <a:sym typeface="Coda"/>
                        </a:rPr>
                        <a:t> (from 15 to 50) to preserve the global structure of the data.</a:t>
                      </a:r>
                      <a:endParaRPr kumimoji="0" lang="pl-PL" sz="1100" b="0" i="0" u="none" strike="noStrike" kern="0" cap="none" spc="0" normalizeH="0" baseline="0" noProof="0" dirty="0">
                        <a:ln>
                          <a:noFill/>
                        </a:ln>
                        <a:solidFill>
                          <a:srgbClr val="093156"/>
                        </a:solidFill>
                        <a:effectLst/>
                        <a:uLnTx/>
                        <a:uFillTx/>
                        <a:latin typeface="Coda"/>
                        <a:sym typeface="Coda"/>
                      </a:endParaRPr>
                    </a:p>
                    <a:p>
                      <a:pPr marL="171450" lvl="0" indent="-171450" algn="ctr" rtl="0">
                        <a:spcBef>
                          <a:spcPts val="0"/>
                        </a:spcBef>
                        <a:spcAft>
                          <a:spcPts val="0"/>
                        </a:spcAft>
                        <a:buFont typeface="Arial" panose="020B0604020202020204" pitchFamily="34" charset="0"/>
                        <a:buChar char="•"/>
                      </a:pPr>
                      <a:r>
                        <a:rPr kumimoji="0" lang="en-US" sz="1100" b="0" i="0" u="none" strike="noStrike" kern="0" cap="none" spc="0" normalizeH="0" baseline="0" noProof="0" dirty="0">
                          <a:ln>
                            <a:noFill/>
                          </a:ln>
                          <a:solidFill>
                            <a:srgbClr val="093156"/>
                          </a:solidFill>
                          <a:effectLst/>
                          <a:uLnTx/>
                          <a:uFillTx/>
                          <a:latin typeface="Coda"/>
                          <a:sym typeface="Coda"/>
                        </a:rPr>
                        <a:t>Vectorization: Aggressive </a:t>
                      </a:r>
                      <a:r>
                        <a:rPr kumimoji="0" lang="en-US" sz="1100" b="0" i="0" u="none" strike="noStrike" kern="0" cap="none" spc="0" normalizeH="0" baseline="0" noProof="0" dirty="0" err="1">
                          <a:ln>
                            <a:noFill/>
                          </a:ln>
                          <a:solidFill>
                            <a:srgbClr val="093156"/>
                          </a:solidFill>
                          <a:effectLst/>
                          <a:uLnTx/>
                          <a:uFillTx/>
                          <a:latin typeface="Coda"/>
                          <a:sym typeface="Coda"/>
                        </a:rPr>
                        <a:t>max_df</a:t>
                      </a:r>
                      <a:r>
                        <a:rPr kumimoji="0" lang="en-US" sz="1100" b="0" i="0" u="none" strike="noStrike" kern="0" cap="none" spc="0" normalizeH="0" baseline="0" noProof="0" dirty="0">
                          <a:ln>
                            <a:noFill/>
                          </a:ln>
                          <a:solidFill>
                            <a:srgbClr val="093156"/>
                          </a:solidFill>
                          <a:effectLst/>
                          <a:uLnTx/>
                          <a:uFillTx/>
                          <a:latin typeface="Coda"/>
                          <a:sym typeface="Coda"/>
                        </a:rPr>
                        <a:t> filtering (0.6) to remove words appearing in &gt;60% of documents.</a:t>
                      </a:r>
                      <a:endParaRPr sz="1100" dirty="0"/>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3281246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Google Shape;713;p35"/>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Results</a:t>
            </a:r>
            <a:endParaRPr dirty="0"/>
          </a:p>
        </p:txBody>
      </p:sp>
      <p:sp>
        <p:nvSpPr>
          <p:cNvPr id="715" name="Google Shape;715;p35"/>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a:t>
            </a:r>
            <a:r>
              <a:rPr lang="pl-PL" dirty="0"/>
              <a:t>3</a:t>
            </a:r>
            <a:endParaRPr dirty="0"/>
          </a:p>
        </p:txBody>
      </p:sp>
      <p:sp>
        <p:nvSpPr>
          <p:cNvPr id="716" name="Google Shape;716;p35"/>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2" name="Google Shape;2435;p62">
            <a:extLst>
              <a:ext uri="{FF2B5EF4-FFF2-40B4-BE49-F238E27FC236}">
                <a16:creationId xmlns:a16="http://schemas.microsoft.com/office/drawing/2014/main" id="{3B437217-EC91-6F45-4363-58E2F62CA580}"/>
              </a:ext>
            </a:extLst>
          </p:cNvPr>
          <p:cNvGrpSpPr/>
          <p:nvPr/>
        </p:nvGrpSpPr>
        <p:grpSpPr>
          <a:xfrm>
            <a:off x="4571998" y="949797"/>
            <a:ext cx="2623757" cy="3829007"/>
            <a:chOff x="3945200" y="172538"/>
            <a:chExt cx="926225" cy="1485075"/>
          </a:xfrm>
        </p:grpSpPr>
        <p:sp>
          <p:nvSpPr>
            <p:cNvPr id="3" name="Google Shape;2436;p62">
              <a:extLst>
                <a:ext uri="{FF2B5EF4-FFF2-40B4-BE49-F238E27FC236}">
                  <a16:creationId xmlns:a16="http://schemas.microsoft.com/office/drawing/2014/main" id="{033B26DD-997A-9D89-2BFC-7F8C74897332}"/>
                </a:ext>
              </a:extLst>
            </p:cNvPr>
            <p:cNvSpPr/>
            <p:nvPr/>
          </p:nvSpPr>
          <p:spPr>
            <a:xfrm>
              <a:off x="4143400" y="1592213"/>
              <a:ext cx="75550" cy="65400"/>
            </a:xfrm>
            <a:custGeom>
              <a:avLst/>
              <a:gdLst/>
              <a:ahLst/>
              <a:cxnLst/>
              <a:rect l="l" t="t" r="r" b="b"/>
              <a:pathLst>
                <a:path w="3022" h="2616" extrusionOk="0">
                  <a:moveTo>
                    <a:pt x="1314" y="1"/>
                  </a:moveTo>
                  <a:cubicBezTo>
                    <a:pt x="340" y="1"/>
                    <a:pt x="0" y="1767"/>
                    <a:pt x="820" y="2374"/>
                  </a:cubicBezTo>
                  <a:cubicBezTo>
                    <a:pt x="1054" y="2551"/>
                    <a:pt x="1331" y="2615"/>
                    <a:pt x="1608" y="2615"/>
                  </a:cubicBezTo>
                  <a:cubicBezTo>
                    <a:pt x="2314" y="2615"/>
                    <a:pt x="3021" y="2202"/>
                    <a:pt x="3021" y="2202"/>
                  </a:cubicBezTo>
                  <a:lnTo>
                    <a:pt x="2907" y="687"/>
                  </a:lnTo>
                  <a:cubicBezTo>
                    <a:pt x="2907" y="687"/>
                    <a:pt x="2349" y="45"/>
                    <a:pt x="1348" y="1"/>
                  </a:cubicBezTo>
                  <a:cubicBezTo>
                    <a:pt x="1337" y="1"/>
                    <a:pt x="1325" y="1"/>
                    <a:pt x="131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437;p62">
              <a:extLst>
                <a:ext uri="{FF2B5EF4-FFF2-40B4-BE49-F238E27FC236}">
                  <a16:creationId xmlns:a16="http://schemas.microsoft.com/office/drawing/2014/main" id="{A0F3DEF2-262C-BE19-F084-815F1660C72D}"/>
                </a:ext>
              </a:extLst>
            </p:cNvPr>
            <p:cNvSpPr/>
            <p:nvPr/>
          </p:nvSpPr>
          <p:spPr>
            <a:xfrm>
              <a:off x="4193175" y="1585638"/>
              <a:ext cx="80800" cy="68950"/>
            </a:xfrm>
            <a:custGeom>
              <a:avLst/>
              <a:gdLst/>
              <a:ahLst/>
              <a:cxnLst/>
              <a:rect l="l" t="t" r="r" b="b"/>
              <a:pathLst>
                <a:path w="3232" h="2758" extrusionOk="0">
                  <a:moveTo>
                    <a:pt x="1272" y="1"/>
                  </a:moveTo>
                  <a:cubicBezTo>
                    <a:pt x="1165" y="1"/>
                    <a:pt x="1056" y="11"/>
                    <a:pt x="944" y="36"/>
                  </a:cubicBezTo>
                  <a:cubicBezTo>
                    <a:pt x="658" y="93"/>
                    <a:pt x="458" y="279"/>
                    <a:pt x="329" y="522"/>
                  </a:cubicBezTo>
                  <a:cubicBezTo>
                    <a:pt x="1" y="1150"/>
                    <a:pt x="158" y="2194"/>
                    <a:pt x="815" y="2580"/>
                  </a:cubicBezTo>
                  <a:cubicBezTo>
                    <a:pt x="872" y="2608"/>
                    <a:pt x="944" y="2652"/>
                    <a:pt x="1015" y="2666"/>
                  </a:cubicBezTo>
                  <a:cubicBezTo>
                    <a:pt x="1215" y="2731"/>
                    <a:pt x="1413" y="2758"/>
                    <a:pt x="1604" y="2758"/>
                  </a:cubicBezTo>
                  <a:cubicBezTo>
                    <a:pt x="2043" y="2758"/>
                    <a:pt x="2447" y="2615"/>
                    <a:pt x="2745" y="2465"/>
                  </a:cubicBezTo>
                  <a:cubicBezTo>
                    <a:pt x="3045" y="2323"/>
                    <a:pt x="3231" y="2166"/>
                    <a:pt x="3231" y="2166"/>
                  </a:cubicBezTo>
                  <a:lnTo>
                    <a:pt x="2988" y="794"/>
                  </a:lnTo>
                  <a:cubicBezTo>
                    <a:pt x="2988" y="794"/>
                    <a:pt x="2888" y="693"/>
                    <a:pt x="2702" y="550"/>
                  </a:cubicBezTo>
                  <a:cubicBezTo>
                    <a:pt x="2631" y="493"/>
                    <a:pt x="2545" y="436"/>
                    <a:pt x="2445" y="379"/>
                  </a:cubicBezTo>
                  <a:cubicBezTo>
                    <a:pt x="2416" y="365"/>
                    <a:pt x="2387" y="350"/>
                    <a:pt x="2359" y="321"/>
                  </a:cubicBezTo>
                  <a:cubicBezTo>
                    <a:pt x="2316" y="308"/>
                    <a:pt x="2273" y="279"/>
                    <a:pt x="2216" y="251"/>
                  </a:cubicBezTo>
                  <a:cubicBezTo>
                    <a:pt x="2202" y="251"/>
                    <a:pt x="2187" y="236"/>
                    <a:pt x="2174" y="236"/>
                  </a:cubicBezTo>
                  <a:lnTo>
                    <a:pt x="2174" y="222"/>
                  </a:lnTo>
                  <a:cubicBezTo>
                    <a:pt x="1903" y="103"/>
                    <a:pt x="1601" y="1"/>
                    <a:pt x="127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438;p62">
              <a:extLst>
                <a:ext uri="{FF2B5EF4-FFF2-40B4-BE49-F238E27FC236}">
                  <a16:creationId xmlns:a16="http://schemas.microsoft.com/office/drawing/2014/main" id="{468CC495-4571-5FC7-4D73-4A3CF441955F}"/>
                </a:ext>
              </a:extLst>
            </p:cNvPr>
            <p:cNvSpPr/>
            <p:nvPr/>
          </p:nvSpPr>
          <p:spPr>
            <a:xfrm>
              <a:off x="4241775" y="1527488"/>
              <a:ext cx="180125" cy="122200"/>
            </a:xfrm>
            <a:custGeom>
              <a:avLst/>
              <a:gdLst/>
              <a:ahLst/>
              <a:cxnLst/>
              <a:rect l="l" t="t" r="r" b="b"/>
              <a:pathLst>
                <a:path w="7205" h="4888" extrusionOk="0">
                  <a:moveTo>
                    <a:pt x="3101" y="0"/>
                  </a:moveTo>
                  <a:cubicBezTo>
                    <a:pt x="2541" y="0"/>
                    <a:pt x="2159" y="61"/>
                    <a:pt x="2159" y="61"/>
                  </a:cubicBezTo>
                  <a:lnTo>
                    <a:pt x="2116" y="761"/>
                  </a:lnTo>
                  <a:lnTo>
                    <a:pt x="1973" y="2491"/>
                  </a:lnTo>
                  <a:cubicBezTo>
                    <a:pt x="1752" y="2410"/>
                    <a:pt x="1546" y="2374"/>
                    <a:pt x="1358" y="2374"/>
                  </a:cubicBezTo>
                  <a:cubicBezTo>
                    <a:pt x="1013" y="2374"/>
                    <a:pt x="728" y="2496"/>
                    <a:pt x="515" y="2691"/>
                  </a:cubicBezTo>
                  <a:cubicBezTo>
                    <a:pt x="515" y="2691"/>
                    <a:pt x="515" y="2705"/>
                    <a:pt x="501" y="2705"/>
                  </a:cubicBezTo>
                  <a:cubicBezTo>
                    <a:pt x="443" y="2762"/>
                    <a:pt x="386" y="2819"/>
                    <a:pt x="344" y="2891"/>
                  </a:cubicBezTo>
                  <a:cubicBezTo>
                    <a:pt x="1" y="3377"/>
                    <a:pt x="1" y="4092"/>
                    <a:pt x="443" y="4534"/>
                  </a:cubicBezTo>
                  <a:cubicBezTo>
                    <a:pt x="573" y="4649"/>
                    <a:pt x="687" y="4734"/>
                    <a:pt x="801" y="4791"/>
                  </a:cubicBezTo>
                  <a:cubicBezTo>
                    <a:pt x="935" y="4860"/>
                    <a:pt x="1063" y="4888"/>
                    <a:pt x="1190" y="4888"/>
                  </a:cubicBezTo>
                  <a:cubicBezTo>
                    <a:pt x="1704" y="4888"/>
                    <a:pt x="2203" y="4429"/>
                    <a:pt x="2959" y="4292"/>
                  </a:cubicBezTo>
                  <a:cubicBezTo>
                    <a:pt x="3145" y="4259"/>
                    <a:pt x="3361" y="4248"/>
                    <a:pt x="3593" y="4248"/>
                  </a:cubicBezTo>
                  <a:cubicBezTo>
                    <a:pt x="4074" y="4248"/>
                    <a:pt x="4626" y="4296"/>
                    <a:pt x="5146" y="4305"/>
                  </a:cubicBezTo>
                  <a:cubicBezTo>
                    <a:pt x="5212" y="4307"/>
                    <a:pt x="5277" y="4308"/>
                    <a:pt x="5341" y="4308"/>
                  </a:cubicBezTo>
                  <a:cubicBezTo>
                    <a:pt x="5981" y="4308"/>
                    <a:pt x="6561" y="4233"/>
                    <a:pt x="6847" y="3934"/>
                  </a:cubicBezTo>
                  <a:cubicBezTo>
                    <a:pt x="7176" y="3591"/>
                    <a:pt x="7205" y="3048"/>
                    <a:pt x="7148" y="2590"/>
                  </a:cubicBezTo>
                  <a:lnTo>
                    <a:pt x="7148" y="2562"/>
                  </a:lnTo>
                  <a:cubicBezTo>
                    <a:pt x="7090" y="2091"/>
                    <a:pt x="6947" y="1704"/>
                    <a:pt x="6947" y="1704"/>
                  </a:cubicBezTo>
                  <a:cubicBezTo>
                    <a:pt x="6662" y="1247"/>
                    <a:pt x="6290" y="904"/>
                    <a:pt x="5875" y="661"/>
                  </a:cubicBezTo>
                  <a:cubicBezTo>
                    <a:pt x="4973" y="115"/>
                    <a:pt x="3870" y="0"/>
                    <a:pt x="31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439;p62">
              <a:extLst>
                <a:ext uri="{FF2B5EF4-FFF2-40B4-BE49-F238E27FC236}">
                  <a16:creationId xmlns:a16="http://schemas.microsoft.com/office/drawing/2014/main" id="{0A6E3421-ABF9-F4C1-2304-3B5458DDCADE}"/>
                </a:ext>
              </a:extLst>
            </p:cNvPr>
            <p:cNvSpPr/>
            <p:nvPr/>
          </p:nvSpPr>
          <p:spPr>
            <a:xfrm>
              <a:off x="4229625" y="1542038"/>
              <a:ext cx="191200" cy="58450"/>
            </a:xfrm>
            <a:custGeom>
              <a:avLst/>
              <a:gdLst/>
              <a:ahLst/>
              <a:cxnLst/>
              <a:rect l="l" t="t" r="r" b="b"/>
              <a:pathLst>
                <a:path w="7648" h="2338" extrusionOk="0">
                  <a:moveTo>
                    <a:pt x="4501" y="0"/>
                  </a:moveTo>
                  <a:cubicBezTo>
                    <a:pt x="3789" y="0"/>
                    <a:pt x="3093" y="45"/>
                    <a:pt x="2602" y="179"/>
                  </a:cubicBezTo>
                  <a:cubicBezTo>
                    <a:pt x="2216" y="293"/>
                    <a:pt x="1958" y="451"/>
                    <a:pt x="1916" y="680"/>
                  </a:cubicBezTo>
                  <a:cubicBezTo>
                    <a:pt x="1787" y="1294"/>
                    <a:pt x="1244" y="1722"/>
                    <a:pt x="758" y="1995"/>
                  </a:cubicBezTo>
                  <a:cubicBezTo>
                    <a:pt x="358" y="2223"/>
                    <a:pt x="1" y="2338"/>
                    <a:pt x="1" y="2338"/>
                  </a:cubicBezTo>
                  <a:lnTo>
                    <a:pt x="830" y="2309"/>
                  </a:lnTo>
                  <a:lnTo>
                    <a:pt x="1244" y="2294"/>
                  </a:lnTo>
                  <a:lnTo>
                    <a:pt x="3531" y="2208"/>
                  </a:lnTo>
                  <a:lnTo>
                    <a:pt x="4160" y="2195"/>
                  </a:lnTo>
                  <a:lnTo>
                    <a:pt x="4203" y="2195"/>
                  </a:lnTo>
                  <a:lnTo>
                    <a:pt x="7647" y="2065"/>
                  </a:lnTo>
                  <a:lnTo>
                    <a:pt x="7634" y="2008"/>
                  </a:lnTo>
                  <a:lnTo>
                    <a:pt x="7634" y="1980"/>
                  </a:lnTo>
                  <a:lnTo>
                    <a:pt x="7462" y="179"/>
                  </a:lnTo>
                  <a:cubicBezTo>
                    <a:pt x="7462" y="179"/>
                    <a:pt x="7018" y="122"/>
                    <a:pt x="6361" y="79"/>
                  </a:cubicBezTo>
                  <a:cubicBezTo>
                    <a:pt x="5826" y="38"/>
                    <a:pt x="5157" y="0"/>
                    <a:pt x="45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440;p62">
              <a:extLst>
                <a:ext uri="{FF2B5EF4-FFF2-40B4-BE49-F238E27FC236}">
                  <a16:creationId xmlns:a16="http://schemas.microsoft.com/office/drawing/2014/main" id="{6DAE4BC1-4693-4E0C-A71F-388A5A9CD2BC}"/>
                </a:ext>
              </a:extLst>
            </p:cNvPr>
            <p:cNvSpPr/>
            <p:nvPr/>
          </p:nvSpPr>
          <p:spPr>
            <a:xfrm>
              <a:off x="4248550" y="1527488"/>
              <a:ext cx="173350" cy="107700"/>
            </a:xfrm>
            <a:custGeom>
              <a:avLst/>
              <a:gdLst/>
              <a:ahLst/>
              <a:cxnLst/>
              <a:rect l="l" t="t" r="r" b="b"/>
              <a:pathLst>
                <a:path w="6934" h="4308" extrusionOk="0">
                  <a:moveTo>
                    <a:pt x="2830" y="0"/>
                  </a:moveTo>
                  <a:cubicBezTo>
                    <a:pt x="2270" y="0"/>
                    <a:pt x="1888" y="61"/>
                    <a:pt x="1888" y="61"/>
                  </a:cubicBezTo>
                  <a:lnTo>
                    <a:pt x="1845" y="761"/>
                  </a:lnTo>
                  <a:cubicBezTo>
                    <a:pt x="1459" y="875"/>
                    <a:pt x="1201" y="1033"/>
                    <a:pt x="1159" y="1262"/>
                  </a:cubicBezTo>
                  <a:cubicBezTo>
                    <a:pt x="1030" y="1876"/>
                    <a:pt x="487" y="2304"/>
                    <a:pt x="1" y="2577"/>
                  </a:cubicBezTo>
                  <a:cubicBezTo>
                    <a:pt x="44" y="2605"/>
                    <a:pt x="87" y="2634"/>
                    <a:pt x="144" y="2647"/>
                  </a:cubicBezTo>
                  <a:cubicBezTo>
                    <a:pt x="172" y="2662"/>
                    <a:pt x="216" y="2676"/>
                    <a:pt x="244" y="2691"/>
                  </a:cubicBezTo>
                  <a:cubicBezTo>
                    <a:pt x="330" y="2719"/>
                    <a:pt x="430" y="2748"/>
                    <a:pt x="530" y="2762"/>
                  </a:cubicBezTo>
                  <a:cubicBezTo>
                    <a:pt x="637" y="2784"/>
                    <a:pt x="744" y="2794"/>
                    <a:pt x="850" y="2794"/>
                  </a:cubicBezTo>
                  <a:cubicBezTo>
                    <a:pt x="1428" y="2794"/>
                    <a:pt x="1996" y="2495"/>
                    <a:pt x="2503" y="2205"/>
                  </a:cubicBezTo>
                  <a:cubicBezTo>
                    <a:pt x="2589" y="2405"/>
                    <a:pt x="2688" y="2590"/>
                    <a:pt x="2774" y="2790"/>
                  </a:cubicBezTo>
                  <a:cubicBezTo>
                    <a:pt x="2802" y="2848"/>
                    <a:pt x="2831" y="2891"/>
                    <a:pt x="2846" y="2948"/>
                  </a:cubicBezTo>
                  <a:cubicBezTo>
                    <a:pt x="2898" y="2967"/>
                    <a:pt x="2953" y="2975"/>
                    <a:pt x="3007" y="2975"/>
                  </a:cubicBezTo>
                  <a:cubicBezTo>
                    <a:pt x="3163" y="2975"/>
                    <a:pt x="3318" y="2904"/>
                    <a:pt x="3403" y="2777"/>
                  </a:cubicBezTo>
                  <a:cubicBezTo>
                    <a:pt x="3418" y="2762"/>
                    <a:pt x="3431" y="2748"/>
                    <a:pt x="3431" y="2733"/>
                  </a:cubicBezTo>
                  <a:cubicBezTo>
                    <a:pt x="3446" y="2748"/>
                    <a:pt x="3446" y="2762"/>
                    <a:pt x="3446" y="2777"/>
                  </a:cubicBezTo>
                  <a:cubicBezTo>
                    <a:pt x="3560" y="3061"/>
                    <a:pt x="3874" y="3232"/>
                    <a:pt x="4182" y="3232"/>
                  </a:cubicBezTo>
                  <a:cubicBezTo>
                    <a:pt x="4338" y="3232"/>
                    <a:pt x="4493" y="3188"/>
                    <a:pt x="4618" y="3091"/>
                  </a:cubicBezTo>
                  <a:cubicBezTo>
                    <a:pt x="4861" y="3448"/>
                    <a:pt x="4918" y="3863"/>
                    <a:pt x="4875" y="4305"/>
                  </a:cubicBezTo>
                  <a:cubicBezTo>
                    <a:pt x="4941" y="4307"/>
                    <a:pt x="5006" y="4308"/>
                    <a:pt x="5070" y="4308"/>
                  </a:cubicBezTo>
                  <a:cubicBezTo>
                    <a:pt x="5710" y="4308"/>
                    <a:pt x="6290" y="4233"/>
                    <a:pt x="6576" y="3934"/>
                  </a:cubicBezTo>
                  <a:cubicBezTo>
                    <a:pt x="6905" y="3591"/>
                    <a:pt x="6934" y="3048"/>
                    <a:pt x="6877" y="2590"/>
                  </a:cubicBezTo>
                  <a:lnTo>
                    <a:pt x="6877" y="2562"/>
                  </a:lnTo>
                  <a:lnTo>
                    <a:pt x="6705" y="761"/>
                  </a:lnTo>
                  <a:cubicBezTo>
                    <a:pt x="6705" y="761"/>
                    <a:pt x="6261" y="704"/>
                    <a:pt x="5604" y="661"/>
                  </a:cubicBezTo>
                  <a:cubicBezTo>
                    <a:pt x="4702" y="115"/>
                    <a:pt x="3599" y="0"/>
                    <a:pt x="2830"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441;p62">
              <a:extLst>
                <a:ext uri="{FF2B5EF4-FFF2-40B4-BE49-F238E27FC236}">
                  <a16:creationId xmlns:a16="http://schemas.microsoft.com/office/drawing/2014/main" id="{3D778395-A3E9-2FD4-0BCF-8E86AFAB6DC3}"/>
                </a:ext>
              </a:extLst>
            </p:cNvPr>
            <p:cNvSpPr/>
            <p:nvPr/>
          </p:nvSpPr>
          <p:spPr>
            <a:xfrm>
              <a:off x="4260700" y="1094813"/>
              <a:ext cx="166200" cy="491725"/>
            </a:xfrm>
            <a:custGeom>
              <a:avLst/>
              <a:gdLst/>
              <a:ahLst/>
              <a:cxnLst/>
              <a:rect l="l" t="t" r="r" b="b"/>
              <a:pathLst>
                <a:path w="6648" h="19669" extrusionOk="0">
                  <a:moveTo>
                    <a:pt x="1" y="1"/>
                  </a:moveTo>
                  <a:cubicBezTo>
                    <a:pt x="1" y="1"/>
                    <a:pt x="58" y="1445"/>
                    <a:pt x="130" y="3574"/>
                  </a:cubicBezTo>
                  <a:cubicBezTo>
                    <a:pt x="273" y="7963"/>
                    <a:pt x="444" y="15281"/>
                    <a:pt x="230" y="19097"/>
                  </a:cubicBezTo>
                  <a:lnTo>
                    <a:pt x="230" y="19169"/>
                  </a:lnTo>
                  <a:cubicBezTo>
                    <a:pt x="230" y="19169"/>
                    <a:pt x="902" y="19125"/>
                    <a:pt x="1630" y="18283"/>
                  </a:cubicBezTo>
                  <a:cubicBezTo>
                    <a:pt x="1630" y="18283"/>
                    <a:pt x="1973" y="18883"/>
                    <a:pt x="2217" y="19255"/>
                  </a:cubicBezTo>
                  <a:cubicBezTo>
                    <a:pt x="2244" y="19299"/>
                    <a:pt x="2276" y="19319"/>
                    <a:pt x="2310" y="19319"/>
                  </a:cubicBezTo>
                  <a:cubicBezTo>
                    <a:pt x="2559" y="19319"/>
                    <a:pt x="2945" y="18268"/>
                    <a:pt x="2945" y="18268"/>
                  </a:cubicBezTo>
                  <a:lnTo>
                    <a:pt x="3717" y="19669"/>
                  </a:lnTo>
                  <a:cubicBezTo>
                    <a:pt x="3717" y="19669"/>
                    <a:pt x="4247" y="19040"/>
                    <a:pt x="4590" y="18268"/>
                  </a:cubicBezTo>
                  <a:cubicBezTo>
                    <a:pt x="4590" y="18268"/>
                    <a:pt x="5375" y="19312"/>
                    <a:pt x="6433" y="19426"/>
                  </a:cubicBezTo>
                  <a:cubicBezTo>
                    <a:pt x="6433" y="19426"/>
                    <a:pt x="6619" y="7290"/>
                    <a:pt x="6648" y="3103"/>
                  </a:cubicBezTo>
                  <a:lnTo>
                    <a:pt x="6648" y="3103"/>
                  </a:lnTo>
                  <a:cubicBezTo>
                    <a:pt x="6648" y="3103"/>
                    <a:pt x="6574" y="3109"/>
                    <a:pt x="6440" y="3109"/>
                  </a:cubicBezTo>
                  <a:cubicBezTo>
                    <a:pt x="5640" y="3109"/>
                    <a:pt x="2680" y="290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442;p62">
              <a:extLst>
                <a:ext uri="{FF2B5EF4-FFF2-40B4-BE49-F238E27FC236}">
                  <a16:creationId xmlns:a16="http://schemas.microsoft.com/office/drawing/2014/main" id="{995684A1-0EE2-7071-10D3-0E432A3CBF21}"/>
                </a:ext>
              </a:extLst>
            </p:cNvPr>
            <p:cNvSpPr/>
            <p:nvPr/>
          </p:nvSpPr>
          <p:spPr>
            <a:xfrm>
              <a:off x="4262125" y="1131988"/>
              <a:ext cx="164775" cy="454550"/>
            </a:xfrm>
            <a:custGeom>
              <a:avLst/>
              <a:gdLst/>
              <a:ahLst/>
              <a:cxnLst/>
              <a:rect l="l" t="t" r="r" b="b"/>
              <a:pathLst>
                <a:path w="6591" h="18182" extrusionOk="0">
                  <a:moveTo>
                    <a:pt x="1" y="0"/>
                  </a:moveTo>
                  <a:cubicBezTo>
                    <a:pt x="16" y="572"/>
                    <a:pt x="44" y="1273"/>
                    <a:pt x="73" y="2087"/>
                  </a:cubicBezTo>
                  <a:cubicBezTo>
                    <a:pt x="616" y="2474"/>
                    <a:pt x="1274" y="2788"/>
                    <a:pt x="2059" y="2988"/>
                  </a:cubicBezTo>
                  <a:cubicBezTo>
                    <a:pt x="2846" y="3188"/>
                    <a:pt x="3803" y="3345"/>
                    <a:pt x="4146" y="4103"/>
                  </a:cubicBezTo>
                  <a:cubicBezTo>
                    <a:pt x="4275" y="4360"/>
                    <a:pt x="4289" y="4675"/>
                    <a:pt x="4304" y="4961"/>
                  </a:cubicBezTo>
                  <a:cubicBezTo>
                    <a:pt x="4461" y="8576"/>
                    <a:pt x="4618" y="12178"/>
                    <a:pt x="4790" y="15780"/>
                  </a:cubicBezTo>
                  <a:cubicBezTo>
                    <a:pt x="4546" y="15752"/>
                    <a:pt x="4332" y="15595"/>
                    <a:pt x="4203" y="15395"/>
                  </a:cubicBezTo>
                  <a:cubicBezTo>
                    <a:pt x="4018" y="15923"/>
                    <a:pt x="3832" y="16466"/>
                    <a:pt x="3632" y="17010"/>
                  </a:cubicBezTo>
                  <a:cubicBezTo>
                    <a:pt x="3332" y="16653"/>
                    <a:pt x="3103" y="16238"/>
                    <a:pt x="2960" y="15795"/>
                  </a:cubicBezTo>
                  <a:cubicBezTo>
                    <a:pt x="2903" y="16266"/>
                    <a:pt x="2717" y="16739"/>
                    <a:pt x="2417" y="17124"/>
                  </a:cubicBezTo>
                  <a:cubicBezTo>
                    <a:pt x="2174" y="16767"/>
                    <a:pt x="1931" y="16409"/>
                    <a:pt x="1674" y="16052"/>
                  </a:cubicBezTo>
                  <a:cubicBezTo>
                    <a:pt x="1173" y="16567"/>
                    <a:pt x="673" y="17095"/>
                    <a:pt x="173" y="17610"/>
                  </a:cubicBezTo>
                  <a:lnTo>
                    <a:pt x="173" y="17682"/>
                  </a:lnTo>
                  <a:cubicBezTo>
                    <a:pt x="173" y="17682"/>
                    <a:pt x="845" y="17638"/>
                    <a:pt x="1573" y="16796"/>
                  </a:cubicBezTo>
                  <a:cubicBezTo>
                    <a:pt x="1573" y="16796"/>
                    <a:pt x="1916" y="17396"/>
                    <a:pt x="2160" y="17768"/>
                  </a:cubicBezTo>
                  <a:cubicBezTo>
                    <a:pt x="2188" y="17810"/>
                    <a:pt x="2217" y="17825"/>
                    <a:pt x="2259" y="17825"/>
                  </a:cubicBezTo>
                  <a:cubicBezTo>
                    <a:pt x="2503" y="17825"/>
                    <a:pt x="2888" y="16781"/>
                    <a:pt x="2888" y="16781"/>
                  </a:cubicBezTo>
                  <a:lnTo>
                    <a:pt x="3660" y="18182"/>
                  </a:lnTo>
                  <a:cubicBezTo>
                    <a:pt x="3660" y="18182"/>
                    <a:pt x="4190" y="17553"/>
                    <a:pt x="4533" y="16781"/>
                  </a:cubicBezTo>
                  <a:cubicBezTo>
                    <a:pt x="4533" y="16781"/>
                    <a:pt x="5318" y="17825"/>
                    <a:pt x="6376" y="17939"/>
                  </a:cubicBezTo>
                  <a:cubicBezTo>
                    <a:pt x="6376" y="17939"/>
                    <a:pt x="6547" y="6504"/>
                    <a:pt x="6591" y="2001"/>
                  </a:cubicBezTo>
                  <a:cubicBezTo>
                    <a:pt x="5776" y="1988"/>
                    <a:pt x="5032" y="1930"/>
                    <a:pt x="4346" y="1830"/>
                  </a:cubicBezTo>
                  <a:cubicBezTo>
                    <a:pt x="2474" y="1544"/>
                    <a:pt x="1059" y="930"/>
                    <a:pt x="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443;p62">
              <a:extLst>
                <a:ext uri="{FF2B5EF4-FFF2-40B4-BE49-F238E27FC236}">
                  <a16:creationId xmlns:a16="http://schemas.microsoft.com/office/drawing/2014/main" id="{909744FF-C79D-898C-9040-F6E2D8EF165B}"/>
                </a:ext>
              </a:extLst>
            </p:cNvPr>
            <p:cNvSpPr/>
            <p:nvPr/>
          </p:nvSpPr>
          <p:spPr>
            <a:xfrm>
              <a:off x="4662350" y="1592213"/>
              <a:ext cx="75550" cy="65325"/>
            </a:xfrm>
            <a:custGeom>
              <a:avLst/>
              <a:gdLst/>
              <a:ahLst/>
              <a:cxnLst/>
              <a:rect l="l" t="t" r="r" b="b"/>
              <a:pathLst>
                <a:path w="3022" h="2613" extrusionOk="0">
                  <a:moveTo>
                    <a:pt x="1708" y="1"/>
                  </a:moveTo>
                  <a:cubicBezTo>
                    <a:pt x="1697" y="1"/>
                    <a:pt x="1685" y="1"/>
                    <a:pt x="1673" y="1"/>
                  </a:cubicBezTo>
                  <a:cubicBezTo>
                    <a:pt x="1273" y="16"/>
                    <a:pt x="944" y="130"/>
                    <a:pt x="702" y="259"/>
                  </a:cubicBezTo>
                  <a:cubicBezTo>
                    <a:pt x="315" y="459"/>
                    <a:pt x="115" y="687"/>
                    <a:pt x="115" y="687"/>
                  </a:cubicBezTo>
                  <a:lnTo>
                    <a:pt x="1" y="2202"/>
                  </a:lnTo>
                  <a:cubicBezTo>
                    <a:pt x="1" y="2202"/>
                    <a:pt x="73" y="2246"/>
                    <a:pt x="216" y="2317"/>
                  </a:cubicBezTo>
                  <a:cubicBezTo>
                    <a:pt x="485" y="2434"/>
                    <a:pt x="951" y="2613"/>
                    <a:pt x="1416" y="2613"/>
                  </a:cubicBezTo>
                  <a:cubicBezTo>
                    <a:pt x="1692" y="2613"/>
                    <a:pt x="1968" y="2550"/>
                    <a:pt x="2202" y="2374"/>
                  </a:cubicBezTo>
                  <a:cubicBezTo>
                    <a:pt x="3021" y="1767"/>
                    <a:pt x="2682" y="1"/>
                    <a:pt x="170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444;p62">
              <a:extLst>
                <a:ext uri="{FF2B5EF4-FFF2-40B4-BE49-F238E27FC236}">
                  <a16:creationId xmlns:a16="http://schemas.microsoft.com/office/drawing/2014/main" id="{88B07E75-67F2-4945-1163-D52BF761A1E4}"/>
                </a:ext>
              </a:extLst>
            </p:cNvPr>
            <p:cNvSpPr/>
            <p:nvPr/>
          </p:nvSpPr>
          <p:spPr>
            <a:xfrm>
              <a:off x="4606975" y="1585638"/>
              <a:ext cx="81125" cy="68950"/>
            </a:xfrm>
            <a:custGeom>
              <a:avLst/>
              <a:gdLst/>
              <a:ahLst/>
              <a:cxnLst/>
              <a:rect l="l" t="t" r="r" b="b"/>
              <a:pathLst>
                <a:path w="3245" h="2758" extrusionOk="0">
                  <a:moveTo>
                    <a:pt x="1953" y="1"/>
                  </a:moveTo>
                  <a:cubicBezTo>
                    <a:pt x="1608" y="1"/>
                    <a:pt x="1287" y="109"/>
                    <a:pt x="1015" y="251"/>
                  </a:cubicBezTo>
                  <a:cubicBezTo>
                    <a:pt x="944" y="293"/>
                    <a:pt x="858" y="336"/>
                    <a:pt x="786" y="379"/>
                  </a:cubicBezTo>
                  <a:cubicBezTo>
                    <a:pt x="700" y="436"/>
                    <a:pt x="615" y="493"/>
                    <a:pt x="544" y="550"/>
                  </a:cubicBezTo>
                  <a:cubicBezTo>
                    <a:pt x="386" y="679"/>
                    <a:pt x="272" y="779"/>
                    <a:pt x="258" y="794"/>
                  </a:cubicBezTo>
                  <a:lnTo>
                    <a:pt x="1" y="2166"/>
                  </a:lnTo>
                  <a:cubicBezTo>
                    <a:pt x="1" y="2166"/>
                    <a:pt x="172" y="2309"/>
                    <a:pt x="458" y="2452"/>
                  </a:cubicBezTo>
                  <a:cubicBezTo>
                    <a:pt x="472" y="2452"/>
                    <a:pt x="487" y="2465"/>
                    <a:pt x="500" y="2465"/>
                  </a:cubicBezTo>
                  <a:cubicBezTo>
                    <a:pt x="790" y="2615"/>
                    <a:pt x="1196" y="2758"/>
                    <a:pt x="1634" y="2758"/>
                  </a:cubicBezTo>
                  <a:cubicBezTo>
                    <a:pt x="1824" y="2758"/>
                    <a:pt x="2021" y="2731"/>
                    <a:pt x="2216" y="2666"/>
                  </a:cubicBezTo>
                  <a:cubicBezTo>
                    <a:pt x="2301" y="2652"/>
                    <a:pt x="2373" y="2608"/>
                    <a:pt x="2431" y="2580"/>
                  </a:cubicBezTo>
                  <a:cubicBezTo>
                    <a:pt x="3073" y="2194"/>
                    <a:pt x="3245" y="1150"/>
                    <a:pt x="2917" y="522"/>
                  </a:cubicBezTo>
                  <a:cubicBezTo>
                    <a:pt x="2787" y="279"/>
                    <a:pt x="2573" y="93"/>
                    <a:pt x="2288" y="36"/>
                  </a:cubicBezTo>
                  <a:cubicBezTo>
                    <a:pt x="2174" y="12"/>
                    <a:pt x="2063" y="1"/>
                    <a:pt x="195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445;p62">
              <a:extLst>
                <a:ext uri="{FF2B5EF4-FFF2-40B4-BE49-F238E27FC236}">
                  <a16:creationId xmlns:a16="http://schemas.microsoft.com/office/drawing/2014/main" id="{E29844CD-FF5D-B0C0-C8A9-347F4814B943}"/>
                </a:ext>
              </a:extLst>
            </p:cNvPr>
            <p:cNvSpPr/>
            <p:nvPr/>
          </p:nvSpPr>
          <p:spPr>
            <a:xfrm>
              <a:off x="4459375" y="1527488"/>
              <a:ext cx="180125" cy="122175"/>
            </a:xfrm>
            <a:custGeom>
              <a:avLst/>
              <a:gdLst/>
              <a:ahLst/>
              <a:cxnLst/>
              <a:rect l="l" t="t" r="r" b="b"/>
              <a:pathLst>
                <a:path w="7205" h="4887" extrusionOk="0">
                  <a:moveTo>
                    <a:pt x="4095" y="0"/>
                  </a:moveTo>
                  <a:cubicBezTo>
                    <a:pt x="3328" y="0"/>
                    <a:pt x="2226" y="115"/>
                    <a:pt x="1316" y="661"/>
                  </a:cubicBezTo>
                  <a:cubicBezTo>
                    <a:pt x="902" y="904"/>
                    <a:pt x="530" y="1247"/>
                    <a:pt x="258" y="1704"/>
                  </a:cubicBezTo>
                  <a:cubicBezTo>
                    <a:pt x="258" y="1704"/>
                    <a:pt x="144" y="1990"/>
                    <a:pt x="73" y="2376"/>
                  </a:cubicBezTo>
                  <a:cubicBezTo>
                    <a:pt x="73" y="2434"/>
                    <a:pt x="58" y="2505"/>
                    <a:pt x="44" y="2562"/>
                  </a:cubicBezTo>
                  <a:lnTo>
                    <a:pt x="44" y="2590"/>
                  </a:lnTo>
                  <a:cubicBezTo>
                    <a:pt x="1" y="3048"/>
                    <a:pt x="30" y="3591"/>
                    <a:pt x="344" y="3934"/>
                  </a:cubicBezTo>
                  <a:cubicBezTo>
                    <a:pt x="636" y="4236"/>
                    <a:pt x="1188" y="4306"/>
                    <a:pt x="1812" y="4306"/>
                  </a:cubicBezTo>
                  <a:cubicBezTo>
                    <a:pt x="2104" y="4306"/>
                    <a:pt x="2412" y="4291"/>
                    <a:pt x="2717" y="4277"/>
                  </a:cubicBezTo>
                  <a:cubicBezTo>
                    <a:pt x="3014" y="4262"/>
                    <a:pt x="3311" y="4246"/>
                    <a:pt x="3584" y="4246"/>
                  </a:cubicBezTo>
                  <a:cubicBezTo>
                    <a:pt x="3824" y="4246"/>
                    <a:pt x="4045" y="4258"/>
                    <a:pt x="4232" y="4292"/>
                  </a:cubicBezTo>
                  <a:cubicBezTo>
                    <a:pt x="5003" y="4422"/>
                    <a:pt x="5508" y="4886"/>
                    <a:pt x="6024" y="4886"/>
                  </a:cubicBezTo>
                  <a:cubicBezTo>
                    <a:pt x="6130" y="4886"/>
                    <a:pt x="6237" y="4867"/>
                    <a:pt x="6347" y="4820"/>
                  </a:cubicBezTo>
                  <a:cubicBezTo>
                    <a:pt x="6362" y="4806"/>
                    <a:pt x="6376" y="4806"/>
                    <a:pt x="6404" y="4791"/>
                  </a:cubicBezTo>
                  <a:cubicBezTo>
                    <a:pt x="6505" y="4734"/>
                    <a:pt x="6633" y="4649"/>
                    <a:pt x="6747" y="4534"/>
                  </a:cubicBezTo>
                  <a:cubicBezTo>
                    <a:pt x="7205" y="4092"/>
                    <a:pt x="7191" y="3377"/>
                    <a:pt x="6848" y="2891"/>
                  </a:cubicBezTo>
                  <a:cubicBezTo>
                    <a:pt x="6805" y="2819"/>
                    <a:pt x="6747" y="2762"/>
                    <a:pt x="6690" y="2705"/>
                  </a:cubicBezTo>
                  <a:cubicBezTo>
                    <a:pt x="6486" y="2500"/>
                    <a:pt x="6196" y="2368"/>
                    <a:pt x="5845" y="2368"/>
                  </a:cubicBezTo>
                  <a:cubicBezTo>
                    <a:pt x="5657" y="2368"/>
                    <a:pt x="5452" y="2406"/>
                    <a:pt x="5232" y="2491"/>
                  </a:cubicBezTo>
                  <a:lnTo>
                    <a:pt x="5089" y="761"/>
                  </a:lnTo>
                  <a:lnTo>
                    <a:pt x="5032" y="61"/>
                  </a:lnTo>
                  <a:cubicBezTo>
                    <a:pt x="5032" y="61"/>
                    <a:pt x="4652" y="0"/>
                    <a:pt x="409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446;p62">
              <a:extLst>
                <a:ext uri="{FF2B5EF4-FFF2-40B4-BE49-F238E27FC236}">
                  <a16:creationId xmlns:a16="http://schemas.microsoft.com/office/drawing/2014/main" id="{1384F574-4AF0-358F-017A-22F701FBCDA2}"/>
                </a:ext>
              </a:extLst>
            </p:cNvPr>
            <p:cNvSpPr/>
            <p:nvPr/>
          </p:nvSpPr>
          <p:spPr>
            <a:xfrm>
              <a:off x="4460475" y="1542038"/>
              <a:ext cx="191175" cy="58450"/>
            </a:xfrm>
            <a:custGeom>
              <a:avLst/>
              <a:gdLst/>
              <a:ahLst/>
              <a:cxnLst/>
              <a:rect l="l" t="t" r="r" b="b"/>
              <a:pathLst>
                <a:path w="7647" h="2338" extrusionOk="0">
                  <a:moveTo>
                    <a:pt x="3145" y="0"/>
                  </a:moveTo>
                  <a:cubicBezTo>
                    <a:pt x="2487" y="0"/>
                    <a:pt x="1814" y="38"/>
                    <a:pt x="1272" y="79"/>
                  </a:cubicBezTo>
                  <a:cubicBezTo>
                    <a:pt x="629" y="122"/>
                    <a:pt x="172" y="179"/>
                    <a:pt x="172" y="179"/>
                  </a:cubicBezTo>
                  <a:lnTo>
                    <a:pt x="29" y="1794"/>
                  </a:lnTo>
                  <a:lnTo>
                    <a:pt x="0" y="1980"/>
                  </a:lnTo>
                  <a:lnTo>
                    <a:pt x="0" y="2008"/>
                  </a:lnTo>
                  <a:lnTo>
                    <a:pt x="0" y="2065"/>
                  </a:lnTo>
                  <a:lnTo>
                    <a:pt x="1844" y="2137"/>
                  </a:lnTo>
                  <a:lnTo>
                    <a:pt x="3302" y="2180"/>
                  </a:lnTo>
                  <a:lnTo>
                    <a:pt x="3402" y="2195"/>
                  </a:lnTo>
                  <a:lnTo>
                    <a:pt x="4474" y="2223"/>
                  </a:lnTo>
                  <a:lnTo>
                    <a:pt x="5846" y="2280"/>
                  </a:lnTo>
                  <a:lnTo>
                    <a:pt x="6404" y="2294"/>
                  </a:lnTo>
                  <a:lnTo>
                    <a:pt x="6804" y="2309"/>
                  </a:lnTo>
                  <a:lnTo>
                    <a:pt x="7647" y="2338"/>
                  </a:lnTo>
                  <a:cubicBezTo>
                    <a:pt x="7647" y="2338"/>
                    <a:pt x="7290" y="2223"/>
                    <a:pt x="6875" y="1995"/>
                  </a:cubicBezTo>
                  <a:cubicBezTo>
                    <a:pt x="6404" y="1722"/>
                    <a:pt x="5861" y="1294"/>
                    <a:pt x="5731" y="680"/>
                  </a:cubicBezTo>
                  <a:cubicBezTo>
                    <a:pt x="5674" y="451"/>
                    <a:pt x="5417" y="293"/>
                    <a:pt x="5045" y="179"/>
                  </a:cubicBezTo>
                  <a:cubicBezTo>
                    <a:pt x="4554" y="45"/>
                    <a:pt x="3859" y="0"/>
                    <a:pt x="314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447;p62">
              <a:extLst>
                <a:ext uri="{FF2B5EF4-FFF2-40B4-BE49-F238E27FC236}">
                  <a16:creationId xmlns:a16="http://schemas.microsoft.com/office/drawing/2014/main" id="{76B43461-253F-9D4C-8EB3-D79CD1A1BB4D}"/>
                </a:ext>
              </a:extLst>
            </p:cNvPr>
            <p:cNvSpPr/>
            <p:nvPr/>
          </p:nvSpPr>
          <p:spPr>
            <a:xfrm>
              <a:off x="4461175" y="1527488"/>
              <a:ext cx="276725" cy="130050"/>
            </a:xfrm>
            <a:custGeom>
              <a:avLst/>
              <a:gdLst/>
              <a:ahLst/>
              <a:cxnLst/>
              <a:rect l="l" t="t" r="r" b="b"/>
              <a:pathLst>
                <a:path w="11069" h="5202" extrusionOk="0">
                  <a:moveTo>
                    <a:pt x="4023" y="0"/>
                  </a:moveTo>
                  <a:cubicBezTo>
                    <a:pt x="3256" y="0"/>
                    <a:pt x="2154" y="115"/>
                    <a:pt x="1244" y="661"/>
                  </a:cubicBezTo>
                  <a:cubicBezTo>
                    <a:pt x="601" y="704"/>
                    <a:pt x="144" y="761"/>
                    <a:pt x="144" y="761"/>
                  </a:cubicBezTo>
                  <a:lnTo>
                    <a:pt x="1" y="2376"/>
                  </a:lnTo>
                  <a:cubicBezTo>
                    <a:pt x="287" y="2362"/>
                    <a:pt x="615" y="2276"/>
                    <a:pt x="1002" y="2276"/>
                  </a:cubicBezTo>
                  <a:cubicBezTo>
                    <a:pt x="1016" y="2275"/>
                    <a:pt x="1031" y="2275"/>
                    <a:pt x="1045" y="2275"/>
                  </a:cubicBezTo>
                  <a:cubicBezTo>
                    <a:pt x="1521" y="2275"/>
                    <a:pt x="1608" y="2497"/>
                    <a:pt x="1816" y="2719"/>
                  </a:cubicBezTo>
                  <a:cubicBezTo>
                    <a:pt x="1916" y="2805"/>
                    <a:pt x="2031" y="2905"/>
                    <a:pt x="2216" y="2990"/>
                  </a:cubicBezTo>
                  <a:cubicBezTo>
                    <a:pt x="2345" y="3047"/>
                    <a:pt x="2510" y="3083"/>
                    <a:pt x="2673" y="3083"/>
                  </a:cubicBezTo>
                  <a:cubicBezTo>
                    <a:pt x="2923" y="3083"/>
                    <a:pt x="3169" y="2996"/>
                    <a:pt x="3274" y="2762"/>
                  </a:cubicBezTo>
                  <a:cubicBezTo>
                    <a:pt x="3302" y="2719"/>
                    <a:pt x="3317" y="2676"/>
                    <a:pt x="3331" y="2619"/>
                  </a:cubicBezTo>
                  <a:cubicBezTo>
                    <a:pt x="3331" y="2676"/>
                    <a:pt x="3346" y="2719"/>
                    <a:pt x="3374" y="2777"/>
                  </a:cubicBezTo>
                  <a:cubicBezTo>
                    <a:pt x="3474" y="2920"/>
                    <a:pt x="3677" y="2996"/>
                    <a:pt x="3870" y="2996"/>
                  </a:cubicBezTo>
                  <a:cubicBezTo>
                    <a:pt x="3925" y="2996"/>
                    <a:pt x="3980" y="2990"/>
                    <a:pt x="4032" y="2977"/>
                  </a:cubicBezTo>
                  <a:cubicBezTo>
                    <a:pt x="4175" y="2933"/>
                    <a:pt x="4303" y="2876"/>
                    <a:pt x="4446" y="2805"/>
                  </a:cubicBezTo>
                  <a:cubicBezTo>
                    <a:pt x="4575" y="2748"/>
                    <a:pt x="4703" y="2676"/>
                    <a:pt x="4861" y="2634"/>
                  </a:cubicBezTo>
                  <a:cubicBezTo>
                    <a:pt x="4933" y="2618"/>
                    <a:pt x="5005" y="2610"/>
                    <a:pt x="5077" y="2610"/>
                  </a:cubicBezTo>
                  <a:cubicBezTo>
                    <a:pt x="5336" y="2610"/>
                    <a:pt x="5594" y="2706"/>
                    <a:pt x="5818" y="2862"/>
                  </a:cubicBezTo>
                  <a:cubicBezTo>
                    <a:pt x="5918" y="2933"/>
                    <a:pt x="6004" y="3019"/>
                    <a:pt x="6090" y="3120"/>
                  </a:cubicBezTo>
                  <a:cubicBezTo>
                    <a:pt x="6147" y="3191"/>
                    <a:pt x="6189" y="3263"/>
                    <a:pt x="6218" y="3334"/>
                  </a:cubicBezTo>
                  <a:cubicBezTo>
                    <a:pt x="6447" y="3777"/>
                    <a:pt x="6447" y="4305"/>
                    <a:pt x="6290" y="4778"/>
                  </a:cubicBezTo>
                  <a:cubicBezTo>
                    <a:pt x="6290" y="4791"/>
                    <a:pt x="6290" y="4806"/>
                    <a:pt x="6275" y="4820"/>
                  </a:cubicBezTo>
                  <a:cubicBezTo>
                    <a:pt x="6290" y="4806"/>
                    <a:pt x="6304" y="4806"/>
                    <a:pt x="6332" y="4791"/>
                  </a:cubicBezTo>
                  <a:cubicBezTo>
                    <a:pt x="6622" y="4941"/>
                    <a:pt x="7028" y="5084"/>
                    <a:pt x="7466" y="5084"/>
                  </a:cubicBezTo>
                  <a:cubicBezTo>
                    <a:pt x="7656" y="5084"/>
                    <a:pt x="7853" y="5057"/>
                    <a:pt x="8048" y="4992"/>
                  </a:cubicBezTo>
                  <a:cubicBezTo>
                    <a:pt x="8133" y="4978"/>
                    <a:pt x="8205" y="4934"/>
                    <a:pt x="8263" y="4906"/>
                  </a:cubicBezTo>
                  <a:cubicBezTo>
                    <a:pt x="8532" y="5023"/>
                    <a:pt x="8998" y="5202"/>
                    <a:pt x="9463" y="5202"/>
                  </a:cubicBezTo>
                  <a:cubicBezTo>
                    <a:pt x="9739" y="5202"/>
                    <a:pt x="10015" y="5139"/>
                    <a:pt x="10249" y="4963"/>
                  </a:cubicBezTo>
                  <a:cubicBezTo>
                    <a:pt x="11068" y="4356"/>
                    <a:pt x="10729" y="2590"/>
                    <a:pt x="9755" y="2590"/>
                  </a:cubicBezTo>
                  <a:cubicBezTo>
                    <a:pt x="9744" y="2590"/>
                    <a:pt x="9732" y="2590"/>
                    <a:pt x="9720" y="2590"/>
                  </a:cubicBezTo>
                  <a:cubicBezTo>
                    <a:pt x="9320" y="2605"/>
                    <a:pt x="8991" y="2719"/>
                    <a:pt x="8749" y="2848"/>
                  </a:cubicBezTo>
                  <a:cubicBezTo>
                    <a:pt x="8619" y="2605"/>
                    <a:pt x="8405" y="2419"/>
                    <a:pt x="8120" y="2362"/>
                  </a:cubicBezTo>
                  <a:cubicBezTo>
                    <a:pt x="8006" y="2338"/>
                    <a:pt x="7895" y="2327"/>
                    <a:pt x="7785" y="2327"/>
                  </a:cubicBezTo>
                  <a:cubicBezTo>
                    <a:pt x="7440" y="2327"/>
                    <a:pt x="7119" y="2435"/>
                    <a:pt x="6847" y="2577"/>
                  </a:cubicBezTo>
                  <a:cubicBezTo>
                    <a:pt x="6376" y="2304"/>
                    <a:pt x="5833" y="1876"/>
                    <a:pt x="5703" y="1262"/>
                  </a:cubicBezTo>
                  <a:cubicBezTo>
                    <a:pt x="5646" y="1033"/>
                    <a:pt x="5389" y="875"/>
                    <a:pt x="5017" y="761"/>
                  </a:cubicBezTo>
                  <a:lnTo>
                    <a:pt x="4960" y="61"/>
                  </a:lnTo>
                  <a:cubicBezTo>
                    <a:pt x="4960" y="61"/>
                    <a:pt x="4580" y="0"/>
                    <a:pt x="402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448;p62">
              <a:extLst>
                <a:ext uri="{FF2B5EF4-FFF2-40B4-BE49-F238E27FC236}">
                  <a16:creationId xmlns:a16="http://schemas.microsoft.com/office/drawing/2014/main" id="{53B47AEB-F81D-25B6-A749-E2CBC5CAAEA5}"/>
                </a:ext>
              </a:extLst>
            </p:cNvPr>
            <p:cNvSpPr/>
            <p:nvPr/>
          </p:nvSpPr>
          <p:spPr>
            <a:xfrm>
              <a:off x="4454375" y="1094813"/>
              <a:ext cx="166200" cy="491725"/>
            </a:xfrm>
            <a:custGeom>
              <a:avLst/>
              <a:gdLst/>
              <a:ahLst/>
              <a:cxnLst/>
              <a:rect l="l" t="t" r="r" b="b"/>
              <a:pathLst>
                <a:path w="6648" h="19669" extrusionOk="0">
                  <a:moveTo>
                    <a:pt x="6648" y="1"/>
                  </a:moveTo>
                  <a:lnTo>
                    <a:pt x="6648" y="1"/>
                  </a:lnTo>
                  <a:cubicBezTo>
                    <a:pt x="3957" y="2900"/>
                    <a:pt x="1005" y="3109"/>
                    <a:pt x="208" y="3109"/>
                  </a:cubicBezTo>
                  <a:cubicBezTo>
                    <a:pt x="74" y="3109"/>
                    <a:pt x="1" y="3103"/>
                    <a:pt x="1" y="3103"/>
                  </a:cubicBezTo>
                  <a:lnTo>
                    <a:pt x="1" y="4447"/>
                  </a:lnTo>
                  <a:cubicBezTo>
                    <a:pt x="44" y="8548"/>
                    <a:pt x="159" y="16110"/>
                    <a:pt x="201" y="18597"/>
                  </a:cubicBezTo>
                  <a:lnTo>
                    <a:pt x="201" y="19426"/>
                  </a:lnTo>
                  <a:cubicBezTo>
                    <a:pt x="1274" y="19312"/>
                    <a:pt x="2045" y="18268"/>
                    <a:pt x="2045" y="18268"/>
                  </a:cubicBezTo>
                  <a:cubicBezTo>
                    <a:pt x="2402" y="19040"/>
                    <a:pt x="2932" y="19669"/>
                    <a:pt x="2932" y="19669"/>
                  </a:cubicBezTo>
                  <a:lnTo>
                    <a:pt x="3689" y="18268"/>
                  </a:lnTo>
                  <a:cubicBezTo>
                    <a:pt x="3689" y="18268"/>
                    <a:pt x="4076" y="19319"/>
                    <a:pt x="4334" y="19319"/>
                  </a:cubicBezTo>
                  <a:cubicBezTo>
                    <a:pt x="4370" y="19319"/>
                    <a:pt x="4403" y="19299"/>
                    <a:pt x="4432" y="19255"/>
                  </a:cubicBezTo>
                  <a:cubicBezTo>
                    <a:pt x="4660" y="18883"/>
                    <a:pt x="5018" y="18283"/>
                    <a:pt x="5018" y="18283"/>
                  </a:cubicBezTo>
                  <a:cubicBezTo>
                    <a:pt x="5747" y="19125"/>
                    <a:pt x="6419" y="19169"/>
                    <a:pt x="6419" y="19169"/>
                  </a:cubicBezTo>
                  <a:cubicBezTo>
                    <a:pt x="6076" y="13537"/>
                    <a:pt x="6648" y="1"/>
                    <a:pt x="664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449;p62">
              <a:extLst>
                <a:ext uri="{FF2B5EF4-FFF2-40B4-BE49-F238E27FC236}">
                  <a16:creationId xmlns:a16="http://schemas.microsoft.com/office/drawing/2014/main" id="{E480277C-62CD-84C6-C722-3FC8B71E441F}"/>
                </a:ext>
              </a:extLst>
            </p:cNvPr>
            <p:cNvSpPr/>
            <p:nvPr/>
          </p:nvSpPr>
          <p:spPr>
            <a:xfrm>
              <a:off x="4454375" y="1133788"/>
              <a:ext cx="164775" cy="452750"/>
            </a:xfrm>
            <a:custGeom>
              <a:avLst/>
              <a:gdLst/>
              <a:ahLst/>
              <a:cxnLst/>
              <a:rect l="l" t="t" r="r" b="b"/>
              <a:pathLst>
                <a:path w="6591" h="18110" extrusionOk="0">
                  <a:moveTo>
                    <a:pt x="6591" y="0"/>
                  </a:moveTo>
                  <a:lnTo>
                    <a:pt x="6591" y="0"/>
                  </a:lnTo>
                  <a:cubicBezTo>
                    <a:pt x="5190" y="1087"/>
                    <a:pt x="3103" y="1801"/>
                    <a:pt x="44" y="1916"/>
                  </a:cubicBezTo>
                  <a:lnTo>
                    <a:pt x="1" y="1916"/>
                  </a:lnTo>
                  <a:lnTo>
                    <a:pt x="1" y="2888"/>
                  </a:lnTo>
                  <a:cubicBezTo>
                    <a:pt x="1373" y="2888"/>
                    <a:pt x="2760" y="2901"/>
                    <a:pt x="4132" y="2916"/>
                  </a:cubicBezTo>
                  <a:cubicBezTo>
                    <a:pt x="4060" y="2916"/>
                    <a:pt x="4590" y="11392"/>
                    <a:pt x="4689" y="12007"/>
                  </a:cubicBezTo>
                  <a:cubicBezTo>
                    <a:pt x="5004" y="13894"/>
                    <a:pt x="5076" y="15137"/>
                    <a:pt x="4304" y="16880"/>
                  </a:cubicBezTo>
                  <a:cubicBezTo>
                    <a:pt x="4032" y="16438"/>
                    <a:pt x="3803" y="15966"/>
                    <a:pt x="3646" y="15466"/>
                  </a:cubicBezTo>
                  <a:cubicBezTo>
                    <a:pt x="3303" y="15765"/>
                    <a:pt x="3060" y="16181"/>
                    <a:pt x="2974" y="16623"/>
                  </a:cubicBezTo>
                  <a:cubicBezTo>
                    <a:pt x="2774" y="16352"/>
                    <a:pt x="2589" y="16095"/>
                    <a:pt x="2388" y="15837"/>
                  </a:cubicBezTo>
                  <a:cubicBezTo>
                    <a:pt x="1630" y="16181"/>
                    <a:pt x="858" y="16537"/>
                    <a:pt x="201" y="17038"/>
                  </a:cubicBezTo>
                  <a:lnTo>
                    <a:pt x="201" y="17867"/>
                  </a:lnTo>
                  <a:cubicBezTo>
                    <a:pt x="1274" y="17753"/>
                    <a:pt x="2045" y="16709"/>
                    <a:pt x="2045" y="16709"/>
                  </a:cubicBezTo>
                  <a:cubicBezTo>
                    <a:pt x="2402" y="17481"/>
                    <a:pt x="2932" y="18110"/>
                    <a:pt x="2932" y="18110"/>
                  </a:cubicBezTo>
                  <a:lnTo>
                    <a:pt x="3689" y="16709"/>
                  </a:lnTo>
                  <a:cubicBezTo>
                    <a:pt x="3689" y="16709"/>
                    <a:pt x="4075" y="17753"/>
                    <a:pt x="4332" y="17753"/>
                  </a:cubicBezTo>
                  <a:cubicBezTo>
                    <a:pt x="4361" y="17753"/>
                    <a:pt x="4403" y="17738"/>
                    <a:pt x="4432" y="17696"/>
                  </a:cubicBezTo>
                  <a:cubicBezTo>
                    <a:pt x="4660" y="17324"/>
                    <a:pt x="5018" y="16724"/>
                    <a:pt x="5018" y="16724"/>
                  </a:cubicBezTo>
                  <a:cubicBezTo>
                    <a:pt x="5747" y="17566"/>
                    <a:pt x="6419" y="17610"/>
                    <a:pt x="6419" y="17610"/>
                  </a:cubicBezTo>
                  <a:cubicBezTo>
                    <a:pt x="6333" y="16323"/>
                    <a:pt x="6305" y="14637"/>
                    <a:pt x="6305" y="12779"/>
                  </a:cubicBezTo>
                  <a:cubicBezTo>
                    <a:pt x="6305" y="8190"/>
                    <a:pt x="6490" y="2644"/>
                    <a:pt x="659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450;p62">
              <a:extLst>
                <a:ext uri="{FF2B5EF4-FFF2-40B4-BE49-F238E27FC236}">
                  <a16:creationId xmlns:a16="http://schemas.microsoft.com/office/drawing/2014/main" id="{64BE0291-65DD-2C16-DAA6-06E08BF058CC}"/>
                </a:ext>
              </a:extLst>
            </p:cNvPr>
            <p:cNvSpPr/>
            <p:nvPr/>
          </p:nvSpPr>
          <p:spPr>
            <a:xfrm>
              <a:off x="4576250" y="199688"/>
              <a:ext cx="155100" cy="121875"/>
            </a:xfrm>
            <a:custGeom>
              <a:avLst/>
              <a:gdLst/>
              <a:ahLst/>
              <a:cxnLst/>
              <a:rect l="l" t="t" r="r" b="b"/>
              <a:pathLst>
                <a:path w="6204" h="4875" extrusionOk="0">
                  <a:moveTo>
                    <a:pt x="3646" y="1"/>
                  </a:moveTo>
                  <a:cubicBezTo>
                    <a:pt x="3150" y="1"/>
                    <a:pt x="2901" y="401"/>
                    <a:pt x="2901" y="401"/>
                  </a:cubicBezTo>
                  <a:cubicBezTo>
                    <a:pt x="2901" y="401"/>
                    <a:pt x="2741" y="57"/>
                    <a:pt x="2348" y="57"/>
                  </a:cubicBezTo>
                  <a:cubicBezTo>
                    <a:pt x="2302" y="57"/>
                    <a:pt x="2254" y="62"/>
                    <a:pt x="2202" y="72"/>
                  </a:cubicBezTo>
                  <a:cubicBezTo>
                    <a:pt x="1687" y="173"/>
                    <a:pt x="2316" y="1974"/>
                    <a:pt x="2059" y="2559"/>
                  </a:cubicBezTo>
                  <a:cubicBezTo>
                    <a:pt x="2059" y="2559"/>
                    <a:pt x="1401" y="1902"/>
                    <a:pt x="1030" y="1644"/>
                  </a:cubicBezTo>
                  <a:cubicBezTo>
                    <a:pt x="885" y="1544"/>
                    <a:pt x="772" y="1500"/>
                    <a:pt x="680" y="1500"/>
                  </a:cubicBezTo>
                  <a:cubicBezTo>
                    <a:pt x="535" y="1500"/>
                    <a:pt x="439" y="1608"/>
                    <a:pt x="343" y="1774"/>
                  </a:cubicBezTo>
                  <a:lnTo>
                    <a:pt x="258" y="1945"/>
                  </a:lnTo>
                  <a:cubicBezTo>
                    <a:pt x="129" y="2260"/>
                    <a:pt x="0" y="2688"/>
                    <a:pt x="115" y="2774"/>
                  </a:cubicBezTo>
                  <a:cubicBezTo>
                    <a:pt x="201" y="2817"/>
                    <a:pt x="500" y="3003"/>
                    <a:pt x="757" y="3302"/>
                  </a:cubicBezTo>
                  <a:cubicBezTo>
                    <a:pt x="1030" y="3617"/>
                    <a:pt x="1258" y="4061"/>
                    <a:pt x="1158" y="4661"/>
                  </a:cubicBezTo>
                  <a:lnTo>
                    <a:pt x="5789" y="4875"/>
                  </a:lnTo>
                  <a:cubicBezTo>
                    <a:pt x="5789" y="4875"/>
                    <a:pt x="6204" y="4046"/>
                    <a:pt x="6160" y="2260"/>
                  </a:cubicBezTo>
                  <a:cubicBezTo>
                    <a:pt x="6103" y="472"/>
                    <a:pt x="5646" y="101"/>
                    <a:pt x="5089" y="72"/>
                  </a:cubicBezTo>
                  <a:cubicBezTo>
                    <a:pt x="5068" y="71"/>
                    <a:pt x="5048" y="71"/>
                    <a:pt x="5029" y="71"/>
                  </a:cubicBezTo>
                  <a:cubicBezTo>
                    <a:pt x="4522" y="71"/>
                    <a:pt x="4403" y="415"/>
                    <a:pt x="4403" y="415"/>
                  </a:cubicBezTo>
                  <a:cubicBezTo>
                    <a:pt x="4403" y="415"/>
                    <a:pt x="4188" y="15"/>
                    <a:pt x="3673" y="1"/>
                  </a:cubicBezTo>
                  <a:cubicBezTo>
                    <a:pt x="3664" y="1"/>
                    <a:pt x="3655" y="1"/>
                    <a:pt x="36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451;p62">
              <a:extLst>
                <a:ext uri="{FF2B5EF4-FFF2-40B4-BE49-F238E27FC236}">
                  <a16:creationId xmlns:a16="http://schemas.microsoft.com/office/drawing/2014/main" id="{2BCFFF46-8F5F-612C-106C-FA228061CA00}"/>
                </a:ext>
              </a:extLst>
            </p:cNvPr>
            <p:cNvSpPr/>
            <p:nvPr/>
          </p:nvSpPr>
          <p:spPr>
            <a:xfrm>
              <a:off x="4121350" y="199688"/>
              <a:ext cx="155475" cy="121875"/>
            </a:xfrm>
            <a:custGeom>
              <a:avLst/>
              <a:gdLst/>
              <a:ahLst/>
              <a:cxnLst/>
              <a:rect l="l" t="t" r="r" b="b"/>
              <a:pathLst>
                <a:path w="6219" h="4875" extrusionOk="0">
                  <a:moveTo>
                    <a:pt x="2558" y="1"/>
                  </a:moveTo>
                  <a:cubicBezTo>
                    <a:pt x="2549" y="1"/>
                    <a:pt x="2540" y="1"/>
                    <a:pt x="2531" y="1"/>
                  </a:cubicBezTo>
                  <a:cubicBezTo>
                    <a:pt x="2016" y="15"/>
                    <a:pt x="1801" y="415"/>
                    <a:pt x="1801" y="415"/>
                  </a:cubicBezTo>
                  <a:cubicBezTo>
                    <a:pt x="1801" y="415"/>
                    <a:pt x="1683" y="71"/>
                    <a:pt x="1176" y="71"/>
                  </a:cubicBezTo>
                  <a:cubicBezTo>
                    <a:pt x="1156" y="71"/>
                    <a:pt x="1136" y="71"/>
                    <a:pt x="1115" y="72"/>
                  </a:cubicBezTo>
                  <a:cubicBezTo>
                    <a:pt x="558" y="101"/>
                    <a:pt x="101" y="472"/>
                    <a:pt x="58" y="2260"/>
                  </a:cubicBezTo>
                  <a:cubicBezTo>
                    <a:pt x="0" y="4046"/>
                    <a:pt x="415" y="4875"/>
                    <a:pt x="415" y="4875"/>
                  </a:cubicBezTo>
                  <a:lnTo>
                    <a:pt x="5047" y="4661"/>
                  </a:lnTo>
                  <a:cubicBezTo>
                    <a:pt x="4946" y="4061"/>
                    <a:pt x="5189" y="3617"/>
                    <a:pt x="5447" y="3302"/>
                  </a:cubicBezTo>
                  <a:cubicBezTo>
                    <a:pt x="5718" y="3003"/>
                    <a:pt x="6004" y="2817"/>
                    <a:pt x="6089" y="2774"/>
                  </a:cubicBezTo>
                  <a:cubicBezTo>
                    <a:pt x="6219" y="2688"/>
                    <a:pt x="6089" y="2260"/>
                    <a:pt x="5946" y="1945"/>
                  </a:cubicBezTo>
                  <a:lnTo>
                    <a:pt x="5861" y="1774"/>
                  </a:lnTo>
                  <a:cubicBezTo>
                    <a:pt x="5765" y="1608"/>
                    <a:pt x="5669" y="1500"/>
                    <a:pt x="5524" y="1500"/>
                  </a:cubicBezTo>
                  <a:cubicBezTo>
                    <a:pt x="5432" y="1500"/>
                    <a:pt x="5319" y="1544"/>
                    <a:pt x="5175" y="1644"/>
                  </a:cubicBezTo>
                  <a:cubicBezTo>
                    <a:pt x="4818" y="1902"/>
                    <a:pt x="4145" y="2559"/>
                    <a:pt x="4145" y="2559"/>
                  </a:cubicBezTo>
                  <a:cubicBezTo>
                    <a:pt x="3888" y="1974"/>
                    <a:pt x="4517" y="173"/>
                    <a:pt x="4017" y="72"/>
                  </a:cubicBezTo>
                  <a:cubicBezTo>
                    <a:pt x="3964" y="62"/>
                    <a:pt x="3914" y="57"/>
                    <a:pt x="3867" y="57"/>
                  </a:cubicBezTo>
                  <a:cubicBezTo>
                    <a:pt x="3463" y="57"/>
                    <a:pt x="3303" y="401"/>
                    <a:pt x="3303" y="401"/>
                  </a:cubicBezTo>
                  <a:cubicBezTo>
                    <a:pt x="3303" y="401"/>
                    <a:pt x="3054" y="1"/>
                    <a:pt x="255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452;p62">
              <a:extLst>
                <a:ext uri="{FF2B5EF4-FFF2-40B4-BE49-F238E27FC236}">
                  <a16:creationId xmlns:a16="http://schemas.microsoft.com/office/drawing/2014/main" id="{DCA2E08D-E780-43F8-C348-74E4B0B0B2BB}"/>
                </a:ext>
              </a:extLst>
            </p:cNvPr>
            <p:cNvSpPr/>
            <p:nvPr/>
          </p:nvSpPr>
          <p:spPr>
            <a:xfrm>
              <a:off x="3945200" y="172538"/>
              <a:ext cx="926225" cy="136550"/>
            </a:xfrm>
            <a:custGeom>
              <a:avLst/>
              <a:gdLst/>
              <a:ahLst/>
              <a:cxnLst/>
              <a:rect l="l" t="t" r="r" b="b"/>
              <a:pathLst>
                <a:path w="37049" h="5462" extrusionOk="0">
                  <a:moveTo>
                    <a:pt x="700" y="1"/>
                  </a:moveTo>
                  <a:cubicBezTo>
                    <a:pt x="0" y="2702"/>
                    <a:pt x="700" y="5461"/>
                    <a:pt x="700" y="5461"/>
                  </a:cubicBezTo>
                  <a:cubicBezTo>
                    <a:pt x="2144" y="5032"/>
                    <a:pt x="7490" y="3460"/>
                    <a:pt x="9148" y="3331"/>
                  </a:cubicBezTo>
                  <a:cubicBezTo>
                    <a:pt x="10396" y="3235"/>
                    <a:pt x="13164" y="2861"/>
                    <a:pt x="14773" y="2861"/>
                  </a:cubicBezTo>
                  <a:cubicBezTo>
                    <a:pt x="15321" y="2861"/>
                    <a:pt x="15734" y="2904"/>
                    <a:pt x="15908" y="3016"/>
                  </a:cubicBezTo>
                  <a:cubicBezTo>
                    <a:pt x="16594" y="3460"/>
                    <a:pt x="18738" y="4461"/>
                    <a:pt x="18738" y="4461"/>
                  </a:cubicBezTo>
                  <a:lnTo>
                    <a:pt x="19039" y="4160"/>
                  </a:lnTo>
                  <a:lnTo>
                    <a:pt x="17738" y="3417"/>
                  </a:lnTo>
                  <a:cubicBezTo>
                    <a:pt x="17738" y="3417"/>
                    <a:pt x="18754" y="3266"/>
                    <a:pt x="19479" y="3266"/>
                  </a:cubicBezTo>
                  <a:cubicBezTo>
                    <a:pt x="19727" y="3266"/>
                    <a:pt x="19941" y="3284"/>
                    <a:pt x="20068" y="3331"/>
                  </a:cubicBezTo>
                  <a:cubicBezTo>
                    <a:pt x="20157" y="3364"/>
                    <a:pt x="20756" y="3378"/>
                    <a:pt x="21679" y="3378"/>
                  </a:cubicBezTo>
                  <a:cubicBezTo>
                    <a:pt x="25927" y="3378"/>
                    <a:pt x="37049" y="3088"/>
                    <a:pt x="37049" y="3088"/>
                  </a:cubicBezTo>
                  <a:lnTo>
                    <a:pt x="37049" y="2530"/>
                  </a:lnTo>
                  <a:cubicBezTo>
                    <a:pt x="37049" y="2530"/>
                    <a:pt x="30179" y="2253"/>
                    <a:pt x="28288" y="2253"/>
                  </a:cubicBezTo>
                  <a:cubicBezTo>
                    <a:pt x="28123" y="2253"/>
                    <a:pt x="27996" y="2255"/>
                    <a:pt x="27915" y="2259"/>
                  </a:cubicBezTo>
                  <a:cubicBezTo>
                    <a:pt x="27704" y="2271"/>
                    <a:pt x="27267" y="2278"/>
                    <a:pt x="26708" y="2278"/>
                  </a:cubicBezTo>
                  <a:cubicBezTo>
                    <a:pt x="24539" y="2278"/>
                    <a:pt x="20514" y="2174"/>
                    <a:pt x="20526" y="1844"/>
                  </a:cubicBezTo>
                  <a:cubicBezTo>
                    <a:pt x="20526" y="1444"/>
                    <a:pt x="21511" y="929"/>
                    <a:pt x="21511" y="929"/>
                  </a:cubicBezTo>
                  <a:lnTo>
                    <a:pt x="21012" y="558"/>
                  </a:lnTo>
                  <a:cubicBezTo>
                    <a:pt x="21012" y="558"/>
                    <a:pt x="19053" y="1758"/>
                    <a:pt x="18267" y="1831"/>
                  </a:cubicBezTo>
                  <a:cubicBezTo>
                    <a:pt x="18132" y="1846"/>
                    <a:pt x="17836" y="1852"/>
                    <a:pt x="17433" y="1852"/>
                  </a:cubicBezTo>
                  <a:cubicBezTo>
                    <a:pt x="16733" y="1852"/>
                    <a:pt x="15708" y="1834"/>
                    <a:pt x="14637" y="1816"/>
                  </a:cubicBezTo>
                  <a:cubicBezTo>
                    <a:pt x="13472" y="1799"/>
                    <a:pt x="12251" y="1777"/>
                    <a:pt x="11327" y="1777"/>
                  </a:cubicBezTo>
                  <a:cubicBezTo>
                    <a:pt x="10697" y="1777"/>
                    <a:pt x="10205" y="1787"/>
                    <a:pt x="9962" y="1816"/>
                  </a:cubicBezTo>
                  <a:cubicBezTo>
                    <a:pt x="9866" y="1827"/>
                    <a:pt x="9749" y="1832"/>
                    <a:pt x="9616" y="1832"/>
                  </a:cubicBezTo>
                  <a:cubicBezTo>
                    <a:pt x="8194" y="1832"/>
                    <a:pt x="4843" y="1259"/>
                    <a:pt x="4060" y="1259"/>
                  </a:cubicBezTo>
                  <a:cubicBezTo>
                    <a:pt x="3216" y="1259"/>
                    <a:pt x="700" y="1"/>
                    <a:pt x="70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453;p62">
              <a:extLst>
                <a:ext uri="{FF2B5EF4-FFF2-40B4-BE49-F238E27FC236}">
                  <a16:creationId xmlns:a16="http://schemas.microsoft.com/office/drawing/2014/main" id="{041F74E0-44FA-45A6-BBAE-FAA1AE546762}"/>
                </a:ext>
              </a:extLst>
            </p:cNvPr>
            <p:cNvSpPr/>
            <p:nvPr/>
          </p:nvSpPr>
          <p:spPr>
            <a:xfrm>
              <a:off x="4198900" y="189313"/>
              <a:ext cx="49075" cy="66675"/>
            </a:xfrm>
            <a:custGeom>
              <a:avLst/>
              <a:gdLst/>
              <a:ahLst/>
              <a:cxnLst/>
              <a:rect l="l" t="t" r="r" b="b"/>
              <a:pathLst>
                <a:path w="1963" h="2667" extrusionOk="0">
                  <a:moveTo>
                    <a:pt x="1029" y="0"/>
                  </a:moveTo>
                  <a:cubicBezTo>
                    <a:pt x="1020" y="0"/>
                    <a:pt x="1011" y="1"/>
                    <a:pt x="1001" y="1"/>
                  </a:cubicBezTo>
                  <a:cubicBezTo>
                    <a:pt x="357" y="45"/>
                    <a:pt x="1" y="487"/>
                    <a:pt x="14" y="1331"/>
                  </a:cubicBezTo>
                  <a:cubicBezTo>
                    <a:pt x="14" y="2080"/>
                    <a:pt x="341" y="2666"/>
                    <a:pt x="838" y="2666"/>
                  </a:cubicBezTo>
                  <a:cubicBezTo>
                    <a:pt x="890" y="2666"/>
                    <a:pt x="945" y="2660"/>
                    <a:pt x="1001" y="2646"/>
                  </a:cubicBezTo>
                  <a:cubicBezTo>
                    <a:pt x="1962" y="2420"/>
                    <a:pt x="1833" y="0"/>
                    <a:pt x="10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454;p62">
              <a:extLst>
                <a:ext uri="{FF2B5EF4-FFF2-40B4-BE49-F238E27FC236}">
                  <a16:creationId xmlns:a16="http://schemas.microsoft.com/office/drawing/2014/main" id="{A368E696-07F2-CE56-11D9-F9DE515C70EE}"/>
                </a:ext>
              </a:extLst>
            </p:cNvPr>
            <p:cNvSpPr/>
            <p:nvPr/>
          </p:nvSpPr>
          <p:spPr>
            <a:xfrm>
              <a:off x="4153875"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455;p62">
              <a:extLst>
                <a:ext uri="{FF2B5EF4-FFF2-40B4-BE49-F238E27FC236}">
                  <a16:creationId xmlns:a16="http://schemas.microsoft.com/office/drawing/2014/main" id="{EE432FA1-6E4E-7FA5-CFBC-1EB756820F40}"/>
                </a:ext>
              </a:extLst>
            </p:cNvPr>
            <p:cNvSpPr/>
            <p:nvPr/>
          </p:nvSpPr>
          <p:spPr>
            <a:xfrm>
              <a:off x="4108850"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456;p62">
              <a:extLst>
                <a:ext uri="{FF2B5EF4-FFF2-40B4-BE49-F238E27FC236}">
                  <a16:creationId xmlns:a16="http://schemas.microsoft.com/office/drawing/2014/main" id="{32C455BE-C752-E01A-42AB-A4FCD8F821EB}"/>
                </a:ext>
              </a:extLst>
            </p:cNvPr>
            <p:cNvSpPr/>
            <p:nvPr/>
          </p:nvSpPr>
          <p:spPr>
            <a:xfrm>
              <a:off x="4582950" y="189313"/>
              <a:ext cx="49075" cy="66675"/>
            </a:xfrm>
            <a:custGeom>
              <a:avLst/>
              <a:gdLst/>
              <a:ahLst/>
              <a:cxnLst/>
              <a:rect l="l" t="t" r="r" b="b"/>
              <a:pathLst>
                <a:path w="1963" h="2667" extrusionOk="0">
                  <a:moveTo>
                    <a:pt x="933" y="0"/>
                  </a:moveTo>
                  <a:cubicBezTo>
                    <a:pt x="115" y="0"/>
                    <a:pt x="1" y="2420"/>
                    <a:pt x="962" y="2646"/>
                  </a:cubicBezTo>
                  <a:cubicBezTo>
                    <a:pt x="1017" y="2660"/>
                    <a:pt x="1070" y="2666"/>
                    <a:pt x="1121" y="2666"/>
                  </a:cubicBezTo>
                  <a:cubicBezTo>
                    <a:pt x="1607" y="2666"/>
                    <a:pt x="1935" y="2080"/>
                    <a:pt x="1947" y="1331"/>
                  </a:cubicBezTo>
                  <a:cubicBezTo>
                    <a:pt x="1962" y="487"/>
                    <a:pt x="1604" y="45"/>
                    <a:pt x="962" y="1"/>
                  </a:cubicBezTo>
                  <a:cubicBezTo>
                    <a:pt x="952" y="1"/>
                    <a:pt x="942" y="0"/>
                    <a:pt x="93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57;p62">
              <a:extLst>
                <a:ext uri="{FF2B5EF4-FFF2-40B4-BE49-F238E27FC236}">
                  <a16:creationId xmlns:a16="http://schemas.microsoft.com/office/drawing/2014/main" id="{A6AF555F-1B11-D7E9-1FB0-0F13A0F15D96}"/>
                </a:ext>
              </a:extLst>
            </p:cNvPr>
            <p:cNvSpPr/>
            <p:nvPr/>
          </p:nvSpPr>
          <p:spPr>
            <a:xfrm>
              <a:off x="4624050"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458;p62">
              <a:extLst>
                <a:ext uri="{FF2B5EF4-FFF2-40B4-BE49-F238E27FC236}">
                  <a16:creationId xmlns:a16="http://schemas.microsoft.com/office/drawing/2014/main" id="{4318267A-08E3-2A3E-1631-1F8973AA4B1E}"/>
                </a:ext>
              </a:extLst>
            </p:cNvPr>
            <p:cNvSpPr/>
            <p:nvPr/>
          </p:nvSpPr>
          <p:spPr>
            <a:xfrm>
              <a:off x="4669075"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459;p62">
              <a:extLst>
                <a:ext uri="{FF2B5EF4-FFF2-40B4-BE49-F238E27FC236}">
                  <a16:creationId xmlns:a16="http://schemas.microsoft.com/office/drawing/2014/main" id="{5A0140D1-3303-14DC-2150-1043588ECE8C}"/>
                </a:ext>
              </a:extLst>
            </p:cNvPr>
            <p:cNvSpPr/>
            <p:nvPr/>
          </p:nvSpPr>
          <p:spPr>
            <a:xfrm>
              <a:off x="4579825" y="274738"/>
              <a:ext cx="181175" cy="595350"/>
            </a:xfrm>
            <a:custGeom>
              <a:avLst/>
              <a:gdLst/>
              <a:ahLst/>
              <a:cxnLst/>
              <a:rect l="l" t="t" r="r" b="b"/>
              <a:pathLst>
                <a:path w="7247" h="23814" extrusionOk="0">
                  <a:moveTo>
                    <a:pt x="4746" y="1"/>
                  </a:moveTo>
                  <a:lnTo>
                    <a:pt x="3945" y="1272"/>
                  </a:lnTo>
                  <a:lnTo>
                    <a:pt x="3130" y="72"/>
                  </a:lnTo>
                  <a:lnTo>
                    <a:pt x="2230" y="1187"/>
                  </a:lnTo>
                  <a:lnTo>
                    <a:pt x="1658" y="144"/>
                  </a:lnTo>
                  <a:lnTo>
                    <a:pt x="1001" y="1129"/>
                  </a:lnTo>
                  <a:cubicBezTo>
                    <a:pt x="1001" y="1129"/>
                    <a:pt x="772" y="515"/>
                    <a:pt x="0" y="215"/>
                  </a:cubicBezTo>
                  <a:lnTo>
                    <a:pt x="0" y="215"/>
                  </a:lnTo>
                  <a:cubicBezTo>
                    <a:pt x="0" y="215"/>
                    <a:pt x="700" y="3159"/>
                    <a:pt x="801" y="7333"/>
                  </a:cubicBezTo>
                  <a:cubicBezTo>
                    <a:pt x="858" y="9534"/>
                    <a:pt x="643" y="12836"/>
                    <a:pt x="672" y="16067"/>
                  </a:cubicBezTo>
                  <a:cubicBezTo>
                    <a:pt x="686" y="18983"/>
                    <a:pt x="887" y="21841"/>
                    <a:pt x="1630" y="23814"/>
                  </a:cubicBezTo>
                  <a:cubicBezTo>
                    <a:pt x="1630" y="23814"/>
                    <a:pt x="6633" y="23313"/>
                    <a:pt x="6947" y="17653"/>
                  </a:cubicBezTo>
                  <a:cubicBezTo>
                    <a:pt x="7247" y="12007"/>
                    <a:pt x="5889" y="5147"/>
                    <a:pt x="5960" y="3474"/>
                  </a:cubicBezTo>
                  <a:cubicBezTo>
                    <a:pt x="6032" y="1802"/>
                    <a:pt x="6589" y="658"/>
                    <a:pt x="6589" y="658"/>
                  </a:cubicBezTo>
                  <a:lnTo>
                    <a:pt x="6589" y="658"/>
                  </a:lnTo>
                  <a:cubicBezTo>
                    <a:pt x="6589" y="658"/>
                    <a:pt x="5918" y="744"/>
                    <a:pt x="5131" y="1501"/>
                  </a:cubicBezTo>
                  <a:cubicBezTo>
                    <a:pt x="5103" y="1516"/>
                    <a:pt x="5089" y="1545"/>
                    <a:pt x="5060" y="1558"/>
                  </a:cubicBezTo>
                  <a:lnTo>
                    <a:pt x="4746"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460;p62">
              <a:extLst>
                <a:ext uri="{FF2B5EF4-FFF2-40B4-BE49-F238E27FC236}">
                  <a16:creationId xmlns:a16="http://schemas.microsoft.com/office/drawing/2014/main" id="{365E697F-93FE-C261-2B49-B183CFDD6913}"/>
                </a:ext>
              </a:extLst>
            </p:cNvPr>
            <p:cNvSpPr/>
            <p:nvPr/>
          </p:nvSpPr>
          <p:spPr>
            <a:xfrm>
              <a:off x="4596600" y="291188"/>
              <a:ext cx="157975" cy="557800"/>
            </a:xfrm>
            <a:custGeom>
              <a:avLst/>
              <a:gdLst/>
              <a:ahLst/>
              <a:cxnLst/>
              <a:rect l="l" t="t" r="r" b="b"/>
              <a:pathLst>
                <a:path w="6319" h="22312" extrusionOk="0">
                  <a:moveTo>
                    <a:pt x="5918" y="0"/>
                  </a:moveTo>
                  <a:lnTo>
                    <a:pt x="5918" y="0"/>
                  </a:lnTo>
                  <a:cubicBezTo>
                    <a:pt x="5918" y="0"/>
                    <a:pt x="5647" y="29"/>
                    <a:pt x="5247" y="258"/>
                  </a:cubicBezTo>
                  <a:cubicBezTo>
                    <a:pt x="5018" y="386"/>
                    <a:pt x="4746" y="572"/>
                    <a:pt x="4460" y="843"/>
                  </a:cubicBezTo>
                  <a:cubicBezTo>
                    <a:pt x="4361" y="1058"/>
                    <a:pt x="4289" y="1287"/>
                    <a:pt x="4231" y="1544"/>
                  </a:cubicBezTo>
                  <a:cubicBezTo>
                    <a:pt x="4117" y="1987"/>
                    <a:pt x="4089" y="2430"/>
                    <a:pt x="4089" y="2888"/>
                  </a:cubicBezTo>
                  <a:cubicBezTo>
                    <a:pt x="4075" y="3559"/>
                    <a:pt x="4161" y="4245"/>
                    <a:pt x="4231" y="4917"/>
                  </a:cubicBezTo>
                  <a:cubicBezTo>
                    <a:pt x="4475" y="6918"/>
                    <a:pt x="4717" y="8933"/>
                    <a:pt x="4946" y="10949"/>
                  </a:cubicBezTo>
                  <a:cubicBezTo>
                    <a:pt x="5060" y="11893"/>
                    <a:pt x="5175" y="12850"/>
                    <a:pt x="5161" y="13808"/>
                  </a:cubicBezTo>
                  <a:cubicBezTo>
                    <a:pt x="5146" y="15123"/>
                    <a:pt x="4860" y="16509"/>
                    <a:pt x="3974" y="17481"/>
                  </a:cubicBezTo>
                  <a:cubicBezTo>
                    <a:pt x="3675" y="17824"/>
                    <a:pt x="3345" y="17995"/>
                    <a:pt x="3031" y="17995"/>
                  </a:cubicBezTo>
                  <a:cubicBezTo>
                    <a:pt x="2674" y="17995"/>
                    <a:pt x="2331" y="17781"/>
                    <a:pt x="2074" y="17353"/>
                  </a:cubicBezTo>
                  <a:cubicBezTo>
                    <a:pt x="1859" y="17010"/>
                    <a:pt x="1759" y="16595"/>
                    <a:pt x="1544" y="16251"/>
                  </a:cubicBezTo>
                  <a:cubicBezTo>
                    <a:pt x="1216" y="15708"/>
                    <a:pt x="630" y="15437"/>
                    <a:pt x="1" y="15409"/>
                  </a:cubicBezTo>
                  <a:lnTo>
                    <a:pt x="1" y="16166"/>
                  </a:lnTo>
                  <a:cubicBezTo>
                    <a:pt x="2274" y="17824"/>
                    <a:pt x="3002" y="20311"/>
                    <a:pt x="3303" y="22312"/>
                  </a:cubicBezTo>
                  <a:cubicBezTo>
                    <a:pt x="4647" y="21511"/>
                    <a:pt x="6104" y="19968"/>
                    <a:pt x="6276" y="16995"/>
                  </a:cubicBezTo>
                  <a:cubicBezTo>
                    <a:pt x="6305" y="16409"/>
                    <a:pt x="6318" y="15823"/>
                    <a:pt x="6318" y="15209"/>
                  </a:cubicBezTo>
                  <a:cubicBezTo>
                    <a:pt x="6318" y="10134"/>
                    <a:pt x="5289" y="4631"/>
                    <a:pt x="5289" y="2945"/>
                  </a:cubicBezTo>
                  <a:lnTo>
                    <a:pt x="5289" y="2816"/>
                  </a:lnTo>
                  <a:cubicBezTo>
                    <a:pt x="5361" y="1144"/>
                    <a:pt x="5918" y="0"/>
                    <a:pt x="5918"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461;p62">
              <a:extLst>
                <a:ext uri="{FF2B5EF4-FFF2-40B4-BE49-F238E27FC236}">
                  <a16:creationId xmlns:a16="http://schemas.microsoft.com/office/drawing/2014/main" id="{F9BAFCC0-0CBD-0FE0-D6E3-8FFD3B73BDCF}"/>
                </a:ext>
              </a:extLst>
            </p:cNvPr>
            <p:cNvSpPr/>
            <p:nvPr/>
          </p:nvSpPr>
          <p:spPr>
            <a:xfrm>
              <a:off x="4091700" y="274738"/>
              <a:ext cx="181175" cy="595350"/>
            </a:xfrm>
            <a:custGeom>
              <a:avLst/>
              <a:gdLst/>
              <a:ahLst/>
              <a:cxnLst/>
              <a:rect l="l" t="t" r="r" b="b"/>
              <a:pathLst>
                <a:path w="7247" h="23814" extrusionOk="0">
                  <a:moveTo>
                    <a:pt x="2501" y="1"/>
                  </a:moveTo>
                  <a:lnTo>
                    <a:pt x="2187" y="1558"/>
                  </a:lnTo>
                  <a:cubicBezTo>
                    <a:pt x="1373" y="744"/>
                    <a:pt x="658" y="658"/>
                    <a:pt x="658" y="658"/>
                  </a:cubicBezTo>
                  <a:lnTo>
                    <a:pt x="658" y="658"/>
                  </a:lnTo>
                  <a:cubicBezTo>
                    <a:pt x="658" y="658"/>
                    <a:pt x="1230" y="1802"/>
                    <a:pt x="1287" y="3474"/>
                  </a:cubicBezTo>
                  <a:cubicBezTo>
                    <a:pt x="1358" y="5147"/>
                    <a:pt x="1" y="12007"/>
                    <a:pt x="315" y="17653"/>
                  </a:cubicBezTo>
                  <a:cubicBezTo>
                    <a:pt x="443" y="20069"/>
                    <a:pt x="1430" y="21541"/>
                    <a:pt x="2516" y="22442"/>
                  </a:cubicBezTo>
                  <a:cubicBezTo>
                    <a:pt x="3974" y="23642"/>
                    <a:pt x="5617" y="23814"/>
                    <a:pt x="5617" y="23814"/>
                  </a:cubicBezTo>
                  <a:cubicBezTo>
                    <a:pt x="7176" y="19669"/>
                    <a:pt x="6347" y="11521"/>
                    <a:pt x="6446" y="7333"/>
                  </a:cubicBezTo>
                  <a:cubicBezTo>
                    <a:pt x="6547" y="3159"/>
                    <a:pt x="7247" y="215"/>
                    <a:pt x="7247" y="215"/>
                  </a:cubicBezTo>
                  <a:lnTo>
                    <a:pt x="7247" y="215"/>
                  </a:lnTo>
                  <a:cubicBezTo>
                    <a:pt x="6976" y="329"/>
                    <a:pt x="6761" y="472"/>
                    <a:pt x="6618" y="615"/>
                  </a:cubicBezTo>
                  <a:cubicBezTo>
                    <a:pt x="6347" y="872"/>
                    <a:pt x="6261" y="1129"/>
                    <a:pt x="6261" y="1129"/>
                  </a:cubicBezTo>
                  <a:lnTo>
                    <a:pt x="5589" y="144"/>
                  </a:lnTo>
                  <a:lnTo>
                    <a:pt x="5017" y="1187"/>
                  </a:lnTo>
                  <a:lnTo>
                    <a:pt x="4117" y="72"/>
                  </a:lnTo>
                  <a:lnTo>
                    <a:pt x="3317" y="1272"/>
                  </a:lnTo>
                  <a:lnTo>
                    <a:pt x="25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462;p62">
              <a:extLst>
                <a:ext uri="{FF2B5EF4-FFF2-40B4-BE49-F238E27FC236}">
                  <a16:creationId xmlns:a16="http://schemas.microsoft.com/office/drawing/2014/main" id="{19B615F6-9655-FCE8-86C4-9B183520948A}"/>
                </a:ext>
              </a:extLst>
            </p:cNvPr>
            <p:cNvSpPr/>
            <p:nvPr/>
          </p:nvSpPr>
          <p:spPr>
            <a:xfrm>
              <a:off x="4154600" y="280088"/>
              <a:ext cx="118275" cy="575725"/>
            </a:xfrm>
            <a:custGeom>
              <a:avLst/>
              <a:gdLst/>
              <a:ahLst/>
              <a:cxnLst/>
              <a:rect l="l" t="t" r="r" b="b"/>
              <a:pathLst>
                <a:path w="4731" h="23029" extrusionOk="0">
                  <a:moveTo>
                    <a:pt x="4731" y="1"/>
                  </a:moveTo>
                  <a:cubicBezTo>
                    <a:pt x="4460" y="115"/>
                    <a:pt x="4245" y="258"/>
                    <a:pt x="4102" y="401"/>
                  </a:cubicBezTo>
                  <a:cubicBezTo>
                    <a:pt x="4045" y="572"/>
                    <a:pt x="3974" y="744"/>
                    <a:pt x="3917" y="944"/>
                  </a:cubicBezTo>
                  <a:cubicBezTo>
                    <a:pt x="3116" y="3389"/>
                    <a:pt x="2945" y="5990"/>
                    <a:pt x="2773" y="8534"/>
                  </a:cubicBezTo>
                  <a:cubicBezTo>
                    <a:pt x="2644" y="10393"/>
                    <a:pt x="2530" y="12251"/>
                    <a:pt x="2615" y="14094"/>
                  </a:cubicBezTo>
                  <a:cubicBezTo>
                    <a:pt x="2630" y="14623"/>
                    <a:pt x="2673" y="15152"/>
                    <a:pt x="2573" y="15681"/>
                  </a:cubicBezTo>
                  <a:cubicBezTo>
                    <a:pt x="2402" y="16638"/>
                    <a:pt x="1758" y="17454"/>
                    <a:pt x="1258" y="18311"/>
                  </a:cubicBezTo>
                  <a:cubicBezTo>
                    <a:pt x="572" y="19497"/>
                    <a:pt x="128" y="20855"/>
                    <a:pt x="0" y="22228"/>
                  </a:cubicBezTo>
                  <a:cubicBezTo>
                    <a:pt x="414" y="22571"/>
                    <a:pt x="858" y="22828"/>
                    <a:pt x="1258" y="23028"/>
                  </a:cubicBezTo>
                  <a:cubicBezTo>
                    <a:pt x="1472" y="20169"/>
                    <a:pt x="2530" y="18211"/>
                    <a:pt x="4045" y="16910"/>
                  </a:cubicBezTo>
                  <a:cubicBezTo>
                    <a:pt x="4060" y="16396"/>
                    <a:pt x="4073" y="15881"/>
                    <a:pt x="4073" y="15352"/>
                  </a:cubicBezTo>
                  <a:cubicBezTo>
                    <a:pt x="4073" y="12651"/>
                    <a:pt x="3930" y="9935"/>
                    <a:pt x="3930" y="7891"/>
                  </a:cubicBezTo>
                  <a:lnTo>
                    <a:pt x="3930" y="7119"/>
                  </a:lnTo>
                  <a:cubicBezTo>
                    <a:pt x="4031" y="2945"/>
                    <a:pt x="4731" y="1"/>
                    <a:pt x="47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463;p62">
              <a:extLst>
                <a:ext uri="{FF2B5EF4-FFF2-40B4-BE49-F238E27FC236}">
                  <a16:creationId xmlns:a16="http://schemas.microsoft.com/office/drawing/2014/main" id="{614FE40A-96FF-B24F-1C8C-BAB68B99A61C}"/>
                </a:ext>
              </a:extLst>
            </p:cNvPr>
            <p:cNvSpPr/>
            <p:nvPr/>
          </p:nvSpPr>
          <p:spPr>
            <a:xfrm>
              <a:off x="4181375" y="649963"/>
              <a:ext cx="512450" cy="532125"/>
            </a:xfrm>
            <a:custGeom>
              <a:avLst/>
              <a:gdLst/>
              <a:ahLst/>
              <a:cxnLst/>
              <a:rect l="l" t="t" r="r" b="b"/>
              <a:pathLst>
                <a:path w="20498" h="21285" extrusionOk="0">
                  <a:moveTo>
                    <a:pt x="9890" y="1"/>
                  </a:moveTo>
                  <a:cubicBezTo>
                    <a:pt x="9653" y="1"/>
                    <a:pt x="9411" y="5"/>
                    <a:pt x="9163" y="14"/>
                  </a:cubicBezTo>
                  <a:cubicBezTo>
                    <a:pt x="7019" y="86"/>
                    <a:pt x="4904" y="629"/>
                    <a:pt x="3274" y="1887"/>
                  </a:cubicBezTo>
                  <a:cubicBezTo>
                    <a:pt x="1287" y="3402"/>
                    <a:pt x="1" y="5960"/>
                    <a:pt x="158" y="9977"/>
                  </a:cubicBezTo>
                  <a:cubicBezTo>
                    <a:pt x="401" y="16237"/>
                    <a:pt x="1874" y="20253"/>
                    <a:pt x="7576" y="21111"/>
                  </a:cubicBezTo>
                  <a:cubicBezTo>
                    <a:pt x="8337" y="21231"/>
                    <a:pt x="9164" y="21284"/>
                    <a:pt x="10076" y="21284"/>
                  </a:cubicBezTo>
                  <a:cubicBezTo>
                    <a:pt x="10364" y="21284"/>
                    <a:pt x="10659" y="21279"/>
                    <a:pt x="10964" y="21269"/>
                  </a:cubicBezTo>
                  <a:cubicBezTo>
                    <a:pt x="20141" y="20911"/>
                    <a:pt x="20497" y="15193"/>
                    <a:pt x="20126" y="10263"/>
                  </a:cubicBezTo>
                  <a:cubicBezTo>
                    <a:pt x="19902" y="7484"/>
                    <a:pt x="19830" y="1"/>
                    <a:pt x="989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464;p62">
              <a:extLst>
                <a:ext uri="{FF2B5EF4-FFF2-40B4-BE49-F238E27FC236}">
                  <a16:creationId xmlns:a16="http://schemas.microsoft.com/office/drawing/2014/main" id="{2DB85630-6F86-0EA6-3515-60A7233F280B}"/>
                </a:ext>
              </a:extLst>
            </p:cNvPr>
            <p:cNvSpPr/>
            <p:nvPr/>
          </p:nvSpPr>
          <p:spPr>
            <a:xfrm>
              <a:off x="4263225" y="682113"/>
              <a:ext cx="423450" cy="499925"/>
            </a:xfrm>
            <a:custGeom>
              <a:avLst/>
              <a:gdLst/>
              <a:ahLst/>
              <a:cxnLst/>
              <a:rect l="l" t="t" r="r" b="b"/>
              <a:pathLst>
                <a:path w="16938" h="19997" extrusionOk="0">
                  <a:moveTo>
                    <a:pt x="829" y="43"/>
                  </a:moveTo>
                  <a:cubicBezTo>
                    <a:pt x="544" y="214"/>
                    <a:pt x="271" y="401"/>
                    <a:pt x="0" y="601"/>
                  </a:cubicBezTo>
                  <a:cubicBezTo>
                    <a:pt x="286" y="500"/>
                    <a:pt x="572" y="414"/>
                    <a:pt x="858" y="329"/>
                  </a:cubicBezTo>
                  <a:cubicBezTo>
                    <a:pt x="858" y="229"/>
                    <a:pt x="843" y="143"/>
                    <a:pt x="829" y="43"/>
                  </a:cubicBezTo>
                  <a:close/>
                  <a:moveTo>
                    <a:pt x="12521" y="0"/>
                  </a:moveTo>
                  <a:cubicBezTo>
                    <a:pt x="12407" y="43"/>
                    <a:pt x="12293" y="71"/>
                    <a:pt x="12178" y="71"/>
                  </a:cubicBezTo>
                  <a:cubicBezTo>
                    <a:pt x="12478" y="2573"/>
                    <a:pt x="12850" y="3044"/>
                    <a:pt x="13107" y="3488"/>
                  </a:cubicBezTo>
                  <a:cubicBezTo>
                    <a:pt x="13122" y="3530"/>
                    <a:pt x="13135" y="3559"/>
                    <a:pt x="13135" y="3588"/>
                  </a:cubicBezTo>
                  <a:cubicBezTo>
                    <a:pt x="13135" y="3702"/>
                    <a:pt x="12993" y="3759"/>
                    <a:pt x="12779" y="3759"/>
                  </a:cubicBezTo>
                  <a:cubicBezTo>
                    <a:pt x="12364" y="3759"/>
                    <a:pt x="11649" y="3530"/>
                    <a:pt x="11235" y="3044"/>
                  </a:cubicBezTo>
                  <a:lnTo>
                    <a:pt x="11235" y="3044"/>
                  </a:lnTo>
                  <a:cubicBezTo>
                    <a:pt x="11235" y="3044"/>
                    <a:pt x="11292" y="3459"/>
                    <a:pt x="11292" y="3788"/>
                  </a:cubicBezTo>
                  <a:cubicBezTo>
                    <a:pt x="11292" y="3959"/>
                    <a:pt x="11277" y="4102"/>
                    <a:pt x="11235" y="4159"/>
                  </a:cubicBezTo>
                  <a:cubicBezTo>
                    <a:pt x="11235" y="4174"/>
                    <a:pt x="11220" y="4188"/>
                    <a:pt x="11192" y="4188"/>
                  </a:cubicBezTo>
                  <a:cubicBezTo>
                    <a:pt x="11092" y="4188"/>
                    <a:pt x="10835" y="4016"/>
                    <a:pt x="10563" y="3816"/>
                  </a:cubicBezTo>
                  <a:lnTo>
                    <a:pt x="10563" y="3816"/>
                  </a:lnTo>
                  <a:cubicBezTo>
                    <a:pt x="11035" y="4803"/>
                    <a:pt x="11363" y="5874"/>
                    <a:pt x="11635" y="6918"/>
                  </a:cubicBezTo>
                  <a:cubicBezTo>
                    <a:pt x="12192" y="9005"/>
                    <a:pt x="12621" y="11163"/>
                    <a:pt x="12350" y="13307"/>
                  </a:cubicBezTo>
                  <a:cubicBezTo>
                    <a:pt x="12078" y="15437"/>
                    <a:pt x="10978" y="17567"/>
                    <a:pt x="9105" y="18624"/>
                  </a:cubicBezTo>
                  <a:cubicBezTo>
                    <a:pt x="7647" y="19425"/>
                    <a:pt x="5932" y="19510"/>
                    <a:pt x="4302" y="19825"/>
                  </a:cubicBezTo>
                  <a:cubicBezTo>
                    <a:pt x="5060" y="19939"/>
                    <a:pt x="5889" y="19996"/>
                    <a:pt x="6789" y="19996"/>
                  </a:cubicBezTo>
                  <a:cubicBezTo>
                    <a:pt x="7075" y="19996"/>
                    <a:pt x="7376" y="19996"/>
                    <a:pt x="7690" y="19983"/>
                  </a:cubicBezTo>
                  <a:cubicBezTo>
                    <a:pt x="15552" y="19682"/>
                    <a:pt x="16938" y="15451"/>
                    <a:pt x="16938" y="11134"/>
                  </a:cubicBezTo>
                  <a:cubicBezTo>
                    <a:pt x="16938" y="10406"/>
                    <a:pt x="16895" y="9677"/>
                    <a:pt x="16852" y="8977"/>
                  </a:cubicBezTo>
                  <a:cubicBezTo>
                    <a:pt x="16795" y="8376"/>
                    <a:pt x="16766" y="7576"/>
                    <a:pt x="16638" y="6675"/>
                  </a:cubicBezTo>
                  <a:cubicBezTo>
                    <a:pt x="16337" y="4674"/>
                    <a:pt x="15609" y="2187"/>
                    <a:pt x="13336" y="529"/>
                  </a:cubicBezTo>
                  <a:cubicBezTo>
                    <a:pt x="13093" y="343"/>
                    <a:pt x="12821" y="172"/>
                    <a:pt x="12521"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465;p62">
              <a:extLst>
                <a:ext uri="{FF2B5EF4-FFF2-40B4-BE49-F238E27FC236}">
                  <a16:creationId xmlns:a16="http://schemas.microsoft.com/office/drawing/2014/main" id="{C58997BB-6047-C37A-4D5C-CE8487EC85BD}"/>
                </a:ext>
              </a:extLst>
            </p:cNvPr>
            <p:cNvSpPr/>
            <p:nvPr/>
          </p:nvSpPr>
          <p:spPr>
            <a:xfrm>
              <a:off x="4215675" y="995863"/>
              <a:ext cx="51150" cy="38225"/>
            </a:xfrm>
            <a:custGeom>
              <a:avLst/>
              <a:gdLst/>
              <a:ahLst/>
              <a:cxnLst/>
              <a:rect l="l" t="t" r="r" b="b"/>
              <a:pathLst>
                <a:path w="2046" h="1529" extrusionOk="0">
                  <a:moveTo>
                    <a:pt x="1030" y="0"/>
                  </a:moveTo>
                  <a:cubicBezTo>
                    <a:pt x="401" y="0"/>
                    <a:pt x="1" y="1529"/>
                    <a:pt x="1030" y="1529"/>
                  </a:cubicBezTo>
                  <a:cubicBezTo>
                    <a:pt x="2045" y="1529"/>
                    <a:pt x="1859" y="0"/>
                    <a:pt x="103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466;p62">
              <a:extLst>
                <a:ext uri="{FF2B5EF4-FFF2-40B4-BE49-F238E27FC236}">
                  <a16:creationId xmlns:a16="http://schemas.microsoft.com/office/drawing/2014/main" id="{48D8D1F5-6D2D-E874-3142-3E436D243393}"/>
                </a:ext>
              </a:extLst>
            </p:cNvPr>
            <p:cNvSpPr/>
            <p:nvPr/>
          </p:nvSpPr>
          <p:spPr>
            <a:xfrm>
              <a:off x="4243225" y="936888"/>
              <a:ext cx="39650" cy="43600"/>
            </a:xfrm>
            <a:custGeom>
              <a:avLst/>
              <a:gdLst/>
              <a:ahLst/>
              <a:cxnLst/>
              <a:rect l="l" t="t" r="r" b="b"/>
              <a:pathLst>
                <a:path w="1586" h="1744" extrusionOk="0">
                  <a:moveTo>
                    <a:pt x="700" y="0"/>
                  </a:moveTo>
                  <a:cubicBezTo>
                    <a:pt x="14" y="0"/>
                    <a:pt x="0" y="1744"/>
                    <a:pt x="686" y="1744"/>
                  </a:cubicBezTo>
                  <a:cubicBezTo>
                    <a:pt x="728" y="1744"/>
                    <a:pt x="757" y="1744"/>
                    <a:pt x="800" y="1730"/>
                  </a:cubicBezTo>
                  <a:cubicBezTo>
                    <a:pt x="1586" y="1530"/>
                    <a:pt x="1414" y="0"/>
                    <a:pt x="70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467;p62">
              <a:extLst>
                <a:ext uri="{FF2B5EF4-FFF2-40B4-BE49-F238E27FC236}">
                  <a16:creationId xmlns:a16="http://schemas.microsoft.com/office/drawing/2014/main" id="{60A0B088-ADFF-3B64-8BE3-16B94D2AD892}"/>
                </a:ext>
              </a:extLst>
            </p:cNvPr>
            <p:cNvSpPr/>
            <p:nvPr/>
          </p:nvSpPr>
          <p:spPr>
            <a:xfrm>
              <a:off x="4256075" y="1043013"/>
              <a:ext cx="43625" cy="56125"/>
            </a:xfrm>
            <a:custGeom>
              <a:avLst/>
              <a:gdLst/>
              <a:ahLst/>
              <a:cxnLst/>
              <a:rect l="l" t="t" r="r" b="b"/>
              <a:pathLst>
                <a:path w="1745" h="2245" extrusionOk="0">
                  <a:moveTo>
                    <a:pt x="872" y="1"/>
                  </a:moveTo>
                  <a:cubicBezTo>
                    <a:pt x="129" y="43"/>
                    <a:pt x="1" y="2244"/>
                    <a:pt x="872" y="2244"/>
                  </a:cubicBezTo>
                  <a:cubicBezTo>
                    <a:pt x="1744" y="2244"/>
                    <a:pt x="1615" y="1"/>
                    <a:pt x="887"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468;p62">
              <a:extLst>
                <a:ext uri="{FF2B5EF4-FFF2-40B4-BE49-F238E27FC236}">
                  <a16:creationId xmlns:a16="http://schemas.microsoft.com/office/drawing/2014/main" id="{B3FF0A7D-3407-2271-BF67-C6347494F805}"/>
                </a:ext>
              </a:extLst>
            </p:cNvPr>
            <p:cNvSpPr/>
            <p:nvPr/>
          </p:nvSpPr>
          <p:spPr>
            <a:xfrm>
              <a:off x="4267500" y="1005488"/>
              <a:ext cx="23975" cy="16825"/>
            </a:xfrm>
            <a:custGeom>
              <a:avLst/>
              <a:gdLst/>
              <a:ahLst/>
              <a:cxnLst/>
              <a:rect l="l" t="t" r="r" b="b"/>
              <a:pathLst>
                <a:path w="959" h="673" extrusionOk="0">
                  <a:moveTo>
                    <a:pt x="487" y="0"/>
                  </a:moveTo>
                  <a:cubicBezTo>
                    <a:pt x="1" y="0"/>
                    <a:pt x="15" y="673"/>
                    <a:pt x="487" y="673"/>
                  </a:cubicBezTo>
                  <a:cubicBezTo>
                    <a:pt x="958" y="673"/>
                    <a:pt x="958" y="0"/>
                    <a:pt x="48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469;p62">
              <a:extLst>
                <a:ext uri="{FF2B5EF4-FFF2-40B4-BE49-F238E27FC236}">
                  <a16:creationId xmlns:a16="http://schemas.microsoft.com/office/drawing/2014/main" id="{D4DFB755-33A2-3396-9389-EB9DFEFE7FB6}"/>
                </a:ext>
              </a:extLst>
            </p:cNvPr>
            <p:cNvSpPr/>
            <p:nvPr/>
          </p:nvSpPr>
          <p:spPr>
            <a:xfrm>
              <a:off x="4204975" y="958313"/>
              <a:ext cx="24300" cy="22175"/>
            </a:xfrm>
            <a:custGeom>
              <a:avLst/>
              <a:gdLst/>
              <a:ahLst/>
              <a:cxnLst/>
              <a:rect l="l" t="t" r="r" b="b"/>
              <a:pathLst>
                <a:path w="972" h="887" extrusionOk="0">
                  <a:moveTo>
                    <a:pt x="658" y="1"/>
                  </a:moveTo>
                  <a:cubicBezTo>
                    <a:pt x="644" y="1"/>
                    <a:pt x="615" y="1"/>
                    <a:pt x="587" y="16"/>
                  </a:cubicBezTo>
                  <a:cubicBezTo>
                    <a:pt x="229" y="172"/>
                    <a:pt x="0" y="787"/>
                    <a:pt x="587" y="887"/>
                  </a:cubicBezTo>
                  <a:lnTo>
                    <a:pt x="658" y="887"/>
                  </a:lnTo>
                  <a:cubicBezTo>
                    <a:pt x="886" y="887"/>
                    <a:pt x="972" y="673"/>
                    <a:pt x="943" y="444"/>
                  </a:cubicBezTo>
                  <a:cubicBezTo>
                    <a:pt x="930" y="216"/>
                    <a:pt x="815" y="1"/>
                    <a:pt x="658"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470;p62">
              <a:extLst>
                <a:ext uri="{FF2B5EF4-FFF2-40B4-BE49-F238E27FC236}">
                  <a16:creationId xmlns:a16="http://schemas.microsoft.com/office/drawing/2014/main" id="{79CFB3CA-C7F2-84AC-FDE7-0389AB6C4F81}"/>
                </a:ext>
              </a:extLst>
            </p:cNvPr>
            <p:cNvSpPr/>
            <p:nvPr/>
          </p:nvSpPr>
          <p:spPr>
            <a:xfrm>
              <a:off x="4237175" y="617413"/>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471;p62">
              <a:extLst>
                <a:ext uri="{FF2B5EF4-FFF2-40B4-BE49-F238E27FC236}">
                  <a16:creationId xmlns:a16="http://schemas.microsoft.com/office/drawing/2014/main" id="{04EEEAC5-CC6E-C612-FCDE-725685FA5A31}"/>
                </a:ext>
              </a:extLst>
            </p:cNvPr>
            <p:cNvSpPr/>
            <p:nvPr/>
          </p:nvSpPr>
          <p:spPr>
            <a:xfrm>
              <a:off x="4256900" y="638513"/>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472;p62">
              <a:extLst>
                <a:ext uri="{FF2B5EF4-FFF2-40B4-BE49-F238E27FC236}">
                  <a16:creationId xmlns:a16="http://schemas.microsoft.com/office/drawing/2014/main" id="{29779B53-D434-7DB9-49B4-0EBBF0BCC627}"/>
                </a:ext>
              </a:extLst>
            </p:cNvPr>
            <p:cNvSpPr/>
            <p:nvPr/>
          </p:nvSpPr>
          <p:spPr>
            <a:xfrm>
              <a:off x="4559100" y="617413"/>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473;p62">
              <a:extLst>
                <a:ext uri="{FF2B5EF4-FFF2-40B4-BE49-F238E27FC236}">
                  <a16:creationId xmlns:a16="http://schemas.microsoft.com/office/drawing/2014/main" id="{A50A1549-7835-4ED8-9361-6BA9BE931C17}"/>
                </a:ext>
              </a:extLst>
            </p:cNvPr>
            <p:cNvSpPr/>
            <p:nvPr/>
          </p:nvSpPr>
          <p:spPr>
            <a:xfrm>
              <a:off x="4566650" y="638513"/>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474;p62">
              <a:extLst>
                <a:ext uri="{FF2B5EF4-FFF2-40B4-BE49-F238E27FC236}">
                  <a16:creationId xmlns:a16="http://schemas.microsoft.com/office/drawing/2014/main" id="{3E8F8AD4-D97A-8771-F901-6D558006CFC3}"/>
                </a:ext>
              </a:extLst>
            </p:cNvPr>
            <p:cNvSpPr/>
            <p:nvPr/>
          </p:nvSpPr>
          <p:spPr>
            <a:xfrm>
              <a:off x="4267500" y="435213"/>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475;p62">
              <a:extLst>
                <a:ext uri="{FF2B5EF4-FFF2-40B4-BE49-F238E27FC236}">
                  <a16:creationId xmlns:a16="http://schemas.microsoft.com/office/drawing/2014/main" id="{A63C37BF-1070-2618-05DB-EB1D63DD3B8C}"/>
                </a:ext>
              </a:extLst>
            </p:cNvPr>
            <p:cNvSpPr/>
            <p:nvPr/>
          </p:nvSpPr>
          <p:spPr>
            <a:xfrm>
              <a:off x="4279650" y="435188"/>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476;p62">
              <a:extLst>
                <a:ext uri="{FF2B5EF4-FFF2-40B4-BE49-F238E27FC236}">
                  <a16:creationId xmlns:a16="http://schemas.microsoft.com/office/drawing/2014/main" id="{264AB178-4CFA-98EE-FAFD-62203561516C}"/>
                </a:ext>
              </a:extLst>
            </p:cNvPr>
            <p:cNvSpPr/>
            <p:nvPr/>
          </p:nvSpPr>
          <p:spPr>
            <a:xfrm>
              <a:off x="4306825" y="556088"/>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477;p62">
              <a:extLst>
                <a:ext uri="{FF2B5EF4-FFF2-40B4-BE49-F238E27FC236}">
                  <a16:creationId xmlns:a16="http://schemas.microsoft.com/office/drawing/2014/main" id="{A0BB296B-F249-050C-FD59-E71B0E131F97}"/>
                </a:ext>
              </a:extLst>
            </p:cNvPr>
            <p:cNvSpPr/>
            <p:nvPr/>
          </p:nvSpPr>
          <p:spPr>
            <a:xfrm>
              <a:off x="4321100" y="556088"/>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478;p62">
              <a:extLst>
                <a:ext uri="{FF2B5EF4-FFF2-40B4-BE49-F238E27FC236}">
                  <a16:creationId xmlns:a16="http://schemas.microsoft.com/office/drawing/2014/main" id="{538694F4-BFD3-EC72-CAAB-C7705C302272}"/>
                </a:ext>
              </a:extLst>
            </p:cNvPr>
            <p:cNvSpPr/>
            <p:nvPr/>
          </p:nvSpPr>
          <p:spPr>
            <a:xfrm>
              <a:off x="4387200" y="676338"/>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479;p62">
              <a:extLst>
                <a:ext uri="{FF2B5EF4-FFF2-40B4-BE49-F238E27FC236}">
                  <a16:creationId xmlns:a16="http://schemas.microsoft.com/office/drawing/2014/main" id="{7508706B-4E4D-3648-07FC-E35D81D4EFFD}"/>
                </a:ext>
              </a:extLst>
            </p:cNvPr>
            <p:cNvSpPr/>
            <p:nvPr/>
          </p:nvSpPr>
          <p:spPr>
            <a:xfrm>
              <a:off x="4333250" y="605988"/>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480;p62">
              <a:extLst>
                <a:ext uri="{FF2B5EF4-FFF2-40B4-BE49-F238E27FC236}">
                  <a16:creationId xmlns:a16="http://schemas.microsoft.com/office/drawing/2014/main" id="{B3BEFAA0-8DDC-D761-99E8-DA908CE841C7}"/>
                </a:ext>
              </a:extLst>
            </p:cNvPr>
            <p:cNvSpPr/>
            <p:nvPr/>
          </p:nvSpPr>
          <p:spPr>
            <a:xfrm>
              <a:off x="4470825" y="608838"/>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481;p62">
              <a:extLst>
                <a:ext uri="{FF2B5EF4-FFF2-40B4-BE49-F238E27FC236}">
                  <a16:creationId xmlns:a16="http://schemas.microsoft.com/office/drawing/2014/main" id="{1D4517F0-CDBA-FDE0-88F7-4DF5BEC94064}"/>
                </a:ext>
              </a:extLst>
            </p:cNvPr>
            <p:cNvSpPr/>
            <p:nvPr/>
          </p:nvSpPr>
          <p:spPr>
            <a:xfrm>
              <a:off x="4453325" y="565113"/>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482;p62">
              <a:extLst>
                <a:ext uri="{FF2B5EF4-FFF2-40B4-BE49-F238E27FC236}">
                  <a16:creationId xmlns:a16="http://schemas.microsoft.com/office/drawing/2014/main" id="{55376F40-C4E1-964F-E0B1-00FF5A14BB74}"/>
                </a:ext>
              </a:extLst>
            </p:cNvPr>
            <p:cNvSpPr/>
            <p:nvPr/>
          </p:nvSpPr>
          <p:spPr>
            <a:xfrm>
              <a:off x="4328250" y="556663"/>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483;p62">
              <a:extLst>
                <a:ext uri="{FF2B5EF4-FFF2-40B4-BE49-F238E27FC236}">
                  <a16:creationId xmlns:a16="http://schemas.microsoft.com/office/drawing/2014/main" id="{ED88F8CF-1AF4-4EB7-F90D-A03191398DA6}"/>
                </a:ext>
              </a:extLst>
            </p:cNvPr>
            <p:cNvSpPr/>
            <p:nvPr/>
          </p:nvSpPr>
          <p:spPr>
            <a:xfrm>
              <a:off x="4340750" y="607338"/>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484;p62">
              <a:extLst>
                <a:ext uri="{FF2B5EF4-FFF2-40B4-BE49-F238E27FC236}">
                  <a16:creationId xmlns:a16="http://schemas.microsoft.com/office/drawing/2014/main" id="{590A8A2F-165A-70CD-E49D-86B93340EE8C}"/>
                </a:ext>
              </a:extLst>
            </p:cNvPr>
            <p:cNvSpPr/>
            <p:nvPr/>
          </p:nvSpPr>
          <p:spPr>
            <a:xfrm>
              <a:off x="4472250" y="611663"/>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485;p62">
              <a:extLst>
                <a:ext uri="{FF2B5EF4-FFF2-40B4-BE49-F238E27FC236}">
                  <a16:creationId xmlns:a16="http://schemas.microsoft.com/office/drawing/2014/main" id="{4680C75C-E9B9-680E-C1D2-F0F405D4E0A8}"/>
                </a:ext>
              </a:extLst>
            </p:cNvPr>
            <p:cNvSpPr/>
            <p:nvPr/>
          </p:nvSpPr>
          <p:spPr>
            <a:xfrm>
              <a:off x="4357550" y="650938"/>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486;p62">
              <a:extLst>
                <a:ext uri="{FF2B5EF4-FFF2-40B4-BE49-F238E27FC236}">
                  <a16:creationId xmlns:a16="http://schemas.microsoft.com/office/drawing/2014/main" id="{1C98A896-785D-C592-EBA1-4A0495051D53}"/>
                </a:ext>
              </a:extLst>
            </p:cNvPr>
            <p:cNvSpPr/>
            <p:nvPr/>
          </p:nvSpPr>
          <p:spPr>
            <a:xfrm>
              <a:off x="4424375" y="675613"/>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487;p62">
              <a:extLst>
                <a:ext uri="{FF2B5EF4-FFF2-40B4-BE49-F238E27FC236}">
                  <a16:creationId xmlns:a16="http://schemas.microsoft.com/office/drawing/2014/main" id="{C54CC1C8-C464-3331-82AD-21E44BE0C89E}"/>
                </a:ext>
              </a:extLst>
            </p:cNvPr>
            <p:cNvSpPr/>
            <p:nvPr/>
          </p:nvSpPr>
          <p:spPr>
            <a:xfrm>
              <a:off x="4341475" y="602788"/>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488;p62">
              <a:extLst>
                <a:ext uri="{FF2B5EF4-FFF2-40B4-BE49-F238E27FC236}">
                  <a16:creationId xmlns:a16="http://schemas.microsoft.com/office/drawing/2014/main" id="{FC4CE92D-E6C3-9452-141E-290DB607969E}"/>
                </a:ext>
              </a:extLst>
            </p:cNvPr>
            <p:cNvSpPr/>
            <p:nvPr/>
          </p:nvSpPr>
          <p:spPr>
            <a:xfrm>
              <a:off x="4468675" y="607063"/>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489;p62">
              <a:extLst>
                <a:ext uri="{FF2B5EF4-FFF2-40B4-BE49-F238E27FC236}">
                  <a16:creationId xmlns:a16="http://schemas.microsoft.com/office/drawing/2014/main" id="{1A6C79F4-1F02-C90F-0161-507B657ED16B}"/>
                </a:ext>
              </a:extLst>
            </p:cNvPr>
            <p:cNvSpPr/>
            <p:nvPr/>
          </p:nvSpPr>
          <p:spPr>
            <a:xfrm>
              <a:off x="4402925" y="621438"/>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490;p62">
              <a:extLst>
                <a:ext uri="{FF2B5EF4-FFF2-40B4-BE49-F238E27FC236}">
                  <a16:creationId xmlns:a16="http://schemas.microsoft.com/office/drawing/2014/main" id="{AEB5FE77-EE05-27E7-6B22-80D3B70879D5}"/>
                </a:ext>
              </a:extLst>
            </p:cNvPr>
            <p:cNvSpPr/>
            <p:nvPr/>
          </p:nvSpPr>
          <p:spPr>
            <a:xfrm>
              <a:off x="4355425" y="666388"/>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63">
          <a:extLst>
            <a:ext uri="{FF2B5EF4-FFF2-40B4-BE49-F238E27FC236}">
              <a16:creationId xmlns:a16="http://schemas.microsoft.com/office/drawing/2014/main" id="{037A0F8C-426E-FBD0-9111-7A2958C7EEDB}"/>
            </a:ext>
          </a:extLst>
        </p:cNvPr>
        <p:cNvGrpSpPr/>
        <p:nvPr/>
      </p:nvGrpSpPr>
      <p:grpSpPr>
        <a:xfrm>
          <a:off x="0" y="0"/>
          <a:ext cx="0" cy="0"/>
          <a:chOff x="0" y="0"/>
          <a:chExt cx="0" cy="0"/>
        </a:xfrm>
      </p:grpSpPr>
      <p:cxnSp>
        <p:nvCxnSpPr>
          <p:cNvPr id="1764" name="Google Shape;1764;p56">
            <a:extLst>
              <a:ext uri="{FF2B5EF4-FFF2-40B4-BE49-F238E27FC236}">
                <a16:creationId xmlns:a16="http://schemas.microsoft.com/office/drawing/2014/main" id="{ED3ADCBA-D80D-1C62-FE47-ECDCA0933B10}"/>
              </a:ext>
            </a:extLst>
          </p:cNvPr>
          <p:cNvCxnSpPr/>
          <p:nvPr/>
        </p:nvCxnSpPr>
        <p:spPr>
          <a:xfrm>
            <a:off x="703569" y="2700276"/>
            <a:ext cx="7723200" cy="0"/>
          </a:xfrm>
          <a:prstGeom prst="straightConnector1">
            <a:avLst/>
          </a:prstGeom>
          <a:noFill/>
          <a:ln w="19050" cap="flat" cmpd="sng">
            <a:solidFill>
              <a:schemeClr val="accent6"/>
            </a:solidFill>
            <a:prstDash val="dot"/>
            <a:round/>
            <a:headEnd type="oval" w="med" len="med"/>
            <a:tailEnd type="oval" w="med" len="med"/>
          </a:ln>
        </p:spPr>
      </p:cxnSp>
      <p:sp>
        <p:nvSpPr>
          <p:cNvPr id="1765" name="Google Shape;1765;p56">
            <a:extLst>
              <a:ext uri="{FF2B5EF4-FFF2-40B4-BE49-F238E27FC236}">
                <a16:creationId xmlns:a16="http://schemas.microsoft.com/office/drawing/2014/main" id="{DDA79943-AD6E-8E08-A197-202BB31E4076}"/>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766" name="Google Shape;1766;p56">
            <a:extLst>
              <a:ext uri="{FF2B5EF4-FFF2-40B4-BE49-F238E27FC236}">
                <a16:creationId xmlns:a16="http://schemas.microsoft.com/office/drawing/2014/main" id="{22773350-CBB2-5289-599B-9F77AD4CA8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Key</a:t>
            </a:r>
            <a:r>
              <a:rPr lang="pl-PL" dirty="0"/>
              <a:t> </a:t>
            </a:r>
            <a:r>
              <a:rPr lang="pl-PL" dirty="0" err="1"/>
              <a:t>Findings</a:t>
            </a:r>
            <a:r>
              <a:rPr lang="pl-PL" dirty="0"/>
              <a:t> (</a:t>
            </a:r>
            <a:r>
              <a:rPr lang="pl-PL" dirty="0" err="1"/>
              <a:t>Topic</a:t>
            </a:r>
            <a:r>
              <a:rPr lang="pl-PL" dirty="0"/>
              <a:t> Analysis)</a:t>
            </a:r>
            <a:endParaRPr dirty="0"/>
          </a:p>
        </p:txBody>
      </p:sp>
      <p:sp>
        <p:nvSpPr>
          <p:cNvPr id="1767" name="Google Shape;1767;p56">
            <a:extLst>
              <a:ext uri="{FF2B5EF4-FFF2-40B4-BE49-F238E27FC236}">
                <a16:creationId xmlns:a16="http://schemas.microsoft.com/office/drawing/2014/main" id="{86F1AE4C-C628-45F4-7CA4-134F6B5DAD20}"/>
              </a:ext>
            </a:extLst>
          </p:cNvPr>
          <p:cNvSpPr/>
          <p:nvPr/>
        </p:nvSpPr>
        <p:spPr>
          <a:xfrm>
            <a:off x="869706" y="4119938"/>
            <a:ext cx="1690303" cy="810222"/>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68" name="Google Shape;1768;p56">
            <a:extLst>
              <a:ext uri="{FF2B5EF4-FFF2-40B4-BE49-F238E27FC236}">
                <a16:creationId xmlns:a16="http://schemas.microsoft.com/office/drawing/2014/main" id="{B059D6AA-32AA-6B1D-E9D7-D7F4378CDACA}"/>
              </a:ext>
            </a:extLst>
          </p:cNvPr>
          <p:cNvSpPr txBox="1">
            <a:spLocks noGrp="1"/>
          </p:cNvSpPr>
          <p:nvPr>
            <p:ph type="subTitle" idx="4294967295"/>
          </p:nvPr>
        </p:nvSpPr>
        <p:spPr>
          <a:xfrm>
            <a:off x="892012" y="328181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100" dirty="0"/>
              <a:t>Incidents occurring while driving or near roads (keywords: road, ditch, driving).</a:t>
            </a:r>
            <a:endParaRPr sz="1100" dirty="0"/>
          </a:p>
        </p:txBody>
      </p:sp>
      <p:sp>
        <p:nvSpPr>
          <p:cNvPr id="1769" name="Google Shape;1769;p56">
            <a:extLst>
              <a:ext uri="{FF2B5EF4-FFF2-40B4-BE49-F238E27FC236}">
                <a16:creationId xmlns:a16="http://schemas.microsoft.com/office/drawing/2014/main" id="{84C8E881-A47F-5992-400A-11E7401E1B87}"/>
              </a:ext>
            </a:extLst>
          </p:cNvPr>
          <p:cNvSpPr txBox="1">
            <a:spLocks noGrp="1"/>
          </p:cNvSpPr>
          <p:nvPr>
            <p:ph type="subTitle" idx="4294967295"/>
          </p:nvPr>
        </p:nvSpPr>
        <p:spPr>
          <a:xfrm>
            <a:off x="892012" y="4290370"/>
            <a:ext cx="1645690" cy="50248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400" dirty="0">
                <a:solidFill>
                  <a:schemeClr val="lt1"/>
                </a:solidFill>
                <a:latin typeface="Freckle Face"/>
                <a:ea typeface="Freckle Face"/>
                <a:cs typeface="Freckle Face"/>
                <a:sym typeface="Freckle Face"/>
              </a:rPr>
              <a:t>Topic 0 (Dominant): "Roadside crossings"</a:t>
            </a:r>
            <a:endParaRPr sz="1400" dirty="0">
              <a:solidFill>
                <a:schemeClr val="lt1"/>
              </a:solidFill>
              <a:latin typeface="Freckle Face"/>
              <a:ea typeface="Freckle Face"/>
              <a:cs typeface="Freckle Face"/>
              <a:sym typeface="Freckle Face"/>
            </a:endParaRPr>
          </a:p>
        </p:txBody>
      </p:sp>
      <p:sp>
        <p:nvSpPr>
          <p:cNvPr id="1770" name="Google Shape;1770;p56">
            <a:extLst>
              <a:ext uri="{FF2B5EF4-FFF2-40B4-BE49-F238E27FC236}">
                <a16:creationId xmlns:a16="http://schemas.microsoft.com/office/drawing/2014/main" id="{F82C4ED4-F95D-FE02-1469-AC2C56212EAD}"/>
              </a:ext>
            </a:extLst>
          </p:cNvPr>
          <p:cNvSpPr/>
          <p:nvPr/>
        </p:nvSpPr>
        <p:spPr>
          <a:xfrm>
            <a:off x="4671319" y="4223059"/>
            <a:ext cx="1690303" cy="707100"/>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1" name="Google Shape;1771;p56">
            <a:extLst>
              <a:ext uri="{FF2B5EF4-FFF2-40B4-BE49-F238E27FC236}">
                <a16:creationId xmlns:a16="http://schemas.microsoft.com/office/drawing/2014/main" id="{2F3A01C6-1DBE-D204-C95B-7C85CBD514E9}"/>
              </a:ext>
            </a:extLst>
          </p:cNvPr>
          <p:cNvSpPr txBox="1">
            <a:spLocks noGrp="1"/>
          </p:cNvSpPr>
          <p:nvPr>
            <p:ph type="subTitle" idx="4294967295"/>
          </p:nvPr>
        </p:nvSpPr>
        <p:spPr>
          <a:xfrm>
            <a:off x="4633627" y="3354422"/>
            <a:ext cx="1785809"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050" dirty="0"/>
              <a:t>Encounters happening surprisingly close to homes (keywords: front yard, back yard, driveway).</a:t>
            </a:r>
            <a:endParaRPr sz="1050" dirty="0"/>
          </a:p>
        </p:txBody>
      </p:sp>
      <p:sp>
        <p:nvSpPr>
          <p:cNvPr id="1772" name="Google Shape;1772;p56">
            <a:extLst>
              <a:ext uri="{FF2B5EF4-FFF2-40B4-BE49-F238E27FC236}">
                <a16:creationId xmlns:a16="http://schemas.microsoft.com/office/drawing/2014/main" id="{8EFB1E80-91A7-0CAD-076E-4578560C6545}"/>
              </a:ext>
            </a:extLst>
          </p:cNvPr>
          <p:cNvSpPr txBox="1">
            <a:spLocks noGrp="1"/>
          </p:cNvSpPr>
          <p:nvPr>
            <p:ph type="subTitle" idx="4294967295"/>
          </p:nvPr>
        </p:nvSpPr>
        <p:spPr>
          <a:xfrm>
            <a:off x="4675337" y="4401955"/>
            <a:ext cx="1682221"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400" dirty="0">
                <a:solidFill>
                  <a:schemeClr val="lt1"/>
                </a:solidFill>
                <a:latin typeface="Freckle Face"/>
                <a:ea typeface="Freckle Face"/>
                <a:cs typeface="Freckle Face"/>
                <a:sym typeface="Freckle Face"/>
              </a:rPr>
              <a:t>Topic 4 (Proximity): "Residential Areas"</a:t>
            </a:r>
            <a:endParaRPr sz="1400" dirty="0">
              <a:solidFill>
                <a:schemeClr val="lt1"/>
              </a:solidFill>
              <a:latin typeface="Freckle Face"/>
              <a:ea typeface="Freckle Face"/>
              <a:cs typeface="Freckle Face"/>
              <a:sym typeface="Freckle Face"/>
            </a:endParaRPr>
          </a:p>
        </p:txBody>
      </p:sp>
      <p:sp>
        <p:nvSpPr>
          <p:cNvPr id="1773" name="Google Shape;1773;p56">
            <a:extLst>
              <a:ext uri="{FF2B5EF4-FFF2-40B4-BE49-F238E27FC236}">
                <a16:creationId xmlns:a16="http://schemas.microsoft.com/office/drawing/2014/main" id="{7A6287F6-7005-1F3A-AA9E-118FE22CE639}"/>
              </a:ext>
            </a:extLst>
          </p:cNvPr>
          <p:cNvSpPr/>
          <p:nvPr/>
        </p:nvSpPr>
        <p:spPr>
          <a:xfrm>
            <a:off x="2771406" y="4142503"/>
            <a:ext cx="1690303" cy="787655"/>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4" name="Google Shape;1774;p56">
            <a:extLst>
              <a:ext uri="{FF2B5EF4-FFF2-40B4-BE49-F238E27FC236}">
                <a16:creationId xmlns:a16="http://schemas.microsoft.com/office/drawing/2014/main" id="{E8B654BC-CE5E-B3E5-4853-F8062CD1613B}"/>
              </a:ext>
            </a:extLst>
          </p:cNvPr>
          <p:cNvSpPr txBox="1">
            <a:spLocks noGrp="1"/>
          </p:cNvSpPr>
          <p:nvPr>
            <p:ph type="subTitle" idx="4294967295"/>
          </p:nvPr>
        </p:nvSpPr>
        <p:spPr>
          <a:xfrm>
            <a:off x="2725993" y="3306299"/>
            <a:ext cx="1777554"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050" dirty="0"/>
              <a:t>Classic sightings in deep forests and national parks (keywords: national forest, campground, wilderness).</a:t>
            </a:r>
            <a:endParaRPr sz="1050" dirty="0"/>
          </a:p>
        </p:txBody>
      </p:sp>
      <p:sp>
        <p:nvSpPr>
          <p:cNvPr id="1775" name="Google Shape;1775;p56">
            <a:extLst>
              <a:ext uri="{FF2B5EF4-FFF2-40B4-BE49-F238E27FC236}">
                <a16:creationId xmlns:a16="http://schemas.microsoft.com/office/drawing/2014/main" id="{AD042DA3-3BC4-1A7B-6337-6F5A3641E95C}"/>
              </a:ext>
            </a:extLst>
          </p:cNvPr>
          <p:cNvSpPr txBox="1">
            <a:spLocks noGrp="1"/>
          </p:cNvSpPr>
          <p:nvPr>
            <p:ph type="subTitle" idx="4294967295"/>
          </p:nvPr>
        </p:nvSpPr>
        <p:spPr>
          <a:xfrm>
            <a:off x="2816006" y="4153061"/>
            <a:ext cx="1601100" cy="705703"/>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400" dirty="0" err="1">
                <a:solidFill>
                  <a:schemeClr val="lt1"/>
                </a:solidFill>
                <a:latin typeface="Freckle Face"/>
                <a:ea typeface="Freckle Face"/>
                <a:cs typeface="Freckle Face"/>
                <a:sym typeface="Freckle Face"/>
              </a:rPr>
              <a:t>Topic</a:t>
            </a:r>
            <a:r>
              <a:rPr lang="pl-PL" sz="1400" dirty="0">
                <a:solidFill>
                  <a:schemeClr val="lt1"/>
                </a:solidFill>
                <a:latin typeface="Freckle Face"/>
                <a:ea typeface="Freckle Face"/>
                <a:cs typeface="Freckle Face"/>
                <a:sym typeface="Freckle Face"/>
              </a:rPr>
              <a:t> 1: "Residential/Farm"</a:t>
            </a:r>
            <a:endParaRPr sz="1400" dirty="0">
              <a:solidFill>
                <a:schemeClr val="lt1"/>
              </a:solidFill>
              <a:latin typeface="Freckle Face"/>
              <a:ea typeface="Freckle Face"/>
              <a:cs typeface="Freckle Face"/>
              <a:sym typeface="Freckle Face"/>
            </a:endParaRPr>
          </a:p>
        </p:txBody>
      </p:sp>
      <p:sp>
        <p:nvSpPr>
          <p:cNvPr id="1776" name="Google Shape;1776;p56">
            <a:extLst>
              <a:ext uri="{FF2B5EF4-FFF2-40B4-BE49-F238E27FC236}">
                <a16:creationId xmlns:a16="http://schemas.microsoft.com/office/drawing/2014/main" id="{710DBC0F-4E0D-7C76-FDD9-7AECD9ED00B7}"/>
              </a:ext>
            </a:extLst>
          </p:cNvPr>
          <p:cNvSpPr/>
          <p:nvPr/>
        </p:nvSpPr>
        <p:spPr>
          <a:xfrm>
            <a:off x="6572044" y="4261775"/>
            <a:ext cx="1690303" cy="668383"/>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7" name="Google Shape;1777;p56">
            <a:extLst>
              <a:ext uri="{FF2B5EF4-FFF2-40B4-BE49-F238E27FC236}">
                <a16:creationId xmlns:a16="http://schemas.microsoft.com/office/drawing/2014/main" id="{B2600294-0868-0106-3383-77EE4A7D2B99}"/>
              </a:ext>
            </a:extLst>
          </p:cNvPr>
          <p:cNvSpPr txBox="1">
            <a:spLocks noGrp="1"/>
          </p:cNvSpPr>
          <p:nvPr>
            <p:ph type="subTitle" idx="4294967295"/>
          </p:nvPr>
        </p:nvSpPr>
        <p:spPr>
          <a:xfrm>
            <a:off x="6501709" y="3373255"/>
            <a:ext cx="1807291"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100" dirty="0"/>
              <a:t>Sightings associated with specific outdoor hobbies (keywords: fished, elk, horses, boulder).</a:t>
            </a:r>
            <a:endParaRPr sz="1100" dirty="0"/>
          </a:p>
        </p:txBody>
      </p:sp>
      <p:sp>
        <p:nvSpPr>
          <p:cNvPr id="1778" name="Google Shape;1778;p56">
            <a:extLst>
              <a:ext uri="{FF2B5EF4-FFF2-40B4-BE49-F238E27FC236}">
                <a16:creationId xmlns:a16="http://schemas.microsoft.com/office/drawing/2014/main" id="{41D69E99-0AC3-932D-140F-389FFD1AE80D}"/>
              </a:ext>
            </a:extLst>
          </p:cNvPr>
          <p:cNvSpPr txBox="1">
            <a:spLocks noGrp="1"/>
          </p:cNvSpPr>
          <p:nvPr>
            <p:ph type="subTitle" idx="4294967295"/>
          </p:nvPr>
        </p:nvSpPr>
        <p:spPr>
          <a:xfrm>
            <a:off x="6616645" y="4431416"/>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800" dirty="0" err="1">
                <a:solidFill>
                  <a:schemeClr val="lt1"/>
                </a:solidFill>
                <a:latin typeface="Freckle Face"/>
                <a:ea typeface="Freckle Face"/>
                <a:cs typeface="Freckle Face"/>
                <a:sym typeface="Freckle Face"/>
              </a:rPr>
              <a:t>Topic</a:t>
            </a:r>
            <a:r>
              <a:rPr lang="pl-PL" sz="1800" dirty="0">
                <a:solidFill>
                  <a:schemeClr val="lt1"/>
                </a:solidFill>
                <a:latin typeface="Freckle Face"/>
                <a:ea typeface="Freckle Face"/>
                <a:cs typeface="Freckle Face"/>
                <a:sym typeface="Freckle Face"/>
              </a:rPr>
              <a:t> 8: "River/Fishing"</a:t>
            </a:r>
          </a:p>
        </p:txBody>
      </p:sp>
      <p:sp>
        <p:nvSpPr>
          <p:cNvPr id="1779" name="Google Shape;1779;p56">
            <a:extLst>
              <a:ext uri="{FF2B5EF4-FFF2-40B4-BE49-F238E27FC236}">
                <a16:creationId xmlns:a16="http://schemas.microsoft.com/office/drawing/2014/main" id="{99EC9B23-77AF-6786-A44E-31E08B68471C}"/>
              </a:ext>
            </a:extLst>
          </p:cNvPr>
          <p:cNvSpPr/>
          <p:nvPr/>
        </p:nvSpPr>
        <p:spPr>
          <a:xfrm flipH="1">
            <a:off x="1225304" y="2258593"/>
            <a:ext cx="979130" cy="88336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0" name="Google Shape;1780;p56">
            <a:extLst>
              <a:ext uri="{FF2B5EF4-FFF2-40B4-BE49-F238E27FC236}">
                <a16:creationId xmlns:a16="http://schemas.microsoft.com/office/drawing/2014/main" id="{C1F75F6F-F222-8738-0268-34AC4DFB0E97}"/>
              </a:ext>
            </a:extLst>
          </p:cNvPr>
          <p:cNvSpPr/>
          <p:nvPr/>
        </p:nvSpPr>
        <p:spPr>
          <a:xfrm flipH="1">
            <a:off x="5026902" y="2258534"/>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1" name="Google Shape;1781;p56">
            <a:extLst>
              <a:ext uri="{FF2B5EF4-FFF2-40B4-BE49-F238E27FC236}">
                <a16:creationId xmlns:a16="http://schemas.microsoft.com/office/drawing/2014/main" id="{6254C402-B2F2-AF39-AAA6-3E1D2E5FA13A}"/>
              </a:ext>
            </a:extLst>
          </p:cNvPr>
          <p:cNvSpPr/>
          <p:nvPr/>
        </p:nvSpPr>
        <p:spPr>
          <a:xfrm>
            <a:off x="3126994" y="2258534"/>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2" name="Google Shape;1782;p56">
            <a:extLst>
              <a:ext uri="{FF2B5EF4-FFF2-40B4-BE49-F238E27FC236}">
                <a16:creationId xmlns:a16="http://schemas.microsoft.com/office/drawing/2014/main" id="{155C8C1C-2DB3-991D-BB7C-516508EB688F}"/>
              </a:ext>
            </a:extLst>
          </p:cNvPr>
          <p:cNvSpPr/>
          <p:nvPr/>
        </p:nvSpPr>
        <p:spPr>
          <a:xfrm>
            <a:off x="6927694" y="2258534"/>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811" name="Google Shape;1811;p56">
            <a:extLst>
              <a:ext uri="{FF2B5EF4-FFF2-40B4-BE49-F238E27FC236}">
                <a16:creationId xmlns:a16="http://schemas.microsoft.com/office/drawing/2014/main" id="{5FAF3B7C-F536-5DD6-C425-ABE4208F1640}"/>
              </a:ext>
            </a:extLst>
          </p:cNvPr>
          <p:cNvCxnSpPr>
            <a:cxnSpLocks/>
            <a:stCxn id="1768" idx="0"/>
          </p:cNvCxnSpPr>
          <p:nvPr/>
        </p:nvCxnSpPr>
        <p:spPr>
          <a:xfrm flipV="1">
            <a:off x="1692562" y="3150783"/>
            <a:ext cx="0" cy="131027"/>
          </a:xfrm>
          <a:prstGeom prst="straightConnector1">
            <a:avLst/>
          </a:prstGeom>
          <a:noFill/>
          <a:ln w="19050" cap="flat" cmpd="sng">
            <a:solidFill>
              <a:schemeClr val="accent6"/>
            </a:solidFill>
            <a:prstDash val="solid"/>
            <a:round/>
            <a:headEnd type="none" w="med" len="med"/>
            <a:tailEnd type="none" w="med" len="med"/>
          </a:ln>
        </p:spPr>
      </p:cxnSp>
      <p:cxnSp>
        <p:nvCxnSpPr>
          <p:cNvPr id="1812" name="Google Shape;1812;p56">
            <a:extLst>
              <a:ext uri="{FF2B5EF4-FFF2-40B4-BE49-F238E27FC236}">
                <a16:creationId xmlns:a16="http://schemas.microsoft.com/office/drawing/2014/main" id="{58D9A697-DB3A-FB9A-464E-A0E521C60DBC}"/>
              </a:ext>
            </a:extLst>
          </p:cNvPr>
          <p:cNvCxnSpPr>
            <a:cxnSpLocks/>
            <a:stCxn id="1774" idx="0"/>
          </p:cNvCxnSpPr>
          <p:nvPr/>
        </p:nvCxnSpPr>
        <p:spPr>
          <a:xfrm flipV="1">
            <a:off x="3614770" y="3150783"/>
            <a:ext cx="0" cy="155516"/>
          </a:xfrm>
          <a:prstGeom prst="straightConnector1">
            <a:avLst/>
          </a:prstGeom>
          <a:noFill/>
          <a:ln w="19050" cap="flat" cmpd="sng">
            <a:solidFill>
              <a:schemeClr val="accent6"/>
            </a:solidFill>
            <a:prstDash val="solid"/>
            <a:round/>
            <a:headEnd type="none" w="med" len="med"/>
            <a:tailEnd type="none" w="med" len="med"/>
          </a:ln>
        </p:spPr>
      </p:cxnSp>
      <p:cxnSp>
        <p:nvCxnSpPr>
          <p:cNvPr id="1813" name="Google Shape;1813;p56">
            <a:extLst>
              <a:ext uri="{FF2B5EF4-FFF2-40B4-BE49-F238E27FC236}">
                <a16:creationId xmlns:a16="http://schemas.microsoft.com/office/drawing/2014/main" id="{9BBA729E-0564-8AD5-C671-4870A89EF13A}"/>
              </a:ext>
            </a:extLst>
          </p:cNvPr>
          <p:cNvCxnSpPr>
            <a:cxnSpLocks/>
          </p:cNvCxnSpPr>
          <p:nvPr/>
        </p:nvCxnSpPr>
        <p:spPr>
          <a:xfrm flipV="1">
            <a:off x="5516460" y="3143283"/>
            <a:ext cx="0" cy="198280"/>
          </a:xfrm>
          <a:prstGeom prst="straightConnector1">
            <a:avLst/>
          </a:prstGeom>
          <a:noFill/>
          <a:ln w="19050" cap="flat" cmpd="sng">
            <a:solidFill>
              <a:schemeClr val="accent6"/>
            </a:solidFill>
            <a:prstDash val="solid"/>
            <a:round/>
            <a:headEnd type="none" w="med" len="med"/>
            <a:tailEnd type="none" w="med" len="med"/>
          </a:ln>
        </p:spPr>
      </p:cxnSp>
      <p:cxnSp>
        <p:nvCxnSpPr>
          <p:cNvPr id="1814" name="Google Shape;1814;p56">
            <a:extLst>
              <a:ext uri="{FF2B5EF4-FFF2-40B4-BE49-F238E27FC236}">
                <a16:creationId xmlns:a16="http://schemas.microsoft.com/office/drawing/2014/main" id="{3A25AEDD-1FEF-F13B-E14F-D50F6599C004}"/>
              </a:ext>
            </a:extLst>
          </p:cNvPr>
          <p:cNvCxnSpPr>
            <a:cxnSpLocks/>
          </p:cNvCxnSpPr>
          <p:nvPr/>
        </p:nvCxnSpPr>
        <p:spPr>
          <a:xfrm flipV="1">
            <a:off x="7417256" y="3150783"/>
            <a:ext cx="0" cy="190780"/>
          </a:xfrm>
          <a:prstGeom prst="straightConnector1">
            <a:avLst/>
          </a:prstGeom>
          <a:noFill/>
          <a:ln w="19050" cap="flat" cmpd="sng">
            <a:solidFill>
              <a:schemeClr val="accent6"/>
            </a:solidFill>
            <a:prstDash val="solid"/>
            <a:round/>
            <a:headEnd type="none" w="med" len="med"/>
            <a:tailEnd type="none" w="med" len="med"/>
          </a:ln>
        </p:spPr>
      </p:cxnSp>
      <p:cxnSp>
        <p:nvCxnSpPr>
          <p:cNvPr id="1815" name="Google Shape;1815;p56">
            <a:extLst>
              <a:ext uri="{FF2B5EF4-FFF2-40B4-BE49-F238E27FC236}">
                <a16:creationId xmlns:a16="http://schemas.microsoft.com/office/drawing/2014/main" id="{04B06B25-B39D-81E3-A0A7-A1F29C71BF5F}"/>
              </a:ext>
            </a:extLst>
          </p:cNvPr>
          <p:cNvCxnSpPr>
            <a:cxnSpLocks/>
            <a:stCxn id="1768" idx="2"/>
          </p:cNvCxnSpPr>
          <p:nvPr/>
        </p:nvCxnSpPr>
        <p:spPr>
          <a:xfrm>
            <a:off x="1692562" y="3988910"/>
            <a:ext cx="0" cy="153593"/>
          </a:xfrm>
          <a:prstGeom prst="straightConnector1">
            <a:avLst/>
          </a:prstGeom>
          <a:noFill/>
          <a:ln w="19050" cap="flat" cmpd="sng">
            <a:solidFill>
              <a:schemeClr val="accent6"/>
            </a:solidFill>
            <a:prstDash val="solid"/>
            <a:round/>
            <a:headEnd type="none" w="med" len="med"/>
            <a:tailEnd type="none" w="med" len="med"/>
          </a:ln>
        </p:spPr>
      </p:cxnSp>
      <p:cxnSp>
        <p:nvCxnSpPr>
          <p:cNvPr id="1816" name="Google Shape;1816;p56">
            <a:extLst>
              <a:ext uri="{FF2B5EF4-FFF2-40B4-BE49-F238E27FC236}">
                <a16:creationId xmlns:a16="http://schemas.microsoft.com/office/drawing/2014/main" id="{976617AC-1016-C3EA-A411-A22153C09A6C}"/>
              </a:ext>
            </a:extLst>
          </p:cNvPr>
          <p:cNvCxnSpPr>
            <a:cxnSpLocks/>
          </p:cNvCxnSpPr>
          <p:nvPr/>
        </p:nvCxnSpPr>
        <p:spPr>
          <a:xfrm>
            <a:off x="3615665" y="4013399"/>
            <a:ext cx="0" cy="139662"/>
          </a:xfrm>
          <a:prstGeom prst="straightConnector1">
            <a:avLst/>
          </a:prstGeom>
          <a:noFill/>
          <a:ln w="19050" cap="flat" cmpd="sng">
            <a:solidFill>
              <a:schemeClr val="accent6"/>
            </a:solidFill>
            <a:prstDash val="solid"/>
            <a:round/>
            <a:headEnd type="none" w="med" len="med"/>
            <a:tailEnd type="none" w="med" len="med"/>
          </a:ln>
        </p:spPr>
      </p:cxnSp>
      <p:cxnSp>
        <p:nvCxnSpPr>
          <p:cNvPr id="1817" name="Google Shape;1817;p56">
            <a:extLst>
              <a:ext uri="{FF2B5EF4-FFF2-40B4-BE49-F238E27FC236}">
                <a16:creationId xmlns:a16="http://schemas.microsoft.com/office/drawing/2014/main" id="{1F59CE6B-B79D-50DB-C167-D00E79A7D92B}"/>
              </a:ext>
            </a:extLst>
          </p:cNvPr>
          <p:cNvCxnSpPr>
            <a:cxnSpLocks/>
            <a:stCxn id="1771" idx="2"/>
          </p:cNvCxnSpPr>
          <p:nvPr/>
        </p:nvCxnSpPr>
        <p:spPr>
          <a:xfrm>
            <a:off x="5526532" y="4061522"/>
            <a:ext cx="1804" cy="178896"/>
          </a:xfrm>
          <a:prstGeom prst="straightConnector1">
            <a:avLst/>
          </a:prstGeom>
          <a:noFill/>
          <a:ln w="19050" cap="flat" cmpd="sng">
            <a:solidFill>
              <a:schemeClr val="accent6"/>
            </a:solidFill>
            <a:prstDash val="solid"/>
            <a:round/>
            <a:headEnd type="none" w="med" len="med"/>
            <a:tailEnd type="none" w="med" len="med"/>
          </a:ln>
        </p:spPr>
      </p:cxnSp>
      <p:cxnSp>
        <p:nvCxnSpPr>
          <p:cNvPr id="1818" name="Google Shape;1818;p56">
            <a:extLst>
              <a:ext uri="{FF2B5EF4-FFF2-40B4-BE49-F238E27FC236}">
                <a16:creationId xmlns:a16="http://schemas.microsoft.com/office/drawing/2014/main" id="{179E3127-B52E-7085-3F11-B5BC9FCBAEBC}"/>
              </a:ext>
            </a:extLst>
          </p:cNvPr>
          <p:cNvCxnSpPr>
            <a:cxnSpLocks/>
            <a:stCxn id="1777" idx="2"/>
          </p:cNvCxnSpPr>
          <p:nvPr/>
        </p:nvCxnSpPr>
        <p:spPr>
          <a:xfrm>
            <a:off x="7405355" y="4080355"/>
            <a:ext cx="0" cy="181420"/>
          </a:xfrm>
          <a:prstGeom prst="straightConnector1">
            <a:avLst/>
          </a:prstGeom>
          <a:noFill/>
          <a:ln w="19050" cap="flat" cmpd="sng">
            <a:solidFill>
              <a:schemeClr val="accent6"/>
            </a:solidFill>
            <a:prstDash val="solid"/>
            <a:round/>
            <a:headEnd type="none" w="med" len="med"/>
            <a:tailEnd type="none" w="med" len="med"/>
          </a:ln>
        </p:spPr>
      </p:cxnSp>
      <p:sp>
        <p:nvSpPr>
          <p:cNvPr id="2" name="Google Shape;1768;p56">
            <a:extLst>
              <a:ext uri="{FF2B5EF4-FFF2-40B4-BE49-F238E27FC236}">
                <a16:creationId xmlns:a16="http://schemas.microsoft.com/office/drawing/2014/main" id="{65A8B964-C8CC-8F25-931F-180B667DC263}"/>
              </a:ext>
            </a:extLst>
          </p:cNvPr>
          <p:cNvSpPr txBox="1">
            <a:spLocks/>
          </p:cNvSpPr>
          <p:nvPr/>
        </p:nvSpPr>
        <p:spPr>
          <a:xfrm>
            <a:off x="165076" y="1462405"/>
            <a:ext cx="8593265" cy="7071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1pPr>
            <a:lvl2pPr marL="914400" marR="0" lvl="1"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2pPr>
            <a:lvl3pPr marL="1371600" marR="0" lvl="2"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3pPr>
            <a:lvl4pPr marL="1828800" marR="0" lvl="3"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4pPr>
            <a:lvl5pPr marL="2286000" marR="0" lvl="4"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5pPr>
            <a:lvl6pPr marL="2743200" marR="0" lvl="5"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6pPr>
            <a:lvl7pPr marL="3200400" marR="0" lvl="6"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7pPr>
            <a:lvl8pPr marL="3657600" marR="0" lvl="7"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8pPr>
            <a:lvl9pPr marL="4114800" marR="0" lvl="8" indent="-330200" algn="l" rtl="0">
              <a:lnSpc>
                <a:spcPct val="100000"/>
              </a:lnSpc>
              <a:spcBef>
                <a:spcPts val="0"/>
              </a:spcBef>
              <a:spcAft>
                <a:spcPts val="0"/>
              </a:spcAft>
              <a:buClr>
                <a:schemeClr val="dk1"/>
              </a:buClr>
              <a:buSzPts val="1600"/>
              <a:buFont typeface="Coda"/>
              <a:buChar char="■"/>
              <a:defRPr sz="1600" b="0" i="0" u="none" strike="noStrike" cap="none">
                <a:solidFill>
                  <a:schemeClr val="dk1"/>
                </a:solidFill>
                <a:latin typeface="Coda"/>
                <a:ea typeface="Coda"/>
                <a:cs typeface="Coda"/>
                <a:sym typeface="Coda"/>
              </a:defRPr>
            </a:lvl9pPr>
          </a:lstStyle>
          <a:p>
            <a:pPr marL="0" indent="0" algn="ctr">
              <a:buFont typeface="Coda"/>
              <a:buNone/>
            </a:pPr>
            <a:r>
              <a:rPr lang="en-US" dirty="0"/>
              <a:t>Semantic Separation: The model successfully distinguished distinct types of encounters based on narrative context.</a:t>
            </a:r>
          </a:p>
        </p:txBody>
      </p:sp>
      <p:grpSp>
        <p:nvGrpSpPr>
          <p:cNvPr id="6" name="Google Shape;2676;p63">
            <a:extLst>
              <a:ext uri="{FF2B5EF4-FFF2-40B4-BE49-F238E27FC236}">
                <a16:creationId xmlns:a16="http://schemas.microsoft.com/office/drawing/2014/main" id="{4BB72DAA-80F4-C218-686D-07D923ECF78B}"/>
              </a:ext>
            </a:extLst>
          </p:cNvPr>
          <p:cNvGrpSpPr/>
          <p:nvPr/>
        </p:nvGrpSpPr>
        <p:grpSpPr>
          <a:xfrm>
            <a:off x="1479654" y="2470830"/>
            <a:ext cx="470406" cy="446386"/>
            <a:chOff x="7430405" y="2067722"/>
            <a:chExt cx="393644" cy="393111"/>
          </a:xfrm>
        </p:grpSpPr>
        <p:sp>
          <p:nvSpPr>
            <p:cNvPr id="7" name="Google Shape;2677;p63">
              <a:extLst>
                <a:ext uri="{FF2B5EF4-FFF2-40B4-BE49-F238E27FC236}">
                  <a16:creationId xmlns:a16="http://schemas.microsoft.com/office/drawing/2014/main" id="{DA3EC636-397D-5A69-1870-5CE8E9C173BD}"/>
                </a:ext>
              </a:extLst>
            </p:cNvPr>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678;p63">
              <a:extLst>
                <a:ext uri="{FF2B5EF4-FFF2-40B4-BE49-F238E27FC236}">
                  <a16:creationId xmlns:a16="http://schemas.microsoft.com/office/drawing/2014/main" id="{7AB56089-DC85-8E69-11E6-C9BFC51A8470}"/>
                </a:ext>
              </a:extLst>
            </p:cNvPr>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679;p63">
              <a:extLst>
                <a:ext uri="{FF2B5EF4-FFF2-40B4-BE49-F238E27FC236}">
                  <a16:creationId xmlns:a16="http://schemas.microsoft.com/office/drawing/2014/main" id="{B619611F-827A-BA48-BADC-2E26469AD0AB}"/>
                </a:ext>
              </a:extLst>
            </p:cNvPr>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680;p63">
              <a:extLst>
                <a:ext uri="{FF2B5EF4-FFF2-40B4-BE49-F238E27FC236}">
                  <a16:creationId xmlns:a16="http://schemas.microsoft.com/office/drawing/2014/main" id="{D283BC11-D4F7-92BD-149C-F185713A649D}"/>
                </a:ext>
              </a:extLst>
            </p:cNvPr>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681;p63">
              <a:extLst>
                <a:ext uri="{FF2B5EF4-FFF2-40B4-BE49-F238E27FC236}">
                  <a16:creationId xmlns:a16="http://schemas.microsoft.com/office/drawing/2014/main" id="{418D9A49-8EF5-61AF-D35D-C87229CBE834}"/>
                </a:ext>
              </a:extLst>
            </p:cNvPr>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682;p63">
              <a:extLst>
                <a:ext uri="{FF2B5EF4-FFF2-40B4-BE49-F238E27FC236}">
                  <a16:creationId xmlns:a16="http://schemas.microsoft.com/office/drawing/2014/main" id="{F05F4F9E-9A6C-D74C-57B5-16FAA1E7AEDF}"/>
                </a:ext>
              </a:extLst>
            </p:cNvPr>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683;p63">
              <a:extLst>
                <a:ext uri="{FF2B5EF4-FFF2-40B4-BE49-F238E27FC236}">
                  <a16:creationId xmlns:a16="http://schemas.microsoft.com/office/drawing/2014/main" id="{C4B83011-731F-0E35-C24D-2CB1EE92DD40}"/>
                </a:ext>
              </a:extLst>
            </p:cNvPr>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684;p63">
              <a:extLst>
                <a:ext uri="{FF2B5EF4-FFF2-40B4-BE49-F238E27FC236}">
                  <a16:creationId xmlns:a16="http://schemas.microsoft.com/office/drawing/2014/main" id="{FF123549-98EE-07EB-4C46-F59BF0FD6392}"/>
                </a:ext>
              </a:extLst>
            </p:cNvPr>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685;p63">
              <a:extLst>
                <a:ext uri="{FF2B5EF4-FFF2-40B4-BE49-F238E27FC236}">
                  <a16:creationId xmlns:a16="http://schemas.microsoft.com/office/drawing/2014/main" id="{C3753A46-7A35-1F81-801C-7C166B97D5BD}"/>
                </a:ext>
              </a:extLst>
            </p:cNvPr>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686;p63">
              <a:extLst>
                <a:ext uri="{FF2B5EF4-FFF2-40B4-BE49-F238E27FC236}">
                  <a16:creationId xmlns:a16="http://schemas.microsoft.com/office/drawing/2014/main" id="{539C9DF1-A79B-18D1-1AF7-C1982CD45B69}"/>
                </a:ext>
              </a:extLst>
            </p:cNvPr>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687;p63">
              <a:extLst>
                <a:ext uri="{FF2B5EF4-FFF2-40B4-BE49-F238E27FC236}">
                  <a16:creationId xmlns:a16="http://schemas.microsoft.com/office/drawing/2014/main" id="{607C0CCC-B2FB-158C-58A7-8A39E84D08E3}"/>
                </a:ext>
              </a:extLst>
            </p:cNvPr>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710;p63">
            <a:extLst>
              <a:ext uri="{FF2B5EF4-FFF2-40B4-BE49-F238E27FC236}">
                <a16:creationId xmlns:a16="http://schemas.microsoft.com/office/drawing/2014/main" id="{9B99373A-7266-6CAA-2B14-DC06DF6DEFA1}"/>
              </a:ext>
            </a:extLst>
          </p:cNvPr>
          <p:cNvGrpSpPr/>
          <p:nvPr/>
        </p:nvGrpSpPr>
        <p:grpSpPr>
          <a:xfrm>
            <a:off x="7180432" y="2463764"/>
            <a:ext cx="483914" cy="416567"/>
            <a:chOff x="2677740" y="2822130"/>
            <a:chExt cx="393597" cy="312393"/>
          </a:xfrm>
        </p:grpSpPr>
        <p:sp>
          <p:nvSpPr>
            <p:cNvPr id="24" name="Google Shape;2711;p63">
              <a:extLst>
                <a:ext uri="{FF2B5EF4-FFF2-40B4-BE49-F238E27FC236}">
                  <a16:creationId xmlns:a16="http://schemas.microsoft.com/office/drawing/2014/main" id="{9E58A60A-C130-5C00-9B98-F3E81A189A4B}"/>
                </a:ext>
              </a:extLst>
            </p:cNvPr>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712;p63">
              <a:extLst>
                <a:ext uri="{FF2B5EF4-FFF2-40B4-BE49-F238E27FC236}">
                  <a16:creationId xmlns:a16="http://schemas.microsoft.com/office/drawing/2014/main" id="{E016E9B2-8B4F-A548-9F96-04AB45EC6D86}"/>
                </a:ext>
              </a:extLst>
            </p:cNvPr>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713;p63">
              <a:extLst>
                <a:ext uri="{FF2B5EF4-FFF2-40B4-BE49-F238E27FC236}">
                  <a16:creationId xmlns:a16="http://schemas.microsoft.com/office/drawing/2014/main" id="{D86CA351-2572-8098-D4B0-D62FC31C1C92}"/>
                </a:ext>
              </a:extLst>
            </p:cNvPr>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14;p63">
              <a:extLst>
                <a:ext uri="{FF2B5EF4-FFF2-40B4-BE49-F238E27FC236}">
                  <a16:creationId xmlns:a16="http://schemas.microsoft.com/office/drawing/2014/main" id="{5CAB3C82-DB8F-8724-8F6B-9B10A79E6CE2}"/>
                </a:ext>
              </a:extLst>
            </p:cNvPr>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715;p63">
              <a:extLst>
                <a:ext uri="{FF2B5EF4-FFF2-40B4-BE49-F238E27FC236}">
                  <a16:creationId xmlns:a16="http://schemas.microsoft.com/office/drawing/2014/main" id="{01F18D0B-2BCF-9C1F-66A4-CAEDE13B780B}"/>
                </a:ext>
              </a:extLst>
            </p:cNvPr>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716;p63">
              <a:extLst>
                <a:ext uri="{FF2B5EF4-FFF2-40B4-BE49-F238E27FC236}">
                  <a16:creationId xmlns:a16="http://schemas.microsoft.com/office/drawing/2014/main" id="{08532C8B-F19B-A0B3-64CF-654CFA663B24}"/>
                </a:ext>
              </a:extLst>
            </p:cNvPr>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717;p63">
              <a:extLst>
                <a:ext uri="{FF2B5EF4-FFF2-40B4-BE49-F238E27FC236}">
                  <a16:creationId xmlns:a16="http://schemas.microsoft.com/office/drawing/2014/main" id="{8AB78C34-DF94-A010-7753-BFE15766DC84}"/>
                </a:ext>
              </a:extLst>
            </p:cNvPr>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718;p63">
              <a:extLst>
                <a:ext uri="{FF2B5EF4-FFF2-40B4-BE49-F238E27FC236}">
                  <a16:creationId xmlns:a16="http://schemas.microsoft.com/office/drawing/2014/main" id="{02986E29-DA99-DCB9-624C-E2C8872D2510}"/>
                </a:ext>
              </a:extLst>
            </p:cNvPr>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719;p63">
              <a:extLst>
                <a:ext uri="{FF2B5EF4-FFF2-40B4-BE49-F238E27FC236}">
                  <a16:creationId xmlns:a16="http://schemas.microsoft.com/office/drawing/2014/main" id="{24A0123C-511E-AA70-A2E0-280E35D1BFEF}"/>
                </a:ext>
              </a:extLst>
            </p:cNvPr>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720;p63">
              <a:extLst>
                <a:ext uri="{FF2B5EF4-FFF2-40B4-BE49-F238E27FC236}">
                  <a16:creationId xmlns:a16="http://schemas.microsoft.com/office/drawing/2014/main" id="{6FBFB27B-6D1C-BD56-25A1-0E6F0B2C3A65}"/>
                </a:ext>
              </a:extLst>
            </p:cNvPr>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721;p63">
              <a:extLst>
                <a:ext uri="{FF2B5EF4-FFF2-40B4-BE49-F238E27FC236}">
                  <a16:creationId xmlns:a16="http://schemas.microsoft.com/office/drawing/2014/main" id="{8F133C45-860C-ECD3-913D-815E2E857FAA}"/>
                </a:ext>
              </a:extLst>
            </p:cNvPr>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722;p63">
              <a:extLst>
                <a:ext uri="{FF2B5EF4-FFF2-40B4-BE49-F238E27FC236}">
                  <a16:creationId xmlns:a16="http://schemas.microsoft.com/office/drawing/2014/main" id="{810B78DA-EC58-C95C-6E89-274987278570}"/>
                </a:ext>
              </a:extLst>
            </p:cNvPr>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723;p63">
              <a:extLst>
                <a:ext uri="{FF2B5EF4-FFF2-40B4-BE49-F238E27FC236}">
                  <a16:creationId xmlns:a16="http://schemas.microsoft.com/office/drawing/2014/main" id="{95A8ECE3-1387-C52C-ADF4-514C4FE02388}"/>
                </a:ext>
              </a:extLst>
            </p:cNvPr>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 name="Google Shape;1808;p56">
            <a:extLst>
              <a:ext uri="{FF2B5EF4-FFF2-40B4-BE49-F238E27FC236}">
                <a16:creationId xmlns:a16="http://schemas.microsoft.com/office/drawing/2014/main" id="{799ED77D-38ED-C921-D701-670795CC0FD4}"/>
              </a:ext>
            </a:extLst>
          </p:cNvPr>
          <p:cNvGrpSpPr/>
          <p:nvPr/>
        </p:nvGrpSpPr>
        <p:grpSpPr>
          <a:xfrm>
            <a:off x="5329102" y="2479167"/>
            <a:ext cx="374689" cy="433879"/>
            <a:chOff x="4061967" y="4209866"/>
            <a:chExt cx="339454" cy="393077"/>
          </a:xfrm>
        </p:grpSpPr>
        <p:sp>
          <p:nvSpPr>
            <p:cNvPr id="45" name="Google Shape;1809;p56">
              <a:extLst>
                <a:ext uri="{FF2B5EF4-FFF2-40B4-BE49-F238E27FC236}">
                  <a16:creationId xmlns:a16="http://schemas.microsoft.com/office/drawing/2014/main" id="{5C0153E2-2EE4-247C-EE82-0A2A69E2EF21}"/>
                </a:ext>
              </a:extLst>
            </p:cNvPr>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810;p56">
              <a:extLst>
                <a:ext uri="{FF2B5EF4-FFF2-40B4-BE49-F238E27FC236}">
                  <a16:creationId xmlns:a16="http://schemas.microsoft.com/office/drawing/2014/main" id="{9F1E70DD-BF37-42A1-2ADB-131810572DB5}"/>
                </a:ext>
              </a:extLst>
            </p:cNvPr>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 name="Google Shape;2649;p63">
            <a:extLst>
              <a:ext uri="{FF2B5EF4-FFF2-40B4-BE49-F238E27FC236}">
                <a16:creationId xmlns:a16="http://schemas.microsoft.com/office/drawing/2014/main" id="{E4C476F4-8A3C-4775-0AAA-62F9580C9BD3}"/>
              </a:ext>
            </a:extLst>
          </p:cNvPr>
          <p:cNvGrpSpPr/>
          <p:nvPr/>
        </p:nvGrpSpPr>
        <p:grpSpPr>
          <a:xfrm>
            <a:off x="3357612" y="2436673"/>
            <a:ext cx="516106" cy="527204"/>
            <a:chOff x="4714326" y="2090220"/>
            <a:chExt cx="394249" cy="348156"/>
          </a:xfrm>
        </p:grpSpPr>
        <p:sp>
          <p:nvSpPr>
            <p:cNvPr id="48" name="Google Shape;2650;p63">
              <a:extLst>
                <a:ext uri="{FF2B5EF4-FFF2-40B4-BE49-F238E27FC236}">
                  <a16:creationId xmlns:a16="http://schemas.microsoft.com/office/drawing/2014/main" id="{652014ED-E613-7B5D-595C-F83BB1487252}"/>
                </a:ext>
              </a:extLst>
            </p:cNvPr>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651;p63">
              <a:extLst>
                <a:ext uri="{FF2B5EF4-FFF2-40B4-BE49-F238E27FC236}">
                  <a16:creationId xmlns:a16="http://schemas.microsoft.com/office/drawing/2014/main" id="{042834EC-0B6B-897D-3F9A-CC0F83E75E8E}"/>
                </a:ext>
              </a:extLst>
            </p:cNvPr>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652;p63">
              <a:extLst>
                <a:ext uri="{FF2B5EF4-FFF2-40B4-BE49-F238E27FC236}">
                  <a16:creationId xmlns:a16="http://schemas.microsoft.com/office/drawing/2014/main" id="{B2FC167D-2F0E-6F08-DEE8-4589E21DEE72}"/>
                </a:ext>
              </a:extLst>
            </p:cNvPr>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653;p63">
              <a:extLst>
                <a:ext uri="{FF2B5EF4-FFF2-40B4-BE49-F238E27FC236}">
                  <a16:creationId xmlns:a16="http://schemas.microsoft.com/office/drawing/2014/main" id="{020AAF84-7F1B-9AB5-D2DC-421AAD45AE8C}"/>
                </a:ext>
              </a:extLst>
            </p:cNvPr>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654;p63">
              <a:extLst>
                <a:ext uri="{FF2B5EF4-FFF2-40B4-BE49-F238E27FC236}">
                  <a16:creationId xmlns:a16="http://schemas.microsoft.com/office/drawing/2014/main" id="{2F1BCEAE-25E5-5724-F281-AB4A5503CBE7}"/>
                </a:ext>
              </a:extLst>
            </p:cNvPr>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655;p63">
              <a:extLst>
                <a:ext uri="{FF2B5EF4-FFF2-40B4-BE49-F238E27FC236}">
                  <a16:creationId xmlns:a16="http://schemas.microsoft.com/office/drawing/2014/main" id="{B0EDE547-D66A-DD65-ABA9-CBE6FBDEFE72}"/>
                </a:ext>
              </a:extLst>
            </p:cNvPr>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656;p63">
              <a:extLst>
                <a:ext uri="{FF2B5EF4-FFF2-40B4-BE49-F238E27FC236}">
                  <a16:creationId xmlns:a16="http://schemas.microsoft.com/office/drawing/2014/main" id="{5B9346D8-FAFE-4C35-4E7A-561E0315FB29}"/>
                </a:ext>
              </a:extLst>
            </p:cNvPr>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8642530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98">
          <a:extLst>
            <a:ext uri="{FF2B5EF4-FFF2-40B4-BE49-F238E27FC236}">
              <a16:creationId xmlns:a16="http://schemas.microsoft.com/office/drawing/2014/main" id="{E1D34D7D-7EA0-2E00-1A03-26C55894D5E8}"/>
            </a:ext>
          </a:extLst>
        </p:cNvPr>
        <p:cNvGrpSpPr/>
        <p:nvPr/>
      </p:nvGrpSpPr>
      <p:grpSpPr>
        <a:xfrm>
          <a:off x="0" y="0"/>
          <a:ext cx="0" cy="0"/>
          <a:chOff x="0" y="0"/>
          <a:chExt cx="0" cy="0"/>
        </a:xfrm>
      </p:grpSpPr>
      <p:sp>
        <p:nvSpPr>
          <p:cNvPr id="1399" name="Google Shape;1399;p48">
            <a:extLst>
              <a:ext uri="{FF2B5EF4-FFF2-40B4-BE49-F238E27FC236}">
                <a16:creationId xmlns:a16="http://schemas.microsoft.com/office/drawing/2014/main" id="{91F0FD3C-2361-32DC-4957-BEEAC6C85AA8}"/>
              </a:ext>
            </a:extLst>
          </p:cNvPr>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00" name="Google Shape;1400;p48">
            <a:extLst>
              <a:ext uri="{FF2B5EF4-FFF2-40B4-BE49-F238E27FC236}">
                <a16:creationId xmlns:a16="http://schemas.microsoft.com/office/drawing/2014/main" id="{3C200E6D-8814-F565-3540-55732AFB5BFB}"/>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Geospatial</a:t>
            </a:r>
            <a:r>
              <a:rPr lang="pl-PL" dirty="0"/>
              <a:t> </a:t>
            </a:r>
            <a:r>
              <a:rPr lang="pl-PL" dirty="0" err="1"/>
              <a:t>Insights</a:t>
            </a:r>
            <a:endParaRPr dirty="0"/>
          </a:p>
        </p:txBody>
      </p:sp>
      <p:sp>
        <p:nvSpPr>
          <p:cNvPr id="1401" name="Google Shape;1401;p48">
            <a:extLst>
              <a:ext uri="{FF2B5EF4-FFF2-40B4-BE49-F238E27FC236}">
                <a16:creationId xmlns:a16="http://schemas.microsoft.com/office/drawing/2014/main" id="{3B7497B9-373E-AC70-E48B-AB7292EBA100}"/>
              </a:ext>
            </a:extLst>
          </p:cNvPr>
          <p:cNvSpPr/>
          <p:nvPr/>
        </p:nvSpPr>
        <p:spPr>
          <a:xfrm flipH="1">
            <a:off x="654344" y="2724029"/>
            <a:ext cx="2776148"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2" name="Google Shape;1402;p48">
            <a:extLst>
              <a:ext uri="{FF2B5EF4-FFF2-40B4-BE49-F238E27FC236}">
                <a16:creationId xmlns:a16="http://schemas.microsoft.com/office/drawing/2014/main" id="{90698EFB-0DA2-AD01-AF1F-48EE833FF27C}"/>
              </a:ext>
            </a:extLst>
          </p:cNvPr>
          <p:cNvSpPr/>
          <p:nvPr/>
        </p:nvSpPr>
        <p:spPr>
          <a:xfrm flipH="1">
            <a:off x="654344" y="1464175"/>
            <a:ext cx="2776149"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3" name="Google Shape;1403;p48">
            <a:extLst>
              <a:ext uri="{FF2B5EF4-FFF2-40B4-BE49-F238E27FC236}">
                <a16:creationId xmlns:a16="http://schemas.microsoft.com/office/drawing/2014/main" id="{E80A13E3-CF33-E742-FF92-1E393F911C1C}"/>
              </a:ext>
            </a:extLst>
          </p:cNvPr>
          <p:cNvSpPr txBox="1">
            <a:spLocks noGrp="1"/>
          </p:cNvSpPr>
          <p:nvPr>
            <p:ph type="subTitle" idx="4294967295"/>
          </p:nvPr>
        </p:nvSpPr>
        <p:spPr>
          <a:xfrm>
            <a:off x="397250" y="3266976"/>
            <a:ext cx="3090020" cy="745109"/>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US" sz="1050" dirty="0"/>
              <a:t>High volume of Topic </a:t>
            </a:r>
            <a:r>
              <a:rPr lang="pl-PL" sz="1050" dirty="0"/>
              <a:t>3</a:t>
            </a:r>
            <a:r>
              <a:rPr lang="en-US" sz="1050" dirty="0"/>
              <a:t> („</a:t>
            </a:r>
            <a:r>
              <a:rPr lang="pl-PL" sz="1050" dirty="0" err="1"/>
              <a:t>Trails</a:t>
            </a:r>
            <a:r>
              <a:rPr lang="pl-PL" sz="1050" dirty="0"/>
              <a:t> &amp; </a:t>
            </a:r>
            <a:r>
              <a:rPr lang="pl-PL" sz="1050" dirty="0" err="1"/>
              <a:t>Tracks</a:t>
            </a:r>
            <a:r>
              <a:rPr lang="en-US" sz="1050" dirty="0"/>
              <a:t>"). </a:t>
            </a:r>
            <a:r>
              <a:rPr lang="pl-PL" sz="1050" dirty="0"/>
              <a:t>A bit less </a:t>
            </a:r>
            <a:r>
              <a:rPr lang="en-US" sz="1050" dirty="0"/>
              <a:t>"camping" </a:t>
            </a:r>
            <a:r>
              <a:rPr lang="pl-PL" sz="1050" dirty="0" err="1"/>
              <a:t>than</a:t>
            </a:r>
            <a:r>
              <a:rPr lang="pl-PL" sz="1050" dirty="0"/>
              <a:t> in WA, </a:t>
            </a:r>
            <a:r>
              <a:rPr lang="en-US" sz="1050" dirty="0"/>
              <a:t>"hiking/trails" and difficult terrain ("ravine", "steep hill"), reflecting the Sierra Nevada geography.</a:t>
            </a:r>
            <a:endParaRPr sz="1050" dirty="0"/>
          </a:p>
        </p:txBody>
      </p:sp>
      <p:sp>
        <p:nvSpPr>
          <p:cNvPr id="1404" name="Google Shape;1404;p48">
            <a:extLst>
              <a:ext uri="{FF2B5EF4-FFF2-40B4-BE49-F238E27FC236}">
                <a16:creationId xmlns:a16="http://schemas.microsoft.com/office/drawing/2014/main" id="{3664C4B4-F910-A932-CD94-B6DC80730143}"/>
              </a:ext>
            </a:extLst>
          </p:cNvPr>
          <p:cNvSpPr txBox="1">
            <a:spLocks noGrp="1"/>
          </p:cNvSpPr>
          <p:nvPr>
            <p:ph type="subTitle" idx="4294967295"/>
          </p:nvPr>
        </p:nvSpPr>
        <p:spPr>
          <a:xfrm>
            <a:off x="712232" y="2795417"/>
            <a:ext cx="264152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200" dirty="0">
                <a:solidFill>
                  <a:schemeClr val="lt1"/>
                </a:solidFill>
                <a:latin typeface="Freckle Face"/>
                <a:ea typeface="Freckle Face"/>
                <a:cs typeface="Freckle Face"/>
                <a:sym typeface="Freckle Face"/>
              </a:rPr>
              <a:t>California (CA) – The "Active Terrain"</a:t>
            </a:r>
            <a:endParaRPr sz="1200" dirty="0">
              <a:solidFill>
                <a:schemeClr val="lt1"/>
              </a:solidFill>
              <a:latin typeface="Freckle Face"/>
              <a:ea typeface="Freckle Face"/>
              <a:cs typeface="Freckle Face"/>
              <a:sym typeface="Freckle Face"/>
            </a:endParaRPr>
          </a:p>
        </p:txBody>
      </p:sp>
      <p:sp>
        <p:nvSpPr>
          <p:cNvPr id="1405" name="Google Shape;1405;p48">
            <a:extLst>
              <a:ext uri="{FF2B5EF4-FFF2-40B4-BE49-F238E27FC236}">
                <a16:creationId xmlns:a16="http://schemas.microsoft.com/office/drawing/2014/main" id="{1377D21F-9254-542F-73C2-A1E719ACE3E2}"/>
              </a:ext>
            </a:extLst>
          </p:cNvPr>
          <p:cNvSpPr txBox="1">
            <a:spLocks noGrp="1"/>
          </p:cNvSpPr>
          <p:nvPr>
            <p:ph type="subTitle" idx="4294967295"/>
          </p:nvPr>
        </p:nvSpPr>
        <p:spPr>
          <a:xfrm>
            <a:off x="346634" y="2007122"/>
            <a:ext cx="3140635" cy="674504"/>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US" sz="1050" dirty="0"/>
              <a:t>WA shows a strong correlation with deep forest keywords ("national forest", „</a:t>
            </a:r>
            <a:r>
              <a:rPr lang="pl-PL" sz="1050" dirty="0" err="1"/>
              <a:t>campground</a:t>
            </a:r>
            <a:r>
              <a:rPr lang="en-US" sz="1050" dirty="0"/>
              <a:t>", „</a:t>
            </a:r>
            <a:r>
              <a:rPr lang="pl-PL" sz="1050" dirty="0" err="1"/>
              <a:t>wilderness</a:t>
            </a:r>
            <a:r>
              <a:rPr lang="en-US" sz="1050" dirty="0"/>
              <a:t>"), reflecting its dense Pacific Northwest geography.</a:t>
            </a:r>
            <a:endParaRPr sz="1050" dirty="0"/>
          </a:p>
        </p:txBody>
      </p:sp>
      <p:sp>
        <p:nvSpPr>
          <p:cNvPr id="1406" name="Google Shape;1406;p48">
            <a:extLst>
              <a:ext uri="{FF2B5EF4-FFF2-40B4-BE49-F238E27FC236}">
                <a16:creationId xmlns:a16="http://schemas.microsoft.com/office/drawing/2014/main" id="{E34B5A8A-48B3-3277-2DEF-A6932B202D87}"/>
              </a:ext>
            </a:extLst>
          </p:cNvPr>
          <p:cNvSpPr txBox="1">
            <a:spLocks noGrp="1"/>
          </p:cNvSpPr>
          <p:nvPr>
            <p:ph type="subTitle" idx="4294967295"/>
          </p:nvPr>
        </p:nvSpPr>
        <p:spPr>
          <a:xfrm>
            <a:off x="712232" y="1535575"/>
            <a:ext cx="264152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solidFill>
                  <a:schemeClr val="lt1"/>
                </a:solidFill>
                <a:latin typeface="Freckle Face"/>
                <a:ea typeface="Freckle Face"/>
                <a:cs typeface="Freckle Face"/>
                <a:sym typeface="Freckle Face"/>
              </a:rPr>
              <a:t>Washington (WA) – The Wilderness Hub</a:t>
            </a:r>
            <a:endParaRPr sz="1100" dirty="0">
              <a:solidFill>
                <a:schemeClr val="lt1"/>
              </a:solidFill>
              <a:latin typeface="Freckle Face"/>
              <a:ea typeface="Freckle Face"/>
              <a:cs typeface="Freckle Face"/>
              <a:sym typeface="Freckle Face"/>
            </a:endParaRPr>
          </a:p>
        </p:txBody>
      </p:sp>
      <p:sp>
        <p:nvSpPr>
          <p:cNvPr id="1407" name="Google Shape;1407;p48">
            <a:extLst>
              <a:ext uri="{FF2B5EF4-FFF2-40B4-BE49-F238E27FC236}">
                <a16:creationId xmlns:a16="http://schemas.microsoft.com/office/drawing/2014/main" id="{240D6C8B-910C-C5E5-E60C-CFDECA60C52B}"/>
              </a:ext>
            </a:extLst>
          </p:cNvPr>
          <p:cNvSpPr/>
          <p:nvPr/>
        </p:nvSpPr>
        <p:spPr>
          <a:xfrm rot="10800000" flipH="1">
            <a:off x="654344" y="4036738"/>
            <a:ext cx="283292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8" name="Google Shape;1408;p48">
            <a:extLst>
              <a:ext uri="{FF2B5EF4-FFF2-40B4-BE49-F238E27FC236}">
                <a16:creationId xmlns:a16="http://schemas.microsoft.com/office/drawing/2014/main" id="{F3A2B493-CA5B-8E0E-4713-351B5A11AE02}"/>
              </a:ext>
            </a:extLst>
          </p:cNvPr>
          <p:cNvSpPr txBox="1">
            <a:spLocks noGrp="1"/>
          </p:cNvSpPr>
          <p:nvPr>
            <p:ph type="subTitle" idx="4294967295"/>
          </p:nvPr>
        </p:nvSpPr>
        <p:spPr>
          <a:xfrm>
            <a:off x="397250" y="4588560"/>
            <a:ext cx="3033268"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pl-PL" sz="1100" dirty="0"/>
              <a:t>In </a:t>
            </a:r>
            <a:r>
              <a:rPr lang="pl-PL" sz="1100" dirty="0" err="1"/>
              <a:t>case</a:t>
            </a:r>
            <a:r>
              <a:rPr lang="pl-PL" sz="1100" dirty="0"/>
              <a:t> on Florida we </a:t>
            </a:r>
            <a:r>
              <a:rPr lang="pl-PL" sz="1100" dirty="0" err="1"/>
              <a:t>can</a:t>
            </a:r>
            <a:r>
              <a:rPr lang="pl-PL" sz="1100" dirty="0"/>
              <a:t> </a:t>
            </a:r>
            <a:r>
              <a:rPr lang="pl-PL" sz="1100" dirty="0" err="1"/>
              <a:t>see</a:t>
            </a:r>
            <a:r>
              <a:rPr lang="pl-PL" sz="1100" dirty="0"/>
              <a:t> a </a:t>
            </a:r>
            <a:r>
              <a:rPr lang="pl-PL" sz="1100" dirty="0" err="1"/>
              <a:t>dominance</a:t>
            </a:r>
            <a:r>
              <a:rPr lang="pl-PL" sz="1100" dirty="0"/>
              <a:t> of </a:t>
            </a:r>
            <a:r>
              <a:rPr lang="pl-PL" sz="1100" dirty="0" err="1"/>
              <a:t>Roadside</a:t>
            </a:r>
            <a:r>
              <a:rPr lang="pl-PL" sz="1100" dirty="0"/>
              <a:t> </a:t>
            </a:r>
            <a:r>
              <a:rPr lang="pl-PL" sz="1100" dirty="0" err="1"/>
              <a:t>crossings</a:t>
            </a:r>
            <a:endParaRPr sz="1100" dirty="0"/>
          </a:p>
        </p:txBody>
      </p:sp>
      <p:sp>
        <p:nvSpPr>
          <p:cNvPr id="1409" name="Google Shape;1409;p48">
            <a:extLst>
              <a:ext uri="{FF2B5EF4-FFF2-40B4-BE49-F238E27FC236}">
                <a16:creationId xmlns:a16="http://schemas.microsoft.com/office/drawing/2014/main" id="{81C066B4-6A32-5465-2726-9B32BFB90CC9}"/>
              </a:ext>
            </a:extLst>
          </p:cNvPr>
          <p:cNvSpPr txBox="1">
            <a:spLocks noGrp="1"/>
          </p:cNvSpPr>
          <p:nvPr>
            <p:ph type="subTitle" idx="4294967295"/>
          </p:nvPr>
        </p:nvSpPr>
        <p:spPr>
          <a:xfrm>
            <a:off x="712231" y="4108127"/>
            <a:ext cx="2775038"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pl-PL" sz="1400" dirty="0">
                <a:solidFill>
                  <a:schemeClr val="lt1"/>
                </a:solidFill>
                <a:latin typeface="Freckle Face"/>
                <a:ea typeface="Freckle Face"/>
                <a:cs typeface="Freckle Face"/>
                <a:sym typeface="Freckle Face"/>
              </a:rPr>
              <a:t>Florida (FL) – </a:t>
            </a:r>
            <a:r>
              <a:rPr lang="pl-PL" sz="1400" dirty="0" err="1">
                <a:solidFill>
                  <a:schemeClr val="lt1"/>
                </a:solidFill>
                <a:latin typeface="Freckle Face"/>
                <a:ea typeface="Freckle Face"/>
                <a:cs typeface="Freckle Face"/>
                <a:sym typeface="Freckle Face"/>
              </a:rPr>
              <a:t>Roadside</a:t>
            </a:r>
            <a:r>
              <a:rPr lang="pl-PL" sz="1400" dirty="0">
                <a:solidFill>
                  <a:schemeClr val="lt1"/>
                </a:solidFill>
                <a:latin typeface="Freckle Face"/>
                <a:ea typeface="Freckle Face"/>
                <a:cs typeface="Freckle Face"/>
                <a:sym typeface="Freckle Face"/>
              </a:rPr>
              <a:t> </a:t>
            </a:r>
            <a:r>
              <a:rPr lang="pl-PL" sz="1400" dirty="0" err="1">
                <a:solidFill>
                  <a:schemeClr val="lt1"/>
                </a:solidFill>
                <a:latin typeface="Freckle Face"/>
                <a:ea typeface="Freckle Face"/>
                <a:cs typeface="Freckle Face"/>
                <a:sym typeface="Freckle Face"/>
              </a:rPr>
              <a:t>Domination</a:t>
            </a:r>
            <a:endParaRPr sz="1400" dirty="0">
              <a:solidFill>
                <a:schemeClr val="lt1"/>
              </a:solidFill>
              <a:latin typeface="Freckle Face"/>
              <a:ea typeface="Freckle Face"/>
              <a:cs typeface="Freckle Face"/>
              <a:sym typeface="Freckle Face"/>
            </a:endParaRPr>
          </a:p>
        </p:txBody>
      </p:sp>
      <p:sp>
        <p:nvSpPr>
          <p:cNvPr id="1410" name="Google Shape;1410;p48">
            <a:extLst>
              <a:ext uri="{FF2B5EF4-FFF2-40B4-BE49-F238E27FC236}">
                <a16:creationId xmlns:a16="http://schemas.microsoft.com/office/drawing/2014/main" id="{B4503650-0CCA-4AF6-B53F-D1644C9BAB1C}"/>
              </a:ext>
            </a:extLst>
          </p:cNvPr>
          <p:cNvSpPr/>
          <p:nvPr/>
        </p:nvSpPr>
        <p:spPr>
          <a:xfrm>
            <a:off x="272555" y="1587600"/>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1" name="Google Shape;1411;p48">
            <a:extLst>
              <a:ext uri="{FF2B5EF4-FFF2-40B4-BE49-F238E27FC236}">
                <a16:creationId xmlns:a16="http://schemas.microsoft.com/office/drawing/2014/main" id="{0ACF8C72-D458-E7AC-D8D4-D49CF6FC65A2}"/>
              </a:ext>
            </a:extLst>
          </p:cNvPr>
          <p:cNvSpPr/>
          <p:nvPr/>
        </p:nvSpPr>
        <p:spPr>
          <a:xfrm>
            <a:off x="272567" y="2847441"/>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2" name="Google Shape;1412;p48">
            <a:extLst>
              <a:ext uri="{FF2B5EF4-FFF2-40B4-BE49-F238E27FC236}">
                <a16:creationId xmlns:a16="http://schemas.microsoft.com/office/drawing/2014/main" id="{4AEA31D6-61A2-228A-78B6-FB85AD73F849}"/>
              </a:ext>
            </a:extLst>
          </p:cNvPr>
          <p:cNvSpPr/>
          <p:nvPr/>
        </p:nvSpPr>
        <p:spPr>
          <a:xfrm>
            <a:off x="272529" y="4160113"/>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3" name="Google Shape;1413;p48">
            <a:extLst>
              <a:ext uri="{FF2B5EF4-FFF2-40B4-BE49-F238E27FC236}">
                <a16:creationId xmlns:a16="http://schemas.microsoft.com/office/drawing/2014/main" id="{C1B2793D-A64A-E4B6-A7AD-60F1E3C19706}"/>
              </a:ext>
            </a:extLst>
          </p:cNvPr>
          <p:cNvSpPr/>
          <p:nvPr/>
        </p:nvSpPr>
        <p:spPr>
          <a:xfrm>
            <a:off x="4899361" y="3477125"/>
            <a:ext cx="2979600" cy="1552048"/>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8">
            <a:extLst>
              <a:ext uri="{FF2B5EF4-FFF2-40B4-BE49-F238E27FC236}">
                <a16:creationId xmlns:a16="http://schemas.microsoft.com/office/drawing/2014/main" id="{54A46441-7F0D-E864-A432-738F3328F966}"/>
              </a:ext>
            </a:extLst>
          </p:cNvPr>
          <p:cNvSpPr/>
          <p:nvPr/>
        </p:nvSpPr>
        <p:spPr>
          <a:xfrm>
            <a:off x="5129231" y="3654465"/>
            <a:ext cx="134322" cy="115252"/>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5" name="Google Shape;1415;p48">
            <a:extLst>
              <a:ext uri="{FF2B5EF4-FFF2-40B4-BE49-F238E27FC236}">
                <a16:creationId xmlns:a16="http://schemas.microsoft.com/office/drawing/2014/main" id="{7D49CD38-13C0-2A50-DAA8-F1C9CC3B540D}"/>
              </a:ext>
            </a:extLst>
          </p:cNvPr>
          <p:cNvSpPr/>
          <p:nvPr/>
        </p:nvSpPr>
        <p:spPr>
          <a:xfrm>
            <a:off x="5062070" y="4195523"/>
            <a:ext cx="134322" cy="115252"/>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7" name="Google Shape;1417;p48">
            <a:extLst>
              <a:ext uri="{FF2B5EF4-FFF2-40B4-BE49-F238E27FC236}">
                <a16:creationId xmlns:a16="http://schemas.microsoft.com/office/drawing/2014/main" id="{354F23E6-1994-2128-6A6C-459B8A5DEDCE}"/>
              </a:ext>
            </a:extLst>
          </p:cNvPr>
          <p:cNvSpPr/>
          <p:nvPr/>
        </p:nvSpPr>
        <p:spPr>
          <a:xfrm>
            <a:off x="6891479" y="4811326"/>
            <a:ext cx="134322" cy="115252"/>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pic>
        <p:nvPicPr>
          <p:cNvPr id="3" name="Obraz 2" descr="Obraz zawierający tekst, Wielobarwność, design, zrzut ekranu&#10;&#10;Zawartość wygenerowana przez AI może być niepoprawna.">
            <a:extLst>
              <a:ext uri="{FF2B5EF4-FFF2-40B4-BE49-F238E27FC236}">
                <a16:creationId xmlns:a16="http://schemas.microsoft.com/office/drawing/2014/main" id="{C90189AC-7AB3-C085-731A-E2BA1392D907}"/>
              </a:ext>
            </a:extLst>
          </p:cNvPr>
          <p:cNvPicPr>
            <a:picLocks noChangeAspect="1"/>
          </p:cNvPicPr>
          <p:nvPr/>
        </p:nvPicPr>
        <p:blipFill>
          <a:blip r:embed="rId3"/>
          <a:stretch>
            <a:fillRect/>
          </a:stretch>
        </p:blipFill>
        <p:spPr>
          <a:xfrm>
            <a:off x="3544047" y="1387651"/>
            <a:ext cx="5530882" cy="1960499"/>
          </a:xfrm>
          <a:prstGeom prst="rect">
            <a:avLst/>
          </a:prstGeom>
        </p:spPr>
      </p:pic>
    </p:spTree>
    <p:extLst>
      <p:ext uri="{BB962C8B-B14F-4D97-AF65-F5344CB8AC3E}">
        <p14:creationId xmlns:p14="http://schemas.microsoft.com/office/powerpoint/2010/main" val="2859912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22">
          <a:extLst>
            <a:ext uri="{FF2B5EF4-FFF2-40B4-BE49-F238E27FC236}">
              <a16:creationId xmlns:a16="http://schemas.microsoft.com/office/drawing/2014/main" id="{FEF0BF0F-24E5-7E95-BFD2-3D51B99B67FC}"/>
            </a:ext>
          </a:extLst>
        </p:cNvPr>
        <p:cNvGrpSpPr/>
        <p:nvPr/>
      </p:nvGrpSpPr>
      <p:grpSpPr>
        <a:xfrm>
          <a:off x="0" y="0"/>
          <a:ext cx="0" cy="0"/>
          <a:chOff x="0" y="0"/>
          <a:chExt cx="0" cy="0"/>
        </a:xfrm>
      </p:grpSpPr>
      <p:sp>
        <p:nvSpPr>
          <p:cNvPr id="1823" name="Google Shape;1823;p57">
            <a:extLst>
              <a:ext uri="{FF2B5EF4-FFF2-40B4-BE49-F238E27FC236}">
                <a16:creationId xmlns:a16="http://schemas.microsoft.com/office/drawing/2014/main" id="{B9097FDC-59E1-CBE4-0B45-118B00707432}"/>
              </a:ext>
            </a:extLst>
          </p:cNvPr>
          <p:cNvSpPr/>
          <p:nvPr/>
        </p:nvSpPr>
        <p:spPr>
          <a:xfrm>
            <a:off x="6577780" y="1242718"/>
            <a:ext cx="224272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4" name="Google Shape;1824;p57">
            <a:extLst>
              <a:ext uri="{FF2B5EF4-FFF2-40B4-BE49-F238E27FC236}">
                <a16:creationId xmlns:a16="http://schemas.microsoft.com/office/drawing/2014/main" id="{A0AB9529-DC27-05C9-198E-DF1E95631732}"/>
              </a:ext>
            </a:extLst>
          </p:cNvPr>
          <p:cNvSpPr/>
          <p:nvPr/>
        </p:nvSpPr>
        <p:spPr>
          <a:xfrm flipH="1">
            <a:off x="6356252" y="305200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5" name="Google Shape;1825;p57">
            <a:extLst>
              <a:ext uri="{FF2B5EF4-FFF2-40B4-BE49-F238E27FC236}">
                <a16:creationId xmlns:a16="http://schemas.microsoft.com/office/drawing/2014/main" id="{2CB030C0-F755-6F44-1DB4-A632602E5957}"/>
              </a:ext>
            </a:extLst>
          </p:cNvPr>
          <p:cNvSpPr/>
          <p:nvPr/>
        </p:nvSpPr>
        <p:spPr>
          <a:xfrm>
            <a:off x="1513762" y="17171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26" name="Google Shape;1826;p57">
            <a:extLst>
              <a:ext uri="{FF2B5EF4-FFF2-40B4-BE49-F238E27FC236}">
                <a16:creationId xmlns:a16="http://schemas.microsoft.com/office/drawing/2014/main" id="{70AC9A63-778D-724C-F1E9-4A9081BAE788}"/>
              </a:ext>
            </a:extLst>
          </p:cNvPr>
          <p:cNvSpPr txBox="1">
            <a:spLocks noGrp="1"/>
          </p:cNvSpPr>
          <p:nvPr>
            <p:ph type="title"/>
          </p:nvPr>
        </p:nvSpPr>
        <p:spPr>
          <a:xfrm>
            <a:off x="719999" y="230074"/>
            <a:ext cx="7704000" cy="742019"/>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Seasonality</a:t>
            </a:r>
            <a:r>
              <a:rPr lang="pl-PL" dirty="0"/>
              <a:t> &amp; </a:t>
            </a:r>
            <a:r>
              <a:rPr lang="pl-PL" dirty="0" err="1"/>
              <a:t>Timeline</a:t>
            </a:r>
            <a:endParaRPr dirty="0"/>
          </a:p>
        </p:txBody>
      </p:sp>
      <p:sp>
        <p:nvSpPr>
          <p:cNvPr id="1827" name="Google Shape;1827;p57">
            <a:extLst>
              <a:ext uri="{FF2B5EF4-FFF2-40B4-BE49-F238E27FC236}">
                <a16:creationId xmlns:a16="http://schemas.microsoft.com/office/drawing/2014/main" id="{A8BEE99C-EE97-0F5F-F291-32D700C108B0}"/>
              </a:ext>
            </a:extLst>
          </p:cNvPr>
          <p:cNvSpPr txBox="1">
            <a:spLocks noGrp="1"/>
          </p:cNvSpPr>
          <p:nvPr>
            <p:ph type="subTitle" idx="1"/>
          </p:nvPr>
        </p:nvSpPr>
        <p:spPr>
          <a:xfrm>
            <a:off x="6272533" y="1784299"/>
            <a:ext cx="2510700" cy="1040030"/>
          </a:xfrm>
          <a:prstGeom prst="rect">
            <a:avLst/>
          </a:prstGeom>
        </p:spPr>
        <p:txBody>
          <a:bodyPr spcFirstLastPara="1" wrap="square" lIns="91425" tIns="91425" rIns="91425" bIns="91425" anchor="t" anchorCtr="0">
            <a:noAutofit/>
          </a:bodyPr>
          <a:lstStyle/>
          <a:p>
            <a:pPr marL="171450" lvl="0" indent="-171450" algn="r" rtl="0">
              <a:spcBef>
                <a:spcPts val="0"/>
              </a:spcBef>
              <a:spcAft>
                <a:spcPts val="0"/>
              </a:spcAft>
              <a:buFont typeface="Arial" panose="020B0604020202020204" pitchFamily="34" charset="0"/>
              <a:buChar char="•"/>
            </a:pPr>
            <a:r>
              <a:rPr lang="pl-PL" sz="1200" dirty="0" err="1"/>
              <a:t>Significant</a:t>
            </a:r>
            <a:r>
              <a:rPr lang="pl-PL" sz="1200" dirty="0"/>
              <a:t> </a:t>
            </a:r>
            <a:r>
              <a:rPr lang="pl-PL" sz="1200" dirty="0" err="1"/>
              <a:t>peak</a:t>
            </a:r>
            <a:r>
              <a:rPr lang="pl-PL" sz="1200" dirty="0"/>
              <a:t> of </a:t>
            </a:r>
            <a:r>
              <a:rPr lang="pl-PL" sz="1200" dirty="0" err="1"/>
              <a:t>all</a:t>
            </a:r>
            <a:r>
              <a:rPr lang="pl-PL" sz="1200" dirty="0"/>
              <a:t> </a:t>
            </a:r>
            <a:r>
              <a:rPr lang="pl-PL" sz="1200" dirty="0" err="1"/>
              <a:t>observations</a:t>
            </a:r>
            <a:r>
              <a:rPr lang="pl-PL" sz="1200" dirty="0"/>
              <a:t> in 2000s - </a:t>
            </a:r>
            <a:r>
              <a:rPr lang="pl-PL" sz="1200" dirty="0" err="1"/>
              <a:t>Sasquatch</a:t>
            </a:r>
            <a:r>
              <a:rPr lang="pl-PL" sz="1200" dirty="0"/>
              <a:t>: Legend </a:t>
            </a:r>
            <a:r>
              <a:rPr lang="pl-PL" sz="1200" dirty="0" err="1"/>
              <a:t>Meets</a:t>
            </a:r>
            <a:r>
              <a:rPr lang="pl-PL" sz="1200" dirty="0"/>
              <a:t> Science and Internet </a:t>
            </a:r>
            <a:r>
              <a:rPr lang="pl-PL" sz="1200" dirty="0" err="1"/>
              <a:t>Effect</a:t>
            </a:r>
            <a:endParaRPr sz="1200" dirty="0"/>
          </a:p>
        </p:txBody>
      </p:sp>
      <p:sp>
        <p:nvSpPr>
          <p:cNvPr id="1828" name="Google Shape;1828;p57">
            <a:extLst>
              <a:ext uri="{FF2B5EF4-FFF2-40B4-BE49-F238E27FC236}">
                <a16:creationId xmlns:a16="http://schemas.microsoft.com/office/drawing/2014/main" id="{75C0F59D-B929-9C45-C73E-84B4C388FEBA}"/>
              </a:ext>
            </a:extLst>
          </p:cNvPr>
          <p:cNvSpPr txBox="1">
            <a:spLocks noGrp="1"/>
          </p:cNvSpPr>
          <p:nvPr>
            <p:ph type="subTitle" idx="2"/>
          </p:nvPr>
        </p:nvSpPr>
        <p:spPr>
          <a:xfrm>
            <a:off x="6374889" y="3656320"/>
            <a:ext cx="2510700" cy="677100"/>
          </a:xfrm>
          <a:prstGeom prst="rect">
            <a:avLst/>
          </a:prstGeom>
        </p:spPr>
        <p:txBody>
          <a:bodyPr spcFirstLastPara="1" wrap="square" lIns="91425" tIns="91425" rIns="91425" bIns="91425" anchor="t" anchorCtr="0">
            <a:noAutofit/>
          </a:bodyPr>
          <a:lstStyle/>
          <a:p>
            <a:pPr marL="171450" lvl="0" indent="-171450" algn="r" rtl="0">
              <a:spcBef>
                <a:spcPts val="0"/>
              </a:spcBef>
              <a:spcAft>
                <a:spcPts val="0"/>
              </a:spcAft>
              <a:buFont typeface="Arial" panose="020B0604020202020204" pitchFamily="34" charset="0"/>
              <a:buChar char="•"/>
            </a:pPr>
            <a:r>
              <a:rPr lang="pl-PL" sz="1200" dirty="0" err="1"/>
              <a:t>Trails</a:t>
            </a:r>
            <a:r>
              <a:rPr lang="pl-PL" sz="1200" dirty="0"/>
              <a:t> </a:t>
            </a:r>
            <a:r>
              <a:rPr lang="pl-PL" sz="1200" dirty="0" err="1"/>
              <a:t>related</a:t>
            </a:r>
            <a:r>
              <a:rPr lang="pl-PL" sz="1200" dirty="0"/>
              <a:t> </a:t>
            </a:r>
            <a:r>
              <a:rPr lang="pl-PL" sz="1200" dirty="0" err="1"/>
              <a:t>topic</a:t>
            </a:r>
            <a:r>
              <a:rPr lang="pl-PL" sz="1200" dirty="0"/>
              <a:t> with </a:t>
            </a:r>
            <a:r>
              <a:rPr lang="pl-PL" sz="1200" dirty="0" err="1"/>
              <a:t>winter</a:t>
            </a:r>
            <a:r>
              <a:rPr lang="pl-PL" sz="1200" dirty="0"/>
              <a:t> </a:t>
            </a:r>
            <a:r>
              <a:rPr lang="pl-PL" sz="1200" dirty="0" err="1"/>
              <a:t>dominance</a:t>
            </a:r>
            <a:endParaRPr lang="pl-PL" sz="1200" dirty="0"/>
          </a:p>
          <a:p>
            <a:pPr marL="171450" lvl="0" indent="-171450" algn="r" rtl="0">
              <a:spcBef>
                <a:spcPts val="0"/>
              </a:spcBef>
              <a:spcAft>
                <a:spcPts val="0"/>
              </a:spcAft>
              <a:buFont typeface="Arial" panose="020B0604020202020204" pitchFamily="34" charset="0"/>
              <a:buChar char="•"/>
            </a:pPr>
            <a:r>
              <a:rPr lang="pl-PL" sz="1200" dirty="0"/>
              <a:t>Fishing </a:t>
            </a:r>
            <a:r>
              <a:rPr lang="pl-PL" sz="1200" dirty="0" err="1"/>
              <a:t>topic</a:t>
            </a:r>
            <a:r>
              <a:rPr lang="pl-PL" sz="1200" dirty="0"/>
              <a:t> </a:t>
            </a:r>
            <a:r>
              <a:rPr lang="pl-PL" sz="1200" dirty="0" err="1"/>
              <a:t>mostly</a:t>
            </a:r>
            <a:r>
              <a:rPr lang="pl-PL" sz="1200" dirty="0"/>
              <a:t> in </a:t>
            </a:r>
            <a:r>
              <a:rPr lang="pl-PL" sz="1200" dirty="0" err="1"/>
              <a:t>summer</a:t>
            </a:r>
            <a:endParaRPr lang="pl-PL" sz="1200" dirty="0"/>
          </a:p>
          <a:p>
            <a:pPr marL="171450" lvl="0" indent="-171450" algn="r" rtl="0">
              <a:spcBef>
                <a:spcPts val="0"/>
              </a:spcBef>
              <a:spcAft>
                <a:spcPts val="0"/>
              </a:spcAft>
              <a:buFont typeface="Arial" panose="020B0604020202020204" pitchFamily="34" charset="0"/>
              <a:buChar char="•"/>
            </a:pPr>
            <a:r>
              <a:rPr lang="pl-PL" sz="1200" dirty="0" err="1"/>
              <a:t>Generally</a:t>
            </a:r>
            <a:r>
              <a:rPr lang="pl-PL" sz="1200" dirty="0"/>
              <a:t> </a:t>
            </a:r>
            <a:r>
              <a:rPr lang="pl-PL" sz="1200" dirty="0" err="1"/>
              <a:t>mostly</a:t>
            </a:r>
            <a:r>
              <a:rPr lang="pl-PL" sz="1200" dirty="0"/>
              <a:t> </a:t>
            </a:r>
            <a:r>
              <a:rPr lang="pl-PL" sz="1200" dirty="0" err="1"/>
              <a:t>summer</a:t>
            </a:r>
            <a:r>
              <a:rPr lang="pl-PL" sz="1200" dirty="0"/>
              <a:t> and spring</a:t>
            </a:r>
            <a:endParaRPr sz="1200" dirty="0"/>
          </a:p>
        </p:txBody>
      </p:sp>
      <p:sp>
        <p:nvSpPr>
          <p:cNvPr id="1829" name="Google Shape;1829;p57">
            <a:extLst>
              <a:ext uri="{FF2B5EF4-FFF2-40B4-BE49-F238E27FC236}">
                <a16:creationId xmlns:a16="http://schemas.microsoft.com/office/drawing/2014/main" id="{ADB1EB49-8792-03F6-59C6-49B93DB3509C}"/>
              </a:ext>
            </a:extLst>
          </p:cNvPr>
          <p:cNvSpPr txBox="1">
            <a:spLocks noGrp="1"/>
          </p:cNvSpPr>
          <p:nvPr>
            <p:ph type="subTitle" idx="3"/>
          </p:nvPr>
        </p:nvSpPr>
        <p:spPr>
          <a:xfrm>
            <a:off x="6651433" y="1312412"/>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pl-PL" dirty="0" err="1"/>
              <a:t>Timeline</a:t>
            </a:r>
            <a:endParaRPr dirty="0"/>
          </a:p>
        </p:txBody>
      </p:sp>
      <p:sp>
        <p:nvSpPr>
          <p:cNvPr id="1830" name="Google Shape;1830;p57">
            <a:extLst>
              <a:ext uri="{FF2B5EF4-FFF2-40B4-BE49-F238E27FC236}">
                <a16:creationId xmlns:a16="http://schemas.microsoft.com/office/drawing/2014/main" id="{420A7793-2A15-4D4E-5883-43AA073A644F}"/>
              </a:ext>
            </a:extLst>
          </p:cNvPr>
          <p:cNvSpPr txBox="1">
            <a:spLocks noGrp="1"/>
          </p:cNvSpPr>
          <p:nvPr>
            <p:ph type="subTitle" idx="4"/>
          </p:nvPr>
        </p:nvSpPr>
        <p:spPr>
          <a:xfrm>
            <a:off x="6411938" y="3123395"/>
            <a:ext cx="2408561"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pl-PL" dirty="0" err="1"/>
              <a:t>Seasonality</a:t>
            </a:r>
            <a:endParaRPr dirty="0"/>
          </a:p>
        </p:txBody>
      </p:sp>
      <p:pic>
        <p:nvPicPr>
          <p:cNvPr id="5" name="Obraz 4" descr="Obraz zawierający tekst, Wykres, zrzut ekranu&#10;&#10;Zawartość wygenerowana przez AI może być niepoprawna.">
            <a:extLst>
              <a:ext uri="{FF2B5EF4-FFF2-40B4-BE49-F238E27FC236}">
                <a16:creationId xmlns:a16="http://schemas.microsoft.com/office/drawing/2014/main" id="{923D0311-FD1D-E5EC-799B-26F04DF84612}"/>
              </a:ext>
            </a:extLst>
          </p:cNvPr>
          <p:cNvPicPr>
            <a:picLocks noChangeAspect="1"/>
          </p:cNvPicPr>
          <p:nvPr/>
        </p:nvPicPr>
        <p:blipFill>
          <a:blip r:embed="rId3"/>
          <a:srcRect l="950" t="6051" b="4441"/>
          <a:stretch>
            <a:fillRect/>
          </a:stretch>
        </p:blipFill>
        <p:spPr>
          <a:xfrm>
            <a:off x="58995" y="1223998"/>
            <a:ext cx="6158926" cy="1692428"/>
          </a:xfrm>
          <a:prstGeom prst="rect">
            <a:avLst/>
          </a:prstGeom>
        </p:spPr>
      </p:pic>
      <p:pic>
        <p:nvPicPr>
          <p:cNvPr id="7" name="Obraz 6" descr="Obraz zawierający linia, zrzut ekranu, Wykres, diagram&#10;&#10;Zawartość wygenerowana przez AI może być niepoprawna.">
            <a:extLst>
              <a:ext uri="{FF2B5EF4-FFF2-40B4-BE49-F238E27FC236}">
                <a16:creationId xmlns:a16="http://schemas.microsoft.com/office/drawing/2014/main" id="{D5C80461-12F8-1715-5968-179EED6A3E99}"/>
              </a:ext>
            </a:extLst>
          </p:cNvPr>
          <p:cNvPicPr>
            <a:picLocks noChangeAspect="1"/>
          </p:cNvPicPr>
          <p:nvPr/>
        </p:nvPicPr>
        <p:blipFill>
          <a:blip r:embed="rId4"/>
          <a:srcRect t="3305"/>
          <a:stretch>
            <a:fillRect/>
          </a:stretch>
        </p:blipFill>
        <p:spPr>
          <a:xfrm>
            <a:off x="58995" y="3004627"/>
            <a:ext cx="6158926" cy="1626405"/>
          </a:xfrm>
          <a:prstGeom prst="rect">
            <a:avLst/>
          </a:prstGeom>
        </p:spPr>
      </p:pic>
    </p:spTree>
    <p:extLst>
      <p:ext uri="{BB962C8B-B14F-4D97-AF65-F5344CB8AC3E}">
        <p14:creationId xmlns:p14="http://schemas.microsoft.com/office/powerpoint/2010/main" val="3086882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27">
          <a:extLst>
            <a:ext uri="{FF2B5EF4-FFF2-40B4-BE49-F238E27FC236}">
              <a16:creationId xmlns:a16="http://schemas.microsoft.com/office/drawing/2014/main" id="{3C1C345F-7CFD-B766-1494-1CB40EE3AB2F}"/>
            </a:ext>
          </a:extLst>
        </p:cNvPr>
        <p:cNvGrpSpPr/>
        <p:nvPr/>
      </p:nvGrpSpPr>
      <p:grpSpPr>
        <a:xfrm>
          <a:off x="0" y="0"/>
          <a:ext cx="0" cy="0"/>
          <a:chOff x="0" y="0"/>
          <a:chExt cx="0" cy="0"/>
        </a:xfrm>
      </p:grpSpPr>
      <p:sp>
        <p:nvSpPr>
          <p:cNvPr id="1028" name="Google Shape;1028;p42">
            <a:extLst>
              <a:ext uri="{FF2B5EF4-FFF2-40B4-BE49-F238E27FC236}">
                <a16:creationId xmlns:a16="http://schemas.microsoft.com/office/drawing/2014/main" id="{C85052A6-A17C-8CA9-4706-D4B1F2B7DBF8}"/>
              </a:ext>
            </a:extLst>
          </p:cNvPr>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a:extLst>
              <a:ext uri="{FF2B5EF4-FFF2-40B4-BE49-F238E27FC236}">
                <a16:creationId xmlns:a16="http://schemas.microsoft.com/office/drawing/2014/main" id="{7EDF813B-3378-C2DF-C376-099C0B1073C3}"/>
              </a:ext>
            </a:extLst>
          </p:cNvPr>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Conclusions</a:t>
            </a:r>
            <a:endParaRPr dirty="0"/>
          </a:p>
        </p:txBody>
      </p:sp>
      <p:sp>
        <p:nvSpPr>
          <p:cNvPr id="1030" name="Google Shape;1030;p42">
            <a:extLst>
              <a:ext uri="{FF2B5EF4-FFF2-40B4-BE49-F238E27FC236}">
                <a16:creationId xmlns:a16="http://schemas.microsoft.com/office/drawing/2014/main" id="{827549FB-0468-9102-F6AB-A8E0D2D8005C}"/>
              </a:ext>
            </a:extLst>
          </p:cNvPr>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a:t>
            </a:r>
            <a:r>
              <a:rPr lang="pl-PL" dirty="0"/>
              <a:t>4</a:t>
            </a:r>
            <a:endParaRPr dirty="0"/>
          </a:p>
        </p:txBody>
      </p:sp>
      <p:sp>
        <p:nvSpPr>
          <p:cNvPr id="1031" name="Google Shape;1031;p42">
            <a:extLst>
              <a:ext uri="{FF2B5EF4-FFF2-40B4-BE49-F238E27FC236}">
                <a16:creationId xmlns:a16="http://schemas.microsoft.com/office/drawing/2014/main" id="{5F401353-3155-B3EE-BD5D-A00CDF2576E4}"/>
              </a:ext>
            </a:extLst>
          </p:cNvPr>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Projects</a:t>
            </a:r>
            <a:r>
              <a:rPr lang="pl-PL" dirty="0"/>
              <a:t>’ </a:t>
            </a:r>
            <a:r>
              <a:rPr lang="pl-PL" dirty="0" err="1"/>
              <a:t>achievements</a:t>
            </a:r>
            <a:r>
              <a:rPr lang="pl-PL" dirty="0"/>
              <a:t> and </a:t>
            </a:r>
            <a:r>
              <a:rPr lang="pl-PL" dirty="0" err="1"/>
              <a:t>future</a:t>
            </a:r>
            <a:r>
              <a:rPr lang="pl-PL" dirty="0"/>
              <a:t> </a:t>
            </a:r>
            <a:r>
              <a:rPr lang="pl-PL" dirty="0" err="1"/>
              <a:t>posibilities</a:t>
            </a:r>
            <a:endParaRPr dirty="0"/>
          </a:p>
        </p:txBody>
      </p:sp>
      <p:grpSp>
        <p:nvGrpSpPr>
          <p:cNvPr id="2" name="Google Shape;2227;p62">
            <a:extLst>
              <a:ext uri="{FF2B5EF4-FFF2-40B4-BE49-F238E27FC236}">
                <a16:creationId xmlns:a16="http://schemas.microsoft.com/office/drawing/2014/main" id="{B785DA8A-81C1-9C8E-BFC2-1B4AFF4DEBD8}"/>
              </a:ext>
            </a:extLst>
          </p:cNvPr>
          <p:cNvGrpSpPr/>
          <p:nvPr/>
        </p:nvGrpSpPr>
        <p:grpSpPr>
          <a:xfrm>
            <a:off x="2142678" y="1018517"/>
            <a:ext cx="2358530" cy="3842551"/>
            <a:chOff x="2690750" y="3912800"/>
            <a:chExt cx="566875" cy="898050"/>
          </a:xfrm>
        </p:grpSpPr>
        <p:sp>
          <p:nvSpPr>
            <p:cNvPr id="3" name="Google Shape;2228;p62">
              <a:extLst>
                <a:ext uri="{FF2B5EF4-FFF2-40B4-BE49-F238E27FC236}">
                  <a16:creationId xmlns:a16="http://schemas.microsoft.com/office/drawing/2014/main" id="{A40F1479-C944-ED8C-ECA6-CF499AC78DBC}"/>
                </a:ext>
              </a:extLst>
            </p:cNvPr>
            <p:cNvSpPr/>
            <p:nvPr/>
          </p:nvSpPr>
          <p:spPr>
            <a:xfrm>
              <a:off x="2690750" y="4643325"/>
              <a:ext cx="221100" cy="119050"/>
            </a:xfrm>
            <a:custGeom>
              <a:avLst/>
              <a:gdLst/>
              <a:ahLst/>
              <a:cxnLst/>
              <a:rect l="l" t="t" r="r" b="b"/>
              <a:pathLst>
                <a:path w="8844" h="4762" extrusionOk="0">
                  <a:moveTo>
                    <a:pt x="6655" y="1"/>
                  </a:moveTo>
                  <a:cubicBezTo>
                    <a:pt x="6363" y="1"/>
                    <a:pt x="6037" y="124"/>
                    <a:pt x="5711" y="219"/>
                  </a:cubicBezTo>
                  <a:cubicBezTo>
                    <a:pt x="6022" y="807"/>
                    <a:pt x="6300" y="1407"/>
                    <a:pt x="6533" y="2019"/>
                  </a:cubicBezTo>
                  <a:cubicBezTo>
                    <a:pt x="4067" y="2229"/>
                    <a:pt x="3701" y="2896"/>
                    <a:pt x="1279" y="3374"/>
                  </a:cubicBezTo>
                  <a:cubicBezTo>
                    <a:pt x="956" y="3440"/>
                    <a:pt x="612" y="3496"/>
                    <a:pt x="356" y="3707"/>
                  </a:cubicBezTo>
                  <a:cubicBezTo>
                    <a:pt x="101" y="3918"/>
                    <a:pt x="1" y="4340"/>
                    <a:pt x="223" y="4584"/>
                  </a:cubicBezTo>
                  <a:cubicBezTo>
                    <a:pt x="401" y="4751"/>
                    <a:pt x="667" y="4762"/>
                    <a:pt x="912" y="4762"/>
                  </a:cubicBezTo>
                  <a:cubicBezTo>
                    <a:pt x="1434" y="4751"/>
                    <a:pt x="1956" y="4740"/>
                    <a:pt x="2467" y="4640"/>
                  </a:cubicBezTo>
                  <a:cubicBezTo>
                    <a:pt x="3445" y="4451"/>
                    <a:pt x="4367" y="4073"/>
                    <a:pt x="5378" y="3996"/>
                  </a:cubicBezTo>
                  <a:cubicBezTo>
                    <a:pt x="6200" y="3929"/>
                    <a:pt x="7033" y="3974"/>
                    <a:pt x="7855" y="3829"/>
                  </a:cubicBezTo>
                  <a:cubicBezTo>
                    <a:pt x="8088" y="3784"/>
                    <a:pt x="8333" y="3729"/>
                    <a:pt x="8522" y="3584"/>
                  </a:cubicBezTo>
                  <a:cubicBezTo>
                    <a:pt x="8710" y="3451"/>
                    <a:pt x="8844" y="3218"/>
                    <a:pt x="8811" y="2985"/>
                  </a:cubicBezTo>
                  <a:cubicBezTo>
                    <a:pt x="8788" y="2863"/>
                    <a:pt x="8722" y="2752"/>
                    <a:pt x="8655" y="2651"/>
                  </a:cubicBezTo>
                  <a:cubicBezTo>
                    <a:pt x="8211" y="1896"/>
                    <a:pt x="7789" y="1130"/>
                    <a:pt x="7322" y="385"/>
                  </a:cubicBezTo>
                  <a:cubicBezTo>
                    <a:pt x="7141" y="95"/>
                    <a:pt x="6911" y="1"/>
                    <a:pt x="665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229;p62">
              <a:extLst>
                <a:ext uri="{FF2B5EF4-FFF2-40B4-BE49-F238E27FC236}">
                  <a16:creationId xmlns:a16="http://schemas.microsoft.com/office/drawing/2014/main" id="{742F039E-6B52-FFA8-5BC9-93D601019FB7}"/>
                </a:ext>
              </a:extLst>
            </p:cNvPr>
            <p:cNvSpPr/>
            <p:nvPr/>
          </p:nvSpPr>
          <p:spPr>
            <a:xfrm>
              <a:off x="2728825" y="4329100"/>
              <a:ext cx="170250" cy="354700"/>
            </a:xfrm>
            <a:custGeom>
              <a:avLst/>
              <a:gdLst/>
              <a:ahLst/>
              <a:cxnLst/>
              <a:rect l="l" t="t" r="r" b="b"/>
              <a:pathLst>
                <a:path w="6810" h="14188" extrusionOk="0">
                  <a:moveTo>
                    <a:pt x="4759" y="0"/>
                  </a:moveTo>
                  <a:cubicBezTo>
                    <a:pt x="3314" y="0"/>
                    <a:pt x="2377" y="2499"/>
                    <a:pt x="1933" y="3556"/>
                  </a:cubicBezTo>
                  <a:cubicBezTo>
                    <a:pt x="1400" y="4812"/>
                    <a:pt x="789" y="6034"/>
                    <a:pt x="289" y="7311"/>
                  </a:cubicBezTo>
                  <a:cubicBezTo>
                    <a:pt x="134" y="7711"/>
                    <a:pt x="0" y="8211"/>
                    <a:pt x="278" y="8533"/>
                  </a:cubicBezTo>
                  <a:cubicBezTo>
                    <a:pt x="400" y="8288"/>
                    <a:pt x="477" y="8022"/>
                    <a:pt x="533" y="7755"/>
                  </a:cubicBezTo>
                  <a:lnTo>
                    <a:pt x="533" y="7755"/>
                  </a:lnTo>
                  <a:cubicBezTo>
                    <a:pt x="522" y="8355"/>
                    <a:pt x="489" y="9088"/>
                    <a:pt x="1100" y="9733"/>
                  </a:cubicBezTo>
                  <a:cubicBezTo>
                    <a:pt x="1100" y="9477"/>
                    <a:pt x="1100" y="9233"/>
                    <a:pt x="1111" y="8977"/>
                  </a:cubicBezTo>
                  <a:cubicBezTo>
                    <a:pt x="1111" y="8977"/>
                    <a:pt x="2666" y="12799"/>
                    <a:pt x="3777" y="14188"/>
                  </a:cubicBezTo>
                  <a:cubicBezTo>
                    <a:pt x="3777" y="14032"/>
                    <a:pt x="4022" y="13788"/>
                    <a:pt x="4022" y="13643"/>
                  </a:cubicBezTo>
                  <a:cubicBezTo>
                    <a:pt x="4343" y="13798"/>
                    <a:pt x="4677" y="13954"/>
                    <a:pt x="4999" y="14121"/>
                  </a:cubicBezTo>
                  <a:cubicBezTo>
                    <a:pt x="4933" y="13709"/>
                    <a:pt x="4866" y="13310"/>
                    <a:pt x="4799" y="12910"/>
                  </a:cubicBezTo>
                  <a:cubicBezTo>
                    <a:pt x="4805" y="12909"/>
                    <a:pt x="4812" y="12909"/>
                    <a:pt x="4818" y="12909"/>
                  </a:cubicBezTo>
                  <a:cubicBezTo>
                    <a:pt x="5164" y="12909"/>
                    <a:pt x="5600" y="13188"/>
                    <a:pt x="5936" y="13188"/>
                  </a:cubicBezTo>
                  <a:cubicBezTo>
                    <a:pt x="5942" y="13188"/>
                    <a:pt x="5949" y="13188"/>
                    <a:pt x="5955" y="13188"/>
                  </a:cubicBezTo>
                  <a:cubicBezTo>
                    <a:pt x="5876" y="12988"/>
                    <a:pt x="5699" y="12488"/>
                    <a:pt x="5621" y="12299"/>
                  </a:cubicBezTo>
                  <a:lnTo>
                    <a:pt x="5621" y="12299"/>
                  </a:lnTo>
                  <a:lnTo>
                    <a:pt x="6476" y="12521"/>
                  </a:lnTo>
                  <a:cubicBezTo>
                    <a:pt x="5666" y="11344"/>
                    <a:pt x="4622" y="9777"/>
                    <a:pt x="3377" y="7955"/>
                  </a:cubicBezTo>
                  <a:cubicBezTo>
                    <a:pt x="4355" y="6700"/>
                    <a:pt x="4788" y="5656"/>
                    <a:pt x="5854" y="4234"/>
                  </a:cubicBezTo>
                  <a:cubicBezTo>
                    <a:pt x="5858" y="4259"/>
                    <a:pt x="5868" y="4271"/>
                    <a:pt x="5884" y="4271"/>
                  </a:cubicBezTo>
                  <a:cubicBezTo>
                    <a:pt x="6050" y="4271"/>
                    <a:pt x="6810" y="2958"/>
                    <a:pt x="6688" y="2035"/>
                  </a:cubicBezTo>
                  <a:cubicBezTo>
                    <a:pt x="6587" y="1245"/>
                    <a:pt x="6066" y="446"/>
                    <a:pt x="5321" y="124"/>
                  </a:cubicBezTo>
                  <a:cubicBezTo>
                    <a:pt x="5126" y="39"/>
                    <a:pt x="4938" y="0"/>
                    <a:pt x="475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230;p62">
              <a:extLst>
                <a:ext uri="{FF2B5EF4-FFF2-40B4-BE49-F238E27FC236}">
                  <a16:creationId xmlns:a16="http://schemas.microsoft.com/office/drawing/2014/main" id="{E45F0D59-AEE1-FB53-B80C-959AE517E0E0}"/>
                </a:ext>
              </a:extLst>
            </p:cNvPr>
            <p:cNvSpPr/>
            <p:nvPr/>
          </p:nvSpPr>
          <p:spPr>
            <a:xfrm>
              <a:off x="2813800" y="4382725"/>
              <a:ext cx="9175" cy="18625"/>
            </a:xfrm>
            <a:custGeom>
              <a:avLst/>
              <a:gdLst/>
              <a:ahLst/>
              <a:cxnLst/>
              <a:rect l="l" t="t" r="r" b="b"/>
              <a:pathLst>
                <a:path w="367" h="745" extrusionOk="0">
                  <a:moveTo>
                    <a:pt x="367" y="1"/>
                  </a:moveTo>
                  <a:lnTo>
                    <a:pt x="367" y="1"/>
                  </a:lnTo>
                  <a:cubicBezTo>
                    <a:pt x="256" y="100"/>
                    <a:pt x="178" y="211"/>
                    <a:pt x="112" y="334"/>
                  </a:cubicBezTo>
                  <a:cubicBezTo>
                    <a:pt x="56" y="467"/>
                    <a:pt x="1" y="589"/>
                    <a:pt x="1" y="744"/>
                  </a:cubicBezTo>
                  <a:cubicBezTo>
                    <a:pt x="122" y="645"/>
                    <a:pt x="189" y="534"/>
                    <a:pt x="256" y="411"/>
                  </a:cubicBezTo>
                  <a:cubicBezTo>
                    <a:pt x="312" y="278"/>
                    <a:pt x="367" y="156"/>
                    <a:pt x="3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231;p62">
              <a:extLst>
                <a:ext uri="{FF2B5EF4-FFF2-40B4-BE49-F238E27FC236}">
                  <a16:creationId xmlns:a16="http://schemas.microsoft.com/office/drawing/2014/main" id="{F315EAA4-D6BB-6885-E394-EF9CA4C0E0AC}"/>
                </a:ext>
              </a:extLst>
            </p:cNvPr>
            <p:cNvSpPr/>
            <p:nvPr/>
          </p:nvSpPr>
          <p:spPr>
            <a:xfrm>
              <a:off x="2844050" y="4407175"/>
              <a:ext cx="6425" cy="14450"/>
            </a:xfrm>
            <a:custGeom>
              <a:avLst/>
              <a:gdLst/>
              <a:ahLst/>
              <a:cxnLst/>
              <a:rect l="l" t="t" r="r" b="b"/>
              <a:pathLst>
                <a:path w="257" h="578" extrusionOk="0">
                  <a:moveTo>
                    <a:pt x="235" y="0"/>
                  </a:moveTo>
                  <a:lnTo>
                    <a:pt x="235" y="0"/>
                  </a:lnTo>
                  <a:cubicBezTo>
                    <a:pt x="146" y="78"/>
                    <a:pt x="90" y="166"/>
                    <a:pt x="57" y="267"/>
                  </a:cubicBezTo>
                  <a:cubicBezTo>
                    <a:pt x="23" y="356"/>
                    <a:pt x="1" y="455"/>
                    <a:pt x="35" y="578"/>
                  </a:cubicBezTo>
                  <a:cubicBezTo>
                    <a:pt x="124" y="500"/>
                    <a:pt x="168" y="411"/>
                    <a:pt x="201" y="322"/>
                  </a:cubicBezTo>
                  <a:cubicBezTo>
                    <a:pt x="235" y="222"/>
                    <a:pt x="257" y="122"/>
                    <a:pt x="23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232;p62">
              <a:extLst>
                <a:ext uri="{FF2B5EF4-FFF2-40B4-BE49-F238E27FC236}">
                  <a16:creationId xmlns:a16="http://schemas.microsoft.com/office/drawing/2014/main" id="{2FE8EEC9-7413-0F96-B02C-D18DCDBBE23D}"/>
                </a:ext>
              </a:extLst>
            </p:cNvPr>
            <p:cNvSpPr/>
            <p:nvPr/>
          </p:nvSpPr>
          <p:spPr>
            <a:xfrm>
              <a:off x="2779075" y="4448825"/>
              <a:ext cx="4750" cy="10850"/>
            </a:xfrm>
            <a:custGeom>
              <a:avLst/>
              <a:gdLst/>
              <a:ahLst/>
              <a:cxnLst/>
              <a:rect l="l" t="t" r="r" b="b"/>
              <a:pathLst>
                <a:path w="190" h="434" extrusionOk="0">
                  <a:moveTo>
                    <a:pt x="145" y="1"/>
                  </a:moveTo>
                  <a:cubicBezTo>
                    <a:pt x="67" y="56"/>
                    <a:pt x="34" y="122"/>
                    <a:pt x="12" y="200"/>
                  </a:cubicBezTo>
                  <a:cubicBezTo>
                    <a:pt x="0" y="278"/>
                    <a:pt x="0" y="356"/>
                    <a:pt x="34" y="433"/>
                  </a:cubicBezTo>
                  <a:cubicBezTo>
                    <a:pt x="112" y="378"/>
                    <a:pt x="145" y="312"/>
                    <a:pt x="168" y="233"/>
                  </a:cubicBezTo>
                  <a:cubicBezTo>
                    <a:pt x="178" y="167"/>
                    <a:pt x="190" y="89"/>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233;p62">
              <a:extLst>
                <a:ext uri="{FF2B5EF4-FFF2-40B4-BE49-F238E27FC236}">
                  <a16:creationId xmlns:a16="http://schemas.microsoft.com/office/drawing/2014/main" id="{7B0F278A-0385-DA7E-53FA-8CBE5AE76982}"/>
                </a:ext>
              </a:extLst>
            </p:cNvPr>
            <p:cNvSpPr/>
            <p:nvPr/>
          </p:nvSpPr>
          <p:spPr>
            <a:xfrm>
              <a:off x="2779075" y="4477975"/>
              <a:ext cx="6975" cy="20300"/>
            </a:xfrm>
            <a:custGeom>
              <a:avLst/>
              <a:gdLst/>
              <a:ahLst/>
              <a:cxnLst/>
              <a:rect l="l" t="t" r="r" b="b"/>
              <a:pathLst>
                <a:path w="279" h="812" extrusionOk="0">
                  <a:moveTo>
                    <a:pt x="245" y="1"/>
                  </a:moveTo>
                  <a:lnTo>
                    <a:pt x="245" y="1"/>
                  </a:lnTo>
                  <a:cubicBezTo>
                    <a:pt x="156" y="123"/>
                    <a:pt x="101" y="256"/>
                    <a:pt x="67" y="390"/>
                  </a:cubicBezTo>
                  <a:cubicBezTo>
                    <a:pt x="23" y="523"/>
                    <a:pt x="0" y="656"/>
                    <a:pt x="23" y="812"/>
                  </a:cubicBezTo>
                  <a:cubicBezTo>
                    <a:pt x="123" y="689"/>
                    <a:pt x="178" y="568"/>
                    <a:pt x="212" y="423"/>
                  </a:cubicBezTo>
                  <a:cubicBezTo>
                    <a:pt x="245" y="289"/>
                    <a:pt x="279" y="156"/>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234;p62">
              <a:extLst>
                <a:ext uri="{FF2B5EF4-FFF2-40B4-BE49-F238E27FC236}">
                  <a16:creationId xmlns:a16="http://schemas.microsoft.com/office/drawing/2014/main" id="{3D6169B1-FAB5-796C-4457-347F3FEE9A82}"/>
                </a:ext>
              </a:extLst>
            </p:cNvPr>
            <p:cNvSpPr/>
            <p:nvPr/>
          </p:nvSpPr>
          <p:spPr>
            <a:xfrm>
              <a:off x="2761600" y="4494375"/>
              <a:ext cx="5275" cy="17500"/>
            </a:xfrm>
            <a:custGeom>
              <a:avLst/>
              <a:gdLst/>
              <a:ahLst/>
              <a:cxnLst/>
              <a:rect l="l" t="t" r="r" b="b"/>
              <a:pathLst>
                <a:path w="211" h="700" extrusionOk="0">
                  <a:moveTo>
                    <a:pt x="178" y="0"/>
                  </a:moveTo>
                  <a:cubicBezTo>
                    <a:pt x="89" y="111"/>
                    <a:pt x="55" y="223"/>
                    <a:pt x="22" y="344"/>
                  </a:cubicBezTo>
                  <a:cubicBezTo>
                    <a:pt x="0" y="455"/>
                    <a:pt x="0" y="578"/>
                    <a:pt x="33" y="700"/>
                  </a:cubicBezTo>
                  <a:cubicBezTo>
                    <a:pt x="122" y="600"/>
                    <a:pt x="156" y="489"/>
                    <a:pt x="178" y="367"/>
                  </a:cubicBezTo>
                  <a:cubicBezTo>
                    <a:pt x="200" y="255"/>
                    <a:pt x="211" y="134"/>
                    <a:pt x="1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235;p62">
              <a:extLst>
                <a:ext uri="{FF2B5EF4-FFF2-40B4-BE49-F238E27FC236}">
                  <a16:creationId xmlns:a16="http://schemas.microsoft.com/office/drawing/2014/main" id="{4F297C98-3E2A-EA9F-7BA9-1EE20BAB8C0F}"/>
                </a:ext>
              </a:extLst>
            </p:cNvPr>
            <p:cNvSpPr/>
            <p:nvPr/>
          </p:nvSpPr>
          <p:spPr>
            <a:xfrm>
              <a:off x="2765200" y="4532150"/>
              <a:ext cx="5575" cy="14450"/>
            </a:xfrm>
            <a:custGeom>
              <a:avLst/>
              <a:gdLst/>
              <a:ahLst/>
              <a:cxnLst/>
              <a:rect l="l" t="t" r="r" b="b"/>
              <a:pathLst>
                <a:path w="223" h="578" extrusionOk="0">
                  <a:moveTo>
                    <a:pt x="34" y="0"/>
                  </a:moveTo>
                  <a:cubicBezTo>
                    <a:pt x="0" y="111"/>
                    <a:pt x="12" y="211"/>
                    <a:pt x="34" y="311"/>
                  </a:cubicBezTo>
                  <a:cubicBezTo>
                    <a:pt x="56" y="400"/>
                    <a:pt x="100" y="500"/>
                    <a:pt x="189" y="578"/>
                  </a:cubicBezTo>
                  <a:cubicBezTo>
                    <a:pt x="222" y="467"/>
                    <a:pt x="212" y="366"/>
                    <a:pt x="178" y="267"/>
                  </a:cubicBezTo>
                  <a:cubicBezTo>
                    <a:pt x="156" y="166"/>
                    <a:pt x="111" y="77"/>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236;p62">
              <a:extLst>
                <a:ext uri="{FF2B5EF4-FFF2-40B4-BE49-F238E27FC236}">
                  <a16:creationId xmlns:a16="http://schemas.microsoft.com/office/drawing/2014/main" id="{FA5801F6-3ADD-6F49-9E1C-5E1BD0A84D05}"/>
                </a:ext>
              </a:extLst>
            </p:cNvPr>
            <p:cNvSpPr/>
            <p:nvPr/>
          </p:nvSpPr>
          <p:spPr>
            <a:xfrm>
              <a:off x="2775475" y="3912800"/>
              <a:ext cx="240800" cy="484400"/>
            </a:xfrm>
            <a:custGeom>
              <a:avLst/>
              <a:gdLst/>
              <a:ahLst/>
              <a:cxnLst/>
              <a:rect l="l" t="t" r="r" b="b"/>
              <a:pathLst>
                <a:path w="9632" h="19376" extrusionOk="0">
                  <a:moveTo>
                    <a:pt x="3475" y="1"/>
                  </a:moveTo>
                  <a:cubicBezTo>
                    <a:pt x="2970" y="1"/>
                    <a:pt x="2462" y="120"/>
                    <a:pt x="2011" y="345"/>
                  </a:cubicBezTo>
                  <a:cubicBezTo>
                    <a:pt x="1067" y="812"/>
                    <a:pt x="367" y="1690"/>
                    <a:pt x="1" y="2656"/>
                  </a:cubicBezTo>
                  <a:cubicBezTo>
                    <a:pt x="289" y="2612"/>
                    <a:pt x="578" y="2512"/>
                    <a:pt x="845" y="2379"/>
                  </a:cubicBezTo>
                  <a:lnTo>
                    <a:pt x="845" y="2379"/>
                  </a:lnTo>
                  <a:cubicBezTo>
                    <a:pt x="567" y="2523"/>
                    <a:pt x="367" y="3045"/>
                    <a:pt x="312" y="3334"/>
                  </a:cubicBezTo>
                  <a:cubicBezTo>
                    <a:pt x="223" y="3756"/>
                    <a:pt x="100" y="4167"/>
                    <a:pt x="122" y="4601"/>
                  </a:cubicBezTo>
                  <a:cubicBezTo>
                    <a:pt x="312" y="4489"/>
                    <a:pt x="500" y="4367"/>
                    <a:pt x="689" y="4245"/>
                  </a:cubicBezTo>
                  <a:lnTo>
                    <a:pt x="689" y="4245"/>
                  </a:lnTo>
                  <a:cubicBezTo>
                    <a:pt x="522" y="4989"/>
                    <a:pt x="433" y="5744"/>
                    <a:pt x="411" y="6500"/>
                  </a:cubicBezTo>
                  <a:cubicBezTo>
                    <a:pt x="689" y="6334"/>
                    <a:pt x="944" y="6134"/>
                    <a:pt x="1156" y="5889"/>
                  </a:cubicBezTo>
                  <a:lnTo>
                    <a:pt x="1156" y="5889"/>
                  </a:lnTo>
                  <a:cubicBezTo>
                    <a:pt x="1055" y="6589"/>
                    <a:pt x="978" y="7289"/>
                    <a:pt x="922" y="7988"/>
                  </a:cubicBezTo>
                  <a:cubicBezTo>
                    <a:pt x="889" y="8333"/>
                    <a:pt x="911" y="8711"/>
                    <a:pt x="845" y="9044"/>
                  </a:cubicBezTo>
                  <a:cubicBezTo>
                    <a:pt x="789" y="9288"/>
                    <a:pt x="689" y="9488"/>
                    <a:pt x="656" y="9743"/>
                  </a:cubicBezTo>
                  <a:cubicBezTo>
                    <a:pt x="456" y="11110"/>
                    <a:pt x="256" y="12621"/>
                    <a:pt x="411" y="13999"/>
                  </a:cubicBezTo>
                  <a:cubicBezTo>
                    <a:pt x="489" y="15887"/>
                    <a:pt x="1356" y="17753"/>
                    <a:pt x="2800" y="18986"/>
                  </a:cubicBezTo>
                  <a:cubicBezTo>
                    <a:pt x="2833" y="18798"/>
                    <a:pt x="2867" y="18608"/>
                    <a:pt x="2889" y="18420"/>
                  </a:cubicBezTo>
                  <a:cubicBezTo>
                    <a:pt x="3378" y="18653"/>
                    <a:pt x="3822" y="18975"/>
                    <a:pt x="4177" y="19375"/>
                  </a:cubicBezTo>
                  <a:cubicBezTo>
                    <a:pt x="4388" y="19075"/>
                    <a:pt x="4644" y="18808"/>
                    <a:pt x="4921" y="18575"/>
                  </a:cubicBezTo>
                  <a:cubicBezTo>
                    <a:pt x="5143" y="18653"/>
                    <a:pt x="5155" y="19042"/>
                    <a:pt x="5388" y="19064"/>
                  </a:cubicBezTo>
                  <a:cubicBezTo>
                    <a:pt x="5396" y="19065"/>
                    <a:pt x="5405" y="19066"/>
                    <a:pt x="5413" y="19066"/>
                  </a:cubicBezTo>
                  <a:cubicBezTo>
                    <a:pt x="5501" y="19066"/>
                    <a:pt x="5572" y="19014"/>
                    <a:pt x="5644" y="18953"/>
                  </a:cubicBezTo>
                  <a:cubicBezTo>
                    <a:pt x="5943" y="18719"/>
                    <a:pt x="6232" y="18475"/>
                    <a:pt x="6499" y="18220"/>
                  </a:cubicBezTo>
                  <a:cubicBezTo>
                    <a:pt x="6688" y="18475"/>
                    <a:pt x="6821" y="18753"/>
                    <a:pt x="6921" y="19053"/>
                  </a:cubicBezTo>
                  <a:cubicBezTo>
                    <a:pt x="6910" y="19020"/>
                    <a:pt x="7765" y="18164"/>
                    <a:pt x="7843" y="18053"/>
                  </a:cubicBezTo>
                  <a:cubicBezTo>
                    <a:pt x="8132" y="17665"/>
                    <a:pt x="8365" y="17242"/>
                    <a:pt x="8554" y="16798"/>
                  </a:cubicBezTo>
                  <a:cubicBezTo>
                    <a:pt x="8876" y="16031"/>
                    <a:pt x="9176" y="14987"/>
                    <a:pt x="9076" y="14143"/>
                  </a:cubicBezTo>
                  <a:lnTo>
                    <a:pt x="9076" y="14143"/>
                  </a:lnTo>
                  <a:cubicBezTo>
                    <a:pt x="9265" y="14287"/>
                    <a:pt x="9443" y="14431"/>
                    <a:pt x="9631" y="14576"/>
                  </a:cubicBezTo>
                  <a:cubicBezTo>
                    <a:pt x="9209" y="11955"/>
                    <a:pt x="8476" y="9377"/>
                    <a:pt x="7466" y="6922"/>
                  </a:cubicBezTo>
                  <a:lnTo>
                    <a:pt x="7466" y="6922"/>
                  </a:lnTo>
                  <a:cubicBezTo>
                    <a:pt x="7621" y="6988"/>
                    <a:pt x="7765" y="7055"/>
                    <a:pt x="7921" y="7122"/>
                  </a:cubicBezTo>
                  <a:cubicBezTo>
                    <a:pt x="7676" y="7011"/>
                    <a:pt x="7577" y="6300"/>
                    <a:pt x="7510" y="6089"/>
                  </a:cubicBezTo>
                  <a:cubicBezTo>
                    <a:pt x="7110" y="4689"/>
                    <a:pt x="6932" y="3201"/>
                    <a:pt x="6266" y="1890"/>
                  </a:cubicBezTo>
                  <a:lnTo>
                    <a:pt x="6232" y="1823"/>
                  </a:lnTo>
                  <a:cubicBezTo>
                    <a:pt x="5943" y="1256"/>
                    <a:pt x="5543" y="757"/>
                    <a:pt x="5010" y="424"/>
                  </a:cubicBezTo>
                  <a:cubicBezTo>
                    <a:pt x="4551" y="137"/>
                    <a:pt x="4015" y="1"/>
                    <a:pt x="347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237;p62">
              <a:extLst>
                <a:ext uri="{FF2B5EF4-FFF2-40B4-BE49-F238E27FC236}">
                  <a16:creationId xmlns:a16="http://schemas.microsoft.com/office/drawing/2014/main" id="{0C6AF226-BA09-F118-6659-82E0D30CBD00}"/>
                </a:ext>
              </a:extLst>
            </p:cNvPr>
            <p:cNvSpPr/>
            <p:nvPr/>
          </p:nvSpPr>
          <p:spPr>
            <a:xfrm>
              <a:off x="2822400" y="4346750"/>
              <a:ext cx="103900" cy="114925"/>
            </a:xfrm>
            <a:custGeom>
              <a:avLst/>
              <a:gdLst/>
              <a:ahLst/>
              <a:cxnLst/>
              <a:rect l="l" t="t" r="r" b="b"/>
              <a:pathLst>
                <a:path w="4156" h="4597" extrusionOk="0">
                  <a:moveTo>
                    <a:pt x="461" y="0"/>
                  </a:moveTo>
                  <a:cubicBezTo>
                    <a:pt x="433" y="0"/>
                    <a:pt x="406" y="2"/>
                    <a:pt x="378" y="6"/>
                  </a:cubicBezTo>
                  <a:cubicBezTo>
                    <a:pt x="234" y="18"/>
                    <a:pt x="79" y="107"/>
                    <a:pt x="34" y="251"/>
                  </a:cubicBezTo>
                  <a:cubicBezTo>
                    <a:pt x="0" y="362"/>
                    <a:pt x="12" y="473"/>
                    <a:pt x="34" y="584"/>
                  </a:cubicBezTo>
                  <a:cubicBezTo>
                    <a:pt x="67" y="762"/>
                    <a:pt x="112" y="951"/>
                    <a:pt x="145" y="1139"/>
                  </a:cubicBezTo>
                  <a:cubicBezTo>
                    <a:pt x="190" y="1384"/>
                    <a:pt x="234" y="1617"/>
                    <a:pt x="312" y="1850"/>
                  </a:cubicBezTo>
                  <a:cubicBezTo>
                    <a:pt x="434" y="2250"/>
                    <a:pt x="667" y="2617"/>
                    <a:pt x="889" y="2973"/>
                  </a:cubicBezTo>
                  <a:cubicBezTo>
                    <a:pt x="1067" y="3272"/>
                    <a:pt x="1256" y="3573"/>
                    <a:pt x="1445" y="3872"/>
                  </a:cubicBezTo>
                  <a:cubicBezTo>
                    <a:pt x="1511" y="3972"/>
                    <a:pt x="1578" y="4084"/>
                    <a:pt x="1667" y="4161"/>
                  </a:cubicBezTo>
                  <a:cubicBezTo>
                    <a:pt x="1756" y="4239"/>
                    <a:pt x="1856" y="4283"/>
                    <a:pt x="1967" y="4339"/>
                  </a:cubicBezTo>
                  <a:cubicBezTo>
                    <a:pt x="2100" y="4395"/>
                    <a:pt x="2222" y="4439"/>
                    <a:pt x="2367" y="4483"/>
                  </a:cubicBezTo>
                  <a:cubicBezTo>
                    <a:pt x="2434" y="4506"/>
                    <a:pt x="2500" y="4528"/>
                    <a:pt x="2578" y="4550"/>
                  </a:cubicBezTo>
                  <a:cubicBezTo>
                    <a:pt x="2635" y="4569"/>
                    <a:pt x="2702" y="4597"/>
                    <a:pt x="2769" y="4597"/>
                  </a:cubicBezTo>
                  <a:cubicBezTo>
                    <a:pt x="2779" y="4597"/>
                    <a:pt x="2790" y="4596"/>
                    <a:pt x="2800" y="4595"/>
                  </a:cubicBezTo>
                  <a:cubicBezTo>
                    <a:pt x="2911" y="4583"/>
                    <a:pt x="2989" y="4494"/>
                    <a:pt x="3056" y="4405"/>
                  </a:cubicBezTo>
                  <a:cubicBezTo>
                    <a:pt x="3067" y="4383"/>
                    <a:pt x="3089" y="4372"/>
                    <a:pt x="3111" y="4361"/>
                  </a:cubicBezTo>
                  <a:cubicBezTo>
                    <a:pt x="3123" y="4350"/>
                    <a:pt x="3145" y="4350"/>
                    <a:pt x="3167" y="4350"/>
                  </a:cubicBezTo>
                  <a:lnTo>
                    <a:pt x="3333" y="4316"/>
                  </a:lnTo>
                  <a:cubicBezTo>
                    <a:pt x="3367" y="4316"/>
                    <a:pt x="3411" y="4306"/>
                    <a:pt x="3434" y="4283"/>
                  </a:cubicBezTo>
                  <a:cubicBezTo>
                    <a:pt x="3511" y="4250"/>
                    <a:pt x="3545" y="4161"/>
                    <a:pt x="3567" y="4084"/>
                  </a:cubicBezTo>
                  <a:cubicBezTo>
                    <a:pt x="3548" y="4080"/>
                    <a:pt x="3527" y="4078"/>
                    <a:pt x="3505" y="4078"/>
                  </a:cubicBezTo>
                  <a:cubicBezTo>
                    <a:pt x="3462" y="4078"/>
                    <a:pt x="3415" y="4084"/>
                    <a:pt x="3378" y="4084"/>
                  </a:cubicBezTo>
                  <a:cubicBezTo>
                    <a:pt x="3300" y="4094"/>
                    <a:pt x="3234" y="4094"/>
                    <a:pt x="3155" y="4094"/>
                  </a:cubicBezTo>
                  <a:cubicBezTo>
                    <a:pt x="3089" y="4094"/>
                    <a:pt x="3021" y="4090"/>
                    <a:pt x="2952" y="4081"/>
                  </a:cubicBezTo>
                  <a:lnTo>
                    <a:pt x="2952" y="4081"/>
                  </a:lnTo>
                  <a:cubicBezTo>
                    <a:pt x="3007" y="4087"/>
                    <a:pt x="3061" y="4089"/>
                    <a:pt x="3115" y="4089"/>
                  </a:cubicBezTo>
                  <a:cubicBezTo>
                    <a:pt x="3426" y="4089"/>
                    <a:pt x="3737" y="4004"/>
                    <a:pt x="4000" y="3850"/>
                  </a:cubicBezTo>
                  <a:cubicBezTo>
                    <a:pt x="4022" y="3828"/>
                    <a:pt x="4044" y="3817"/>
                    <a:pt x="4056" y="3795"/>
                  </a:cubicBezTo>
                  <a:cubicBezTo>
                    <a:pt x="4078" y="3750"/>
                    <a:pt x="4066" y="3694"/>
                    <a:pt x="4044" y="3650"/>
                  </a:cubicBezTo>
                  <a:cubicBezTo>
                    <a:pt x="4011" y="3583"/>
                    <a:pt x="3989" y="3528"/>
                    <a:pt x="3955" y="3472"/>
                  </a:cubicBezTo>
                  <a:cubicBezTo>
                    <a:pt x="3945" y="3450"/>
                    <a:pt x="3933" y="3428"/>
                    <a:pt x="3922" y="3417"/>
                  </a:cubicBezTo>
                  <a:cubicBezTo>
                    <a:pt x="3905" y="3411"/>
                    <a:pt x="3891" y="3408"/>
                    <a:pt x="3878" y="3408"/>
                  </a:cubicBezTo>
                  <a:cubicBezTo>
                    <a:pt x="3864" y="3408"/>
                    <a:pt x="3850" y="3411"/>
                    <a:pt x="3833" y="3417"/>
                  </a:cubicBezTo>
                  <a:cubicBezTo>
                    <a:pt x="3677" y="3439"/>
                    <a:pt x="3518" y="3454"/>
                    <a:pt x="3358" y="3462"/>
                  </a:cubicBezTo>
                  <a:lnTo>
                    <a:pt x="3358" y="3462"/>
                  </a:lnTo>
                  <a:cubicBezTo>
                    <a:pt x="3625" y="3416"/>
                    <a:pt x="3881" y="3310"/>
                    <a:pt x="4100" y="3150"/>
                  </a:cubicBezTo>
                  <a:cubicBezTo>
                    <a:pt x="4111" y="3139"/>
                    <a:pt x="4133" y="3117"/>
                    <a:pt x="4145" y="3094"/>
                  </a:cubicBezTo>
                  <a:cubicBezTo>
                    <a:pt x="4155" y="3072"/>
                    <a:pt x="4145" y="3050"/>
                    <a:pt x="4133" y="3028"/>
                  </a:cubicBezTo>
                  <a:cubicBezTo>
                    <a:pt x="4100" y="2928"/>
                    <a:pt x="4044" y="2828"/>
                    <a:pt x="3977" y="2739"/>
                  </a:cubicBezTo>
                  <a:cubicBezTo>
                    <a:pt x="3955" y="2717"/>
                    <a:pt x="3933" y="2694"/>
                    <a:pt x="3900" y="2694"/>
                  </a:cubicBezTo>
                  <a:cubicBezTo>
                    <a:pt x="3892" y="2693"/>
                    <a:pt x="3885" y="2692"/>
                    <a:pt x="3877" y="2692"/>
                  </a:cubicBezTo>
                  <a:cubicBezTo>
                    <a:pt x="3844" y="2692"/>
                    <a:pt x="3816" y="2710"/>
                    <a:pt x="3789" y="2728"/>
                  </a:cubicBezTo>
                  <a:cubicBezTo>
                    <a:pt x="3644" y="2817"/>
                    <a:pt x="3480" y="2848"/>
                    <a:pt x="3313" y="2848"/>
                  </a:cubicBezTo>
                  <a:cubicBezTo>
                    <a:pt x="3187" y="2848"/>
                    <a:pt x="3058" y="2830"/>
                    <a:pt x="2933" y="2806"/>
                  </a:cubicBezTo>
                  <a:cubicBezTo>
                    <a:pt x="2789" y="2773"/>
                    <a:pt x="2644" y="2739"/>
                    <a:pt x="2533" y="2650"/>
                  </a:cubicBezTo>
                  <a:cubicBezTo>
                    <a:pt x="2412" y="2561"/>
                    <a:pt x="2345" y="2417"/>
                    <a:pt x="2267" y="2284"/>
                  </a:cubicBezTo>
                  <a:cubicBezTo>
                    <a:pt x="2200" y="2161"/>
                    <a:pt x="2145" y="1984"/>
                    <a:pt x="2256" y="1895"/>
                  </a:cubicBezTo>
                  <a:cubicBezTo>
                    <a:pt x="2286" y="1871"/>
                    <a:pt x="2321" y="1861"/>
                    <a:pt x="2357" y="1861"/>
                  </a:cubicBezTo>
                  <a:cubicBezTo>
                    <a:pt x="2441" y="1861"/>
                    <a:pt x="2531" y="1917"/>
                    <a:pt x="2578" y="1995"/>
                  </a:cubicBezTo>
                  <a:cubicBezTo>
                    <a:pt x="2656" y="2095"/>
                    <a:pt x="2678" y="2228"/>
                    <a:pt x="2755" y="2339"/>
                  </a:cubicBezTo>
                  <a:cubicBezTo>
                    <a:pt x="2789" y="2395"/>
                    <a:pt x="2856" y="2439"/>
                    <a:pt x="2923" y="2439"/>
                  </a:cubicBezTo>
                  <a:cubicBezTo>
                    <a:pt x="2955" y="2439"/>
                    <a:pt x="2978" y="2417"/>
                    <a:pt x="3011" y="2406"/>
                  </a:cubicBezTo>
                  <a:cubicBezTo>
                    <a:pt x="3078" y="2361"/>
                    <a:pt x="3145" y="2295"/>
                    <a:pt x="3189" y="2228"/>
                  </a:cubicBezTo>
                  <a:cubicBezTo>
                    <a:pt x="3222" y="2195"/>
                    <a:pt x="3244" y="2161"/>
                    <a:pt x="3244" y="2117"/>
                  </a:cubicBezTo>
                  <a:cubicBezTo>
                    <a:pt x="3244" y="2072"/>
                    <a:pt x="3234" y="2040"/>
                    <a:pt x="3211" y="1995"/>
                  </a:cubicBezTo>
                  <a:cubicBezTo>
                    <a:pt x="3067" y="1672"/>
                    <a:pt x="2867" y="1339"/>
                    <a:pt x="2533" y="1206"/>
                  </a:cubicBezTo>
                  <a:cubicBezTo>
                    <a:pt x="2212" y="1084"/>
                    <a:pt x="1911" y="1117"/>
                    <a:pt x="1645" y="850"/>
                  </a:cubicBezTo>
                  <a:cubicBezTo>
                    <a:pt x="1634" y="850"/>
                    <a:pt x="1634" y="840"/>
                    <a:pt x="1622" y="828"/>
                  </a:cubicBezTo>
                  <a:cubicBezTo>
                    <a:pt x="1545" y="751"/>
                    <a:pt x="1478" y="650"/>
                    <a:pt x="1412" y="562"/>
                  </a:cubicBezTo>
                  <a:cubicBezTo>
                    <a:pt x="1245" y="362"/>
                    <a:pt x="1045" y="206"/>
                    <a:pt x="823" y="95"/>
                  </a:cubicBezTo>
                  <a:cubicBezTo>
                    <a:pt x="713" y="40"/>
                    <a:pt x="588" y="0"/>
                    <a:pt x="46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238;p62">
              <a:extLst>
                <a:ext uri="{FF2B5EF4-FFF2-40B4-BE49-F238E27FC236}">
                  <a16:creationId xmlns:a16="http://schemas.microsoft.com/office/drawing/2014/main" id="{BF99B6FD-04C3-9791-2274-FC21791246A5}"/>
                </a:ext>
              </a:extLst>
            </p:cNvPr>
            <p:cNvSpPr/>
            <p:nvPr/>
          </p:nvSpPr>
          <p:spPr>
            <a:xfrm>
              <a:off x="2875450" y="4424650"/>
              <a:ext cx="31125" cy="8775"/>
            </a:xfrm>
            <a:custGeom>
              <a:avLst/>
              <a:gdLst/>
              <a:ahLst/>
              <a:cxnLst/>
              <a:rect l="l" t="t" r="r" b="b"/>
              <a:pathLst>
                <a:path w="1245" h="351" extrusionOk="0">
                  <a:moveTo>
                    <a:pt x="1" y="1"/>
                  </a:moveTo>
                  <a:cubicBezTo>
                    <a:pt x="167" y="123"/>
                    <a:pt x="334" y="234"/>
                    <a:pt x="512" y="334"/>
                  </a:cubicBezTo>
                  <a:lnTo>
                    <a:pt x="512" y="345"/>
                  </a:lnTo>
                  <a:lnTo>
                    <a:pt x="522" y="345"/>
                  </a:lnTo>
                  <a:cubicBezTo>
                    <a:pt x="678" y="345"/>
                    <a:pt x="839" y="350"/>
                    <a:pt x="1001" y="350"/>
                  </a:cubicBezTo>
                  <a:cubicBezTo>
                    <a:pt x="1082" y="350"/>
                    <a:pt x="1163" y="349"/>
                    <a:pt x="1245" y="345"/>
                  </a:cubicBezTo>
                  <a:cubicBezTo>
                    <a:pt x="1001" y="312"/>
                    <a:pt x="767" y="301"/>
                    <a:pt x="522" y="301"/>
                  </a:cubicBezTo>
                  <a:lnTo>
                    <a:pt x="534" y="301"/>
                  </a:lnTo>
                  <a:cubicBezTo>
                    <a:pt x="356" y="201"/>
                    <a:pt x="178" y="89"/>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239;p62">
              <a:extLst>
                <a:ext uri="{FF2B5EF4-FFF2-40B4-BE49-F238E27FC236}">
                  <a16:creationId xmlns:a16="http://schemas.microsoft.com/office/drawing/2014/main" id="{53CEC169-891A-ED72-841F-BB58B37AFDB2}"/>
                </a:ext>
              </a:extLst>
            </p:cNvPr>
            <p:cNvSpPr/>
            <p:nvPr/>
          </p:nvSpPr>
          <p:spPr>
            <a:xfrm>
              <a:off x="2867675" y="4435500"/>
              <a:ext cx="33625" cy="13625"/>
            </a:xfrm>
            <a:custGeom>
              <a:avLst/>
              <a:gdLst/>
              <a:ahLst/>
              <a:cxnLst/>
              <a:rect l="l" t="t" r="r" b="b"/>
              <a:pathLst>
                <a:path w="1345" h="545" extrusionOk="0">
                  <a:moveTo>
                    <a:pt x="1" y="0"/>
                  </a:moveTo>
                  <a:lnTo>
                    <a:pt x="1" y="0"/>
                  </a:lnTo>
                  <a:cubicBezTo>
                    <a:pt x="223" y="178"/>
                    <a:pt x="456" y="344"/>
                    <a:pt x="700" y="511"/>
                  </a:cubicBezTo>
                  <a:lnTo>
                    <a:pt x="712" y="511"/>
                  </a:lnTo>
                  <a:cubicBezTo>
                    <a:pt x="922" y="522"/>
                    <a:pt x="1134" y="544"/>
                    <a:pt x="1344" y="544"/>
                  </a:cubicBezTo>
                  <a:cubicBezTo>
                    <a:pt x="1134" y="511"/>
                    <a:pt x="922" y="489"/>
                    <a:pt x="712" y="467"/>
                  </a:cubicBezTo>
                  <a:lnTo>
                    <a:pt x="722" y="467"/>
                  </a:lnTo>
                  <a:cubicBezTo>
                    <a:pt x="489" y="300"/>
                    <a:pt x="245" y="144"/>
                    <a:pt x="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240;p62">
              <a:extLst>
                <a:ext uri="{FF2B5EF4-FFF2-40B4-BE49-F238E27FC236}">
                  <a16:creationId xmlns:a16="http://schemas.microsoft.com/office/drawing/2014/main" id="{07020BA1-DB5E-5271-7AD9-4845FAF97E14}"/>
                </a:ext>
              </a:extLst>
            </p:cNvPr>
            <p:cNvSpPr/>
            <p:nvPr/>
          </p:nvSpPr>
          <p:spPr>
            <a:xfrm>
              <a:off x="2864350" y="4441600"/>
              <a:ext cx="35825" cy="14175"/>
            </a:xfrm>
            <a:custGeom>
              <a:avLst/>
              <a:gdLst/>
              <a:ahLst/>
              <a:cxnLst/>
              <a:rect l="l" t="t" r="r" b="b"/>
              <a:pathLst>
                <a:path w="1433" h="567" extrusionOk="0">
                  <a:moveTo>
                    <a:pt x="0" y="1"/>
                  </a:moveTo>
                  <a:lnTo>
                    <a:pt x="0" y="1"/>
                  </a:lnTo>
                  <a:cubicBezTo>
                    <a:pt x="167" y="145"/>
                    <a:pt x="344" y="290"/>
                    <a:pt x="522" y="433"/>
                  </a:cubicBezTo>
                  <a:lnTo>
                    <a:pt x="534" y="433"/>
                  </a:lnTo>
                  <a:cubicBezTo>
                    <a:pt x="678" y="467"/>
                    <a:pt x="833" y="489"/>
                    <a:pt x="978" y="512"/>
                  </a:cubicBezTo>
                  <a:cubicBezTo>
                    <a:pt x="1133" y="534"/>
                    <a:pt x="1277" y="545"/>
                    <a:pt x="1433" y="567"/>
                  </a:cubicBezTo>
                  <a:cubicBezTo>
                    <a:pt x="1277" y="534"/>
                    <a:pt x="1133" y="500"/>
                    <a:pt x="989" y="467"/>
                  </a:cubicBezTo>
                  <a:cubicBezTo>
                    <a:pt x="833" y="445"/>
                    <a:pt x="689" y="411"/>
                    <a:pt x="534" y="389"/>
                  </a:cubicBezTo>
                  <a:lnTo>
                    <a:pt x="534" y="389"/>
                  </a:lnTo>
                  <a:lnTo>
                    <a:pt x="544" y="401"/>
                  </a:lnTo>
                  <a:cubicBezTo>
                    <a:pt x="366" y="256"/>
                    <a:pt x="189" y="122"/>
                    <a:pt x="0"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241;p62">
              <a:extLst>
                <a:ext uri="{FF2B5EF4-FFF2-40B4-BE49-F238E27FC236}">
                  <a16:creationId xmlns:a16="http://schemas.microsoft.com/office/drawing/2014/main" id="{E929169A-3B32-19C2-BB2B-101C2425AFFC}"/>
                </a:ext>
              </a:extLst>
            </p:cNvPr>
            <p:cNvSpPr/>
            <p:nvPr/>
          </p:nvSpPr>
          <p:spPr>
            <a:xfrm>
              <a:off x="2748250" y="4043225"/>
              <a:ext cx="120275" cy="355900"/>
            </a:xfrm>
            <a:custGeom>
              <a:avLst/>
              <a:gdLst/>
              <a:ahLst/>
              <a:cxnLst/>
              <a:rect l="l" t="t" r="r" b="b"/>
              <a:pathLst>
                <a:path w="4811" h="14236" extrusionOk="0">
                  <a:moveTo>
                    <a:pt x="2148" y="0"/>
                  </a:moveTo>
                  <a:cubicBezTo>
                    <a:pt x="2080" y="0"/>
                    <a:pt x="2002" y="25"/>
                    <a:pt x="1912" y="83"/>
                  </a:cubicBezTo>
                  <a:cubicBezTo>
                    <a:pt x="1589" y="294"/>
                    <a:pt x="1512" y="1216"/>
                    <a:pt x="1456" y="1561"/>
                  </a:cubicBezTo>
                  <a:cubicBezTo>
                    <a:pt x="1067" y="3738"/>
                    <a:pt x="334" y="5649"/>
                    <a:pt x="1" y="7837"/>
                  </a:cubicBezTo>
                  <a:cubicBezTo>
                    <a:pt x="179" y="7792"/>
                    <a:pt x="334" y="7659"/>
                    <a:pt x="401" y="7481"/>
                  </a:cubicBezTo>
                  <a:cubicBezTo>
                    <a:pt x="1156" y="9404"/>
                    <a:pt x="2056" y="12336"/>
                    <a:pt x="3122" y="14236"/>
                  </a:cubicBezTo>
                  <a:cubicBezTo>
                    <a:pt x="3144" y="13981"/>
                    <a:pt x="3211" y="13280"/>
                    <a:pt x="3245" y="13036"/>
                  </a:cubicBezTo>
                  <a:cubicBezTo>
                    <a:pt x="3378" y="13169"/>
                    <a:pt x="3533" y="13280"/>
                    <a:pt x="3700" y="13358"/>
                  </a:cubicBezTo>
                  <a:cubicBezTo>
                    <a:pt x="3655" y="13181"/>
                    <a:pt x="3655" y="13003"/>
                    <a:pt x="3689" y="12814"/>
                  </a:cubicBezTo>
                  <a:lnTo>
                    <a:pt x="3689" y="12814"/>
                  </a:lnTo>
                  <a:cubicBezTo>
                    <a:pt x="3956" y="12925"/>
                    <a:pt x="4244" y="13003"/>
                    <a:pt x="4533" y="13047"/>
                  </a:cubicBezTo>
                  <a:cubicBezTo>
                    <a:pt x="4333" y="12703"/>
                    <a:pt x="4133" y="12359"/>
                    <a:pt x="3933" y="12025"/>
                  </a:cubicBezTo>
                  <a:lnTo>
                    <a:pt x="3933" y="12025"/>
                  </a:lnTo>
                  <a:cubicBezTo>
                    <a:pt x="4200" y="12169"/>
                    <a:pt x="4499" y="12248"/>
                    <a:pt x="4811" y="12248"/>
                  </a:cubicBezTo>
                  <a:cubicBezTo>
                    <a:pt x="4067" y="11058"/>
                    <a:pt x="3322" y="9870"/>
                    <a:pt x="2567" y="8681"/>
                  </a:cubicBezTo>
                  <a:lnTo>
                    <a:pt x="2567" y="8681"/>
                  </a:lnTo>
                  <a:lnTo>
                    <a:pt x="3000" y="8915"/>
                  </a:lnTo>
                  <a:cubicBezTo>
                    <a:pt x="2655" y="8392"/>
                    <a:pt x="2311" y="7881"/>
                    <a:pt x="1967" y="7360"/>
                  </a:cubicBezTo>
                  <a:cubicBezTo>
                    <a:pt x="1856" y="7193"/>
                    <a:pt x="1756" y="7037"/>
                    <a:pt x="1700" y="6849"/>
                  </a:cubicBezTo>
                  <a:cubicBezTo>
                    <a:pt x="1656" y="6649"/>
                    <a:pt x="1667" y="6437"/>
                    <a:pt x="1689" y="6227"/>
                  </a:cubicBezTo>
                  <a:cubicBezTo>
                    <a:pt x="1767" y="5504"/>
                    <a:pt x="1845" y="4782"/>
                    <a:pt x="1922" y="4049"/>
                  </a:cubicBezTo>
                  <a:lnTo>
                    <a:pt x="2256" y="4916"/>
                  </a:lnTo>
                  <a:cubicBezTo>
                    <a:pt x="2267" y="3638"/>
                    <a:pt x="2356" y="2361"/>
                    <a:pt x="2534" y="1105"/>
                  </a:cubicBezTo>
                  <a:cubicBezTo>
                    <a:pt x="2572" y="831"/>
                    <a:pt x="2537" y="0"/>
                    <a:pt x="2148"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242;p62">
              <a:extLst>
                <a:ext uri="{FF2B5EF4-FFF2-40B4-BE49-F238E27FC236}">
                  <a16:creationId xmlns:a16="http://schemas.microsoft.com/office/drawing/2014/main" id="{0405D833-0169-20ED-3E73-6F7FD6B601B9}"/>
                </a:ext>
              </a:extLst>
            </p:cNvPr>
            <p:cNvSpPr/>
            <p:nvPr/>
          </p:nvSpPr>
          <p:spPr>
            <a:xfrm>
              <a:off x="2758250" y="4043225"/>
              <a:ext cx="113600" cy="360900"/>
            </a:xfrm>
            <a:custGeom>
              <a:avLst/>
              <a:gdLst/>
              <a:ahLst/>
              <a:cxnLst/>
              <a:rect l="l" t="t" r="r" b="b"/>
              <a:pathLst>
                <a:path w="4544" h="14436" extrusionOk="0">
                  <a:moveTo>
                    <a:pt x="1749" y="0"/>
                  </a:moveTo>
                  <a:cubicBezTo>
                    <a:pt x="1667" y="0"/>
                    <a:pt x="1586" y="42"/>
                    <a:pt x="1512" y="83"/>
                  </a:cubicBezTo>
                  <a:cubicBezTo>
                    <a:pt x="1588" y="41"/>
                    <a:pt x="1670" y="5"/>
                    <a:pt x="1755" y="5"/>
                  </a:cubicBezTo>
                  <a:cubicBezTo>
                    <a:pt x="1781" y="5"/>
                    <a:pt x="1807" y="9"/>
                    <a:pt x="1833" y="16"/>
                  </a:cubicBezTo>
                  <a:cubicBezTo>
                    <a:pt x="1805" y="5"/>
                    <a:pt x="1777" y="0"/>
                    <a:pt x="1749" y="0"/>
                  </a:cubicBezTo>
                  <a:close/>
                  <a:moveTo>
                    <a:pt x="1833" y="16"/>
                  </a:moveTo>
                  <a:lnTo>
                    <a:pt x="1833" y="16"/>
                  </a:lnTo>
                  <a:cubicBezTo>
                    <a:pt x="1934" y="61"/>
                    <a:pt x="2000" y="161"/>
                    <a:pt x="2033" y="261"/>
                  </a:cubicBezTo>
                  <a:cubicBezTo>
                    <a:pt x="2111" y="472"/>
                    <a:pt x="2134" y="694"/>
                    <a:pt x="2134" y="917"/>
                  </a:cubicBezTo>
                  <a:cubicBezTo>
                    <a:pt x="2134" y="1028"/>
                    <a:pt x="2111" y="1139"/>
                    <a:pt x="2100" y="1250"/>
                  </a:cubicBezTo>
                  <a:lnTo>
                    <a:pt x="2055" y="1572"/>
                  </a:lnTo>
                  <a:cubicBezTo>
                    <a:pt x="2023" y="1794"/>
                    <a:pt x="1989" y="2016"/>
                    <a:pt x="1967" y="2238"/>
                  </a:cubicBezTo>
                  <a:cubicBezTo>
                    <a:pt x="1922" y="2682"/>
                    <a:pt x="1878" y="3127"/>
                    <a:pt x="1856" y="3571"/>
                  </a:cubicBezTo>
                  <a:cubicBezTo>
                    <a:pt x="1829" y="3929"/>
                    <a:pt x="1816" y="4287"/>
                    <a:pt x="1807" y="4652"/>
                  </a:cubicBezTo>
                  <a:lnTo>
                    <a:pt x="1807" y="4652"/>
                  </a:lnTo>
                  <a:lnTo>
                    <a:pt x="1567" y="4027"/>
                  </a:lnTo>
                  <a:lnTo>
                    <a:pt x="1489" y="3816"/>
                  </a:lnTo>
                  <a:lnTo>
                    <a:pt x="1467" y="4049"/>
                  </a:lnTo>
                  <a:lnTo>
                    <a:pt x="1322" y="5349"/>
                  </a:lnTo>
                  <a:lnTo>
                    <a:pt x="1245" y="6004"/>
                  </a:lnTo>
                  <a:cubicBezTo>
                    <a:pt x="1233" y="6227"/>
                    <a:pt x="1189" y="6437"/>
                    <a:pt x="1211" y="6671"/>
                  </a:cubicBezTo>
                  <a:cubicBezTo>
                    <a:pt x="1211" y="6915"/>
                    <a:pt x="1334" y="7126"/>
                    <a:pt x="1456" y="7315"/>
                  </a:cubicBezTo>
                  <a:lnTo>
                    <a:pt x="1811" y="7859"/>
                  </a:lnTo>
                  <a:lnTo>
                    <a:pt x="2375" y="8705"/>
                  </a:lnTo>
                  <a:lnTo>
                    <a:pt x="2375" y="8705"/>
                  </a:lnTo>
                  <a:lnTo>
                    <a:pt x="2211" y="8615"/>
                  </a:lnTo>
                  <a:lnTo>
                    <a:pt x="1956" y="8471"/>
                  </a:lnTo>
                  <a:lnTo>
                    <a:pt x="1956" y="8471"/>
                  </a:lnTo>
                  <a:lnTo>
                    <a:pt x="2111" y="8715"/>
                  </a:lnTo>
                  <a:lnTo>
                    <a:pt x="4271" y="12164"/>
                  </a:lnTo>
                  <a:lnTo>
                    <a:pt x="4271" y="12164"/>
                  </a:lnTo>
                  <a:cubicBezTo>
                    <a:pt x="4022" y="12147"/>
                    <a:pt x="3782" y="12080"/>
                    <a:pt x="3566" y="11959"/>
                  </a:cubicBezTo>
                  <a:lnTo>
                    <a:pt x="3333" y="11825"/>
                  </a:lnTo>
                  <a:lnTo>
                    <a:pt x="3333" y="11825"/>
                  </a:lnTo>
                  <a:lnTo>
                    <a:pt x="3467" y="12058"/>
                  </a:lnTo>
                  <a:lnTo>
                    <a:pt x="3996" y="12944"/>
                  </a:lnTo>
                  <a:lnTo>
                    <a:pt x="3996" y="12944"/>
                  </a:lnTo>
                  <a:cubicBezTo>
                    <a:pt x="3760" y="12901"/>
                    <a:pt x="3532" y="12839"/>
                    <a:pt x="3311" y="12747"/>
                  </a:cubicBezTo>
                  <a:lnTo>
                    <a:pt x="3233" y="12725"/>
                  </a:lnTo>
                  <a:lnTo>
                    <a:pt x="3211" y="12803"/>
                  </a:lnTo>
                  <a:cubicBezTo>
                    <a:pt x="3194" y="12944"/>
                    <a:pt x="3190" y="13091"/>
                    <a:pt x="3207" y="13235"/>
                  </a:cubicBezTo>
                  <a:lnTo>
                    <a:pt x="3207" y="13235"/>
                  </a:lnTo>
                  <a:cubicBezTo>
                    <a:pt x="3092" y="13166"/>
                    <a:pt x="2988" y="13079"/>
                    <a:pt x="2889" y="12981"/>
                  </a:cubicBezTo>
                  <a:lnTo>
                    <a:pt x="2789" y="12892"/>
                  </a:lnTo>
                  <a:lnTo>
                    <a:pt x="2778" y="13025"/>
                  </a:lnTo>
                  <a:lnTo>
                    <a:pt x="2676" y="14021"/>
                  </a:lnTo>
                  <a:lnTo>
                    <a:pt x="2676" y="14021"/>
                  </a:lnTo>
                  <a:cubicBezTo>
                    <a:pt x="2419" y="13552"/>
                    <a:pt x="2194" y="13061"/>
                    <a:pt x="1978" y="12569"/>
                  </a:cubicBezTo>
                  <a:cubicBezTo>
                    <a:pt x="1734" y="12014"/>
                    <a:pt x="1512" y="11458"/>
                    <a:pt x="1289" y="10892"/>
                  </a:cubicBezTo>
                  <a:cubicBezTo>
                    <a:pt x="856" y="9759"/>
                    <a:pt x="456" y="8604"/>
                    <a:pt x="1" y="7481"/>
                  </a:cubicBezTo>
                  <a:lnTo>
                    <a:pt x="1" y="7481"/>
                  </a:lnTo>
                  <a:cubicBezTo>
                    <a:pt x="423" y="8615"/>
                    <a:pt x="801" y="9770"/>
                    <a:pt x="1223" y="10915"/>
                  </a:cubicBezTo>
                  <a:cubicBezTo>
                    <a:pt x="1433" y="11481"/>
                    <a:pt x="1645" y="12048"/>
                    <a:pt x="1889" y="12614"/>
                  </a:cubicBezTo>
                  <a:cubicBezTo>
                    <a:pt x="2122" y="13169"/>
                    <a:pt x="2378" y="13725"/>
                    <a:pt x="2667" y="14269"/>
                  </a:cubicBezTo>
                  <a:lnTo>
                    <a:pt x="2756" y="14436"/>
                  </a:lnTo>
                  <a:lnTo>
                    <a:pt x="2778" y="14247"/>
                  </a:lnTo>
                  <a:lnTo>
                    <a:pt x="2896" y="13171"/>
                  </a:lnTo>
                  <a:lnTo>
                    <a:pt x="2896" y="13171"/>
                  </a:lnTo>
                  <a:cubicBezTo>
                    <a:pt x="3007" y="13269"/>
                    <a:pt x="3130" y="13357"/>
                    <a:pt x="3267" y="13425"/>
                  </a:cubicBezTo>
                  <a:lnTo>
                    <a:pt x="3389" y="13492"/>
                  </a:lnTo>
                  <a:lnTo>
                    <a:pt x="3389" y="13492"/>
                  </a:lnTo>
                  <a:lnTo>
                    <a:pt x="3366" y="13347"/>
                  </a:lnTo>
                  <a:cubicBezTo>
                    <a:pt x="3339" y="13208"/>
                    <a:pt x="3326" y="13062"/>
                    <a:pt x="3342" y="12914"/>
                  </a:cubicBezTo>
                  <a:lnTo>
                    <a:pt x="3342" y="12914"/>
                  </a:lnTo>
                  <a:cubicBezTo>
                    <a:pt x="3595" y="13007"/>
                    <a:pt x="3863" y="13074"/>
                    <a:pt x="4122" y="13114"/>
                  </a:cubicBezTo>
                  <a:lnTo>
                    <a:pt x="4277" y="13136"/>
                  </a:lnTo>
                  <a:lnTo>
                    <a:pt x="4200" y="13003"/>
                  </a:lnTo>
                  <a:lnTo>
                    <a:pt x="3721" y="12187"/>
                  </a:lnTo>
                  <a:lnTo>
                    <a:pt x="3721" y="12187"/>
                  </a:lnTo>
                  <a:cubicBezTo>
                    <a:pt x="3923" y="12269"/>
                    <a:pt x="4138" y="12315"/>
                    <a:pt x="4358" y="12315"/>
                  </a:cubicBezTo>
                  <a:cubicBezTo>
                    <a:pt x="4376" y="12315"/>
                    <a:pt x="4393" y="12315"/>
                    <a:pt x="4411" y="12314"/>
                  </a:cubicBezTo>
                  <a:lnTo>
                    <a:pt x="4544" y="12314"/>
                  </a:lnTo>
                  <a:lnTo>
                    <a:pt x="4467" y="12203"/>
                  </a:lnTo>
                  <a:lnTo>
                    <a:pt x="2385" y="8879"/>
                  </a:lnTo>
                  <a:lnTo>
                    <a:pt x="2385" y="8879"/>
                  </a:lnTo>
                  <a:lnTo>
                    <a:pt x="2566" y="8982"/>
                  </a:lnTo>
                  <a:lnTo>
                    <a:pt x="2833" y="9126"/>
                  </a:lnTo>
                  <a:lnTo>
                    <a:pt x="2833" y="9126"/>
                  </a:lnTo>
                  <a:lnTo>
                    <a:pt x="2667" y="8881"/>
                  </a:lnTo>
                  <a:lnTo>
                    <a:pt x="1934" y="7782"/>
                  </a:lnTo>
                  <a:lnTo>
                    <a:pt x="1567" y="7237"/>
                  </a:lnTo>
                  <a:cubicBezTo>
                    <a:pt x="1445" y="7059"/>
                    <a:pt x="1356" y="6871"/>
                    <a:pt x="1345" y="6659"/>
                  </a:cubicBezTo>
                  <a:cubicBezTo>
                    <a:pt x="1322" y="6459"/>
                    <a:pt x="1367" y="6237"/>
                    <a:pt x="1378" y="6027"/>
                  </a:cubicBezTo>
                  <a:lnTo>
                    <a:pt x="1445" y="5371"/>
                  </a:lnTo>
                  <a:lnTo>
                    <a:pt x="1555" y="4290"/>
                  </a:lnTo>
                  <a:lnTo>
                    <a:pt x="1555" y="4290"/>
                  </a:lnTo>
                  <a:lnTo>
                    <a:pt x="1801" y="4901"/>
                  </a:lnTo>
                  <a:lnTo>
                    <a:pt x="1801" y="4901"/>
                  </a:lnTo>
                  <a:cubicBezTo>
                    <a:pt x="1801" y="4906"/>
                    <a:pt x="1801" y="4911"/>
                    <a:pt x="1800" y="4916"/>
                  </a:cubicBezTo>
                  <a:lnTo>
                    <a:pt x="1806" y="4914"/>
                  </a:lnTo>
                  <a:lnTo>
                    <a:pt x="1806" y="4914"/>
                  </a:lnTo>
                  <a:lnTo>
                    <a:pt x="1811" y="4926"/>
                  </a:lnTo>
                  <a:lnTo>
                    <a:pt x="1900" y="5171"/>
                  </a:lnTo>
                  <a:lnTo>
                    <a:pt x="1900" y="4916"/>
                  </a:lnTo>
                  <a:cubicBezTo>
                    <a:pt x="1900" y="4027"/>
                    <a:pt x="1944" y="3138"/>
                    <a:pt x="2023" y="2250"/>
                  </a:cubicBezTo>
                  <a:lnTo>
                    <a:pt x="2089" y="1583"/>
                  </a:lnTo>
                  <a:lnTo>
                    <a:pt x="2134" y="1250"/>
                  </a:lnTo>
                  <a:cubicBezTo>
                    <a:pt x="2144" y="1139"/>
                    <a:pt x="2167" y="1028"/>
                    <a:pt x="2167" y="917"/>
                  </a:cubicBezTo>
                  <a:cubicBezTo>
                    <a:pt x="2156" y="694"/>
                    <a:pt x="2134" y="461"/>
                    <a:pt x="2055" y="261"/>
                  </a:cubicBezTo>
                  <a:cubicBezTo>
                    <a:pt x="2011" y="161"/>
                    <a:pt x="1944" y="50"/>
                    <a:pt x="1833" y="16"/>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243;p62">
              <a:extLst>
                <a:ext uri="{FF2B5EF4-FFF2-40B4-BE49-F238E27FC236}">
                  <a16:creationId xmlns:a16="http://schemas.microsoft.com/office/drawing/2014/main" id="{8AE123C7-494A-FCCF-473B-A53059E2E643}"/>
                </a:ext>
              </a:extLst>
            </p:cNvPr>
            <p:cNvSpPr/>
            <p:nvPr/>
          </p:nvSpPr>
          <p:spPr>
            <a:xfrm>
              <a:off x="2854350" y="4121125"/>
              <a:ext cx="4725" cy="18050"/>
            </a:xfrm>
            <a:custGeom>
              <a:avLst/>
              <a:gdLst/>
              <a:ahLst/>
              <a:cxnLst/>
              <a:rect l="l" t="t" r="r" b="b"/>
              <a:pathLst>
                <a:path w="189" h="722" extrusionOk="0">
                  <a:moveTo>
                    <a:pt x="144" y="0"/>
                  </a:moveTo>
                  <a:cubicBezTo>
                    <a:pt x="67" y="111"/>
                    <a:pt x="33" y="233"/>
                    <a:pt x="23" y="356"/>
                  </a:cubicBezTo>
                  <a:cubicBezTo>
                    <a:pt x="0" y="477"/>
                    <a:pt x="0" y="600"/>
                    <a:pt x="45" y="722"/>
                  </a:cubicBezTo>
                  <a:cubicBezTo>
                    <a:pt x="122" y="611"/>
                    <a:pt x="156" y="489"/>
                    <a:pt x="178" y="378"/>
                  </a:cubicBezTo>
                  <a:cubicBezTo>
                    <a:pt x="189" y="255"/>
                    <a:pt x="189" y="133"/>
                    <a:pt x="1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244;p62">
              <a:extLst>
                <a:ext uri="{FF2B5EF4-FFF2-40B4-BE49-F238E27FC236}">
                  <a16:creationId xmlns:a16="http://schemas.microsoft.com/office/drawing/2014/main" id="{C586A5FD-7948-5157-78BF-B3D6CE15DA99}"/>
                </a:ext>
              </a:extLst>
            </p:cNvPr>
            <p:cNvSpPr/>
            <p:nvPr/>
          </p:nvSpPr>
          <p:spPr>
            <a:xfrm>
              <a:off x="2834075" y="4086950"/>
              <a:ext cx="5000" cy="23350"/>
            </a:xfrm>
            <a:custGeom>
              <a:avLst/>
              <a:gdLst/>
              <a:ahLst/>
              <a:cxnLst/>
              <a:rect l="l" t="t" r="r" b="b"/>
              <a:pathLst>
                <a:path w="200" h="934" extrusionOk="0">
                  <a:moveTo>
                    <a:pt x="156" y="0"/>
                  </a:moveTo>
                  <a:cubicBezTo>
                    <a:pt x="78" y="145"/>
                    <a:pt x="44" y="301"/>
                    <a:pt x="22" y="456"/>
                  </a:cubicBezTo>
                  <a:cubicBezTo>
                    <a:pt x="12" y="612"/>
                    <a:pt x="0" y="767"/>
                    <a:pt x="44" y="933"/>
                  </a:cubicBezTo>
                  <a:cubicBezTo>
                    <a:pt x="123" y="789"/>
                    <a:pt x="156" y="634"/>
                    <a:pt x="178" y="478"/>
                  </a:cubicBezTo>
                  <a:cubicBezTo>
                    <a:pt x="200" y="323"/>
                    <a:pt x="200" y="167"/>
                    <a:pt x="1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245;p62">
              <a:extLst>
                <a:ext uri="{FF2B5EF4-FFF2-40B4-BE49-F238E27FC236}">
                  <a16:creationId xmlns:a16="http://schemas.microsoft.com/office/drawing/2014/main" id="{E549927B-0F5C-E222-D54E-18E428622527}"/>
                </a:ext>
              </a:extLst>
            </p:cNvPr>
            <p:cNvSpPr/>
            <p:nvPr/>
          </p:nvSpPr>
          <p:spPr>
            <a:xfrm>
              <a:off x="2870175" y="4068900"/>
              <a:ext cx="8075" cy="19175"/>
            </a:xfrm>
            <a:custGeom>
              <a:avLst/>
              <a:gdLst/>
              <a:ahLst/>
              <a:cxnLst/>
              <a:rect l="l" t="t" r="r" b="b"/>
              <a:pathLst>
                <a:path w="323" h="767" extrusionOk="0">
                  <a:moveTo>
                    <a:pt x="0" y="1"/>
                  </a:moveTo>
                  <a:cubicBezTo>
                    <a:pt x="0" y="156"/>
                    <a:pt x="34" y="289"/>
                    <a:pt x="89" y="411"/>
                  </a:cubicBezTo>
                  <a:cubicBezTo>
                    <a:pt x="145" y="545"/>
                    <a:pt x="212" y="656"/>
                    <a:pt x="323" y="767"/>
                  </a:cubicBezTo>
                  <a:cubicBezTo>
                    <a:pt x="323" y="611"/>
                    <a:pt x="289" y="478"/>
                    <a:pt x="234" y="356"/>
                  </a:cubicBezTo>
                  <a:cubicBezTo>
                    <a:pt x="178" y="223"/>
                    <a:pt x="111" y="112"/>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246;p62">
              <a:extLst>
                <a:ext uri="{FF2B5EF4-FFF2-40B4-BE49-F238E27FC236}">
                  <a16:creationId xmlns:a16="http://schemas.microsoft.com/office/drawing/2014/main" id="{7DE0E5AA-D3CC-B0F0-294C-84DD1DA1AF14}"/>
                </a:ext>
              </a:extLst>
            </p:cNvPr>
            <p:cNvSpPr/>
            <p:nvPr/>
          </p:nvSpPr>
          <p:spPr>
            <a:xfrm>
              <a:off x="2846575" y="4046950"/>
              <a:ext cx="6400" cy="23350"/>
            </a:xfrm>
            <a:custGeom>
              <a:avLst/>
              <a:gdLst/>
              <a:ahLst/>
              <a:cxnLst/>
              <a:rect l="l" t="t" r="r" b="b"/>
              <a:pathLst>
                <a:path w="256" h="934" extrusionOk="0">
                  <a:moveTo>
                    <a:pt x="33" y="1"/>
                  </a:moveTo>
                  <a:lnTo>
                    <a:pt x="33" y="1"/>
                  </a:lnTo>
                  <a:cubicBezTo>
                    <a:pt x="0" y="168"/>
                    <a:pt x="23" y="323"/>
                    <a:pt x="45" y="479"/>
                  </a:cubicBezTo>
                  <a:cubicBezTo>
                    <a:pt x="78" y="634"/>
                    <a:pt x="134" y="790"/>
                    <a:pt x="223" y="934"/>
                  </a:cubicBezTo>
                  <a:cubicBezTo>
                    <a:pt x="255" y="768"/>
                    <a:pt x="233" y="612"/>
                    <a:pt x="200" y="457"/>
                  </a:cubicBezTo>
                  <a:cubicBezTo>
                    <a:pt x="167" y="301"/>
                    <a:pt x="122" y="145"/>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47;p62">
              <a:extLst>
                <a:ext uri="{FF2B5EF4-FFF2-40B4-BE49-F238E27FC236}">
                  <a16:creationId xmlns:a16="http://schemas.microsoft.com/office/drawing/2014/main" id="{159AFF6A-D89E-BC8F-8C35-23C4770FBED9}"/>
                </a:ext>
              </a:extLst>
            </p:cNvPr>
            <p:cNvSpPr/>
            <p:nvPr/>
          </p:nvSpPr>
          <p:spPr>
            <a:xfrm>
              <a:off x="2818800" y="4046675"/>
              <a:ext cx="4475" cy="25575"/>
            </a:xfrm>
            <a:custGeom>
              <a:avLst/>
              <a:gdLst/>
              <a:ahLst/>
              <a:cxnLst/>
              <a:rect l="l" t="t" r="r" b="b"/>
              <a:pathLst>
                <a:path w="179" h="1023" extrusionOk="0">
                  <a:moveTo>
                    <a:pt x="122" y="1"/>
                  </a:moveTo>
                  <a:cubicBezTo>
                    <a:pt x="56" y="167"/>
                    <a:pt x="23" y="334"/>
                    <a:pt x="11" y="512"/>
                  </a:cubicBezTo>
                  <a:cubicBezTo>
                    <a:pt x="1" y="678"/>
                    <a:pt x="11" y="845"/>
                    <a:pt x="56" y="1023"/>
                  </a:cubicBezTo>
                  <a:cubicBezTo>
                    <a:pt x="134" y="856"/>
                    <a:pt x="156" y="690"/>
                    <a:pt x="167" y="523"/>
                  </a:cubicBezTo>
                  <a:cubicBezTo>
                    <a:pt x="178" y="345"/>
                    <a:pt x="178" y="179"/>
                    <a:pt x="1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248;p62">
              <a:extLst>
                <a:ext uri="{FF2B5EF4-FFF2-40B4-BE49-F238E27FC236}">
                  <a16:creationId xmlns:a16="http://schemas.microsoft.com/office/drawing/2014/main" id="{2B43B793-A88D-5786-DD22-D7894482D6DE}"/>
                </a:ext>
              </a:extLst>
            </p:cNvPr>
            <p:cNvSpPr/>
            <p:nvPr/>
          </p:nvSpPr>
          <p:spPr>
            <a:xfrm>
              <a:off x="2889050" y="4041400"/>
              <a:ext cx="6425" cy="20025"/>
            </a:xfrm>
            <a:custGeom>
              <a:avLst/>
              <a:gdLst/>
              <a:ahLst/>
              <a:cxnLst/>
              <a:rect l="l" t="t" r="r" b="b"/>
              <a:pathLst>
                <a:path w="257" h="801" extrusionOk="0">
                  <a:moveTo>
                    <a:pt x="34" y="0"/>
                  </a:moveTo>
                  <a:lnTo>
                    <a:pt x="34" y="0"/>
                  </a:lnTo>
                  <a:cubicBezTo>
                    <a:pt x="1" y="145"/>
                    <a:pt x="23" y="289"/>
                    <a:pt x="57" y="423"/>
                  </a:cubicBezTo>
                  <a:cubicBezTo>
                    <a:pt x="89" y="556"/>
                    <a:pt x="134" y="679"/>
                    <a:pt x="234" y="800"/>
                  </a:cubicBezTo>
                  <a:cubicBezTo>
                    <a:pt x="257" y="656"/>
                    <a:pt x="245" y="511"/>
                    <a:pt x="212" y="378"/>
                  </a:cubicBezTo>
                  <a:cubicBezTo>
                    <a:pt x="168" y="245"/>
                    <a:pt x="123" y="123"/>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249;p62">
              <a:extLst>
                <a:ext uri="{FF2B5EF4-FFF2-40B4-BE49-F238E27FC236}">
                  <a16:creationId xmlns:a16="http://schemas.microsoft.com/office/drawing/2014/main" id="{C798CDD0-E308-4E2F-0A32-0A788C478D18}"/>
                </a:ext>
              </a:extLst>
            </p:cNvPr>
            <p:cNvSpPr/>
            <p:nvPr/>
          </p:nvSpPr>
          <p:spPr>
            <a:xfrm>
              <a:off x="2920450" y="4029725"/>
              <a:ext cx="9475" cy="15325"/>
            </a:xfrm>
            <a:custGeom>
              <a:avLst/>
              <a:gdLst/>
              <a:ahLst/>
              <a:cxnLst/>
              <a:rect l="l" t="t" r="r" b="b"/>
              <a:pathLst>
                <a:path w="379" h="613" extrusionOk="0">
                  <a:moveTo>
                    <a:pt x="0" y="1"/>
                  </a:moveTo>
                  <a:cubicBezTo>
                    <a:pt x="0" y="134"/>
                    <a:pt x="55" y="245"/>
                    <a:pt x="122" y="346"/>
                  </a:cubicBezTo>
                  <a:cubicBezTo>
                    <a:pt x="178" y="445"/>
                    <a:pt x="255" y="546"/>
                    <a:pt x="378" y="612"/>
                  </a:cubicBezTo>
                  <a:cubicBezTo>
                    <a:pt x="366" y="479"/>
                    <a:pt x="311" y="368"/>
                    <a:pt x="255" y="267"/>
                  </a:cubicBezTo>
                  <a:cubicBezTo>
                    <a:pt x="189"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250;p62">
              <a:extLst>
                <a:ext uri="{FF2B5EF4-FFF2-40B4-BE49-F238E27FC236}">
                  <a16:creationId xmlns:a16="http://schemas.microsoft.com/office/drawing/2014/main" id="{56EDFA04-8FC7-B0C3-2E60-8DCF2765D012}"/>
                </a:ext>
              </a:extLst>
            </p:cNvPr>
            <p:cNvSpPr/>
            <p:nvPr/>
          </p:nvSpPr>
          <p:spPr>
            <a:xfrm>
              <a:off x="2920450" y="4068050"/>
              <a:ext cx="6950" cy="20325"/>
            </a:xfrm>
            <a:custGeom>
              <a:avLst/>
              <a:gdLst/>
              <a:ahLst/>
              <a:cxnLst/>
              <a:rect l="l" t="t" r="r" b="b"/>
              <a:pathLst>
                <a:path w="278" h="813" extrusionOk="0">
                  <a:moveTo>
                    <a:pt x="11" y="1"/>
                  </a:moveTo>
                  <a:lnTo>
                    <a:pt x="11" y="1"/>
                  </a:lnTo>
                  <a:cubicBezTo>
                    <a:pt x="0" y="156"/>
                    <a:pt x="23" y="290"/>
                    <a:pt x="67" y="435"/>
                  </a:cubicBezTo>
                  <a:cubicBezTo>
                    <a:pt x="111" y="568"/>
                    <a:pt x="167" y="701"/>
                    <a:pt x="267" y="812"/>
                  </a:cubicBezTo>
                  <a:cubicBezTo>
                    <a:pt x="278" y="657"/>
                    <a:pt x="255" y="523"/>
                    <a:pt x="211" y="379"/>
                  </a:cubicBezTo>
                  <a:cubicBezTo>
                    <a:pt x="167" y="245"/>
                    <a:pt x="111" y="112"/>
                    <a:pt x="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251;p62">
              <a:extLst>
                <a:ext uri="{FF2B5EF4-FFF2-40B4-BE49-F238E27FC236}">
                  <a16:creationId xmlns:a16="http://schemas.microsoft.com/office/drawing/2014/main" id="{4CCC1150-44B2-6294-C36F-6254F75B84D9}"/>
                </a:ext>
              </a:extLst>
            </p:cNvPr>
            <p:cNvSpPr/>
            <p:nvPr/>
          </p:nvSpPr>
          <p:spPr>
            <a:xfrm>
              <a:off x="2902675" y="4105825"/>
              <a:ext cx="4725" cy="18650"/>
            </a:xfrm>
            <a:custGeom>
              <a:avLst/>
              <a:gdLst/>
              <a:ahLst/>
              <a:cxnLst/>
              <a:rect l="l" t="t" r="r" b="b"/>
              <a:pathLst>
                <a:path w="189" h="746" extrusionOk="0">
                  <a:moveTo>
                    <a:pt x="45" y="1"/>
                  </a:moveTo>
                  <a:cubicBezTo>
                    <a:pt x="0" y="134"/>
                    <a:pt x="0" y="257"/>
                    <a:pt x="23" y="378"/>
                  </a:cubicBezTo>
                  <a:cubicBezTo>
                    <a:pt x="33" y="512"/>
                    <a:pt x="67" y="634"/>
                    <a:pt x="144" y="745"/>
                  </a:cubicBezTo>
                  <a:cubicBezTo>
                    <a:pt x="189" y="612"/>
                    <a:pt x="189" y="489"/>
                    <a:pt x="178" y="356"/>
                  </a:cubicBezTo>
                  <a:cubicBezTo>
                    <a:pt x="156" y="234"/>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252;p62">
              <a:extLst>
                <a:ext uri="{FF2B5EF4-FFF2-40B4-BE49-F238E27FC236}">
                  <a16:creationId xmlns:a16="http://schemas.microsoft.com/office/drawing/2014/main" id="{9A9AA155-CC87-1339-3C27-64AB94380CBA}"/>
                </a:ext>
              </a:extLst>
            </p:cNvPr>
            <p:cNvSpPr/>
            <p:nvPr/>
          </p:nvSpPr>
          <p:spPr>
            <a:xfrm>
              <a:off x="2946275" y="4105575"/>
              <a:ext cx="7525" cy="18900"/>
            </a:xfrm>
            <a:custGeom>
              <a:avLst/>
              <a:gdLst/>
              <a:ahLst/>
              <a:cxnLst/>
              <a:rect l="l" t="t" r="r" b="b"/>
              <a:pathLst>
                <a:path w="301" h="756" extrusionOk="0">
                  <a:moveTo>
                    <a:pt x="12" y="0"/>
                  </a:moveTo>
                  <a:lnTo>
                    <a:pt x="12" y="0"/>
                  </a:lnTo>
                  <a:cubicBezTo>
                    <a:pt x="0" y="144"/>
                    <a:pt x="34" y="277"/>
                    <a:pt x="78" y="411"/>
                  </a:cubicBezTo>
                  <a:cubicBezTo>
                    <a:pt x="123" y="533"/>
                    <a:pt x="189" y="655"/>
                    <a:pt x="289" y="755"/>
                  </a:cubicBezTo>
                  <a:cubicBezTo>
                    <a:pt x="300" y="611"/>
                    <a:pt x="267" y="477"/>
                    <a:pt x="222" y="355"/>
                  </a:cubicBezTo>
                  <a:cubicBezTo>
                    <a:pt x="178" y="222"/>
                    <a:pt x="123"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253;p62">
              <a:extLst>
                <a:ext uri="{FF2B5EF4-FFF2-40B4-BE49-F238E27FC236}">
                  <a16:creationId xmlns:a16="http://schemas.microsoft.com/office/drawing/2014/main" id="{7425B8A4-96FE-A5EC-3BDF-51709DBEF495}"/>
                </a:ext>
              </a:extLst>
            </p:cNvPr>
            <p:cNvSpPr/>
            <p:nvPr/>
          </p:nvSpPr>
          <p:spPr>
            <a:xfrm>
              <a:off x="2929325" y="4121675"/>
              <a:ext cx="4175" cy="26950"/>
            </a:xfrm>
            <a:custGeom>
              <a:avLst/>
              <a:gdLst/>
              <a:ahLst/>
              <a:cxnLst/>
              <a:rect l="l" t="t" r="r" b="b"/>
              <a:pathLst>
                <a:path w="167" h="1078" extrusionOk="0">
                  <a:moveTo>
                    <a:pt x="56" y="0"/>
                  </a:moveTo>
                  <a:cubicBezTo>
                    <a:pt x="1" y="189"/>
                    <a:pt x="1" y="366"/>
                    <a:pt x="1" y="544"/>
                  </a:cubicBezTo>
                  <a:cubicBezTo>
                    <a:pt x="11" y="722"/>
                    <a:pt x="34" y="900"/>
                    <a:pt x="100" y="1077"/>
                  </a:cubicBezTo>
                  <a:cubicBezTo>
                    <a:pt x="156" y="900"/>
                    <a:pt x="167" y="711"/>
                    <a:pt x="156" y="534"/>
                  </a:cubicBezTo>
                  <a:cubicBezTo>
                    <a:pt x="145" y="356"/>
                    <a:pt x="123" y="178"/>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254;p62">
              <a:extLst>
                <a:ext uri="{FF2B5EF4-FFF2-40B4-BE49-F238E27FC236}">
                  <a16:creationId xmlns:a16="http://schemas.microsoft.com/office/drawing/2014/main" id="{17DFA338-75AA-733C-95F6-16BB4687E5D0}"/>
                </a:ext>
              </a:extLst>
            </p:cNvPr>
            <p:cNvSpPr/>
            <p:nvPr/>
          </p:nvSpPr>
          <p:spPr>
            <a:xfrm>
              <a:off x="2883775" y="4140275"/>
              <a:ext cx="4200" cy="20575"/>
            </a:xfrm>
            <a:custGeom>
              <a:avLst/>
              <a:gdLst/>
              <a:ahLst/>
              <a:cxnLst/>
              <a:rect l="l" t="t" r="r" b="b"/>
              <a:pathLst>
                <a:path w="168" h="823" extrusionOk="0">
                  <a:moveTo>
                    <a:pt x="56" y="0"/>
                  </a:moveTo>
                  <a:cubicBezTo>
                    <a:pt x="1" y="145"/>
                    <a:pt x="1" y="278"/>
                    <a:pt x="1" y="422"/>
                  </a:cubicBezTo>
                  <a:cubicBezTo>
                    <a:pt x="12" y="556"/>
                    <a:pt x="34" y="689"/>
                    <a:pt x="112" y="822"/>
                  </a:cubicBezTo>
                  <a:cubicBezTo>
                    <a:pt x="156" y="689"/>
                    <a:pt x="167" y="545"/>
                    <a:pt x="156" y="412"/>
                  </a:cubicBezTo>
                  <a:cubicBezTo>
                    <a:pt x="145" y="278"/>
                    <a:pt x="123" y="133"/>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255;p62">
              <a:extLst>
                <a:ext uri="{FF2B5EF4-FFF2-40B4-BE49-F238E27FC236}">
                  <a16:creationId xmlns:a16="http://schemas.microsoft.com/office/drawing/2014/main" id="{8BB8430E-73B2-D1A0-DCCF-88A9BFD2026E}"/>
                </a:ext>
              </a:extLst>
            </p:cNvPr>
            <p:cNvSpPr/>
            <p:nvPr/>
          </p:nvSpPr>
          <p:spPr>
            <a:xfrm>
              <a:off x="2827125" y="4138900"/>
              <a:ext cx="7800" cy="17500"/>
            </a:xfrm>
            <a:custGeom>
              <a:avLst/>
              <a:gdLst/>
              <a:ahLst/>
              <a:cxnLst/>
              <a:rect l="l" t="t" r="r" b="b"/>
              <a:pathLst>
                <a:path w="312" h="700" extrusionOk="0">
                  <a:moveTo>
                    <a:pt x="11" y="0"/>
                  </a:moveTo>
                  <a:lnTo>
                    <a:pt x="11" y="0"/>
                  </a:lnTo>
                  <a:cubicBezTo>
                    <a:pt x="1" y="133"/>
                    <a:pt x="34" y="255"/>
                    <a:pt x="90" y="378"/>
                  </a:cubicBezTo>
                  <a:cubicBezTo>
                    <a:pt x="134" y="500"/>
                    <a:pt x="201" y="611"/>
                    <a:pt x="312" y="699"/>
                  </a:cubicBezTo>
                  <a:cubicBezTo>
                    <a:pt x="312" y="556"/>
                    <a:pt x="278" y="433"/>
                    <a:pt x="234" y="322"/>
                  </a:cubicBezTo>
                  <a:cubicBezTo>
                    <a:pt x="179" y="200"/>
                    <a:pt x="112" y="89"/>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256;p62">
              <a:extLst>
                <a:ext uri="{FF2B5EF4-FFF2-40B4-BE49-F238E27FC236}">
                  <a16:creationId xmlns:a16="http://schemas.microsoft.com/office/drawing/2014/main" id="{31179ADF-506C-B1F1-E14E-D9CD4E425C24}"/>
                </a:ext>
              </a:extLst>
            </p:cNvPr>
            <p:cNvSpPr/>
            <p:nvPr/>
          </p:nvSpPr>
          <p:spPr>
            <a:xfrm>
              <a:off x="2812125" y="4169150"/>
              <a:ext cx="3925" cy="22800"/>
            </a:xfrm>
            <a:custGeom>
              <a:avLst/>
              <a:gdLst/>
              <a:ahLst/>
              <a:cxnLst/>
              <a:rect l="l" t="t" r="r" b="b"/>
              <a:pathLst>
                <a:path w="157" h="912" extrusionOk="0">
                  <a:moveTo>
                    <a:pt x="78" y="0"/>
                  </a:moveTo>
                  <a:cubicBezTo>
                    <a:pt x="12" y="156"/>
                    <a:pt x="1" y="301"/>
                    <a:pt x="1" y="456"/>
                  </a:cubicBezTo>
                  <a:cubicBezTo>
                    <a:pt x="12" y="612"/>
                    <a:pt x="23" y="767"/>
                    <a:pt x="90" y="911"/>
                  </a:cubicBezTo>
                  <a:cubicBezTo>
                    <a:pt x="145" y="767"/>
                    <a:pt x="156" y="612"/>
                    <a:pt x="156" y="456"/>
                  </a:cubicBezTo>
                  <a:cubicBezTo>
                    <a:pt x="156" y="301"/>
                    <a:pt x="145" y="145"/>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257;p62">
              <a:extLst>
                <a:ext uri="{FF2B5EF4-FFF2-40B4-BE49-F238E27FC236}">
                  <a16:creationId xmlns:a16="http://schemas.microsoft.com/office/drawing/2014/main" id="{B51C023E-7DC3-0671-9016-D6FEE750BAE8}"/>
                </a:ext>
              </a:extLst>
            </p:cNvPr>
            <p:cNvSpPr/>
            <p:nvPr/>
          </p:nvSpPr>
          <p:spPr>
            <a:xfrm>
              <a:off x="2861575" y="4175000"/>
              <a:ext cx="4450" cy="25575"/>
            </a:xfrm>
            <a:custGeom>
              <a:avLst/>
              <a:gdLst/>
              <a:ahLst/>
              <a:cxnLst/>
              <a:rect l="l" t="t" r="r" b="b"/>
              <a:pathLst>
                <a:path w="178" h="1023" extrusionOk="0">
                  <a:moveTo>
                    <a:pt x="55" y="0"/>
                  </a:moveTo>
                  <a:cubicBezTo>
                    <a:pt x="0" y="178"/>
                    <a:pt x="0" y="344"/>
                    <a:pt x="11" y="522"/>
                  </a:cubicBezTo>
                  <a:cubicBezTo>
                    <a:pt x="22" y="689"/>
                    <a:pt x="55" y="855"/>
                    <a:pt x="122" y="1022"/>
                  </a:cubicBezTo>
                  <a:cubicBezTo>
                    <a:pt x="178" y="855"/>
                    <a:pt x="178" y="677"/>
                    <a:pt x="166" y="511"/>
                  </a:cubicBezTo>
                  <a:cubicBezTo>
                    <a:pt x="156" y="333"/>
                    <a:pt x="122" y="166"/>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258;p62">
              <a:extLst>
                <a:ext uri="{FF2B5EF4-FFF2-40B4-BE49-F238E27FC236}">
                  <a16:creationId xmlns:a16="http://schemas.microsoft.com/office/drawing/2014/main" id="{64A10642-0DE5-4C3D-2CAC-53546C626D55}"/>
                </a:ext>
              </a:extLst>
            </p:cNvPr>
            <p:cNvSpPr/>
            <p:nvPr/>
          </p:nvSpPr>
          <p:spPr>
            <a:xfrm>
              <a:off x="2912125" y="4182225"/>
              <a:ext cx="7800" cy="19450"/>
            </a:xfrm>
            <a:custGeom>
              <a:avLst/>
              <a:gdLst/>
              <a:ahLst/>
              <a:cxnLst/>
              <a:rect l="l" t="t" r="r" b="b"/>
              <a:pathLst>
                <a:path w="312" h="778" extrusionOk="0">
                  <a:moveTo>
                    <a:pt x="11" y="0"/>
                  </a:moveTo>
                  <a:cubicBezTo>
                    <a:pt x="0" y="156"/>
                    <a:pt x="33" y="289"/>
                    <a:pt x="77" y="411"/>
                  </a:cubicBezTo>
                  <a:cubicBezTo>
                    <a:pt x="133" y="544"/>
                    <a:pt x="188" y="667"/>
                    <a:pt x="289" y="778"/>
                  </a:cubicBezTo>
                  <a:cubicBezTo>
                    <a:pt x="311" y="622"/>
                    <a:pt x="277" y="489"/>
                    <a:pt x="222" y="366"/>
                  </a:cubicBezTo>
                  <a:cubicBezTo>
                    <a:pt x="178" y="233"/>
                    <a:pt x="122" y="111"/>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259;p62">
              <a:extLst>
                <a:ext uri="{FF2B5EF4-FFF2-40B4-BE49-F238E27FC236}">
                  <a16:creationId xmlns:a16="http://schemas.microsoft.com/office/drawing/2014/main" id="{3B0742F8-CF91-16D1-4F11-E45275C606B7}"/>
                </a:ext>
              </a:extLst>
            </p:cNvPr>
            <p:cNvSpPr/>
            <p:nvPr/>
          </p:nvSpPr>
          <p:spPr>
            <a:xfrm>
              <a:off x="2957100" y="4177225"/>
              <a:ext cx="8075" cy="13600"/>
            </a:xfrm>
            <a:custGeom>
              <a:avLst/>
              <a:gdLst/>
              <a:ahLst/>
              <a:cxnLst/>
              <a:rect l="l" t="t" r="r" b="b"/>
              <a:pathLst>
                <a:path w="323" h="544" extrusionOk="0">
                  <a:moveTo>
                    <a:pt x="1" y="0"/>
                  </a:moveTo>
                  <a:cubicBezTo>
                    <a:pt x="1" y="122"/>
                    <a:pt x="45" y="222"/>
                    <a:pt x="90" y="311"/>
                  </a:cubicBezTo>
                  <a:cubicBezTo>
                    <a:pt x="145" y="400"/>
                    <a:pt x="211" y="489"/>
                    <a:pt x="322" y="544"/>
                  </a:cubicBezTo>
                  <a:cubicBezTo>
                    <a:pt x="322" y="422"/>
                    <a:pt x="278" y="322"/>
                    <a:pt x="223" y="233"/>
                  </a:cubicBezTo>
                  <a:cubicBezTo>
                    <a:pt x="178" y="144"/>
                    <a:pt x="112" y="67"/>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260;p62">
              <a:extLst>
                <a:ext uri="{FF2B5EF4-FFF2-40B4-BE49-F238E27FC236}">
                  <a16:creationId xmlns:a16="http://schemas.microsoft.com/office/drawing/2014/main" id="{245D377A-BD35-D066-1492-3083D009E3B0}"/>
                </a:ext>
              </a:extLst>
            </p:cNvPr>
            <p:cNvSpPr/>
            <p:nvPr/>
          </p:nvSpPr>
          <p:spPr>
            <a:xfrm>
              <a:off x="2891575" y="4204700"/>
              <a:ext cx="5275" cy="23350"/>
            </a:xfrm>
            <a:custGeom>
              <a:avLst/>
              <a:gdLst/>
              <a:ahLst/>
              <a:cxnLst/>
              <a:rect l="l" t="t" r="r" b="b"/>
              <a:pathLst>
                <a:path w="211" h="934" extrusionOk="0">
                  <a:moveTo>
                    <a:pt x="33" y="0"/>
                  </a:moveTo>
                  <a:cubicBezTo>
                    <a:pt x="0" y="167"/>
                    <a:pt x="11" y="323"/>
                    <a:pt x="33" y="479"/>
                  </a:cubicBezTo>
                  <a:cubicBezTo>
                    <a:pt x="55" y="634"/>
                    <a:pt x="89" y="790"/>
                    <a:pt x="178" y="934"/>
                  </a:cubicBezTo>
                  <a:cubicBezTo>
                    <a:pt x="211" y="767"/>
                    <a:pt x="211" y="612"/>
                    <a:pt x="188" y="456"/>
                  </a:cubicBezTo>
                  <a:cubicBezTo>
                    <a:pt x="156" y="301"/>
                    <a:pt x="122" y="145"/>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261;p62">
              <a:extLst>
                <a:ext uri="{FF2B5EF4-FFF2-40B4-BE49-F238E27FC236}">
                  <a16:creationId xmlns:a16="http://schemas.microsoft.com/office/drawing/2014/main" id="{8E9FAB70-B3B4-929E-6B7A-A60BE11728B4}"/>
                </a:ext>
              </a:extLst>
            </p:cNvPr>
            <p:cNvSpPr/>
            <p:nvPr/>
          </p:nvSpPr>
          <p:spPr>
            <a:xfrm>
              <a:off x="2949050" y="4209975"/>
              <a:ext cx="4450" cy="18075"/>
            </a:xfrm>
            <a:custGeom>
              <a:avLst/>
              <a:gdLst/>
              <a:ahLst/>
              <a:cxnLst/>
              <a:rect l="l" t="t" r="r" b="b"/>
              <a:pathLst>
                <a:path w="178" h="723" extrusionOk="0">
                  <a:moveTo>
                    <a:pt x="45" y="1"/>
                  </a:moveTo>
                  <a:cubicBezTo>
                    <a:pt x="0" y="134"/>
                    <a:pt x="0" y="256"/>
                    <a:pt x="12" y="367"/>
                  </a:cubicBezTo>
                  <a:cubicBezTo>
                    <a:pt x="22" y="490"/>
                    <a:pt x="56" y="611"/>
                    <a:pt x="123" y="723"/>
                  </a:cubicBezTo>
                  <a:cubicBezTo>
                    <a:pt x="178" y="601"/>
                    <a:pt x="178" y="478"/>
                    <a:pt x="167" y="356"/>
                  </a:cubicBezTo>
                  <a:cubicBezTo>
                    <a:pt x="145" y="234"/>
                    <a:pt x="123"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262;p62">
              <a:extLst>
                <a:ext uri="{FF2B5EF4-FFF2-40B4-BE49-F238E27FC236}">
                  <a16:creationId xmlns:a16="http://schemas.microsoft.com/office/drawing/2014/main" id="{9231944C-6077-0F02-6681-97CF2C31869E}"/>
                </a:ext>
              </a:extLst>
            </p:cNvPr>
            <p:cNvSpPr/>
            <p:nvPr/>
          </p:nvSpPr>
          <p:spPr>
            <a:xfrm>
              <a:off x="2838500" y="4216350"/>
              <a:ext cx="7550" cy="14775"/>
            </a:xfrm>
            <a:custGeom>
              <a:avLst/>
              <a:gdLst/>
              <a:ahLst/>
              <a:cxnLst/>
              <a:rect l="l" t="t" r="r" b="b"/>
              <a:pathLst>
                <a:path w="302" h="591" extrusionOk="0">
                  <a:moveTo>
                    <a:pt x="12" y="1"/>
                  </a:moveTo>
                  <a:lnTo>
                    <a:pt x="12" y="1"/>
                  </a:lnTo>
                  <a:cubicBezTo>
                    <a:pt x="1" y="124"/>
                    <a:pt x="35" y="223"/>
                    <a:pt x="79" y="324"/>
                  </a:cubicBezTo>
                  <a:cubicBezTo>
                    <a:pt x="123" y="423"/>
                    <a:pt x="179" y="512"/>
                    <a:pt x="290" y="590"/>
                  </a:cubicBezTo>
                  <a:cubicBezTo>
                    <a:pt x="301" y="457"/>
                    <a:pt x="267" y="356"/>
                    <a:pt x="223" y="257"/>
                  </a:cubicBezTo>
                  <a:cubicBezTo>
                    <a:pt x="179" y="157"/>
                    <a:pt x="112" y="68"/>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263;p62">
              <a:extLst>
                <a:ext uri="{FF2B5EF4-FFF2-40B4-BE49-F238E27FC236}">
                  <a16:creationId xmlns:a16="http://schemas.microsoft.com/office/drawing/2014/main" id="{EE7A14D5-19FB-50A8-EC44-2E7224F65B97}"/>
                </a:ext>
              </a:extLst>
            </p:cNvPr>
            <p:cNvSpPr/>
            <p:nvPr/>
          </p:nvSpPr>
          <p:spPr>
            <a:xfrm>
              <a:off x="2816025" y="4243575"/>
              <a:ext cx="8350" cy="25875"/>
            </a:xfrm>
            <a:custGeom>
              <a:avLst/>
              <a:gdLst/>
              <a:ahLst/>
              <a:cxnLst/>
              <a:rect l="l" t="t" r="r" b="b"/>
              <a:pathLst>
                <a:path w="334" h="1035" extrusionOk="0">
                  <a:moveTo>
                    <a:pt x="0" y="1"/>
                  </a:moveTo>
                  <a:cubicBezTo>
                    <a:pt x="0" y="190"/>
                    <a:pt x="45" y="368"/>
                    <a:pt x="89" y="545"/>
                  </a:cubicBezTo>
                  <a:cubicBezTo>
                    <a:pt x="144" y="712"/>
                    <a:pt x="211" y="889"/>
                    <a:pt x="334" y="1034"/>
                  </a:cubicBezTo>
                  <a:cubicBezTo>
                    <a:pt x="334" y="845"/>
                    <a:pt x="289" y="667"/>
                    <a:pt x="245" y="489"/>
                  </a:cubicBezTo>
                  <a:cubicBezTo>
                    <a:pt x="189" y="323"/>
                    <a:pt x="122" y="156"/>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264;p62">
              <a:extLst>
                <a:ext uri="{FF2B5EF4-FFF2-40B4-BE49-F238E27FC236}">
                  <a16:creationId xmlns:a16="http://schemas.microsoft.com/office/drawing/2014/main" id="{D9E2F60A-7097-61E9-0714-833863F76301}"/>
                </a:ext>
              </a:extLst>
            </p:cNvPr>
            <p:cNvSpPr/>
            <p:nvPr/>
          </p:nvSpPr>
          <p:spPr>
            <a:xfrm>
              <a:off x="2861025" y="4262200"/>
              <a:ext cx="6125" cy="17800"/>
            </a:xfrm>
            <a:custGeom>
              <a:avLst/>
              <a:gdLst/>
              <a:ahLst/>
              <a:cxnLst/>
              <a:rect l="l" t="t" r="r" b="b"/>
              <a:pathLst>
                <a:path w="245" h="712" extrusionOk="0">
                  <a:moveTo>
                    <a:pt x="33" y="0"/>
                  </a:moveTo>
                  <a:lnTo>
                    <a:pt x="33" y="0"/>
                  </a:lnTo>
                  <a:cubicBezTo>
                    <a:pt x="0" y="134"/>
                    <a:pt x="22" y="255"/>
                    <a:pt x="44" y="367"/>
                  </a:cubicBezTo>
                  <a:cubicBezTo>
                    <a:pt x="77" y="489"/>
                    <a:pt x="122" y="600"/>
                    <a:pt x="211" y="711"/>
                  </a:cubicBezTo>
                  <a:cubicBezTo>
                    <a:pt x="244" y="578"/>
                    <a:pt x="233" y="455"/>
                    <a:pt x="200" y="334"/>
                  </a:cubicBezTo>
                  <a:cubicBezTo>
                    <a:pt x="166" y="211"/>
                    <a:pt x="122" y="100"/>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265;p62">
              <a:extLst>
                <a:ext uri="{FF2B5EF4-FFF2-40B4-BE49-F238E27FC236}">
                  <a16:creationId xmlns:a16="http://schemas.microsoft.com/office/drawing/2014/main" id="{226974FA-5B33-16A1-15D4-312984E6E3B6}"/>
                </a:ext>
              </a:extLst>
            </p:cNvPr>
            <p:cNvSpPr/>
            <p:nvPr/>
          </p:nvSpPr>
          <p:spPr>
            <a:xfrm>
              <a:off x="2908225" y="4265800"/>
              <a:ext cx="4175" cy="13075"/>
            </a:xfrm>
            <a:custGeom>
              <a:avLst/>
              <a:gdLst/>
              <a:ahLst/>
              <a:cxnLst/>
              <a:rect l="l" t="t" r="r" b="b"/>
              <a:pathLst>
                <a:path w="167" h="523" extrusionOk="0">
                  <a:moveTo>
                    <a:pt x="67" y="0"/>
                  </a:moveTo>
                  <a:cubicBezTo>
                    <a:pt x="11" y="89"/>
                    <a:pt x="1" y="178"/>
                    <a:pt x="1" y="267"/>
                  </a:cubicBezTo>
                  <a:cubicBezTo>
                    <a:pt x="11" y="345"/>
                    <a:pt x="33" y="434"/>
                    <a:pt x="100" y="523"/>
                  </a:cubicBezTo>
                  <a:cubicBezTo>
                    <a:pt x="156" y="434"/>
                    <a:pt x="167" y="345"/>
                    <a:pt x="167" y="256"/>
                  </a:cubicBezTo>
                  <a:cubicBezTo>
                    <a:pt x="156" y="167"/>
                    <a:pt x="134" y="79"/>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266;p62">
              <a:extLst>
                <a:ext uri="{FF2B5EF4-FFF2-40B4-BE49-F238E27FC236}">
                  <a16:creationId xmlns:a16="http://schemas.microsoft.com/office/drawing/2014/main" id="{4C383408-11D0-3CE7-DF77-094AB60CECF1}"/>
                </a:ext>
              </a:extLst>
            </p:cNvPr>
            <p:cNvSpPr/>
            <p:nvPr/>
          </p:nvSpPr>
          <p:spPr>
            <a:xfrm>
              <a:off x="2962100" y="4259975"/>
              <a:ext cx="6950" cy="19475"/>
            </a:xfrm>
            <a:custGeom>
              <a:avLst/>
              <a:gdLst/>
              <a:ahLst/>
              <a:cxnLst/>
              <a:rect l="l" t="t" r="r" b="b"/>
              <a:pathLst>
                <a:path w="278" h="779" extrusionOk="0">
                  <a:moveTo>
                    <a:pt x="23" y="1"/>
                  </a:moveTo>
                  <a:lnTo>
                    <a:pt x="23" y="1"/>
                  </a:lnTo>
                  <a:cubicBezTo>
                    <a:pt x="1" y="144"/>
                    <a:pt x="23" y="278"/>
                    <a:pt x="67" y="411"/>
                  </a:cubicBezTo>
                  <a:cubicBezTo>
                    <a:pt x="112" y="544"/>
                    <a:pt x="167" y="667"/>
                    <a:pt x="267" y="778"/>
                  </a:cubicBezTo>
                  <a:cubicBezTo>
                    <a:pt x="278" y="633"/>
                    <a:pt x="256" y="489"/>
                    <a:pt x="211" y="367"/>
                  </a:cubicBezTo>
                  <a:cubicBezTo>
                    <a:pt x="167" y="233"/>
                    <a:pt x="122"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267;p62">
              <a:extLst>
                <a:ext uri="{FF2B5EF4-FFF2-40B4-BE49-F238E27FC236}">
                  <a16:creationId xmlns:a16="http://schemas.microsoft.com/office/drawing/2014/main" id="{61089F6C-2563-1BB2-D019-382844282E71}"/>
                </a:ext>
              </a:extLst>
            </p:cNvPr>
            <p:cNvSpPr/>
            <p:nvPr/>
          </p:nvSpPr>
          <p:spPr>
            <a:xfrm>
              <a:off x="2930150" y="4298850"/>
              <a:ext cx="7250" cy="22250"/>
            </a:xfrm>
            <a:custGeom>
              <a:avLst/>
              <a:gdLst/>
              <a:ahLst/>
              <a:cxnLst/>
              <a:rect l="l" t="t" r="r" b="b"/>
              <a:pathLst>
                <a:path w="290" h="890" extrusionOk="0">
                  <a:moveTo>
                    <a:pt x="279" y="1"/>
                  </a:moveTo>
                  <a:lnTo>
                    <a:pt x="279" y="1"/>
                  </a:lnTo>
                  <a:cubicBezTo>
                    <a:pt x="168" y="134"/>
                    <a:pt x="112" y="278"/>
                    <a:pt x="67" y="423"/>
                  </a:cubicBezTo>
                  <a:cubicBezTo>
                    <a:pt x="34" y="567"/>
                    <a:pt x="1" y="722"/>
                    <a:pt x="12" y="889"/>
                  </a:cubicBezTo>
                  <a:cubicBezTo>
                    <a:pt x="123" y="756"/>
                    <a:pt x="178" y="611"/>
                    <a:pt x="223" y="467"/>
                  </a:cubicBezTo>
                  <a:cubicBezTo>
                    <a:pt x="257" y="322"/>
                    <a:pt x="290" y="167"/>
                    <a:pt x="2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268;p62">
              <a:extLst>
                <a:ext uri="{FF2B5EF4-FFF2-40B4-BE49-F238E27FC236}">
                  <a16:creationId xmlns:a16="http://schemas.microsoft.com/office/drawing/2014/main" id="{5D7FCB39-A834-2848-6F57-D4D8E52CFD63}"/>
                </a:ext>
              </a:extLst>
            </p:cNvPr>
            <p:cNvSpPr/>
            <p:nvPr/>
          </p:nvSpPr>
          <p:spPr>
            <a:xfrm>
              <a:off x="2882375" y="4309675"/>
              <a:ext cx="5025" cy="21975"/>
            </a:xfrm>
            <a:custGeom>
              <a:avLst/>
              <a:gdLst/>
              <a:ahLst/>
              <a:cxnLst/>
              <a:rect l="l" t="t" r="r" b="b"/>
              <a:pathLst>
                <a:path w="201" h="879" extrusionOk="0">
                  <a:moveTo>
                    <a:pt x="45" y="1"/>
                  </a:moveTo>
                  <a:cubicBezTo>
                    <a:pt x="1" y="145"/>
                    <a:pt x="13" y="301"/>
                    <a:pt x="23" y="445"/>
                  </a:cubicBezTo>
                  <a:cubicBezTo>
                    <a:pt x="45" y="590"/>
                    <a:pt x="68" y="734"/>
                    <a:pt x="146" y="879"/>
                  </a:cubicBezTo>
                  <a:cubicBezTo>
                    <a:pt x="201" y="723"/>
                    <a:pt x="190" y="578"/>
                    <a:pt x="179" y="434"/>
                  </a:cubicBezTo>
                  <a:cubicBezTo>
                    <a:pt x="157" y="279"/>
                    <a:pt x="134" y="134"/>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269;p62">
              <a:extLst>
                <a:ext uri="{FF2B5EF4-FFF2-40B4-BE49-F238E27FC236}">
                  <a16:creationId xmlns:a16="http://schemas.microsoft.com/office/drawing/2014/main" id="{04A0DE5D-601C-55DB-CA9E-2177D34BCB71}"/>
                </a:ext>
              </a:extLst>
            </p:cNvPr>
            <p:cNvSpPr/>
            <p:nvPr/>
          </p:nvSpPr>
          <p:spPr>
            <a:xfrm>
              <a:off x="2836025" y="4321075"/>
              <a:ext cx="8350" cy="18350"/>
            </a:xfrm>
            <a:custGeom>
              <a:avLst/>
              <a:gdLst/>
              <a:ahLst/>
              <a:cxnLst/>
              <a:rect l="l" t="t" r="r" b="b"/>
              <a:pathLst>
                <a:path w="334" h="734" extrusionOk="0">
                  <a:moveTo>
                    <a:pt x="0" y="0"/>
                  </a:moveTo>
                  <a:cubicBezTo>
                    <a:pt x="0" y="144"/>
                    <a:pt x="45" y="278"/>
                    <a:pt x="100" y="400"/>
                  </a:cubicBezTo>
                  <a:cubicBezTo>
                    <a:pt x="156" y="522"/>
                    <a:pt x="222" y="645"/>
                    <a:pt x="334" y="734"/>
                  </a:cubicBezTo>
                  <a:cubicBezTo>
                    <a:pt x="334" y="589"/>
                    <a:pt x="300" y="455"/>
                    <a:pt x="245" y="334"/>
                  </a:cubicBezTo>
                  <a:cubicBezTo>
                    <a:pt x="178" y="211"/>
                    <a:pt x="111" y="100"/>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270;p62">
              <a:extLst>
                <a:ext uri="{FF2B5EF4-FFF2-40B4-BE49-F238E27FC236}">
                  <a16:creationId xmlns:a16="http://schemas.microsoft.com/office/drawing/2014/main" id="{1C3A6BC2-99D5-8C1B-68D7-66BC3CF7195A}"/>
                </a:ext>
              </a:extLst>
            </p:cNvPr>
            <p:cNvSpPr/>
            <p:nvPr/>
          </p:nvSpPr>
          <p:spPr>
            <a:xfrm>
              <a:off x="2964325" y="4318000"/>
              <a:ext cx="7250" cy="21425"/>
            </a:xfrm>
            <a:custGeom>
              <a:avLst/>
              <a:gdLst/>
              <a:ahLst/>
              <a:cxnLst/>
              <a:rect l="l" t="t" r="r" b="b"/>
              <a:pathLst>
                <a:path w="290" h="857" extrusionOk="0">
                  <a:moveTo>
                    <a:pt x="267" y="1"/>
                  </a:moveTo>
                  <a:lnTo>
                    <a:pt x="267" y="1"/>
                  </a:lnTo>
                  <a:cubicBezTo>
                    <a:pt x="167" y="123"/>
                    <a:pt x="112" y="267"/>
                    <a:pt x="67" y="412"/>
                  </a:cubicBezTo>
                  <a:cubicBezTo>
                    <a:pt x="33" y="546"/>
                    <a:pt x="1" y="701"/>
                    <a:pt x="23" y="857"/>
                  </a:cubicBezTo>
                  <a:cubicBezTo>
                    <a:pt x="122" y="734"/>
                    <a:pt x="178" y="590"/>
                    <a:pt x="223" y="457"/>
                  </a:cubicBezTo>
                  <a:cubicBezTo>
                    <a:pt x="256" y="312"/>
                    <a:pt x="289" y="156"/>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271;p62">
              <a:extLst>
                <a:ext uri="{FF2B5EF4-FFF2-40B4-BE49-F238E27FC236}">
                  <a16:creationId xmlns:a16="http://schemas.microsoft.com/office/drawing/2014/main" id="{9708878D-3F11-C5A6-A570-8A1CD19A0C2D}"/>
                </a:ext>
              </a:extLst>
            </p:cNvPr>
            <p:cNvSpPr/>
            <p:nvPr/>
          </p:nvSpPr>
          <p:spPr>
            <a:xfrm>
              <a:off x="2907375" y="4348850"/>
              <a:ext cx="3925" cy="12800"/>
            </a:xfrm>
            <a:custGeom>
              <a:avLst/>
              <a:gdLst/>
              <a:ahLst/>
              <a:cxnLst/>
              <a:rect l="l" t="t" r="r" b="b"/>
              <a:pathLst>
                <a:path w="157" h="512" extrusionOk="0">
                  <a:moveTo>
                    <a:pt x="90" y="0"/>
                  </a:moveTo>
                  <a:cubicBezTo>
                    <a:pt x="23" y="78"/>
                    <a:pt x="12" y="167"/>
                    <a:pt x="1" y="255"/>
                  </a:cubicBezTo>
                  <a:cubicBezTo>
                    <a:pt x="1" y="334"/>
                    <a:pt x="12" y="422"/>
                    <a:pt x="67" y="511"/>
                  </a:cubicBezTo>
                  <a:cubicBezTo>
                    <a:pt x="134" y="422"/>
                    <a:pt x="156" y="344"/>
                    <a:pt x="156" y="255"/>
                  </a:cubicBezTo>
                  <a:cubicBezTo>
                    <a:pt x="156" y="178"/>
                    <a:pt x="156" y="89"/>
                    <a:pt x="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272;p62">
              <a:extLst>
                <a:ext uri="{FF2B5EF4-FFF2-40B4-BE49-F238E27FC236}">
                  <a16:creationId xmlns:a16="http://schemas.microsoft.com/office/drawing/2014/main" id="{BF70B849-3465-3CA0-1B24-3B120DF96CE3}"/>
                </a:ext>
              </a:extLst>
            </p:cNvPr>
            <p:cNvSpPr/>
            <p:nvPr/>
          </p:nvSpPr>
          <p:spPr>
            <a:xfrm>
              <a:off x="2827125" y="3949200"/>
              <a:ext cx="7525" cy="15850"/>
            </a:xfrm>
            <a:custGeom>
              <a:avLst/>
              <a:gdLst/>
              <a:ahLst/>
              <a:cxnLst/>
              <a:rect l="l" t="t" r="r" b="b"/>
              <a:pathLst>
                <a:path w="301" h="634" extrusionOk="0">
                  <a:moveTo>
                    <a:pt x="300" y="0"/>
                  </a:moveTo>
                  <a:lnTo>
                    <a:pt x="300" y="0"/>
                  </a:lnTo>
                  <a:cubicBezTo>
                    <a:pt x="189" y="78"/>
                    <a:pt x="134" y="178"/>
                    <a:pt x="78" y="278"/>
                  </a:cubicBezTo>
                  <a:cubicBezTo>
                    <a:pt x="34" y="390"/>
                    <a:pt x="1" y="501"/>
                    <a:pt x="11" y="634"/>
                  </a:cubicBezTo>
                  <a:cubicBezTo>
                    <a:pt x="123" y="556"/>
                    <a:pt x="179" y="456"/>
                    <a:pt x="223" y="345"/>
                  </a:cubicBezTo>
                  <a:cubicBezTo>
                    <a:pt x="267" y="234"/>
                    <a:pt x="300" y="123"/>
                    <a:pt x="3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273;p62">
              <a:extLst>
                <a:ext uri="{FF2B5EF4-FFF2-40B4-BE49-F238E27FC236}">
                  <a16:creationId xmlns:a16="http://schemas.microsoft.com/office/drawing/2014/main" id="{0EAE23C0-1266-8AF7-A049-D183819C73D9}"/>
                </a:ext>
              </a:extLst>
            </p:cNvPr>
            <p:cNvSpPr/>
            <p:nvPr/>
          </p:nvSpPr>
          <p:spPr>
            <a:xfrm>
              <a:off x="2859050" y="3933375"/>
              <a:ext cx="6425" cy="19175"/>
            </a:xfrm>
            <a:custGeom>
              <a:avLst/>
              <a:gdLst/>
              <a:ahLst/>
              <a:cxnLst/>
              <a:rect l="l" t="t" r="r" b="b"/>
              <a:pathLst>
                <a:path w="257" h="767" extrusionOk="0">
                  <a:moveTo>
                    <a:pt x="23" y="1"/>
                  </a:moveTo>
                  <a:lnTo>
                    <a:pt x="23" y="1"/>
                  </a:lnTo>
                  <a:cubicBezTo>
                    <a:pt x="1" y="144"/>
                    <a:pt x="23" y="278"/>
                    <a:pt x="57" y="411"/>
                  </a:cubicBezTo>
                  <a:cubicBezTo>
                    <a:pt x="90" y="534"/>
                    <a:pt x="134" y="656"/>
                    <a:pt x="235" y="767"/>
                  </a:cubicBezTo>
                  <a:cubicBezTo>
                    <a:pt x="257" y="623"/>
                    <a:pt x="235" y="500"/>
                    <a:pt x="201" y="367"/>
                  </a:cubicBezTo>
                  <a:cubicBezTo>
                    <a:pt x="168" y="233"/>
                    <a:pt x="123"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274;p62">
              <a:extLst>
                <a:ext uri="{FF2B5EF4-FFF2-40B4-BE49-F238E27FC236}">
                  <a16:creationId xmlns:a16="http://schemas.microsoft.com/office/drawing/2014/main" id="{0B5FD5DD-D494-3104-72FB-9507A9AC94A6}"/>
                </a:ext>
              </a:extLst>
            </p:cNvPr>
            <p:cNvSpPr/>
            <p:nvPr/>
          </p:nvSpPr>
          <p:spPr>
            <a:xfrm>
              <a:off x="2904600" y="3947825"/>
              <a:ext cx="6150" cy="17225"/>
            </a:xfrm>
            <a:custGeom>
              <a:avLst/>
              <a:gdLst/>
              <a:ahLst/>
              <a:cxnLst/>
              <a:rect l="l" t="t" r="r" b="b"/>
              <a:pathLst>
                <a:path w="246" h="689" extrusionOk="0">
                  <a:moveTo>
                    <a:pt x="34" y="0"/>
                  </a:moveTo>
                  <a:lnTo>
                    <a:pt x="34" y="0"/>
                  </a:lnTo>
                  <a:cubicBezTo>
                    <a:pt x="1" y="133"/>
                    <a:pt x="23" y="245"/>
                    <a:pt x="45" y="366"/>
                  </a:cubicBezTo>
                  <a:cubicBezTo>
                    <a:pt x="79" y="477"/>
                    <a:pt x="123" y="589"/>
                    <a:pt x="212" y="689"/>
                  </a:cubicBezTo>
                  <a:cubicBezTo>
                    <a:pt x="245" y="566"/>
                    <a:pt x="223" y="445"/>
                    <a:pt x="201" y="322"/>
                  </a:cubicBezTo>
                  <a:cubicBezTo>
                    <a:pt x="168" y="211"/>
                    <a:pt x="123" y="1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275;p62">
              <a:extLst>
                <a:ext uri="{FF2B5EF4-FFF2-40B4-BE49-F238E27FC236}">
                  <a16:creationId xmlns:a16="http://schemas.microsoft.com/office/drawing/2014/main" id="{EA5FF97A-1861-F3FE-31B9-6BEA2EB3BF23}"/>
                </a:ext>
              </a:extLst>
            </p:cNvPr>
            <p:cNvSpPr/>
            <p:nvPr/>
          </p:nvSpPr>
          <p:spPr>
            <a:xfrm>
              <a:off x="2802400" y="3977250"/>
              <a:ext cx="5025" cy="25300"/>
            </a:xfrm>
            <a:custGeom>
              <a:avLst/>
              <a:gdLst/>
              <a:ahLst/>
              <a:cxnLst/>
              <a:rect l="l" t="t" r="r" b="b"/>
              <a:pathLst>
                <a:path w="201" h="1012" extrusionOk="0">
                  <a:moveTo>
                    <a:pt x="45" y="1"/>
                  </a:moveTo>
                  <a:cubicBezTo>
                    <a:pt x="1" y="178"/>
                    <a:pt x="1" y="345"/>
                    <a:pt x="23" y="512"/>
                  </a:cubicBezTo>
                  <a:cubicBezTo>
                    <a:pt x="45" y="678"/>
                    <a:pt x="79" y="845"/>
                    <a:pt x="156" y="1011"/>
                  </a:cubicBezTo>
                  <a:cubicBezTo>
                    <a:pt x="201" y="833"/>
                    <a:pt x="190" y="667"/>
                    <a:pt x="178" y="500"/>
                  </a:cubicBezTo>
                  <a:cubicBezTo>
                    <a:pt x="156" y="322"/>
                    <a:pt x="123" y="156"/>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276;p62">
              <a:extLst>
                <a:ext uri="{FF2B5EF4-FFF2-40B4-BE49-F238E27FC236}">
                  <a16:creationId xmlns:a16="http://schemas.microsoft.com/office/drawing/2014/main" id="{538CFFE4-D600-B655-2A11-571F9307F4F5}"/>
                </a:ext>
              </a:extLst>
            </p:cNvPr>
            <p:cNvSpPr/>
            <p:nvPr/>
          </p:nvSpPr>
          <p:spPr>
            <a:xfrm>
              <a:off x="2928500" y="3990575"/>
              <a:ext cx="4450" cy="19175"/>
            </a:xfrm>
            <a:custGeom>
              <a:avLst/>
              <a:gdLst/>
              <a:ahLst/>
              <a:cxnLst/>
              <a:rect l="l" t="t" r="r" b="b"/>
              <a:pathLst>
                <a:path w="178" h="767" extrusionOk="0">
                  <a:moveTo>
                    <a:pt x="44" y="1"/>
                  </a:moveTo>
                  <a:cubicBezTo>
                    <a:pt x="0" y="134"/>
                    <a:pt x="0" y="268"/>
                    <a:pt x="12" y="401"/>
                  </a:cubicBezTo>
                  <a:cubicBezTo>
                    <a:pt x="34" y="523"/>
                    <a:pt x="56" y="645"/>
                    <a:pt x="133" y="767"/>
                  </a:cubicBezTo>
                  <a:cubicBezTo>
                    <a:pt x="178" y="634"/>
                    <a:pt x="178" y="500"/>
                    <a:pt x="167" y="379"/>
                  </a:cubicBezTo>
                  <a:cubicBezTo>
                    <a:pt x="156" y="245"/>
                    <a:pt x="123" y="123"/>
                    <a:pt x="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277;p62">
              <a:extLst>
                <a:ext uri="{FF2B5EF4-FFF2-40B4-BE49-F238E27FC236}">
                  <a16:creationId xmlns:a16="http://schemas.microsoft.com/office/drawing/2014/main" id="{6A4B0AD6-24EB-A84E-744C-C365429AD91F}"/>
                </a:ext>
              </a:extLst>
            </p:cNvPr>
            <p:cNvSpPr/>
            <p:nvPr/>
          </p:nvSpPr>
          <p:spPr>
            <a:xfrm>
              <a:off x="2922925" y="4373275"/>
              <a:ext cx="166950" cy="157925"/>
            </a:xfrm>
            <a:custGeom>
              <a:avLst/>
              <a:gdLst/>
              <a:ahLst/>
              <a:cxnLst/>
              <a:rect l="l" t="t" r="r" b="b"/>
              <a:pathLst>
                <a:path w="6678" h="6317" extrusionOk="0">
                  <a:moveTo>
                    <a:pt x="5422" y="1"/>
                  </a:moveTo>
                  <a:cubicBezTo>
                    <a:pt x="3956" y="34"/>
                    <a:pt x="2545" y="345"/>
                    <a:pt x="1090" y="389"/>
                  </a:cubicBezTo>
                  <a:cubicBezTo>
                    <a:pt x="946" y="401"/>
                    <a:pt x="790" y="401"/>
                    <a:pt x="645" y="456"/>
                  </a:cubicBezTo>
                  <a:cubicBezTo>
                    <a:pt x="156" y="645"/>
                    <a:pt x="1" y="1322"/>
                    <a:pt x="134" y="1778"/>
                  </a:cubicBezTo>
                  <a:cubicBezTo>
                    <a:pt x="245" y="2134"/>
                    <a:pt x="479" y="2433"/>
                    <a:pt x="667" y="2756"/>
                  </a:cubicBezTo>
                  <a:cubicBezTo>
                    <a:pt x="1134" y="3511"/>
                    <a:pt x="1934" y="4922"/>
                    <a:pt x="2234" y="5755"/>
                  </a:cubicBezTo>
                  <a:cubicBezTo>
                    <a:pt x="2301" y="5933"/>
                    <a:pt x="2367" y="6121"/>
                    <a:pt x="2534" y="6200"/>
                  </a:cubicBezTo>
                  <a:cubicBezTo>
                    <a:pt x="2572" y="6220"/>
                    <a:pt x="2615" y="6229"/>
                    <a:pt x="2658" y="6229"/>
                  </a:cubicBezTo>
                  <a:cubicBezTo>
                    <a:pt x="2803" y="6229"/>
                    <a:pt x="2948" y="6125"/>
                    <a:pt x="2923" y="5988"/>
                  </a:cubicBezTo>
                  <a:lnTo>
                    <a:pt x="2923" y="5988"/>
                  </a:lnTo>
                  <a:cubicBezTo>
                    <a:pt x="3000" y="6099"/>
                    <a:pt x="3089" y="6222"/>
                    <a:pt x="3212" y="6277"/>
                  </a:cubicBezTo>
                  <a:cubicBezTo>
                    <a:pt x="3237" y="6285"/>
                    <a:pt x="3264" y="6289"/>
                    <a:pt x="3291" y="6289"/>
                  </a:cubicBezTo>
                  <a:cubicBezTo>
                    <a:pt x="3406" y="6289"/>
                    <a:pt x="3523" y="6216"/>
                    <a:pt x="3523" y="6099"/>
                  </a:cubicBezTo>
                  <a:cubicBezTo>
                    <a:pt x="3609" y="6194"/>
                    <a:pt x="3735" y="6262"/>
                    <a:pt x="3865" y="6262"/>
                  </a:cubicBezTo>
                  <a:cubicBezTo>
                    <a:pt x="3903" y="6262"/>
                    <a:pt x="3940" y="6256"/>
                    <a:pt x="3978" y="6244"/>
                  </a:cubicBezTo>
                  <a:cubicBezTo>
                    <a:pt x="4133" y="6188"/>
                    <a:pt x="4222" y="5977"/>
                    <a:pt x="4123" y="5844"/>
                  </a:cubicBezTo>
                  <a:lnTo>
                    <a:pt x="4123" y="5844"/>
                  </a:lnTo>
                  <a:cubicBezTo>
                    <a:pt x="4267" y="6000"/>
                    <a:pt x="4412" y="6155"/>
                    <a:pt x="4611" y="6255"/>
                  </a:cubicBezTo>
                  <a:cubicBezTo>
                    <a:pt x="4696" y="6295"/>
                    <a:pt x="4792" y="6317"/>
                    <a:pt x="4886" y="6317"/>
                  </a:cubicBezTo>
                  <a:cubicBezTo>
                    <a:pt x="5002" y="6317"/>
                    <a:pt x="5114" y="6284"/>
                    <a:pt x="5200" y="6210"/>
                  </a:cubicBezTo>
                  <a:cubicBezTo>
                    <a:pt x="5355" y="6077"/>
                    <a:pt x="5389" y="5866"/>
                    <a:pt x="5355" y="5666"/>
                  </a:cubicBezTo>
                  <a:cubicBezTo>
                    <a:pt x="5311" y="5477"/>
                    <a:pt x="5211" y="5311"/>
                    <a:pt x="5111" y="5144"/>
                  </a:cubicBezTo>
                  <a:cubicBezTo>
                    <a:pt x="4955" y="4889"/>
                    <a:pt x="4800" y="4644"/>
                    <a:pt x="4656" y="4400"/>
                  </a:cubicBezTo>
                  <a:cubicBezTo>
                    <a:pt x="4511" y="4166"/>
                    <a:pt x="2345" y="2156"/>
                    <a:pt x="2234" y="1811"/>
                  </a:cubicBezTo>
                  <a:cubicBezTo>
                    <a:pt x="2546" y="1649"/>
                    <a:pt x="3001" y="1627"/>
                    <a:pt x="3438" y="1627"/>
                  </a:cubicBezTo>
                  <a:cubicBezTo>
                    <a:pt x="3602" y="1627"/>
                    <a:pt x="3764" y="1630"/>
                    <a:pt x="3914" y="1630"/>
                  </a:cubicBezTo>
                  <a:cubicBezTo>
                    <a:pt x="4020" y="1630"/>
                    <a:pt x="4120" y="1628"/>
                    <a:pt x="4212" y="1623"/>
                  </a:cubicBezTo>
                  <a:cubicBezTo>
                    <a:pt x="4822" y="1578"/>
                    <a:pt x="5711" y="1633"/>
                    <a:pt x="6244" y="1290"/>
                  </a:cubicBezTo>
                  <a:cubicBezTo>
                    <a:pt x="6488" y="1145"/>
                    <a:pt x="6678" y="856"/>
                    <a:pt x="6622" y="579"/>
                  </a:cubicBezTo>
                  <a:cubicBezTo>
                    <a:pt x="6567" y="345"/>
                    <a:pt x="6367" y="167"/>
                    <a:pt x="6133" y="78"/>
                  </a:cubicBezTo>
                  <a:cubicBezTo>
                    <a:pt x="5911" y="1"/>
                    <a:pt x="5666" y="1"/>
                    <a:pt x="54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278;p62">
              <a:extLst>
                <a:ext uri="{FF2B5EF4-FFF2-40B4-BE49-F238E27FC236}">
                  <a16:creationId xmlns:a16="http://schemas.microsoft.com/office/drawing/2014/main" id="{21E04D92-6E50-DEF5-4580-E1C656B7B59E}"/>
                </a:ext>
              </a:extLst>
            </p:cNvPr>
            <p:cNvSpPr/>
            <p:nvPr/>
          </p:nvSpPr>
          <p:spPr>
            <a:xfrm>
              <a:off x="2946825" y="4297725"/>
              <a:ext cx="310800" cy="137775"/>
            </a:xfrm>
            <a:custGeom>
              <a:avLst/>
              <a:gdLst/>
              <a:ahLst/>
              <a:cxnLst/>
              <a:rect l="l" t="t" r="r" b="b"/>
              <a:pathLst>
                <a:path w="12432" h="5511" extrusionOk="0">
                  <a:moveTo>
                    <a:pt x="2641" y="1"/>
                  </a:moveTo>
                  <a:cubicBezTo>
                    <a:pt x="2405" y="1"/>
                    <a:pt x="2179" y="8"/>
                    <a:pt x="1967" y="24"/>
                  </a:cubicBezTo>
                  <a:cubicBezTo>
                    <a:pt x="578" y="123"/>
                    <a:pt x="0" y="2534"/>
                    <a:pt x="822" y="2656"/>
                  </a:cubicBezTo>
                  <a:cubicBezTo>
                    <a:pt x="1179" y="2709"/>
                    <a:pt x="1642" y="2725"/>
                    <a:pt x="2134" y="2725"/>
                  </a:cubicBezTo>
                  <a:cubicBezTo>
                    <a:pt x="2818" y="2725"/>
                    <a:pt x="3557" y="2695"/>
                    <a:pt x="4145" y="2695"/>
                  </a:cubicBezTo>
                  <a:cubicBezTo>
                    <a:pt x="4279" y="2695"/>
                    <a:pt x="4406" y="2696"/>
                    <a:pt x="4522" y="2700"/>
                  </a:cubicBezTo>
                  <a:cubicBezTo>
                    <a:pt x="4166" y="2756"/>
                    <a:pt x="3811" y="2823"/>
                    <a:pt x="3456" y="2878"/>
                  </a:cubicBezTo>
                  <a:cubicBezTo>
                    <a:pt x="3944" y="2967"/>
                    <a:pt x="4422" y="3045"/>
                    <a:pt x="4900" y="3134"/>
                  </a:cubicBezTo>
                  <a:cubicBezTo>
                    <a:pt x="3944" y="3178"/>
                    <a:pt x="3000" y="3267"/>
                    <a:pt x="2044" y="3378"/>
                  </a:cubicBezTo>
                  <a:cubicBezTo>
                    <a:pt x="2656" y="3645"/>
                    <a:pt x="3288" y="3811"/>
                    <a:pt x="3944" y="3889"/>
                  </a:cubicBezTo>
                  <a:cubicBezTo>
                    <a:pt x="3344" y="4056"/>
                    <a:pt x="2745" y="4233"/>
                    <a:pt x="2145" y="4400"/>
                  </a:cubicBezTo>
                  <a:cubicBezTo>
                    <a:pt x="2800" y="4645"/>
                    <a:pt x="3500" y="4811"/>
                    <a:pt x="4199" y="4878"/>
                  </a:cubicBezTo>
                  <a:cubicBezTo>
                    <a:pt x="3755" y="5122"/>
                    <a:pt x="3256" y="5289"/>
                    <a:pt x="2745" y="5356"/>
                  </a:cubicBezTo>
                  <a:cubicBezTo>
                    <a:pt x="3857" y="5433"/>
                    <a:pt x="4986" y="5511"/>
                    <a:pt x="6107" y="5511"/>
                  </a:cubicBezTo>
                  <a:cubicBezTo>
                    <a:pt x="7718" y="5511"/>
                    <a:pt x="9314" y="5351"/>
                    <a:pt x="10820" y="4800"/>
                  </a:cubicBezTo>
                  <a:cubicBezTo>
                    <a:pt x="11276" y="4645"/>
                    <a:pt x="11731" y="4433"/>
                    <a:pt x="12032" y="4056"/>
                  </a:cubicBezTo>
                  <a:cubicBezTo>
                    <a:pt x="12365" y="3623"/>
                    <a:pt x="12431" y="3023"/>
                    <a:pt x="12264" y="2512"/>
                  </a:cubicBezTo>
                  <a:cubicBezTo>
                    <a:pt x="12098" y="2001"/>
                    <a:pt x="11698" y="1567"/>
                    <a:pt x="11220" y="1312"/>
                  </a:cubicBezTo>
                  <a:cubicBezTo>
                    <a:pt x="10731" y="1046"/>
                    <a:pt x="10165" y="945"/>
                    <a:pt x="9620" y="868"/>
                  </a:cubicBezTo>
                  <a:cubicBezTo>
                    <a:pt x="7722" y="578"/>
                    <a:pt x="4755" y="1"/>
                    <a:pt x="26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279;p62">
              <a:extLst>
                <a:ext uri="{FF2B5EF4-FFF2-40B4-BE49-F238E27FC236}">
                  <a16:creationId xmlns:a16="http://schemas.microsoft.com/office/drawing/2014/main" id="{9B5F4932-8B3A-AA64-EAA1-5D9F9EC49D9A}"/>
                </a:ext>
              </a:extLst>
            </p:cNvPr>
            <p:cNvSpPr/>
            <p:nvPr/>
          </p:nvSpPr>
          <p:spPr>
            <a:xfrm>
              <a:off x="3039025" y="4345775"/>
              <a:ext cx="169175" cy="19200"/>
            </a:xfrm>
            <a:custGeom>
              <a:avLst/>
              <a:gdLst/>
              <a:ahLst/>
              <a:cxnLst/>
              <a:rect l="l" t="t" r="r" b="b"/>
              <a:pathLst>
                <a:path w="6767" h="768" extrusionOk="0">
                  <a:moveTo>
                    <a:pt x="4167" y="1"/>
                  </a:moveTo>
                  <a:lnTo>
                    <a:pt x="4344" y="134"/>
                  </a:lnTo>
                  <a:lnTo>
                    <a:pt x="4605" y="325"/>
                  </a:lnTo>
                  <a:lnTo>
                    <a:pt x="4605" y="325"/>
                  </a:lnTo>
                  <a:cubicBezTo>
                    <a:pt x="4296" y="287"/>
                    <a:pt x="3987" y="261"/>
                    <a:pt x="3678" y="234"/>
                  </a:cubicBezTo>
                  <a:cubicBezTo>
                    <a:pt x="3278" y="212"/>
                    <a:pt x="2889" y="201"/>
                    <a:pt x="2500" y="201"/>
                  </a:cubicBezTo>
                  <a:cubicBezTo>
                    <a:pt x="2111" y="201"/>
                    <a:pt x="1711" y="201"/>
                    <a:pt x="1323" y="234"/>
                  </a:cubicBezTo>
                  <a:cubicBezTo>
                    <a:pt x="934" y="257"/>
                    <a:pt x="545" y="301"/>
                    <a:pt x="156" y="346"/>
                  </a:cubicBezTo>
                  <a:lnTo>
                    <a:pt x="0" y="368"/>
                  </a:lnTo>
                  <a:lnTo>
                    <a:pt x="145" y="412"/>
                  </a:lnTo>
                  <a:lnTo>
                    <a:pt x="960" y="691"/>
                  </a:lnTo>
                  <a:lnTo>
                    <a:pt x="960" y="691"/>
                  </a:lnTo>
                  <a:lnTo>
                    <a:pt x="778" y="768"/>
                  </a:lnTo>
                  <a:lnTo>
                    <a:pt x="1000" y="701"/>
                  </a:lnTo>
                  <a:lnTo>
                    <a:pt x="1022" y="689"/>
                  </a:lnTo>
                  <a:lnTo>
                    <a:pt x="1000" y="679"/>
                  </a:lnTo>
                  <a:lnTo>
                    <a:pt x="313" y="400"/>
                  </a:lnTo>
                  <a:lnTo>
                    <a:pt x="313" y="400"/>
                  </a:lnTo>
                  <a:cubicBezTo>
                    <a:pt x="653" y="373"/>
                    <a:pt x="993" y="355"/>
                    <a:pt x="1333" y="346"/>
                  </a:cubicBezTo>
                  <a:cubicBezTo>
                    <a:pt x="1610" y="337"/>
                    <a:pt x="1885" y="330"/>
                    <a:pt x="2161" y="330"/>
                  </a:cubicBezTo>
                  <a:cubicBezTo>
                    <a:pt x="2274" y="330"/>
                    <a:pt x="2387" y="331"/>
                    <a:pt x="2500" y="334"/>
                  </a:cubicBezTo>
                  <a:cubicBezTo>
                    <a:pt x="2889" y="334"/>
                    <a:pt x="3278" y="356"/>
                    <a:pt x="3666" y="378"/>
                  </a:cubicBezTo>
                  <a:cubicBezTo>
                    <a:pt x="4056" y="401"/>
                    <a:pt x="4444" y="434"/>
                    <a:pt x="4822" y="479"/>
                  </a:cubicBezTo>
                  <a:lnTo>
                    <a:pt x="5078" y="512"/>
                  </a:lnTo>
                  <a:lnTo>
                    <a:pt x="4878" y="368"/>
                  </a:lnTo>
                  <a:lnTo>
                    <a:pt x="4587" y="167"/>
                  </a:lnTo>
                  <a:lnTo>
                    <a:pt x="4587" y="167"/>
                  </a:lnTo>
                  <a:cubicBezTo>
                    <a:pt x="5315" y="244"/>
                    <a:pt x="6036" y="357"/>
                    <a:pt x="6766" y="479"/>
                  </a:cubicBezTo>
                  <a:cubicBezTo>
                    <a:pt x="5988" y="279"/>
                    <a:pt x="5189" y="134"/>
                    <a:pt x="4389" y="34"/>
                  </a:cubicBezTo>
                  <a:lnTo>
                    <a:pt x="4167"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280;p62">
              <a:extLst>
                <a:ext uri="{FF2B5EF4-FFF2-40B4-BE49-F238E27FC236}">
                  <a16:creationId xmlns:a16="http://schemas.microsoft.com/office/drawing/2014/main" id="{2B63B8DB-5E26-4430-6AFF-DFAA0451B343}"/>
                </a:ext>
              </a:extLst>
            </p:cNvPr>
            <p:cNvSpPr/>
            <p:nvPr/>
          </p:nvSpPr>
          <p:spPr>
            <a:xfrm>
              <a:off x="3196200" y="4385150"/>
              <a:ext cx="18925" cy="6250"/>
            </a:xfrm>
            <a:custGeom>
              <a:avLst/>
              <a:gdLst/>
              <a:ahLst/>
              <a:cxnLst/>
              <a:rect l="l" t="t" r="r" b="b"/>
              <a:pathLst>
                <a:path w="757" h="250" extrusionOk="0">
                  <a:moveTo>
                    <a:pt x="685" y="1"/>
                  </a:moveTo>
                  <a:cubicBezTo>
                    <a:pt x="568" y="1"/>
                    <a:pt x="459" y="22"/>
                    <a:pt x="356" y="59"/>
                  </a:cubicBezTo>
                  <a:cubicBezTo>
                    <a:pt x="235" y="92"/>
                    <a:pt x="112" y="148"/>
                    <a:pt x="1" y="248"/>
                  </a:cubicBezTo>
                  <a:cubicBezTo>
                    <a:pt x="21" y="249"/>
                    <a:pt x="40" y="250"/>
                    <a:pt x="60" y="250"/>
                  </a:cubicBezTo>
                  <a:cubicBezTo>
                    <a:pt x="182" y="250"/>
                    <a:pt x="296" y="221"/>
                    <a:pt x="401" y="192"/>
                  </a:cubicBezTo>
                  <a:cubicBezTo>
                    <a:pt x="524" y="148"/>
                    <a:pt x="645" y="104"/>
                    <a:pt x="756" y="3"/>
                  </a:cubicBezTo>
                  <a:cubicBezTo>
                    <a:pt x="732" y="1"/>
                    <a:pt x="709" y="1"/>
                    <a:pt x="68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81;p62">
              <a:extLst>
                <a:ext uri="{FF2B5EF4-FFF2-40B4-BE49-F238E27FC236}">
                  <a16:creationId xmlns:a16="http://schemas.microsoft.com/office/drawing/2014/main" id="{A25C893D-BB23-84D9-E938-AECA13F5A671}"/>
                </a:ext>
              </a:extLst>
            </p:cNvPr>
            <p:cNvSpPr/>
            <p:nvPr/>
          </p:nvSpPr>
          <p:spPr>
            <a:xfrm>
              <a:off x="3169850" y="4376225"/>
              <a:ext cx="20000" cy="4300"/>
            </a:xfrm>
            <a:custGeom>
              <a:avLst/>
              <a:gdLst/>
              <a:ahLst/>
              <a:cxnLst/>
              <a:rect l="l" t="t" r="r" b="b"/>
              <a:pathLst>
                <a:path w="800" h="172" extrusionOk="0">
                  <a:moveTo>
                    <a:pt x="570" y="1"/>
                  </a:moveTo>
                  <a:cubicBezTo>
                    <a:pt x="509" y="1"/>
                    <a:pt x="449" y="6"/>
                    <a:pt x="388" y="16"/>
                  </a:cubicBezTo>
                  <a:cubicBezTo>
                    <a:pt x="255" y="38"/>
                    <a:pt x="122" y="71"/>
                    <a:pt x="0" y="150"/>
                  </a:cubicBezTo>
                  <a:cubicBezTo>
                    <a:pt x="72" y="166"/>
                    <a:pt x="141" y="172"/>
                    <a:pt x="209" y="172"/>
                  </a:cubicBezTo>
                  <a:cubicBezTo>
                    <a:pt x="277" y="172"/>
                    <a:pt x="344" y="166"/>
                    <a:pt x="411" y="160"/>
                  </a:cubicBezTo>
                  <a:cubicBezTo>
                    <a:pt x="544" y="138"/>
                    <a:pt x="667" y="105"/>
                    <a:pt x="800" y="27"/>
                  </a:cubicBezTo>
                  <a:cubicBezTo>
                    <a:pt x="720" y="9"/>
                    <a:pt x="644" y="1"/>
                    <a:pt x="57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282;p62">
              <a:extLst>
                <a:ext uri="{FF2B5EF4-FFF2-40B4-BE49-F238E27FC236}">
                  <a16:creationId xmlns:a16="http://schemas.microsoft.com/office/drawing/2014/main" id="{80BC2415-0DAE-8953-2509-36A7A45BC2A6}"/>
                </a:ext>
              </a:extLst>
            </p:cNvPr>
            <p:cNvSpPr/>
            <p:nvPr/>
          </p:nvSpPr>
          <p:spPr>
            <a:xfrm>
              <a:off x="3148450" y="4397200"/>
              <a:ext cx="23075" cy="4675"/>
            </a:xfrm>
            <a:custGeom>
              <a:avLst/>
              <a:gdLst/>
              <a:ahLst/>
              <a:cxnLst/>
              <a:rect l="l" t="t" r="r" b="b"/>
              <a:pathLst>
                <a:path w="923" h="187" extrusionOk="0">
                  <a:moveTo>
                    <a:pt x="703" y="0"/>
                  </a:moveTo>
                  <a:cubicBezTo>
                    <a:pt x="616" y="0"/>
                    <a:pt x="530" y="9"/>
                    <a:pt x="445" y="22"/>
                  </a:cubicBezTo>
                  <a:cubicBezTo>
                    <a:pt x="301" y="54"/>
                    <a:pt x="145" y="88"/>
                    <a:pt x="0" y="165"/>
                  </a:cubicBezTo>
                  <a:cubicBezTo>
                    <a:pt x="70" y="181"/>
                    <a:pt x="143" y="187"/>
                    <a:pt x="215" y="187"/>
                  </a:cubicBezTo>
                  <a:cubicBezTo>
                    <a:pt x="304" y="187"/>
                    <a:pt x="393" y="178"/>
                    <a:pt x="478" y="165"/>
                  </a:cubicBezTo>
                  <a:cubicBezTo>
                    <a:pt x="622" y="133"/>
                    <a:pt x="778" y="99"/>
                    <a:pt x="923" y="22"/>
                  </a:cubicBezTo>
                  <a:cubicBezTo>
                    <a:pt x="848" y="6"/>
                    <a:pt x="775" y="0"/>
                    <a:pt x="70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83;p62">
              <a:extLst>
                <a:ext uri="{FF2B5EF4-FFF2-40B4-BE49-F238E27FC236}">
                  <a16:creationId xmlns:a16="http://schemas.microsoft.com/office/drawing/2014/main" id="{09F7786F-9436-D093-0D26-701EDE5C7371}"/>
                </a:ext>
              </a:extLst>
            </p:cNvPr>
            <p:cNvSpPr/>
            <p:nvPr/>
          </p:nvSpPr>
          <p:spPr>
            <a:xfrm>
              <a:off x="3132075" y="4413025"/>
              <a:ext cx="28625" cy="4675"/>
            </a:xfrm>
            <a:custGeom>
              <a:avLst/>
              <a:gdLst/>
              <a:ahLst/>
              <a:cxnLst/>
              <a:rect l="l" t="t" r="r" b="b"/>
              <a:pathLst>
                <a:path w="1145" h="187" extrusionOk="0">
                  <a:moveTo>
                    <a:pt x="878" y="0"/>
                  </a:moveTo>
                  <a:cubicBezTo>
                    <a:pt x="773" y="0"/>
                    <a:pt x="670" y="9"/>
                    <a:pt x="566" y="21"/>
                  </a:cubicBezTo>
                  <a:cubicBezTo>
                    <a:pt x="378" y="43"/>
                    <a:pt x="189" y="88"/>
                    <a:pt x="0" y="166"/>
                  </a:cubicBezTo>
                  <a:cubicBezTo>
                    <a:pt x="91" y="181"/>
                    <a:pt x="179" y="187"/>
                    <a:pt x="266" y="187"/>
                  </a:cubicBezTo>
                  <a:cubicBezTo>
                    <a:pt x="371" y="187"/>
                    <a:pt x="474" y="178"/>
                    <a:pt x="578" y="166"/>
                  </a:cubicBezTo>
                  <a:cubicBezTo>
                    <a:pt x="766" y="132"/>
                    <a:pt x="956" y="99"/>
                    <a:pt x="1144" y="21"/>
                  </a:cubicBezTo>
                  <a:cubicBezTo>
                    <a:pt x="1053" y="6"/>
                    <a:pt x="965" y="0"/>
                    <a:pt x="8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84;p62">
              <a:extLst>
                <a:ext uri="{FF2B5EF4-FFF2-40B4-BE49-F238E27FC236}">
                  <a16:creationId xmlns:a16="http://schemas.microsoft.com/office/drawing/2014/main" id="{9832BA4D-ACC8-996E-2E37-760266BA33A0}"/>
                </a:ext>
              </a:extLst>
            </p:cNvPr>
            <p:cNvSpPr/>
            <p:nvPr/>
          </p:nvSpPr>
          <p:spPr>
            <a:xfrm>
              <a:off x="3103750" y="4380850"/>
              <a:ext cx="31675" cy="5725"/>
            </a:xfrm>
            <a:custGeom>
              <a:avLst/>
              <a:gdLst/>
              <a:ahLst/>
              <a:cxnLst/>
              <a:rect l="l" t="t" r="r" b="b"/>
              <a:pathLst>
                <a:path w="1267" h="229" extrusionOk="0">
                  <a:moveTo>
                    <a:pt x="1082" y="0"/>
                  </a:moveTo>
                  <a:cubicBezTo>
                    <a:pt x="926" y="0"/>
                    <a:pt x="774" y="18"/>
                    <a:pt x="622" y="42"/>
                  </a:cubicBezTo>
                  <a:cubicBezTo>
                    <a:pt x="411" y="86"/>
                    <a:pt x="200" y="131"/>
                    <a:pt x="0" y="220"/>
                  </a:cubicBezTo>
                  <a:cubicBezTo>
                    <a:pt x="62" y="226"/>
                    <a:pt x="124" y="229"/>
                    <a:pt x="184" y="229"/>
                  </a:cubicBezTo>
                  <a:cubicBezTo>
                    <a:pt x="340" y="229"/>
                    <a:pt x="492" y="210"/>
                    <a:pt x="644" y="187"/>
                  </a:cubicBezTo>
                  <a:cubicBezTo>
                    <a:pt x="855" y="153"/>
                    <a:pt x="1067" y="98"/>
                    <a:pt x="1267" y="9"/>
                  </a:cubicBezTo>
                  <a:cubicBezTo>
                    <a:pt x="1204" y="3"/>
                    <a:pt x="1143" y="0"/>
                    <a:pt x="10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85;p62">
              <a:extLst>
                <a:ext uri="{FF2B5EF4-FFF2-40B4-BE49-F238E27FC236}">
                  <a16:creationId xmlns:a16="http://schemas.microsoft.com/office/drawing/2014/main" id="{8F69DB71-61CF-2D98-4B28-1612004AAB0E}"/>
                </a:ext>
              </a:extLst>
            </p:cNvPr>
            <p:cNvSpPr/>
            <p:nvPr/>
          </p:nvSpPr>
          <p:spPr>
            <a:xfrm>
              <a:off x="3079025" y="4399600"/>
              <a:ext cx="27225" cy="6100"/>
            </a:xfrm>
            <a:custGeom>
              <a:avLst/>
              <a:gdLst/>
              <a:ahLst/>
              <a:cxnLst/>
              <a:rect l="l" t="t" r="r" b="b"/>
              <a:pathLst>
                <a:path w="1089" h="244" extrusionOk="0">
                  <a:moveTo>
                    <a:pt x="987" y="0"/>
                  </a:moveTo>
                  <a:cubicBezTo>
                    <a:pt x="828" y="0"/>
                    <a:pt x="680" y="20"/>
                    <a:pt x="533" y="47"/>
                  </a:cubicBezTo>
                  <a:cubicBezTo>
                    <a:pt x="356" y="92"/>
                    <a:pt x="178" y="148"/>
                    <a:pt x="0" y="237"/>
                  </a:cubicBezTo>
                  <a:cubicBezTo>
                    <a:pt x="45" y="242"/>
                    <a:pt x="88" y="244"/>
                    <a:pt x="131" y="244"/>
                  </a:cubicBezTo>
                  <a:cubicBezTo>
                    <a:pt x="280" y="244"/>
                    <a:pt x="418" y="218"/>
                    <a:pt x="555" y="192"/>
                  </a:cubicBezTo>
                  <a:cubicBezTo>
                    <a:pt x="745" y="148"/>
                    <a:pt x="923" y="103"/>
                    <a:pt x="1089" y="3"/>
                  </a:cubicBezTo>
                  <a:cubicBezTo>
                    <a:pt x="1054" y="1"/>
                    <a:pt x="1020" y="0"/>
                    <a:pt x="98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286;p62">
              <a:extLst>
                <a:ext uri="{FF2B5EF4-FFF2-40B4-BE49-F238E27FC236}">
                  <a16:creationId xmlns:a16="http://schemas.microsoft.com/office/drawing/2014/main" id="{D16D65CB-1AB4-E57B-3EA6-C0FC8002F2C7}"/>
                </a:ext>
              </a:extLst>
            </p:cNvPr>
            <p:cNvSpPr/>
            <p:nvPr/>
          </p:nvSpPr>
          <p:spPr>
            <a:xfrm>
              <a:off x="3063750" y="4418025"/>
              <a:ext cx="20025" cy="4025"/>
            </a:xfrm>
            <a:custGeom>
              <a:avLst/>
              <a:gdLst/>
              <a:ahLst/>
              <a:cxnLst/>
              <a:rect l="l" t="t" r="r" b="b"/>
              <a:pathLst>
                <a:path w="801" h="161" extrusionOk="0">
                  <a:moveTo>
                    <a:pt x="222" y="0"/>
                  </a:moveTo>
                  <a:cubicBezTo>
                    <a:pt x="148" y="0"/>
                    <a:pt x="74" y="8"/>
                    <a:pt x="0" y="33"/>
                  </a:cubicBezTo>
                  <a:cubicBezTo>
                    <a:pt x="122" y="110"/>
                    <a:pt x="256" y="132"/>
                    <a:pt x="389" y="155"/>
                  </a:cubicBezTo>
                  <a:cubicBezTo>
                    <a:pt x="434" y="158"/>
                    <a:pt x="479" y="161"/>
                    <a:pt x="524" y="161"/>
                  </a:cubicBezTo>
                  <a:cubicBezTo>
                    <a:pt x="614" y="161"/>
                    <a:pt x="704" y="151"/>
                    <a:pt x="800" y="122"/>
                  </a:cubicBezTo>
                  <a:cubicBezTo>
                    <a:pt x="667" y="55"/>
                    <a:pt x="534" y="21"/>
                    <a:pt x="400" y="11"/>
                  </a:cubicBezTo>
                  <a:cubicBezTo>
                    <a:pt x="341" y="5"/>
                    <a:pt x="282" y="0"/>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87;p62">
              <a:extLst>
                <a:ext uri="{FF2B5EF4-FFF2-40B4-BE49-F238E27FC236}">
                  <a16:creationId xmlns:a16="http://schemas.microsoft.com/office/drawing/2014/main" id="{7FD7C75D-54F0-0FD7-F622-743EF6B57F88}"/>
                </a:ext>
              </a:extLst>
            </p:cNvPr>
            <p:cNvSpPr/>
            <p:nvPr/>
          </p:nvSpPr>
          <p:spPr>
            <a:xfrm>
              <a:off x="3218725" y="4366675"/>
              <a:ext cx="15025" cy="4250"/>
            </a:xfrm>
            <a:custGeom>
              <a:avLst/>
              <a:gdLst/>
              <a:ahLst/>
              <a:cxnLst/>
              <a:rect l="l" t="t" r="r" b="b"/>
              <a:pathLst>
                <a:path w="601" h="170" extrusionOk="0">
                  <a:moveTo>
                    <a:pt x="441" y="1"/>
                  </a:moveTo>
                  <a:cubicBezTo>
                    <a:pt x="389" y="1"/>
                    <a:pt x="339" y="9"/>
                    <a:pt x="289" y="21"/>
                  </a:cubicBezTo>
                  <a:cubicBezTo>
                    <a:pt x="189" y="43"/>
                    <a:pt x="89" y="65"/>
                    <a:pt x="0" y="142"/>
                  </a:cubicBezTo>
                  <a:cubicBezTo>
                    <a:pt x="62" y="161"/>
                    <a:pt x="119" y="169"/>
                    <a:pt x="176" y="169"/>
                  </a:cubicBezTo>
                  <a:cubicBezTo>
                    <a:pt x="221" y="169"/>
                    <a:pt x="266" y="164"/>
                    <a:pt x="311" y="154"/>
                  </a:cubicBezTo>
                  <a:cubicBezTo>
                    <a:pt x="411" y="132"/>
                    <a:pt x="511" y="98"/>
                    <a:pt x="600" y="31"/>
                  </a:cubicBezTo>
                  <a:cubicBezTo>
                    <a:pt x="545" y="9"/>
                    <a:pt x="492" y="1"/>
                    <a:pt x="44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88;p62">
              <a:extLst>
                <a:ext uri="{FF2B5EF4-FFF2-40B4-BE49-F238E27FC236}">
                  <a16:creationId xmlns:a16="http://schemas.microsoft.com/office/drawing/2014/main" id="{08EDAB30-C873-F90F-6C94-0DAB5C40CA0F}"/>
                </a:ext>
              </a:extLst>
            </p:cNvPr>
            <p:cNvSpPr/>
            <p:nvPr/>
          </p:nvSpPr>
          <p:spPr>
            <a:xfrm>
              <a:off x="3211200" y="4400225"/>
              <a:ext cx="18650" cy="7800"/>
            </a:xfrm>
            <a:custGeom>
              <a:avLst/>
              <a:gdLst/>
              <a:ahLst/>
              <a:cxnLst/>
              <a:rect l="l" t="t" r="r" b="b"/>
              <a:pathLst>
                <a:path w="746" h="312" extrusionOk="0">
                  <a:moveTo>
                    <a:pt x="746" y="0"/>
                  </a:moveTo>
                  <a:cubicBezTo>
                    <a:pt x="601" y="0"/>
                    <a:pt x="479" y="44"/>
                    <a:pt x="346" y="89"/>
                  </a:cubicBezTo>
                  <a:cubicBezTo>
                    <a:pt x="223" y="145"/>
                    <a:pt x="101" y="212"/>
                    <a:pt x="1" y="311"/>
                  </a:cubicBezTo>
                  <a:cubicBezTo>
                    <a:pt x="146" y="311"/>
                    <a:pt x="279" y="278"/>
                    <a:pt x="401" y="222"/>
                  </a:cubicBezTo>
                  <a:cubicBezTo>
                    <a:pt x="523" y="167"/>
                    <a:pt x="645" y="111"/>
                    <a:pt x="74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2289;p62">
              <a:extLst>
                <a:ext uri="{FF2B5EF4-FFF2-40B4-BE49-F238E27FC236}">
                  <a16:creationId xmlns:a16="http://schemas.microsoft.com/office/drawing/2014/main" id="{040EFBE6-0D9F-A492-971B-1934A2A8B884}"/>
                </a:ext>
              </a:extLst>
            </p:cNvPr>
            <p:cNvSpPr/>
            <p:nvPr/>
          </p:nvSpPr>
          <p:spPr>
            <a:xfrm>
              <a:off x="2925700" y="4394025"/>
              <a:ext cx="107800" cy="119175"/>
            </a:xfrm>
            <a:custGeom>
              <a:avLst/>
              <a:gdLst/>
              <a:ahLst/>
              <a:cxnLst/>
              <a:rect l="l" t="t" r="r" b="b"/>
              <a:pathLst>
                <a:path w="4312" h="4767" extrusionOk="0">
                  <a:moveTo>
                    <a:pt x="639" y="0"/>
                  </a:moveTo>
                  <a:cubicBezTo>
                    <a:pt x="471" y="0"/>
                    <a:pt x="305" y="76"/>
                    <a:pt x="201" y="204"/>
                  </a:cubicBezTo>
                  <a:cubicBezTo>
                    <a:pt x="57" y="381"/>
                    <a:pt x="1" y="737"/>
                    <a:pt x="57" y="948"/>
                  </a:cubicBezTo>
                  <a:cubicBezTo>
                    <a:pt x="134" y="1215"/>
                    <a:pt x="468" y="1259"/>
                    <a:pt x="601" y="1482"/>
                  </a:cubicBezTo>
                  <a:cubicBezTo>
                    <a:pt x="712" y="1659"/>
                    <a:pt x="657" y="1892"/>
                    <a:pt x="746" y="2070"/>
                  </a:cubicBezTo>
                  <a:cubicBezTo>
                    <a:pt x="879" y="2326"/>
                    <a:pt x="1267" y="2392"/>
                    <a:pt x="1346" y="2670"/>
                  </a:cubicBezTo>
                  <a:cubicBezTo>
                    <a:pt x="1378" y="2770"/>
                    <a:pt x="1356" y="2859"/>
                    <a:pt x="1378" y="2959"/>
                  </a:cubicBezTo>
                  <a:cubicBezTo>
                    <a:pt x="1412" y="3203"/>
                    <a:pt x="1645" y="3381"/>
                    <a:pt x="1790" y="3581"/>
                  </a:cubicBezTo>
                  <a:cubicBezTo>
                    <a:pt x="1912" y="3758"/>
                    <a:pt x="1978" y="3981"/>
                    <a:pt x="1978" y="4203"/>
                  </a:cubicBezTo>
                  <a:cubicBezTo>
                    <a:pt x="1978" y="4358"/>
                    <a:pt x="1945" y="4536"/>
                    <a:pt x="2057" y="4659"/>
                  </a:cubicBezTo>
                  <a:cubicBezTo>
                    <a:pt x="2116" y="4735"/>
                    <a:pt x="2229" y="4766"/>
                    <a:pt x="2338" y="4766"/>
                  </a:cubicBezTo>
                  <a:cubicBezTo>
                    <a:pt x="2371" y="4766"/>
                    <a:pt x="2404" y="4763"/>
                    <a:pt x="2434" y="4758"/>
                  </a:cubicBezTo>
                  <a:cubicBezTo>
                    <a:pt x="2568" y="4725"/>
                    <a:pt x="2689" y="4659"/>
                    <a:pt x="2823" y="4614"/>
                  </a:cubicBezTo>
                  <a:cubicBezTo>
                    <a:pt x="2938" y="4573"/>
                    <a:pt x="3053" y="4550"/>
                    <a:pt x="3174" y="4550"/>
                  </a:cubicBezTo>
                  <a:cubicBezTo>
                    <a:pt x="3215" y="4550"/>
                    <a:pt x="3258" y="4553"/>
                    <a:pt x="3301" y="4558"/>
                  </a:cubicBezTo>
                  <a:cubicBezTo>
                    <a:pt x="3458" y="4574"/>
                    <a:pt x="3620" y="4623"/>
                    <a:pt x="3777" y="4623"/>
                  </a:cubicBezTo>
                  <a:cubicBezTo>
                    <a:pt x="3842" y="4623"/>
                    <a:pt x="3905" y="4615"/>
                    <a:pt x="3967" y="4592"/>
                  </a:cubicBezTo>
                  <a:cubicBezTo>
                    <a:pt x="4200" y="4503"/>
                    <a:pt x="4311" y="4214"/>
                    <a:pt x="4256" y="3970"/>
                  </a:cubicBezTo>
                  <a:cubicBezTo>
                    <a:pt x="4212" y="3736"/>
                    <a:pt x="4034" y="3536"/>
                    <a:pt x="3845" y="3392"/>
                  </a:cubicBezTo>
                  <a:cubicBezTo>
                    <a:pt x="3711" y="3292"/>
                    <a:pt x="3567" y="3215"/>
                    <a:pt x="3412" y="3192"/>
                  </a:cubicBezTo>
                  <a:cubicBezTo>
                    <a:pt x="3301" y="3170"/>
                    <a:pt x="3178" y="3181"/>
                    <a:pt x="3089" y="3114"/>
                  </a:cubicBezTo>
                  <a:cubicBezTo>
                    <a:pt x="2923" y="3003"/>
                    <a:pt x="2934" y="2726"/>
                    <a:pt x="2790" y="2592"/>
                  </a:cubicBezTo>
                  <a:cubicBezTo>
                    <a:pt x="2568" y="2392"/>
                    <a:pt x="2145" y="2592"/>
                    <a:pt x="1968" y="2359"/>
                  </a:cubicBezTo>
                  <a:cubicBezTo>
                    <a:pt x="1845" y="2181"/>
                    <a:pt x="1956" y="1904"/>
                    <a:pt x="1812" y="1748"/>
                  </a:cubicBezTo>
                  <a:cubicBezTo>
                    <a:pt x="1745" y="1659"/>
                    <a:pt x="1623" y="1637"/>
                    <a:pt x="1534" y="1581"/>
                  </a:cubicBezTo>
                  <a:cubicBezTo>
                    <a:pt x="1412" y="1492"/>
                    <a:pt x="1346" y="1337"/>
                    <a:pt x="1312" y="1193"/>
                  </a:cubicBezTo>
                  <a:cubicBezTo>
                    <a:pt x="1290" y="1037"/>
                    <a:pt x="1290" y="882"/>
                    <a:pt x="1279" y="726"/>
                  </a:cubicBezTo>
                  <a:cubicBezTo>
                    <a:pt x="1245" y="437"/>
                    <a:pt x="1101" y="137"/>
                    <a:pt x="835" y="37"/>
                  </a:cubicBezTo>
                  <a:cubicBezTo>
                    <a:pt x="772" y="12"/>
                    <a:pt x="705" y="0"/>
                    <a:pt x="639"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2290;p62">
              <a:extLst>
                <a:ext uri="{FF2B5EF4-FFF2-40B4-BE49-F238E27FC236}">
                  <a16:creationId xmlns:a16="http://schemas.microsoft.com/office/drawing/2014/main" id="{EDABA1A2-ED22-C2B9-E55C-682F205F23C7}"/>
                </a:ext>
              </a:extLst>
            </p:cNvPr>
            <p:cNvSpPr/>
            <p:nvPr/>
          </p:nvSpPr>
          <p:spPr>
            <a:xfrm>
              <a:off x="2985625" y="4713850"/>
              <a:ext cx="120375" cy="80750"/>
            </a:xfrm>
            <a:custGeom>
              <a:avLst/>
              <a:gdLst/>
              <a:ahLst/>
              <a:cxnLst/>
              <a:rect l="l" t="t" r="r" b="b"/>
              <a:pathLst>
                <a:path w="4815" h="3230" extrusionOk="0">
                  <a:moveTo>
                    <a:pt x="1144" y="0"/>
                  </a:moveTo>
                  <a:cubicBezTo>
                    <a:pt x="512" y="0"/>
                    <a:pt x="0" y="349"/>
                    <a:pt x="637" y="819"/>
                  </a:cubicBezTo>
                  <a:cubicBezTo>
                    <a:pt x="1114" y="1163"/>
                    <a:pt x="1970" y="1330"/>
                    <a:pt x="2314" y="1708"/>
                  </a:cubicBezTo>
                  <a:cubicBezTo>
                    <a:pt x="2548" y="1953"/>
                    <a:pt x="2381" y="2141"/>
                    <a:pt x="2237" y="2308"/>
                  </a:cubicBezTo>
                  <a:cubicBezTo>
                    <a:pt x="2103" y="2474"/>
                    <a:pt x="2047" y="2730"/>
                    <a:pt x="2403" y="2963"/>
                  </a:cubicBezTo>
                  <a:cubicBezTo>
                    <a:pt x="2647" y="3118"/>
                    <a:pt x="2981" y="3197"/>
                    <a:pt x="3259" y="3219"/>
                  </a:cubicBezTo>
                  <a:cubicBezTo>
                    <a:pt x="3349" y="3227"/>
                    <a:pt x="3436" y="3230"/>
                    <a:pt x="3520" y="3230"/>
                  </a:cubicBezTo>
                  <a:cubicBezTo>
                    <a:pt x="3799" y="3230"/>
                    <a:pt x="4045" y="3192"/>
                    <a:pt x="4259" y="3141"/>
                  </a:cubicBezTo>
                  <a:cubicBezTo>
                    <a:pt x="4436" y="3086"/>
                    <a:pt x="4603" y="3019"/>
                    <a:pt x="4669" y="2919"/>
                  </a:cubicBezTo>
                  <a:cubicBezTo>
                    <a:pt x="4814" y="2686"/>
                    <a:pt x="4525" y="2308"/>
                    <a:pt x="4247" y="1975"/>
                  </a:cubicBezTo>
                  <a:cubicBezTo>
                    <a:pt x="4103" y="1797"/>
                    <a:pt x="3958" y="1619"/>
                    <a:pt x="3803" y="1442"/>
                  </a:cubicBezTo>
                  <a:cubicBezTo>
                    <a:pt x="3303" y="852"/>
                    <a:pt x="2548" y="186"/>
                    <a:pt x="1403" y="20"/>
                  </a:cubicBezTo>
                  <a:cubicBezTo>
                    <a:pt x="1316" y="6"/>
                    <a:pt x="1229" y="0"/>
                    <a:pt x="11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2291;p62">
              <a:extLst>
                <a:ext uri="{FF2B5EF4-FFF2-40B4-BE49-F238E27FC236}">
                  <a16:creationId xmlns:a16="http://schemas.microsoft.com/office/drawing/2014/main" id="{C8D610F2-5F57-61F4-0EA4-94ABCDE13643}"/>
                </a:ext>
              </a:extLst>
            </p:cNvPr>
            <p:cNvSpPr/>
            <p:nvPr/>
          </p:nvSpPr>
          <p:spPr>
            <a:xfrm>
              <a:off x="3044600" y="4797550"/>
              <a:ext cx="42500" cy="13300"/>
            </a:xfrm>
            <a:custGeom>
              <a:avLst/>
              <a:gdLst/>
              <a:ahLst/>
              <a:cxnLst/>
              <a:rect l="l" t="t" r="r" b="b"/>
              <a:pathLst>
                <a:path w="1700" h="532" extrusionOk="0">
                  <a:moveTo>
                    <a:pt x="902" y="1"/>
                  </a:moveTo>
                  <a:cubicBezTo>
                    <a:pt x="487" y="1"/>
                    <a:pt x="0" y="226"/>
                    <a:pt x="589" y="459"/>
                  </a:cubicBezTo>
                  <a:cubicBezTo>
                    <a:pt x="678" y="493"/>
                    <a:pt x="766" y="504"/>
                    <a:pt x="855" y="515"/>
                  </a:cubicBezTo>
                  <a:cubicBezTo>
                    <a:pt x="944" y="523"/>
                    <a:pt x="1075" y="531"/>
                    <a:pt x="1206" y="531"/>
                  </a:cubicBezTo>
                  <a:cubicBezTo>
                    <a:pt x="1434" y="531"/>
                    <a:pt x="1663" y="507"/>
                    <a:pt x="1677" y="415"/>
                  </a:cubicBezTo>
                  <a:cubicBezTo>
                    <a:pt x="1700" y="293"/>
                    <a:pt x="1344" y="82"/>
                    <a:pt x="1122" y="26"/>
                  </a:cubicBezTo>
                  <a:cubicBezTo>
                    <a:pt x="1056" y="9"/>
                    <a:pt x="980" y="1"/>
                    <a:pt x="902"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2292;p62">
              <a:extLst>
                <a:ext uri="{FF2B5EF4-FFF2-40B4-BE49-F238E27FC236}">
                  <a16:creationId xmlns:a16="http://schemas.microsoft.com/office/drawing/2014/main" id="{8F51F1A5-9946-3DEC-1EAD-9505B2846B23}"/>
                </a:ext>
              </a:extLst>
            </p:cNvPr>
            <p:cNvSpPr/>
            <p:nvPr/>
          </p:nvSpPr>
          <p:spPr>
            <a:xfrm>
              <a:off x="3079275" y="4798425"/>
              <a:ext cx="21150" cy="6925"/>
            </a:xfrm>
            <a:custGeom>
              <a:avLst/>
              <a:gdLst/>
              <a:ahLst/>
              <a:cxnLst/>
              <a:rect l="l" t="t" r="r" b="b"/>
              <a:pathLst>
                <a:path w="846" h="277" extrusionOk="0">
                  <a:moveTo>
                    <a:pt x="449" y="1"/>
                  </a:moveTo>
                  <a:cubicBezTo>
                    <a:pt x="245" y="1"/>
                    <a:pt x="1" y="114"/>
                    <a:pt x="290" y="236"/>
                  </a:cubicBezTo>
                  <a:cubicBezTo>
                    <a:pt x="335" y="258"/>
                    <a:pt x="379" y="258"/>
                    <a:pt x="424" y="269"/>
                  </a:cubicBezTo>
                  <a:cubicBezTo>
                    <a:pt x="467" y="273"/>
                    <a:pt x="530" y="277"/>
                    <a:pt x="594" y="277"/>
                  </a:cubicBezTo>
                  <a:cubicBezTo>
                    <a:pt x="710" y="277"/>
                    <a:pt x="832" y="264"/>
                    <a:pt x="846" y="214"/>
                  </a:cubicBezTo>
                  <a:cubicBezTo>
                    <a:pt x="846" y="147"/>
                    <a:pt x="668" y="47"/>
                    <a:pt x="557" y="14"/>
                  </a:cubicBezTo>
                  <a:cubicBezTo>
                    <a:pt x="525" y="5"/>
                    <a:pt x="488"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293;p62">
              <a:extLst>
                <a:ext uri="{FF2B5EF4-FFF2-40B4-BE49-F238E27FC236}">
                  <a16:creationId xmlns:a16="http://schemas.microsoft.com/office/drawing/2014/main" id="{6D1E58C3-EA94-23BD-0791-AE1484CFB045}"/>
                </a:ext>
              </a:extLst>
            </p:cNvPr>
            <p:cNvSpPr/>
            <p:nvPr/>
          </p:nvSpPr>
          <p:spPr>
            <a:xfrm>
              <a:off x="3092725" y="4797575"/>
              <a:ext cx="21300" cy="6675"/>
            </a:xfrm>
            <a:custGeom>
              <a:avLst/>
              <a:gdLst/>
              <a:ahLst/>
              <a:cxnLst/>
              <a:rect l="l" t="t" r="r" b="b"/>
              <a:pathLst>
                <a:path w="852" h="267" extrusionOk="0">
                  <a:moveTo>
                    <a:pt x="444" y="0"/>
                  </a:moveTo>
                  <a:cubicBezTo>
                    <a:pt x="236" y="0"/>
                    <a:pt x="1" y="105"/>
                    <a:pt x="296" y="225"/>
                  </a:cubicBezTo>
                  <a:cubicBezTo>
                    <a:pt x="341" y="248"/>
                    <a:pt x="385" y="248"/>
                    <a:pt x="430" y="258"/>
                  </a:cubicBezTo>
                  <a:cubicBezTo>
                    <a:pt x="473" y="262"/>
                    <a:pt x="536" y="266"/>
                    <a:pt x="599" y="266"/>
                  </a:cubicBezTo>
                  <a:cubicBezTo>
                    <a:pt x="715" y="266"/>
                    <a:pt x="834" y="253"/>
                    <a:pt x="841" y="203"/>
                  </a:cubicBezTo>
                  <a:cubicBezTo>
                    <a:pt x="852" y="147"/>
                    <a:pt x="674" y="36"/>
                    <a:pt x="563" y="14"/>
                  </a:cubicBezTo>
                  <a:cubicBezTo>
                    <a:pt x="528" y="5"/>
                    <a:pt x="486" y="0"/>
                    <a:pt x="4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294;p62">
              <a:extLst>
                <a:ext uri="{FF2B5EF4-FFF2-40B4-BE49-F238E27FC236}">
                  <a16:creationId xmlns:a16="http://schemas.microsoft.com/office/drawing/2014/main" id="{08E47ED2-F1C2-9957-8E6B-6577749AC527}"/>
                </a:ext>
              </a:extLst>
            </p:cNvPr>
            <p:cNvSpPr/>
            <p:nvPr/>
          </p:nvSpPr>
          <p:spPr>
            <a:xfrm>
              <a:off x="3104550" y="4795100"/>
              <a:ext cx="21425" cy="6925"/>
            </a:xfrm>
            <a:custGeom>
              <a:avLst/>
              <a:gdLst/>
              <a:ahLst/>
              <a:cxnLst/>
              <a:rect l="l" t="t" r="r" b="b"/>
              <a:pathLst>
                <a:path w="857" h="277" extrusionOk="0">
                  <a:moveTo>
                    <a:pt x="448" y="0"/>
                  </a:moveTo>
                  <a:cubicBezTo>
                    <a:pt x="245" y="0"/>
                    <a:pt x="1" y="114"/>
                    <a:pt x="290" y="236"/>
                  </a:cubicBezTo>
                  <a:lnTo>
                    <a:pt x="423" y="268"/>
                  </a:lnTo>
                  <a:cubicBezTo>
                    <a:pt x="467" y="273"/>
                    <a:pt x="531" y="276"/>
                    <a:pt x="596" y="276"/>
                  </a:cubicBezTo>
                  <a:cubicBezTo>
                    <a:pt x="716" y="276"/>
                    <a:pt x="838" y="263"/>
                    <a:pt x="845" y="213"/>
                  </a:cubicBezTo>
                  <a:cubicBezTo>
                    <a:pt x="857" y="147"/>
                    <a:pt x="668" y="46"/>
                    <a:pt x="556" y="13"/>
                  </a:cubicBezTo>
                  <a:cubicBezTo>
                    <a:pt x="525" y="4"/>
                    <a:pt x="487" y="0"/>
                    <a:pt x="44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295;p62">
              <a:extLst>
                <a:ext uri="{FF2B5EF4-FFF2-40B4-BE49-F238E27FC236}">
                  <a16:creationId xmlns:a16="http://schemas.microsoft.com/office/drawing/2014/main" id="{243CD343-0E02-FEE3-DBD0-A6078CBEF42B}"/>
                </a:ext>
              </a:extLst>
            </p:cNvPr>
            <p:cNvSpPr/>
            <p:nvPr/>
          </p:nvSpPr>
          <p:spPr>
            <a:xfrm>
              <a:off x="3043475" y="4324300"/>
              <a:ext cx="75000" cy="120725"/>
            </a:xfrm>
            <a:custGeom>
              <a:avLst/>
              <a:gdLst/>
              <a:ahLst/>
              <a:cxnLst/>
              <a:rect l="l" t="t" r="r" b="b"/>
              <a:pathLst>
                <a:path w="3000" h="4829" extrusionOk="0">
                  <a:moveTo>
                    <a:pt x="1566" y="1"/>
                  </a:moveTo>
                  <a:cubicBezTo>
                    <a:pt x="1219" y="1"/>
                    <a:pt x="939" y="314"/>
                    <a:pt x="844" y="627"/>
                  </a:cubicBezTo>
                  <a:cubicBezTo>
                    <a:pt x="723" y="1027"/>
                    <a:pt x="567" y="1393"/>
                    <a:pt x="400" y="1771"/>
                  </a:cubicBezTo>
                  <a:cubicBezTo>
                    <a:pt x="323" y="1960"/>
                    <a:pt x="244" y="2148"/>
                    <a:pt x="156" y="2326"/>
                  </a:cubicBezTo>
                  <a:cubicBezTo>
                    <a:pt x="123" y="2415"/>
                    <a:pt x="89" y="2504"/>
                    <a:pt x="45" y="2593"/>
                  </a:cubicBezTo>
                  <a:cubicBezTo>
                    <a:pt x="22" y="2637"/>
                    <a:pt x="0" y="2682"/>
                    <a:pt x="0" y="2738"/>
                  </a:cubicBezTo>
                  <a:cubicBezTo>
                    <a:pt x="12" y="2782"/>
                    <a:pt x="34" y="2826"/>
                    <a:pt x="56" y="2871"/>
                  </a:cubicBezTo>
                  <a:cubicBezTo>
                    <a:pt x="111" y="2993"/>
                    <a:pt x="189" y="3104"/>
                    <a:pt x="278" y="3193"/>
                  </a:cubicBezTo>
                  <a:cubicBezTo>
                    <a:pt x="333" y="3271"/>
                    <a:pt x="412" y="3337"/>
                    <a:pt x="444" y="3426"/>
                  </a:cubicBezTo>
                  <a:cubicBezTo>
                    <a:pt x="467" y="3471"/>
                    <a:pt x="478" y="3526"/>
                    <a:pt x="489" y="3570"/>
                  </a:cubicBezTo>
                  <a:cubicBezTo>
                    <a:pt x="511" y="3704"/>
                    <a:pt x="500" y="4614"/>
                    <a:pt x="822" y="4782"/>
                  </a:cubicBezTo>
                  <a:cubicBezTo>
                    <a:pt x="883" y="4812"/>
                    <a:pt x="951" y="4829"/>
                    <a:pt x="1016" y="4829"/>
                  </a:cubicBezTo>
                  <a:cubicBezTo>
                    <a:pt x="1070" y="4829"/>
                    <a:pt x="1122" y="4817"/>
                    <a:pt x="1167" y="4792"/>
                  </a:cubicBezTo>
                  <a:cubicBezTo>
                    <a:pt x="1254" y="4744"/>
                    <a:pt x="1315" y="4637"/>
                    <a:pt x="1315" y="4537"/>
                  </a:cubicBezTo>
                  <a:lnTo>
                    <a:pt x="1315" y="4537"/>
                  </a:lnTo>
                  <a:cubicBezTo>
                    <a:pt x="1342" y="4671"/>
                    <a:pt x="1489" y="4760"/>
                    <a:pt x="1633" y="4760"/>
                  </a:cubicBezTo>
                  <a:cubicBezTo>
                    <a:pt x="1641" y="4760"/>
                    <a:pt x="1648" y="4760"/>
                    <a:pt x="1656" y="4759"/>
                  </a:cubicBezTo>
                  <a:cubicBezTo>
                    <a:pt x="1789" y="4748"/>
                    <a:pt x="1933" y="4648"/>
                    <a:pt x="1955" y="4503"/>
                  </a:cubicBezTo>
                  <a:cubicBezTo>
                    <a:pt x="2022" y="4581"/>
                    <a:pt x="2122" y="4620"/>
                    <a:pt x="2223" y="4620"/>
                  </a:cubicBezTo>
                  <a:cubicBezTo>
                    <a:pt x="2325" y="4620"/>
                    <a:pt x="2428" y="4581"/>
                    <a:pt x="2500" y="4503"/>
                  </a:cubicBezTo>
                  <a:cubicBezTo>
                    <a:pt x="2531" y="4539"/>
                    <a:pt x="2585" y="4552"/>
                    <a:pt x="2647" y="4552"/>
                  </a:cubicBezTo>
                  <a:cubicBezTo>
                    <a:pt x="2739" y="4552"/>
                    <a:pt x="2849" y="4524"/>
                    <a:pt x="2922" y="4503"/>
                  </a:cubicBezTo>
                  <a:cubicBezTo>
                    <a:pt x="2944" y="4503"/>
                    <a:pt x="2967" y="4493"/>
                    <a:pt x="2977" y="4481"/>
                  </a:cubicBezTo>
                  <a:cubicBezTo>
                    <a:pt x="2989" y="4459"/>
                    <a:pt x="2999" y="4426"/>
                    <a:pt x="2999" y="4404"/>
                  </a:cubicBezTo>
                  <a:cubicBezTo>
                    <a:pt x="2999" y="3548"/>
                    <a:pt x="2744" y="2726"/>
                    <a:pt x="2567" y="1882"/>
                  </a:cubicBezTo>
                  <a:cubicBezTo>
                    <a:pt x="2488" y="1538"/>
                    <a:pt x="2411" y="1182"/>
                    <a:pt x="2311" y="837"/>
                  </a:cubicBezTo>
                  <a:cubicBezTo>
                    <a:pt x="2200" y="494"/>
                    <a:pt x="2044" y="60"/>
                    <a:pt x="1634" y="5"/>
                  </a:cubicBezTo>
                  <a:cubicBezTo>
                    <a:pt x="1611" y="2"/>
                    <a:pt x="1588" y="1"/>
                    <a:pt x="15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296;p62">
              <a:extLst>
                <a:ext uri="{FF2B5EF4-FFF2-40B4-BE49-F238E27FC236}">
                  <a16:creationId xmlns:a16="http://schemas.microsoft.com/office/drawing/2014/main" id="{8DEF8A15-CE50-7106-3EE8-30032BCB9D10}"/>
                </a:ext>
              </a:extLst>
            </p:cNvPr>
            <p:cNvSpPr/>
            <p:nvPr/>
          </p:nvSpPr>
          <p:spPr>
            <a:xfrm>
              <a:off x="3053750" y="4383550"/>
              <a:ext cx="2800" cy="36975"/>
            </a:xfrm>
            <a:custGeom>
              <a:avLst/>
              <a:gdLst/>
              <a:ahLst/>
              <a:cxnLst/>
              <a:rect l="l" t="t" r="r" b="b"/>
              <a:pathLst>
                <a:path w="112" h="1479" extrusionOk="0">
                  <a:moveTo>
                    <a:pt x="56" y="1"/>
                  </a:moveTo>
                  <a:cubicBezTo>
                    <a:pt x="11" y="245"/>
                    <a:pt x="1" y="489"/>
                    <a:pt x="1" y="745"/>
                  </a:cubicBezTo>
                  <a:cubicBezTo>
                    <a:pt x="23" y="990"/>
                    <a:pt x="45" y="1245"/>
                    <a:pt x="112" y="1478"/>
                  </a:cubicBezTo>
                  <a:lnTo>
                    <a:pt x="56" y="1"/>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297;p62">
              <a:extLst>
                <a:ext uri="{FF2B5EF4-FFF2-40B4-BE49-F238E27FC236}">
                  <a16:creationId xmlns:a16="http://schemas.microsoft.com/office/drawing/2014/main" id="{AE69635B-6EDA-9C99-2FD1-89FFD75F2CBD}"/>
                </a:ext>
              </a:extLst>
            </p:cNvPr>
            <p:cNvSpPr/>
            <p:nvPr/>
          </p:nvSpPr>
          <p:spPr>
            <a:xfrm>
              <a:off x="3072625" y="4400225"/>
              <a:ext cx="4200" cy="38075"/>
            </a:xfrm>
            <a:custGeom>
              <a:avLst/>
              <a:gdLst/>
              <a:ahLst/>
              <a:cxnLst/>
              <a:rect l="l" t="t" r="r" b="b"/>
              <a:pathLst>
                <a:path w="168" h="1523" extrusionOk="0">
                  <a:moveTo>
                    <a:pt x="12" y="0"/>
                  </a:moveTo>
                  <a:lnTo>
                    <a:pt x="12" y="0"/>
                  </a:lnTo>
                  <a:cubicBezTo>
                    <a:pt x="1" y="256"/>
                    <a:pt x="23" y="511"/>
                    <a:pt x="45" y="767"/>
                  </a:cubicBezTo>
                  <a:cubicBezTo>
                    <a:pt x="78" y="1022"/>
                    <a:pt x="101" y="1278"/>
                    <a:pt x="156" y="1522"/>
                  </a:cubicBezTo>
                  <a:cubicBezTo>
                    <a:pt x="167" y="1266"/>
                    <a:pt x="145" y="1011"/>
                    <a:pt x="123" y="755"/>
                  </a:cubicBezTo>
                  <a:cubicBezTo>
                    <a:pt x="90" y="500"/>
                    <a:pt x="68" y="244"/>
                    <a:pt x="1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298;p62">
              <a:extLst>
                <a:ext uri="{FF2B5EF4-FFF2-40B4-BE49-F238E27FC236}">
                  <a16:creationId xmlns:a16="http://schemas.microsoft.com/office/drawing/2014/main" id="{5A1819B1-A8EB-E858-D760-D0C096AA72BD}"/>
                </a:ext>
              </a:extLst>
            </p:cNvPr>
            <p:cNvSpPr/>
            <p:nvPr/>
          </p:nvSpPr>
          <p:spPr>
            <a:xfrm>
              <a:off x="3088450" y="4398275"/>
              <a:ext cx="3925" cy="38350"/>
            </a:xfrm>
            <a:custGeom>
              <a:avLst/>
              <a:gdLst/>
              <a:ahLst/>
              <a:cxnLst/>
              <a:rect l="l" t="t" r="r" b="b"/>
              <a:pathLst>
                <a:path w="157" h="1534" extrusionOk="0">
                  <a:moveTo>
                    <a:pt x="1" y="1"/>
                  </a:moveTo>
                  <a:cubicBezTo>
                    <a:pt x="1" y="256"/>
                    <a:pt x="23" y="512"/>
                    <a:pt x="45" y="767"/>
                  </a:cubicBezTo>
                  <a:cubicBezTo>
                    <a:pt x="67" y="1023"/>
                    <a:pt x="101" y="1278"/>
                    <a:pt x="156" y="1534"/>
                  </a:cubicBezTo>
                  <a:cubicBezTo>
                    <a:pt x="156" y="1278"/>
                    <a:pt x="134" y="1023"/>
                    <a:pt x="112" y="767"/>
                  </a:cubicBezTo>
                  <a:cubicBezTo>
                    <a:pt x="90" y="512"/>
                    <a:pt x="57" y="256"/>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299;p62">
              <a:extLst>
                <a:ext uri="{FF2B5EF4-FFF2-40B4-BE49-F238E27FC236}">
                  <a16:creationId xmlns:a16="http://schemas.microsoft.com/office/drawing/2014/main" id="{9E8E9AAE-1AD3-22DB-9066-F2CF6D2C2735}"/>
                </a:ext>
              </a:extLst>
            </p:cNvPr>
            <p:cNvSpPr/>
            <p:nvPr/>
          </p:nvSpPr>
          <p:spPr>
            <a:xfrm>
              <a:off x="3101775" y="4398825"/>
              <a:ext cx="4225" cy="38075"/>
            </a:xfrm>
            <a:custGeom>
              <a:avLst/>
              <a:gdLst/>
              <a:ahLst/>
              <a:cxnLst/>
              <a:rect l="l" t="t" r="r" b="b"/>
              <a:pathLst>
                <a:path w="169" h="1523" extrusionOk="0">
                  <a:moveTo>
                    <a:pt x="13" y="1"/>
                  </a:moveTo>
                  <a:lnTo>
                    <a:pt x="13" y="1"/>
                  </a:lnTo>
                  <a:cubicBezTo>
                    <a:pt x="1" y="256"/>
                    <a:pt x="35" y="512"/>
                    <a:pt x="45" y="767"/>
                  </a:cubicBezTo>
                  <a:cubicBezTo>
                    <a:pt x="79" y="1023"/>
                    <a:pt x="112" y="1278"/>
                    <a:pt x="168" y="1522"/>
                  </a:cubicBezTo>
                  <a:cubicBezTo>
                    <a:pt x="168" y="1267"/>
                    <a:pt x="146" y="1011"/>
                    <a:pt x="124" y="756"/>
                  </a:cubicBezTo>
                  <a:cubicBezTo>
                    <a:pt x="101" y="500"/>
                    <a:pt x="68" y="256"/>
                    <a:pt x="13"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300;p62">
              <a:extLst>
                <a:ext uri="{FF2B5EF4-FFF2-40B4-BE49-F238E27FC236}">
                  <a16:creationId xmlns:a16="http://schemas.microsoft.com/office/drawing/2014/main" id="{35703865-9846-F1AC-DA98-90271897D1D5}"/>
                </a:ext>
              </a:extLst>
            </p:cNvPr>
            <p:cNvSpPr/>
            <p:nvPr/>
          </p:nvSpPr>
          <p:spPr>
            <a:xfrm>
              <a:off x="2926550" y="4047250"/>
              <a:ext cx="183600" cy="314100"/>
            </a:xfrm>
            <a:custGeom>
              <a:avLst/>
              <a:gdLst/>
              <a:ahLst/>
              <a:cxnLst/>
              <a:rect l="l" t="t" r="r" b="b"/>
              <a:pathLst>
                <a:path w="7344" h="12564" extrusionOk="0">
                  <a:moveTo>
                    <a:pt x="731" y="0"/>
                  </a:moveTo>
                  <a:cubicBezTo>
                    <a:pt x="728" y="0"/>
                    <a:pt x="725" y="0"/>
                    <a:pt x="722" y="0"/>
                  </a:cubicBezTo>
                  <a:cubicBezTo>
                    <a:pt x="1" y="0"/>
                    <a:pt x="534" y="944"/>
                    <a:pt x="745" y="1188"/>
                  </a:cubicBezTo>
                  <a:cubicBezTo>
                    <a:pt x="1578" y="2155"/>
                    <a:pt x="2344" y="3177"/>
                    <a:pt x="3045" y="4244"/>
                  </a:cubicBezTo>
                  <a:cubicBezTo>
                    <a:pt x="2978" y="3943"/>
                    <a:pt x="2922" y="3644"/>
                    <a:pt x="2855" y="3333"/>
                  </a:cubicBezTo>
                  <a:lnTo>
                    <a:pt x="2855" y="3333"/>
                  </a:lnTo>
                  <a:cubicBezTo>
                    <a:pt x="3311" y="3910"/>
                    <a:pt x="3766" y="4477"/>
                    <a:pt x="4222" y="5054"/>
                  </a:cubicBezTo>
                  <a:cubicBezTo>
                    <a:pt x="4355" y="5210"/>
                    <a:pt x="4489" y="5377"/>
                    <a:pt x="4555" y="5577"/>
                  </a:cubicBezTo>
                  <a:cubicBezTo>
                    <a:pt x="4610" y="5755"/>
                    <a:pt x="4610" y="5954"/>
                    <a:pt x="4600" y="6143"/>
                  </a:cubicBezTo>
                  <a:cubicBezTo>
                    <a:pt x="4588" y="6765"/>
                    <a:pt x="4588" y="7399"/>
                    <a:pt x="4578" y="8021"/>
                  </a:cubicBezTo>
                  <a:lnTo>
                    <a:pt x="4810" y="7587"/>
                  </a:lnTo>
                  <a:cubicBezTo>
                    <a:pt x="4822" y="8987"/>
                    <a:pt x="4833" y="10386"/>
                    <a:pt x="4844" y="11798"/>
                  </a:cubicBezTo>
                  <a:cubicBezTo>
                    <a:pt x="5111" y="11631"/>
                    <a:pt x="5321" y="11408"/>
                    <a:pt x="5466" y="11131"/>
                  </a:cubicBezTo>
                  <a:cubicBezTo>
                    <a:pt x="5477" y="11531"/>
                    <a:pt x="5499" y="11919"/>
                    <a:pt x="5511" y="12319"/>
                  </a:cubicBezTo>
                  <a:cubicBezTo>
                    <a:pt x="5733" y="12119"/>
                    <a:pt x="5933" y="11909"/>
                    <a:pt x="6099" y="11664"/>
                  </a:cubicBezTo>
                  <a:cubicBezTo>
                    <a:pt x="6222" y="11808"/>
                    <a:pt x="6321" y="11964"/>
                    <a:pt x="6388" y="12142"/>
                  </a:cubicBezTo>
                  <a:cubicBezTo>
                    <a:pt x="6477" y="11975"/>
                    <a:pt x="6555" y="11798"/>
                    <a:pt x="6588" y="11608"/>
                  </a:cubicBezTo>
                  <a:cubicBezTo>
                    <a:pt x="6755" y="11808"/>
                    <a:pt x="7188" y="12364"/>
                    <a:pt x="7343" y="12564"/>
                  </a:cubicBezTo>
                  <a:cubicBezTo>
                    <a:pt x="7210" y="10386"/>
                    <a:pt x="6388" y="7432"/>
                    <a:pt x="5988" y="5410"/>
                  </a:cubicBezTo>
                  <a:lnTo>
                    <a:pt x="5988" y="5410"/>
                  </a:lnTo>
                  <a:cubicBezTo>
                    <a:pt x="6082" y="5482"/>
                    <a:pt x="6205" y="5517"/>
                    <a:pt x="6328" y="5517"/>
                  </a:cubicBezTo>
                  <a:cubicBezTo>
                    <a:pt x="6394" y="5517"/>
                    <a:pt x="6459" y="5507"/>
                    <a:pt x="6521" y="5488"/>
                  </a:cubicBezTo>
                  <a:cubicBezTo>
                    <a:pt x="5055" y="3832"/>
                    <a:pt x="3400" y="2622"/>
                    <a:pt x="1911" y="988"/>
                  </a:cubicBezTo>
                  <a:cubicBezTo>
                    <a:pt x="1669" y="735"/>
                    <a:pt x="1120" y="0"/>
                    <a:pt x="73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301;p62">
              <a:extLst>
                <a:ext uri="{FF2B5EF4-FFF2-40B4-BE49-F238E27FC236}">
                  <a16:creationId xmlns:a16="http://schemas.microsoft.com/office/drawing/2014/main" id="{D963E120-A731-28B1-D43D-1056144DA579}"/>
                </a:ext>
              </a:extLst>
            </p:cNvPr>
            <p:cNvSpPr/>
            <p:nvPr/>
          </p:nvSpPr>
          <p:spPr>
            <a:xfrm>
              <a:off x="3046250" y="4236650"/>
              <a:ext cx="66400" cy="129150"/>
            </a:xfrm>
            <a:custGeom>
              <a:avLst/>
              <a:gdLst/>
              <a:ahLst/>
              <a:cxnLst/>
              <a:rect l="l" t="t" r="r" b="b"/>
              <a:pathLst>
                <a:path w="2656" h="5166" extrusionOk="0">
                  <a:moveTo>
                    <a:pt x="34" y="0"/>
                  </a:moveTo>
                  <a:cubicBezTo>
                    <a:pt x="22" y="700"/>
                    <a:pt x="12" y="1411"/>
                    <a:pt x="12" y="2111"/>
                  </a:cubicBezTo>
                  <a:cubicBezTo>
                    <a:pt x="12" y="2810"/>
                    <a:pt x="0" y="3511"/>
                    <a:pt x="12" y="4210"/>
                  </a:cubicBezTo>
                  <a:lnTo>
                    <a:pt x="12" y="4333"/>
                  </a:lnTo>
                  <a:lnTo>
                    <a:pt x="123" y="4277"/>
                  </a:lnTo>
                  <a:cubicBezTo>
                    <a:pt x="320" y="4154"/>
                    <a:pt x="492" y="3989"/>
                    <a:pt x="631" y="3799"/>
                  </a:cubicBezTo>
                  <a:lnTo>
                    <a:pt x="631" y="3799"/>
                  </a:lnTo>
                  <a:lnTo>
                    <a:pt x="667" y="4743"/>
                  </a:lnTo>
                  <a:lnTo>
                    <a:pt x="667" y="4910"/>
                  </a:lnTo>
                  <a:lnTo>
                    <a:pt x="789" y="4799"/>
                  </a:lnTo>
                  <a:cubicBezTo>
                    <a:pt x="997" y="4621"/>
                    <a:pt x="1178" y="4426"/>
                    <a:pt x="1341" y="4213"/>
                  </a:cubicBezTo>
                  <a:lnTo>
                    <a:pt x="1341" y="4213"/>
                  </a:lnTo>
                  <a:cubicBezTo>
                    <a:pt x="1431" y="4322"/>
                    <a:pt x="1501" y="4450"/>
                    <a:pt x="1555" y="4577"/>
                  </a:cubicBezTo>
                  <a:lnTo>
                    <a:pt x="1611" y="4721"/>
                  </a:lnTo>
                  <a:lnTo>
                    <a:pt x="1678" y="4588"/>
                  </a:lnTo>
                  <a:cubicBezTo>
                    <a:pt x="1755" y="4459"/>
                    <a:pt x="1813" y="4323"/>
                    <a:pt x="1855" y="4175"/>
                  </a:cubicBezTo>
                  <a:lnTo>
                    <a:pt x="1855" y="4175"/>
                  </a:lnTo>
                  <a:cubicBezTo>
                    <a:pt x="2076" y="4454"/>
                    <a:pt x="2305" y="4732"/>
                    <a:pt x="2533" y="5010"/>
                  </a:cubicBezTo>
                  <a:lnTo>
                    <a:pt x="2656" y="5166"/>
                  </a:lnTo>
                  <a:lnTo>
                    <a:pt x="2633" y="4977"/>
                  </a:lnTo>
                  <a:cubicBezTo>
                    <a:pt x="2577" y="4543"/>
                    <a:pt x="2522" y="4111"/>
                    <a:pt x="2444" y="3677"/>
                  </a:cubicBezTo>
                  <a:cubicBezTo>
                    <a:pt x="2377" y="3244"/>
                    <a:pt x="2300" y="2810"/>
                    <a:pt x="2189" y="2388"/>
                  </a:cubicBezTo>
                  <a:lnTo>
                    <a:pt x="2189" y="2388"/>
                  </a:lnTo>
                  <a:cubicBezTo>
                    <a:pt x="2266" y="2822"/>
                    <a:pt x="2333" y="3255"/>
                    <a:pt x="2377" y="3689"/>
                  </a:cubicBezTo>
                  <a:cubicBezTo>
                    <a:pt x="2425" y="4054"/>
                    <a:pt x="2464" y="4420"/>
                    <a:pt x="2502" y="4786"/>
                  </a:cubicBezTo>
                  <a:lnTo>
                    <a:pt x="2502" y="4786"/>
                  </a:lnTo>
                  <a:cubicBezTo>
                    <a:pt x="2297" y="4519"/>
                    <a:pt x="2091" y="4258"/>
                    <a:pt x="1878" y="3988"/>
                  </a:cubicBezTo>
                  <a:lnTo>
                    <a:pt x="1789" y="3877"/>
                  </a:lnTo>
                  <a:lnTo>
                    <a:pt x="1755" y="4022"/>
                  </a:lnTo>
                  <a:cubicBezTo>
                    <a:pt x="1732" y="4150"/>
                    <a:pt x="1684" y="4272"/>
                    <a:pt x="1626" y="4389"/>
                  </a:cubicBezTo>
                  <a:lnTo>
                    <a:pt x="1626" y="4389"/>
                  </a:lnTo>
                  <a:cubicBezTo>
                    <a:pt x="1565" y="4265"/>
                    <a:pt x="1486" y="4148"/>
                    <a:pt x="1389" y="4044"/>
                  </a:cubicBezTo>
                  <a:lnTo>
                    <a:pt x="1333" y="3977"/>
                  </a:lnTo>
                  <a:lnTo>
                    <a:pt x="1278" y="4044"/>
                  </a:lnTo>
                  <a:cubicBezTo>
                    <a:pt x="1135" y="4232"/>
                    <a:pt x="984" y="4406"/>
                    <a:pt x="814" y="4565"/>
                  </a:cubicBezTo>
                  <a:lnTo>
                    <a:pt x="814" y="4565"/>
                  </a:lnTo>
                  <a:lnTo>
                    <a:pt x="767" y="3555"/>
                  </a:lnTo>
                  <a:lnTo>
                    <a:pt x="756" y="3277"/>
                  </a:lnTo>
                  <a:lnTo>
                    <a:pt x="634" y="3521"/>
                  </a:lnTo>
                  <a:cubicBezTo>
                    <a:pt x="521" y="3738"/>
                    <a:pt x="351" y="3931"/>
                    <a:pt x="154" y="4080"/>
                  </a:cubicBezTo>
                  <a:lnTo>
                    <a:pt x="154" y="4080"/>
                  </a:lnTo>
                  <a:cubicBezTo>
                    <a:pt x="142" y="3424"/>
                    <a:pt x="122" y="2767"/>
                    <a:pt x="111" y="2111"/>
                  </a:cubicBezTo>
                  <a:cubicBezTo>
                    <a:pt x="89" y="1411"/>
                    <a:pt x="67" y="7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302;p62">
              <a:extLst>
                <a:ext uri="{FF2B5EF4-FFF2-40B4-BE49-F238E27FC236}">
                  <a16:creationId xmlns:a16="http://schemas.microsoft.com/office/drawing/2014/main" id="{1C0B0D0B-61D7-45D6-0C2D-5CD794A119DB}"/>
                </a:ext>
              </a:extLst>
            </p:cNvPr>
            <p:cNvSpPr/>
            <p:nvPr/>
          </p:nvSpPr>
          <p:spPr>
            <a:xfrm>
              <a:off x="2694925" y="3918950"/>
              <a:ext cx="43625" cy="103325"/>
            </a:xfrm>
            <a:custGeom>
              <a:avLst/>
              <a:gdLst/>
              <a:ahLst/>
              <a:cxnLst/>
              <a:rect l="l" t="t" r="r" b="b"/>
              <a:pathLst>
                <a:path w="1745" h="4133" extrusionOk="0">
                  <a:moveTo>
                    <a:pt x="576" y="0"/>
                  </a:moveTo>
                  <a:cubicBezTo>
                    <a:pt x="411" y="0"/>
                    <a:pt x="262" y="81"/>
                    <a:pt x="179" y="289"/>
                  </a:cubicBezTo>
                  <a:cubicBezTo>
                    <a:pt x="1" y="721"/>
                    <a:pt x="379" y="1477"/>
                    <a:pt x="500" y="1899"/>
                  </a:cubicBezTo>
                  <a:lnTo>
                    <a:pt x="1001" y="3666"/>
                  </a:lnTo>
                  <a:cubicBezTo>
                    <a:pt x="1067" y="3876"/>
                    <a:pt x="1179" y="4121"/>
                    <a:pt x="1389" y="4132"/>
                  </a:cubicBezTo>
                  <a:cubicBezTo>
                    <a:pt x="1534" y="4132"/>
                    <a:pt x="1656" y="4010"/>
                    <a:pt x="1700" y="3876"/>
                  </a:cubicBezTo>
                  <a:cubicBezTo>
                    <a:pt x="1745" y="3743"/>
                    <a:pt x="1734" y="3599"/>
                    <a:pt x="1722" y="3454"/>
                  </a:cubicBezTo>
                  <a:cubicBezTo>
                    <a:pt x="1656" y="2743"/>
                    <a:pt x="1601" y="2032"/>
                    <a:pt x="1534" y="1321"/>
                  </a:cubicBezTo>
                  <a:cubicBezTo>
                    <a:pt x="1500" y="877"/>
                    <a:pt x="1411" y="433"/>
                    <a:pt x="1011" y="155"/>
                  </a:cubicBezTo>
                  <a:cubicBezTo>
                    <a:pt x="877" y="62"/>
                    <a:pt x="720" y="0"/>
                    <a:pt x="576"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303;p62">
              <a:extLst>
                <a:ext uri="{FF2B5EF4-FFF2-40B4-BE49-F238E27FC236}">
                  <a16:creationId xmlns:a16="http://schemas.microsoft.com/office/drawing/2014/main" id="{A7690CA5-28B5-5916-2B6E-373B965E9695}"/>
                </a:ext>
              </a:extLst>
            </p:cNvPr>
            <p:cNvSpPr/>
            <p:nvPr/>
          </p:nvSpPr>
          <p:spPr>
            <a:xfrm>
              <a:off x="2725475" y="4032525"/>
              <a:ext cx="27800" cy="28375"/>
            </a:xfrm>
            <a:custGeom>
              <a:avLst/>
              <a:gdLst/>
              <a:ahLst/>
              <a:cxnLst/>
              <a:rect l="l" t="t" r="r" b="b"/>
              <a:pathLst>
                <a:path w="1112" h="1135" extrusionOk="0">
                  <a:moveTo>
                    <a:pt x="449" y="1"/>
                  </a:moveTo>
                  <a:cubicBezTo>
                    <a:pt x="300" y="1"/>
                    <a:pt x="159" y="67"/>
                    <a:pt x="68" y="234"/>
                  </a:cubicBezTo>
                  <a:cubicBezTo>
                    <a:pt x="1" y="367"/>
                    <a:pt x="1" y="522"/>
                    <a:pt x="1" y="666"/>
                  </a:cubicBezTo>
                  <a:cubicBezTo>
                    <a:pt x="12" y="778"/>
                    <a:pt x="23" y="911"/>
                    <a:pt x="100" y="1000"/>
                  </a:cubicBezTo>
                  <a:cubicBezTo>
                    <a:pt x="167" y="1078"/>
                    <a:pt x="278" y="1122"/>
                    <a:pt x="379" y="1133"/>
                  </a:cubicBezTo>
                  <a:cubicBezTo>
                    <a:pt x="393" y="1134"/>
                    <a:pt x="408" y="1135"/>
                    <a:pt x="423" y="1135"/>
                  </a:cubicBezTo>
                  <a:cubicBezTo>
                    <a:pt x="698" y="1135"/>
                    <a:pt x="982" y="941"/>
                    <a:pt x="1045" y="666"/>
                  </a:cubicBezTo>
                  <a:cubicBezTo>
                    <a:pt x="1112" y="367"/>
                    <a:pt x="867" y="111"/>
                    <a:pt x="601" y="22"/>
                  </a:cubicBezTo>
                  <a:cubicBezTo>
                    <a:pt x="550" y="8"/>
                    <a:pt x="499"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304;p62">
              <a:extLst>
                <a:ext uri="{FF2B5EF4-FFF2-40B4-BE49-F238E27FC236}">
                  <a16:creationId xmlns:a16="http://schemas.microsoft.com/office/drawing/2014/main" id="{D4C6CC2F-891D-02E3-0537-AB47433607A9}"/>
                </a:ext>
              </a:extLst>
            </p:cNvPr>
            <p:cNvSpPr/>
            <p:nvPr/>
          </p:nvSpPr>
          <p:spPr>
            <a:xfrm>
              <a:off x="2809350" y="3954450"/>
              <a:ext cx="121950" cy="106475"/>
            </a:xfrm>
            <a:custGeom>
              <a:avLst/>
              <a:gdLst/>
              <a:ahLst/>
              <a:cxnLst/>
              <a:rect l="l" t="t" r="r" b="b"/>
              <a:pathLst>
                <a:path w="4878" h="4259" extrusionOk="0">
                  <a:moveTo>
                    <a:pt x="2663" y="0"/>
                  </a:moveTo>
                  <a:cubicBezTo>
                    <a:pt x="2601" y="0"/>
                    <a:pt x="2539" y="4"/>
                    <a:pt x="2478" y="12"/>
                  </a:cubicBezTo>
                  <a:cubicBezTo>
                    <a:pt x="2289" y="35"/>
                    <a:pt x="2111" y="101"/>
                    <a:pt x="1967" y="212"/>
                  </a:cubicBezTo>
                  <a:cubicBezTo>
                    <a:pt x="1878" y="291"/>
                    <a:pt x="1823" y="590"/>
                    <a:pt x="1734" y="624"/>
                  </a:cubicBezTo>
                  <a:cubicBezTo>
                    <a:pt x="1718" y="632"/>
                    <a:pt x="1704" y="635"/>
                    <a:pt x="1690" y="635"/>
                  </a:cubicBezTo>
                  <a:cubicBezTo>
                    <a:pt x="1604" y="635"/>
                    <a:pt x="1544" y="504"/>
                    <a:pt x="1467" y="446"/>
                  </a:cubicBezTo>
                  <a:cubicBezTo>
                    <a:pt x="1354" y="363"/>
                    <a:pt x="1212" y="318"/>
                    <a:pt x="1074" y="318"/>
                  </a:cubicBezTo>
                  <a:cubicBezTo>
                    <a:pt x="954" y="318"/>
                    <a:pt x="838" y="352"/>
                    <a:pt x="745" y="424"/>
                  </a:cubicBezTo>
                  <a:cubicBezTo>
                    <a:pt x="545" y="568"/>
                    <a:pt x="456" y="824"/>
                    <a:pt x="389" y="1057"/>
                  </a:cubicBezTo>
                  <a:cubicBezTo>
                    <a:pt x="223" y="1646"/>
                    <a:pt x="100" y="2246"/>
                    <a:pt x="34" y="2846"/>
                  </a:cubicBezTo>
                  <a:cubicBezTo>
                    <a:pt x="1" y="3268"/>
                    <a:pt x="11" y="3757"/>
                    <a:pt x="345" y="4012"/>
                  </a:cubicBezTo>
                  <a:cubicBezTo>
                    <a:pt x="500" y="4134"/>
                    <a:pt x="722" y="4167"/>
                    <a:pt x="922" y="4201"/>
                  </a:cubicBezTo>
                  <a:cubicBezTo>
                    <a:pt x="1209" y="4237"/>
                    <a:pt x="1498" y="4258"/>
                    <a:pt x="1787" y="4258"/>
                  </a:cubicBezTo>
                  <a:cubicBezTo>
                    <a:pt x="2125" y="4258"/>
                    <a:pt x="2465" y="4228"/>
                    <a:pt x="2800" y="4157"/>
                  </a:cubicBezTo>
                  <a:cubicBezTo>
                    <a:pt x="3411" y="4023"/>
                    <a:pt x="4000" y="3745"/>
                    <a:pt x="4444" y="3312"/>
                  </a:cubicBezTo>
                  <a:cubicBezTo>
                    <a:pt x="4677" y="3079"/>
                    <a:pt x="4877" y="2779"/>
                    <a:pt x="4877" y="2446"/>
                  </a:cubicBezTo>
                  <a:cubicBezTo>
                    <a:pt x="4877" y="2224"/>
                    <a:pt x="4778" y="2024"/>
                    <a:pt x="4655" y="1824"/>
                  </a:cubicBezTo>
                  <a:cubicBezTo>
                    <a:pt x="4555" y="1668"/>
                    <a:pt x="4433" y="1513"/>
                    <a:pt x="4333" y="1357"/>
                  </a:cubicBezTo>
                  <a:cubicBezTo>
                    <a:pt x="4166" y="1090"/>
                    <a:pt x="4044" y="790"/>
                    <a:pt x="3844" y="546"/>
                  </a:cubicBezTo>
                  <a:cubicBezTo>
                    <a:pt x="3552" y="205"/>
                    <a:pt x="3106" y="0"/>
                    <a:pt x="26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305;p62">
              <a:extLst>
                <a:ext uri="{FF2B5EF4-FFF2-40B4-BE49-F238E27FC236}">
                  <a16:creationId xmlns:a16="http://schemas.microsoft.com/office/drawing/2014/main" id="{44482787-DBD1-10A1-CE89-0DFB9427BA74}"/>
                </a:ext>
              </a:extLst>
            </p:cNvPr>
            <p:cNvSpPr/>
            <p:nvPr/>
          </p:nvSpPr>
          <p:spPr>
            <a:xfrm>
              <a:off x="2872125" y="4024675"/>
              <a:ext cx="12250" cy="9925"/>
            </a:xfrm>
            <a:custGeom>
              <a:avLst/>
              <a:gdLst/>
              <a:ahLst/>
              <a:cxnLst/>
              <a:rect l="l" t="t" r="r" b="b"/>
              <a:pathLst>
                <a:path w="490" h="397" extrusionOk="0">
                  <a:moveTo>
                    <a:pt x="334" y="0"/>
                  </a:moveTo>
                  <a:cubicBezTo>
                    <a:pt x="314" y="0"/>
                    <a:pt x="291" y="8"/>
                    <a:pt x="267" y="25"/>
                  </a:cubicBezTo>
                  <a:cubicBezTo>
                    <a:pt x="189" y="81"/>
                    <a:pt x="100" y="148"/>
                    <a:pt x="33" y="214"/>
                  </a:cubicBezTo>
                  <a:cubicBezTo>
                    <a:pt x="11" y="225"/>
                    <a:pt x="0" y="247"/>
                    <a:pt x="0" y="281"/>
                  </a:cubicBezTo>
                  <a:cubicBezTo>
                    <a:pt x="0" y="292"/>
                    <a:pt x="11" y="303"/>
                    <a:pt x="11" y="314"/>
                  </a:cubicBezTo>
                  <a:cubicBezTo>
                    <a:pt x="45" y="348"/>
                    <a:pt x="67" y="381"/>
                    <a:pt x="111" y="392"/>
                  </a:cubicBezTo>
                  <a:cubicBezTo>
                    <a:pt x="121" y="395"/>
                    <a:pt x="131" y="397"/>
                    <a:pt x="140" y="397"/>
                  </a:cubicBezTo>
                  <a:cubicBezTo>
                    <a:pt x="164" y="397"/>
                    <a:pt x="188" y="389"/>
                    <a:pt x="211" y="381"/>
                  </a:cubicBezTo>
                  <a:cubicBezTo>
                    <a:pt x="311" y="336"/>
                    <a:pt x="400" y="281"/>
                    <a:pt x="467" y="203"/>
                  </a:cubicBezTo>
                  <a:cubicBezTo>
                    <a:pt x="478" y="181"/>
                    <a:pt x="489" y="170"/>
                    <a:pt x="489" y="148"/>
                  </a:cubicBezTo>
                  <a:cubicBezTo>
                    <a:pt x="489" y="126"/>
                    <a:pt x="478" y="103"/>
                    <a:pt x="455" y="81"/>
                  </a:cubicBezTo>
                  <a:cubicBezTo>
                    <a:pt x="418" y="35"/>
                    <a:pt x="380" y="0"/>
                    <a:pt x="334"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2306;p62">
              <a:extLst>
                <a:ext uri="{FF2B5EF4-FFF2-40B4-BE49-F238E27FC236}">
                  <a16:creationId xmlns:a16="http://schemas.microsoft.com/office/drawing/2014/main" id="{3EB1D229-04D6-EB33-D125-B3E665E95863}"/>
                </a:ext>
              </a:extLst>
            </p:cNvPr>
            <p:cNvSpPr/>
            <p:nvPr/>
          </p:nvSpPr>
          <p:spPr>
            <a:xfrm>
              <a:off x="2877950" y="3992800"/>
              <a:ext cx="28625" cy="19075"/>
            </a:xfrm>
            <a:custGeom>
              <a:avLst/>
              <a:gdLst/>
              <a:ahLst/>
              <a:cxnLst/>
              <a:rect l="l" t="t" r="r" b="b"/>
              <a:pathLst>
                <a:path w="1145" h="763" extrusionOk="0">
                  <a:moveTo>
                    <a:pt x="978" y="1"/>
                  </a:moveTo>
                  <a:cubicBezTo>
                    <a:pt x="656" y="45"/>
                    <a:pt x="323" y="156"/>
                    <a:pt x="0" y="201"/>
                  </a:cubicBezTo>
                  <a:cubicBezTo>
                    <a:pt x="89" y="423"/>
                    <a:pt x="200" y="656"/>
                    <a:pt x="412" y="734"/>
                  </a:cubicBezTo>
                  <a:cubicBezTo>
                    <a:pt x="465" y="753"/>
                    <a:pt x="522" y="762"/>
                    <a:pt x="580" y="762"/>
                  </a:cubicBezTo>
                  <a:cubicBezTo>
                    <a:pt x="655" y="762"/>
                    <a:pt x="731" y="748"/>
                    <a:pt x="800" y="722"/>
                  </a:cubicBezTo>
                  <a:cubicBezTo>
                    <a:pt x="867" y="700"/>
                    <a:pt x="933" y="667"/>
                    <a:pt x="978" y="611"/>
                  </a:cubicBezTo>
                  <a:cubicBezTo>
                    <a:pt x="1100" y="467"/>
                    <a:pt x="1145" y="112"/>
                    <a:pt x="9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2307;p62">
              <a:extLst>
                <a:ext uri="{FF2B5EF4-FFF2-40B4-BE49-F238E27FC236}">
                  <a16:creationId xmlns:a16="http://schemas.microsoft.com/office/drawing/2014/main" id="{F87138F0-8D4E-42C4-D314-4E5E56E5FB10}"/>
                </a:ext>
              </a:extLst>
            </p:cNvPr>
            <p:cNvSpPr/>
            <p:nvPr/>
          </p:nvSpPr>
          <p:spPr>
            <a:xfrm>
              <a:off x="2826575" y="4001400"/>
              <a:ext cx="20025" cy="13925"/>
            </a:xfrm>
            <a:custGeom>
              <a:avLst/>
              <a:gdLst/>
              <a:ahLst/>
              <a:cxnLst/>
              <a:rect l="l" t="t" r="r" b="b"/>
              <a:pathLst>
                <a:path w="801" h="557" extrusionOk="0">
                  <a:moveTo>
                    <a:pt x="800" y="1"/>
                  </a:moveTo>
                  <a:cubicBezTo>
                    <a:pt x="567" y="45"/>
                    <a:pt x="312" y="57"/>
                    <a:pt x="89" y="112"/>
                  </a:cubicBezTo>
                  <a:cubicBezTo>
                    <a:pt x="1" y="234"/>
                    <a:pt x="122" y="457"/>
                    <a:pt x="245" y="523"/>
                  </a:cubicBezTo>
                  <a:cubicBezTo>
                    <a:pt x="289" y="546"/>
                    <a:pt x="344" y="556"/>
                    <a:pt x="389" y="556"/>
                  </a:cubicBezTo>
                  <a:cubicBezTo>
                    <a:pt x="489" y="556"/>
                    <a:pt x="589" y="523"/>
                    <a:pt x="667" y="467"/>
                  </a:cubicBezTo>
                  <a:cubicBezTo>
                    <a:pt x="789" y="356"/>
                    <a:pt x="800" y="168"/>
                    <a:pt x="80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08;p62">
              <a:extLst>
                <a:ext uri="{FF2B5EF4-FFF2-40B4-BE49-F238E27FC236}">
                  <a16:creationId xmlns:a16="http://schemas.microsoft.com/office/drawing/2014/main" id="{8B9A232A-B84F-27D8-C559-DC9C03D0C265}"/>
                </a:ext>
              </a:extLst>
            </p:cNvPr>
            <p:cNvSpPr/>
            <p:nvPr/>
          </p:nvSpPr>
          <p:spPr>
            <a:xfrm>
              <a:off x="2822125" y="3981700"/>
              <a:ext cx="30850" cy="17800"/>
            </a:xfrm>
            <a:custGeom>
              <a:avLst/>
              <a:gdLst/>
              <a:ahLst/>
              <a:cxnLst/>
              <a:rect l="l" t="t" r="r" b="b"/>
              <a:pathLst>
                <a:path w="1234" h="712" extrusionOk="0">
                  <a:moveTo>
                    <a:pt x="1112" y="0"/>
                  </a:moveTo>
                  <a:cubicBezTo>
                    <a:pt x="945" y="11"/>
                    <a:pt x="778" y="78"/>
                    <a:pt x="634" y="144"/>
                  </a:cubicBezTo>
                  <a:cubicBezTo>
                    <a:pt x="389" y="256"/>
                    <a:pt x="179" y="423"/>
                    <a:pt x="1" y="633"/>
                  </a:cubicBezTo>
                  <a:cubicBezTo>
                    <a:pt x="11" y="667"/>
                    <a:pt x="34" y="689"/>
                    <a:pt x="45" y="711"/>
                  </a:cubicBezTo>
                  <a:cubicBezTo>
                    <a:pt x="367" y="522"/>
                    <a:pt x="767" y="478"/>
                    <a:pt x="1145" y="423"/>
                  </a:cubicBezTo>
                  <a:cubicBezTo>
                    <a:pt x="1178" y="423"/>
                    <a:pt x="1211" y="411"/>
                    <a:pt x="1233" y="400"/>
                  </a:cubicBezTo>
                  <a:cubicBezTo>
                    <a:pt x="1189" y="267"/>
                    <a:pt x="1156" y="134"/>
                    <a:pt x="11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09;p62">
              <a:extLst>
                <a:ext uri="{FF2B5EF4-FFF2-40B4-BE49-F238E27FC236}">
                  <a16:creationId xmlns:a16="http://schemas.microsoft.com/office/drawing/2014/main" id="{1597B8AF-18CB-D21A-98E4-63AE727A8B9B}"/>
                </a:ext>
              </a:extLst>
            </p:cNvPr>
            <p:cNvSpPr/>
            <p:nvPr/>
          </p:nvSpPr>
          <p:spPr>
            <a:xfrm>
              <a:off x="2871575" y="3974850"/>
              <a:ext cx="36125" cy="12700"/>
            </a:xfrm>
            <a:custGeom>
              <a:avLst/>
              <a:gdLst/>
              <a:ahLst/>
              <a:cxnLst/>
              <a:rect l="l" t="t" r="r" b="b"/>
              <a:pathLst>
                <a:path w="1445" h="508" extrusionOk="0">
                  <a:moveTo>
                    <a:pt x="161" y="1"/>
                  </a:moveTo>
                  <a:cubicBezTo>
                    <a:pt x="118" y="1"/>
                    <a:pt x="75" y="3"/>
                    <a:pt x="33" y="8"/>
                  </a:cubicBezTo>
                  <a:cubicBezTo>
                    <a:pt x="22" y="141"/>
                    <a:pt x="11" y="285"/>
                    <a:pt x="0" y="418"/>
                  </a:cubicBezTo>
                  <a:cubicBezTo>
                    <a:pt x="33" y="430"/>
                    <a:pt x="67" y="430"/>
                    <a:pt x="111" y="430"/>
                  </a:cubicBezTo>
                  <a:cubicBezTo>
                    <a:pt x="294" y="421"/>
                    <a:pt x="482" y="409"/>
                    <a:pt x="668" y="409"/>
                  </a:cubicBezTo>
                  <a:cubicBezTo>
                    <a:pt x="922" y="409"/>
                    <a:pt x="1174" y="430"/>
                    <a:pt x="1411" y="507"/>
                  </a:cubicBezTo>
                  <a:cubicBezTo>
                    <a:pt x="1422" y="474"/>
                    <a:pt x="1433" y="452"/>
                    <a:pt x="1444" y="430"/>
                  </a:cubicBezTo>
                  <a:cubicBezTo>
                    <a:pt x="1188" y="252"/>
                    <a:pt x="911" y="119"/>
                    <a:pt x="611" y="63"/>
                  </a:cubicBezTo>
                  <a:cubicBezTo>
                    <a:pt x="472" y="28"/>
                    <a:pt x="314" y="1"/>
                    <a:pt x="16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10;p62">
              <a:extLst>
                <a:ext uri="{FF2B5EF4-FFF2-40B4-BE49-F238E27FC236}">
                  <a16:creationId xmlns:a16="http://schemas.microsoft.com/office/drawing/2014/main" id="{4CC7FBE1-DEFE-FBC8-4FFC-11ED3E3D0F13}"/>
                </a:ext>
              </a:extLst>
            </p:cNvPr>
            <p:cNvSpPr/>
            <p:nvPr/>
          </p:nvSpPr>
          <p:spPr>
            <a:xfrm>
              <a:off x="2894050" y="3993925"/>
              <a:ext cx="9750" cy="9750"/>
            </a:xfrm>
            <a:custGeom>
              <a:avLst/>
              <a:gdLst/>
              <a:ahLst/>
              <a:cxnLst/>
              <a:rect l="l" t="t" r="r" b="b"/>
              <a:pathLst>
                <a:path w="390" h="390" extrusionOk="0">
                  <a:moveTo>
                    <a:pt x="190" y="0"/>
                  </a:moveTo>
                  <a:cubicBezTo>
                    <a:pt x="89" y="0"/>
                    <a:pt x="1" y="111"/>
                    <a:pt x="12" y="211"/>
                  </a:cubicBezTo>
                  <a:cubicBezTo>
                    <a:pt x="22" y="315"/>
                    <a:pt x="91" y="390"/>
                    <a:pt x="191" y="390"/>
                  </a:cubicBezTo>
                  <a:cubicBezTo>
                    <a:pt x="198" y="390"/>
                    <a:pt x="205" y="389"/>
                    <a:pt x="212" y="389"/>
                  </a:cubicBezTo>
                  <a:cubicBezTo>
                    <a:pt x="301" y="389"/>
                    <a:pt x="390" y="289"/>
                    <a:pt x="378" y="189"/>
                  </a:cubicBezTo>
                  <a:cubicBezTo>
                    <a:pt x="368" y="78"/>
                    <a:pt x="289" y="0"/>
                    <a:pt x="1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11;p62">
              <a:extLst>
                <a:ext uri="{FF2B5EF4-FFF2-40B4-BE49-F238E27FC236}">
                  <a16:creationId xmlns:a16="http://schemas.microsoft.com/office/drawing/2014/main" id="{FFCF67C8-ACA8-19AC-5C35-D64DA77591A1}"/>
                </a:ext>
              </a:extLst>
            </p:cNvPr>
            <p:cNvSpPr/>
            <p:nvPr/>
          </p:nvSpPr>
          <p:spPr>
            <a:xfrm>
              <a:off x="2836275" y="4003350"/>
              <a:ext cx="10600" cy="9325"/>
            </a:xfrm>
            <a:custGeom>
              <a:avLst/>
              <a:gdLst/>
              <a:ahLst/>
              <a:cxnLst/>
              <a:rect l="l" t="t" r="r" b="b"/>
              <a:pathLst>
                <a:path w="424" h="373" extrusionOk="0">
                  <a:moveTo>
                    <a:pt x="205" y="1"/>
                  </a:moveTo>
                  <a:cubicBezTo>
                    <a:pt x="174" y="1"/>
                    <a:pt x="142" y="8"/>
                    <a:pt x="112" y="23"/>
                  </a:cubicBezTo>
                  <a:cubicBezTo>
                    <a:pt x="35" y="78"/>
                    <a:pt x="1" y="201"/>
                    <a:pt x="57" y="278"/>
                  </a:cubicBezTo>
                  <a:cubicBezTo>
                    <a:pt x="94" y="337"/>
                    <a:pt x="155" y="372"/>
                    <a:pt x="219" y="372"/>
                  </a:cubicBezTo>
                  <a:cubicBezTo>
                    <a:pt x="250" y="372"/>
                    <a:pt x="282" y="364"/>
                    <a:pt x="312" y="345"/>
                  </a:cubicBezTo>
                  <a:cubicBezTo>
                    <a:pt x="390" y="300"/>
                    <a:pt x="423" y="179"/>
                    <a:pt x="368" y="90"/>
                  </a:cubicBezTo>
                  <a:cubicBezTo>
                    <a:pt x="331" y="31"/>
                    <a:pt x="269" y="1"/>
                    <a:pt x="20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12;p62">
              <a:extLst>
                <a:ext uri="{FF2B5EF4-FFF2-40B4-BE49-F238E27FC236}">
                  <a16:creationId xmlns:a16="http://schemas.microsoft.com/office/drawing/2014/main" id="{203C93AD-329E-E061-26F9-F51CF427A391}"/>
                </a:ext>
              </a:extLst>
            </p:cNvPr>
            <p:cNvSpPr/>
            <p:nvPr/>
          </p:nvSpPr>
          <p:spPr>
            <a:xfrm>
              <a:off x="2860175" y="4031700"/>
              <a:ext cx="10025" cy="14800"/>
            </a:xfrm>
            <a:custGeom>
              <a:avLst/>
              <a:gdLst/>
              <a:ahLst/>
              <a:cxnLst/>
              <a:rect l="l" t="t" r="r" b="b"/>
              <a:pathLst>
                <a:path w="401" h="592" extrusionOk="0">
                  <a:moveTo>
                    <a:pt x="345" y="0"/>
                  </a:moveTo>
                  <a:cubicBezTo>
                    <a:pt x="323" y="11"/>
                    <a:pt x="301" y="33"/>
                    <a:pt x="278" y="44"/>
                  </a:cubicBezTo>
                  <a:cubicBezTo>
                    <a:pt x="167" y="111"/>
                    <a:pt x="89" y="211"/>
                    <a:pt x="12" y="311"/>
                  </a:cubicBezTo>
                  <a:cubicBezTo>
                    <a:pt x="12" y="322"/>
                    <a:pt x="0" y="322"/>
                    <a:pt x="0" y="322"/>
                  </a:cubicBezTo>
                  <a:cubicBezTo>
                    <a:pt x="12" y="344"/>
                    <a:pt x="22" y="356"/>
                    <a:pt x="34" y="366"/>
                  </a:cubicBezTo>
                  <a:cubicBezTo>
                    <a:pt x="134" y="455"/>
                    <a:pt x="234" y="533"/>
                    <a:pt x="345" y="588"/>
                  </a:cubicBezTo>
                  <a:cubicBezTo>
                    <a:pt x="351" y="591"/>
                    <a:pt x="357" y="592"/>
                    <a:pt x="363" y="592"/>
                  </a:cubicBezTo>
                  <a:cubicBezTo>
                    <a:pt x="386" y="592"/>
                    <a:pt x="400" y="574"/>
                    <a:pt x="400" y="555"/>
                  </a:cubicBezTo>
                  <a:cubicBezTo>
                    <a:pt x="378" y="455"/>
                    <a:pt x="367" y="300"/>
                    <a:pt x="356" y="277"/>
                  </a:cubicBezTo>
                  <a:cubicBezTo>
                    <a:pt x="345" y="178"/>
                    <a:pt x="345" y="89"/>
                    <a:pt x="34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313;p62">
              <a:extLst>
                <a:ext uri="{FF2B5EF4-FFF2-40B4-BE49-F238E27FC236}">
                  <a16:creationId xmlns:a16="http://schemas.microsoft.com/office/drawing/2014/main" id="{057F1412-1F7B-8A1A-1076-50D0B0032918}"/>
                </a:ext>
              </a:extLst>
            </p:cNvPr>
            <p:cNvSpPr/>
            <p:nvPr/>
          </p:nvSpPr>
          <p:spPr>
            <a:xfrm>
              <a:off x="2887125" y="4019475"/>
              <a:ext cx="13050" cy="11975"/>
            </a:xfrm>
            <a:custGeom>
              <a:avLst/>
              <a:gdLst/>
              <a:ahLst/>
              <a:cxnLst/>
              <a:rect l="l" t="t" r="r" b="b"/>
              <a:pathLst>
                <a:path w="522" h="479" extrusionOk="0">
                  <a:moveTo>
                    <a:pt x="455" y="0"/>
                  </a:moveTo>
                  <a:cubicBezTo>
                    <a:pt x="378" y="11"/>
                    <a:pt x="300" y="33"/>
                    <a:pt x="222" y="55"/>
                  </a:cubicBezTo>
                  <a:cubicBezTo>
                    <a:pt x="156" y="89"/>
                    <a:pt x="78" y="111"/>
                    <a:pt x="0" y="111"/>
                  </a:cubicBezTo>
                  <a:lnTo>
                    <a:pt x="11" y="122"/>
                  </a:lnTo>
                  <a:cubicBezTo>
                    <a:pt x="89" y="178"/>
                    <a:pt x="178" y="233"/>
                    <a:pt x="245" y="289"/>
                  </a:cubicBezTo>
                  <a:cubicBezTo>
                    <a:pt x="267" y="311"/>
                    <a:pt x="389" y="400"/>
                    <a:pt x="467" y="467"/>
                  </a:cubicBezTo>
                  <a:cubicBezTo>
                    <a:pt x="471" y="475"/>
                    <a:pt x="477" y="478"/>
                    <a:pt x="484" y="478"/>
                  </a:cubicBezTo>
                  <a:cubicBezTo>
                    <a:pt x="497" y="478"/>
                    <a:pt x="511" y="466"/>
                    <a:pt x="511" y="445"/>
                  </a:cubicBezTo>
                  <a:cubicBezTo>
                    <a:pt x="522" y="322"/>
                    <a:pt x="522" y="189"/>
                    <a:pt x="489" y="55"/>
                  </a:cubicBezTo>
                  <a:cubicBezTo>
                    <a:pt x="489" y="45"/>
                    <a:pt x="489" y="22"/>
                    <a:pt x="467" y="11"/>
                  </a:cubicBezTo>
                  <a:cubicBezTo>
                    <a:pt x="467" y="0"/>
                    <a:pt x="455" y="0"/>
                    <a:pt x="45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314;p62">
              <a:extLst>
                <a:ext uri="{FF2B5EF4-FFF2-40B4-BE49-F238E27FC236}">
                  <a16:creationId xmlns:a16="http://schemas.microsoft.com/office/drawing/2014/main" id="{D3BDD743-EF76-5F60-8E05-03B4C8047650}"/>
                </a:ext>
              </a:extLst>
            </p:cNvPr>
            <p:cNvSpPr/>
            <p:nvPr/>
          </p:nvSpPr>
          <p:spPr>
            <a:xfrm>
              <a:off x="2877675" y="3991700"/>
              <a:ext cx="25025" cy="6950"/>
            </a:xfrm>
            <a:custGeom>
              <a:avLst/>
              <a:gdLst/>
              <a:ahLst/>
              <a:cxnLst/>
              <a:rect l="l" t="t" r="r" b="b"/>
              <a:pathLst>
                <a:path w="1001" h="278" extrusionOk="0">
                  <a:moveTo>
                    <a:pt x="978" y="0"/>
                  </a:moveTo>
                  <a:cubicBezTo>
                    <a:pt x="656" y="111"/>
                    <a:pt x="334" y="178"/>
                    <a:pt x="1" y="211"/>
                  </a:cubicBezTo>
                  <a:lnTo>
                    <a:pt x="1" y="278"/>
                  </a:lnTo>
                  <a:cubicBezTo>
                    <a:pt x="345" y="245"/>
                    <a:pt x="678" y="167"/>
                    <a:pt x="1000" y="55"/>
                  </a:cubicBezTo>
                  <a:lnTo>
                    <a:pt x="9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315;p62">
              <a:extLst>
                <a:ext uri="{FF2B5EF4-FFF2-40B4-BE49-F238E27FC236}">
                  <a16:creationId xmlns:a16="http://schemas.microsoft.com/office/drawing/2014/main" id="{81E24518-0017-DC73-692E-5279C8394173}"/>
                </a:ext>
              </a:extLst>
            </p:cNvPr>
            <p:cNvSpPr/>
            <p:nvPr/>
          </p:nvSpPr>
          <p:spPr>
            <a:xfrm>
              <a:off x="2828250" y="4000575"/>
              <a:ext cx="19450" cy="4200"/>
            </a:xfrm>
            <a:custGeom>
              <a:avLst/>
              <a:gdLst/>
              <a:ahLst/>
              <a:cxnLst/>
              <a:rect l="l" t="t" r="r" b="b"/>
              <a:pathLst>
                <a:path w="778" h="168" extrusionOk="0">
                  <a:moveTo>
                    <a:pt x="756" y="1"/>
                  </a:moveTo>
                  <a:cubicBezTo>
                    <a:pt x="511" y="68"/>
                    <a:pt x="255" y="100"/>
                    <a:pt x="0" y="100"/>
                  </a:cubicBezTo>
                  <a:lnTo>
                    <a:pt x="0" y="167"/>
                  </a:lnTo>
                  <a:cubicBezTo>
                    <a:pt x="267" y="167"/>
                    <a:pt x="522" y="123"/>
                    <a:pt x="778" y="56"/>
                  </a:cubicBezTo>
                  <a:lnTo>
                    <a:pt x="7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316;p62">
              <a:extLst>
                <a:ext uri="{FF2B5EF4-FFF2-40B4-BE49-F238E27FC236}">
                  <a16:creationId xmlns:a16="http://schemas.microsoft.com/office/drawing/2014/main" id="{78EBA68F-E166-E168-6609-0C0025867D7A}"/>
                </a:ext>
              </a:extLst>
            </p:cNvPr>
            <p:cNvSpPr/>
            <p:nvPr/>
          </p:nvSpPr>
          <p:spPr>
            <a:xfrm>
              <a:off x="2853225" y="4004150"/>
              <a:ext cx="24475" cy="18950"/>
            </a:xfrm>
            <a:custGeom>
              <a:avLst/>
              <a:gdLst/>
              <a:ahLst/>
              <a:cxnLst/>
              <a:rect l="l" t="t" r="r" b="b"/>
              <a:pathLst>
                <a:path w="979" h="758" extrusionOk="0">
                  <a:moveTo>
                    <a:pt x="788" y="1"/>
                  </a:moveTo>
                  <a:cubicBezTo>
                    <a:pt x="653" y="1"/>
                    <a:pt x="530" y="87"/>
                    <a:pt x="456" y="213"/>
                  </a:cubicBezTo>
                  <a:cubicBezTo>
                    <a:pt x="434" y="180"/>
                    <a:pt x="412" y="147"/>
                    <a:pt x="379" y="113"/>
                  </a:cubicBezTo>
                  <a:cubicBezTo>
                    <a:pt x="333" y="74"/>
                    <a:pt x="273" y="50"/>
                    <a:pt x="213" y="50"/>
                  </a:cubicBezTo>
                  <a:cubicBezTo>
                    <a:pt x="170" y="50"/>
                    <a:pt x="127" y="63"/>
                    <a:pt x="90" y="91"/>
                  </a:cubicBezTo>
                  <a:cubicBezTo>
                    <a:pt x="34" y="147"/>
                    <a:pt x="1" y="246"/>
                    <a:pt x="23" y="347"/>
                  </a:cubicBezTo>
                  <a:cubicBezTo>
                    <a:pt x="56" y="513"/>
                    <a:pt x="167" y="635"/>
                    <a:pt x="256" y="757"/>
                  </a:cubicBezTo>
                  <a:lnTo>
                    <a:pt x="334" y="691"/>
                  </a:lnTo>
                  <a:cubicBezTo>
                    <a:pt x="256" y="579"/>
                    <a:pt x="157" y="468"/>
                    <a:pt x="134" y="324"/>
                  </a:cubicBezTo>
                  <a:cubicBezTo>
                    <a:pt x="112" y="280"/>
                    <a:pt x="123" y="202"/>
                    <a:pt x="157" y="169"/>
                  </a:cubicBezTo>
                  <a:cubicBezTo>
                    <a:pt x="172" y="157"/>
                    <a:pt x="190" y="152"/>
                    <a:pt x="209" y="152"/>
                  </a:cubicBezTo>
                  <a:cubicBezTo>
                    <a:pt x="245" y="152"/>
                    <a:pt x="283" y="169"/>
                    <a:pt x="312" y="191"/>
                  </a:cubicBezTo>
                  <a:cubicBezTo>
                    <a:pt x="367" y="236"/>
                    <a:pt x="401" y="313"/>
                    <a:pt x="423" y="380"/>
                  </a:cubicBezTo>
                  <a:lnTo>
                    <a:pt x="500" y="569"/>
                  </a:lnTo>
                  <a:lnTo>
                    <a:pt x="523" y="357"/>
                  </a:lnTo>
                  <a:cubicBezTo>
                    <a:pt x="534" y="224"/>
                    <a:pt x="668" y="102"/>
                    <a:pt x="811" y="102"/>
                  </a:cubicBezTo>
                  <a:lnTo>
                    <a:pt x="834" y="102"/>
                  </a:lnTo>
                  <a:cubicBezTo>
                    <a:pt x="834" y="102"/>
                    <a:pt x="834" y="113"/>
                    <a:pt x="845" y="113"/>
                  </a:cubicBezTo>
                  <a:cubicBezTo>
                    <a:pt x="856" y="169"/>
                    <a:pt x="834" y="236"/>
                    <a:pt x="801" y="302"/>
                  </a:cubicBezTo>
                  <a:cubicBezTo>
                    <a:pt x="756" y="424"/>
                    <a:pt x="690" y="535"/>
                    <a:pt x="589" y="579"/>
                  </a:cubicBezTo>
                  <a:lnTo>
                    <a:pt x="623" y="668"/>
                  </a:lnTo>
                  <a:cubicBezTo>
                    <a:pt x="634" y="668"/>
                    <a:pt x="645" y="668"/>
                    <a:pt x="656" y="658"/>
                  </a:cubicBezTo>
                  <a:cubicBezTo>
                    <a:pt x="779" y="602"/>
                    <a:pt x="845" y="468"/>
                    <a:pt x="900" y="347"/>
                  </a:cubicBezTo>
                  <a:cubicBezTo>
                    <a:pt x="934" y="280"/>
                    <a:pt x="979" y="180"/>
                    <a:pt x="934" y="80"/>
                  </a:cubicBezTo>
                  <a:cubicBezTo>
                    <a:pt x="923" y="46"/>
                    <a:pt x="912" y="24"/>
                    <a:pt x="878" y="13"/>
                  </a:cubicBezTo>
                  <a:cubicBezTo>
                    <a:pt x="856" y="2"/>
                    <a:pt x="834" y="2"/>
                    <a:pt x="811" y="2"/>
                  </a:cubicBezTo>
                  <a:cubicBezTo>
                    <a:pt x="804" y="1"/>
                    <a:pt x="796" y="1"/>
                    <a:pt x="78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317;p62">
              <a:extLst>
                <a:ext uri="{FF2B5EF4-FFF2-40B4-BE49-F238E27FC236}">
                  <a16:creationId xmlns:a16="http://schemas.microsoft.com/office/drawing/2014/main" id="{F6D823C1-995E-FC29-59B7-3316112F82E7}"/>
                </a:ext>
              </a:extLst>
            </p:cNvPr>
            <p:cNvSpPr/>
            <p:nvPr/>
          </p:nvSpPr>
          <p:spPr>
            <a:xfrm>
              <a:off x="2859350" y="4018350"/>
              <a:ext cx="39725" cy="22525"/>
            </a:xfrm>
            <a:custGeom>
              <a:avLst/>
              <a:gdLst/>
              <a:ahLst/>
              <a:cxnLst/>
              <a:rect l="l" t="t" r="r" b="b"/>
              <a:pathLst>
                <a:path w="1589" h="901" extrusionOk="0">
                  <a:moveTo>
                    <a:pt x="1578" y="1"/>
                  </a:moveTo>
                  <a:cubicBezTo>
                    <a:pt x="1411" y="23"/>
                    <a:pt x="1255" y="56"/>
                    <a:pt x="1100" y="112"/>
                  </a:cubicBezTo>
                  <a:cubicBezTo>
                    <a:pt x="678" y="245"/>
                    <a:pt x="289" y="512"/>
                    <a:pt x="0" y="867"/>
                  </a:cubicBezTo>
                  <a:cubicBezTo>
                    <a:pt x="11" y="878"/>
                    <a:pt x="33" y="890"/>
                    <a:pt x="45" y="900"/>
                  </a:cubicBezTo>
                  <a:cubicBezTo>
                    <a:pt x="433" y="434"/>
                    <a:pt x="989" y="134"/>
                    <a:pt x="1589" y="67"/>
                  </a:cubicBezTo>
                  <a:cubicBezTo>
                    <a:pt x="1578" y="45"/>
                    <a:pt x="1578" y="23"/>
                    <a:pt x="157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5661167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39">
          <a:extLst>
            <a:ext uri="{FF2B5EF4-FFF2-40B4-BE49-F238E27FC236}">
              <a16:creationId xmlns:a16="http://schemas.microsoft.com/office/drawing/2014/main" id="{67C608ED-328F-96E3-351F-FDBBE0CB5FD7}"/>
            </a:ext>
          </a:extLst>
        </p:cNvPr>
        <p:cNvGrpSpPr/>
        <p:nvPr/>
      </p:nvGrpSpPr>
      <p:grpSpPr>
        <a:xfrm>
          <a:off x="0" y="0"/>
          <a:ext cx="0" cy="0"/>
          <a:chOff x="0" y="0"/>
          <a:chExt cx="0" cy="0"/>
        </a:xfrm>
      </p:grpSpPr>
      <p:sp>
        <p:nvSpPr>
          <p:cNvPr id="940" name="Google Shape;940;p38">
            <a:extLst>
              <a:ext uri="{FF2B5EF4-FFF2-40B4-BE49-F238E27FC236}">
                <a16:creationId xmlns:a16="http://schemas.microsoft.com/office/drawing/2014/main" id="{830834DB-5927-FFC2-8A22-964F17F94667}"/>
              </a:ext>
            </a:extLst>
          </p:cNvPr>
          <p:cNvSpPr/>
          <p:nvPr/>
        </p:nvSpPr>
        <p:spPr>
          <a:xfrm>
            <a:off x="870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a:extLst>
              <a:ext uri="{FF2B5EF4-FFF2-40B4-BE49-F238E27FC236}">
                <a16:creationId xmlns:a16="http://schemas.microsoft.com/office/drawing/2014/main" id="{7AE5E33E-7E52-97F8-F371-BB9E773CB2BC}"/>
              </a:ext>
            </a:extLst>
          </p:cNvPr>
          <p:cNvSpPr/>
          <p:nvPr/>
        </p:nvSpPr>
        <p:spPr>
          <a:xfrm flipH="1">
            <a:off x="3448237"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a:extLst>
              <a:ext uri="{FF2B5EF4-FFF2-40B4-BE49-F238E27FC236}">
                <a16:creationId xmlns:a16="http://schemas.microsoft.com/office/drawing/2014/main" id="{C531D6DA-43D4-6ED6-56E8-1710F77A553B}"/>
              </a:ext>
            </a:extLst>
          </p:cNvPr>
          <p:cNvSpPr/>
          <p:nvPr/>
        </p:nvSpPr>
        <p:spPr>
          <a:xfrm flipH="1">
            <a:off x="6026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a:extLst>
              <a:ext uri="{FF2B5EF4-FFF2-40B4-BE49-F238E27FC236}">
                <a16:creationId xmlns:a16="http://schemas.microsoft.com/office/drawing/2014/main" id="{220B1D18-C8C4-AFD2-61B2-4FC99545FD2A}"/>
              </a:ext>
            </a:extLst>
          </p:cNvPr>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a:extLst>
              <a:ext uri="{FF2B5EF4-FFF2-40B4-BE49-F238E27FC236}">
                <a16:creationId xmlns:a16="http://schemas.microsoft.com/office/drawing/2014/main" id="{48DCDCA4-AAD0-D3FE-F174-E150CCCDBA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pl-PL" dirty="0" err="1"/>
              <a:t>Conclusions</a:t>
            </a:r>
            <a:r>
              <a:rPr lang="pl-PL" dirty="0"/>
              <a:t> &amp; </a:t>
            </a:r>
            <a:r>
              <a:rPr lang="pl-PL" dirty="0" err="1"/>
              <a:t>Future</a:t>
            </a:r>
            <a:r>
              <a:rPr lang="pl-PL" dirty="0"/>
              <a:t> </a:t>
            </a:r>
            <a:r>
              <a:rPr lang="pl-PL" dirty="0" err="1"/>
              <a:t>Work</a:t>
            </a:r>
            <a:endParaRPr dirty="0"/>
          </a:p>
        </p:txBody>
      </p:sp>
      <p:sp>
        <p:nvSpPr>
          <p:cNvPr id="945" name="Google Shape;945;p38">
            <a:extLst>
              <a:ext uri="{FF2B5EF4-FFF2-40B4-BE49-F238E27FC236}">
                <a16:creationId xmlns:a16="http://schemas.microsoft.com/office/drawing/2014/main" id="{F7873778-E95C-F653-514C-F3D84349BAFD}"/>
              </a:ext>
            </a:extLst>
          </p:cNvPr>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400" dirty="0"/>
              <a:t>Successfully extracted structured topics from unstructured text.</a:t>
            </a:r>
            <a:endParaRPr sz="1400" dirty="0"/>
          </a:p>
        </p:txBody>
      </p:sp>
      <p:sp>
        <p:nvSpPr>
          <p:cNvPr id="946" name="Google Shape;946;p38">
            <a:extLst>
              <a:ext uri="{FF2B5EF4-FFF2-40B4-BE49-F238E27FC236}">
                <a16:creationId xmlns:a16="http://schemas.microsoft.com/office/drawing/2014/main" id="{967B1984-6E0A-0EF4-6C0F-4B7D22374260}"/>
              </a:ext>
            </a:extLst>
          </p:cNvPr>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400" dirty="0"/>
              <a:t>Proved that density-based clustering (</a:t>
            </a:r>
            <a:r>
              <a:rPr lang="en-US" sz="1400" dirty="0" err="1"/>
              <a:t>BERTopic</a:t>
            </a:r>
            <a:r>
              <a:rPr lang="en-US" sz="1400" dirty="0"/>
              <a:t>) is effective for narrative reports even with varying lengths.</a:t>
            </a:r>
            <a:endParaRPr sz="1400" dirty="0"/>
          </a:p>
        </p:txBody>
      </p:sp>
      <p:sp>
        <p:nvSpPr>
          <p:cNvPr id="947" name="Google Shape;947;p38">
            <a:extLst>
              <a:ext uri="{FF2B5EF4-FFF2-40B4-BE49-F238E27FC236}">
                <a16:creationId xmlns:a16="http://schemas.microsoft.com/office/drawing/2014/main" id="{D16E71C2-0A80-F60E-C59F-AC09E1B2272C}"/>
              </a:ext>
            </a:extLst>
          </p:cNvPr>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dirty="0" err="1"/>
              <a:t>Summary</a:t>
            </a:r>
            <a:endParaRPr dirty="0"/>
          </a:p>
        </p:txBody>
      </p:sp>
      <p:sp>
        <p:nvSpPr>
          <p:cNvPr id="948" name="Google Shape;948;p38">
            <a:extLst>
              <a:ext uri="{FF2B5EF4-FFF2-40B4-BE49-F238E27FC236}">
                <a16:creationId xmlns:a16="http://schemas.microsoft.com/office/drawing/2014/main" id="{08A1C864-9729-A9AC-902A-7F8AF2572A96}"/>
              </a:ext>
            </a:extLst>
          </p:cNvPr>
          <p:cNvSpPr txBox="1">
            <a:spLocks noGrp="1"/>
          </p:cNvSpPr>
          <p:nvPr>
            <p:ph type="subTitle" idx="4"/>
          </p:nvPr>
        </p:nvSpPr>
        <p:spPr>
          <a:xfrm>
            <a:off x="3506125"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400" dirty="0" err="1"/>
              <a:t>Methodological</a:t>
            </a:r>
            <a:r>
              <a:rPr lang="pl-PL" sz="1400" dirty="0"/>
              <a:t> </a:t>
            </a:r>
            <a:r>
              <a:rPr lang="pl-PL" sz="1400" dirty="0" err="1"/>
              <a:t>Success</a:t>
            </a:r>
            <a:endParaRPr sz="1400" dirty="0"/>
          </a:p>
        </p:txBody>
      </p:sp>
      <p:sp>
        <p:nvSpPr>
          <p:cNvPr id="949" name="Google Shape;949;p38">
            <a:extLst>
              <a:ext uri="{FF2B5EF4-FFF2-40B4-BE49-F238E27FC236}">
                <a16:creationId xmlns:a16="http://schemas.microsoft.com/office/drawing/2014/main" id="{CA468B91-713C-2C66-877C-0F04E612E35B}"/>
              </a:ext>
            </a:extLst>
          </p:cNvPr>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400" dirty="0"/>
              <a:t>Could incorporate the ENVIRONMENT column as a guided variable or test different embedding models</a:t>
            </a:r>
            <a:endParaRPr sz="1400" dirty="0"/>
          </a:p>
        </p:txBody>
      </p:sp>
      <p:sp>
        <p:nvSpPr>
          <p:cNvPr id="950" name="Google Shape;950;p38">
            <a:extLst>
              <a:ext uri="{FF2B5EF4-FFF2-40B4-BE49-F238E27FC236}">
                <a16:creationId xmlns:a16="http://schemas.microsoft.com/office/drawing/2014/main" id="{BA173D62-946D-0180-7E05-8467B4E74A99}"/>
              </a:ext>
            </a:extLst>
          </p:cNvPr>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pl-PL" sz="1600" dirty="0" err="1"/>
              <a:t>Future</a:t>
            </a:r>
            <a:r>
              <a:rPr lang="pl-PL" sz="1600" dirty="0"/>
              <a:t> </a:t>
            </a:r>
            <a:r>
              <a:rPr lang="pl-PL" sz="1600" dirty="0" err="1"/>
              <a:t>Improvements</a:t>
            </a:r>
            <a:endParaRPr sz="1600" dirty="0"/>
          </a:p>
        </p:txBody>
      </p:sp>
      <p:sp>
        <p:nvSpPr>
          <p:cNvPr id="951" name="Google Shape;951;p38">
            <a:extLst>
              <a:ext uri="{FF2B5EF4-FFF2-40B4-BE49-F238E27FC236}">
                <a16:creationId xmlns:a16="http://schemas.microsoft.com/office/drawing/2014/main" id="{DA705660-8208-B700-2704-573CC636A4B4}"/>
              </a:ext>
            </a:extLst>
          </p:cNvPr>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a:extLst>
              <a:ext uri="{FF2B5EF4-FFF2-40B4-BE49-F238E27FC236}">
                <a16:creationId xmlns:a16="http://schemas.microsoft.com/office/drawing/2014/main" id="{63FD07FD-4773-079F-9B3A-AE7DDA4210B0}"/>
              </a:ext>
            </a:extLst>
          </p:cNvPr>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a:extLst>
              <a:ext uri="{FF2B5EF4-FFF2-40B4-BE49-F238E27FC236}">
                <a16:creationId xmlns:a16="http://schemas.microsoft.com/office/drawing/2014/main" id="{30CC7A71-F14A-C373-ED2B-73B7E07FAEE2}"/>
              </a:ext>
            </a:extLst>
          </p:cNvPr>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a:extLst>
              <a:ext uri="{FF2B5EF4-FFF2-40B4-BE49-F238E27FC236}">
                <a16:creationId xmlns:a16="http://schemas.microsoft.com/office/drawing/2014/main" id="{415C71B2-CA0B-F118-3916-05A114A01EB8}"/>
              </a:ext>
            </a:extLst>
          </p:cNvPr>
          <p:cNvGrpSpPr/>
          <p:nvPr/>
        </p:nvGrpSpPr>
        <p:grpSpPr>
          <a:xfrm>
            <a:off x="1758423" y="2173165"/>
            <a:ext cx="471282" cy="492960"/>
            <a:chOff x="6080691" y="2067722"/>
            <a:chExt cx="375823" cy="393110"/>
          </a:xfrm>
        </p:grpSpPr>
        <p:sp>
          <p:nvSpPr>
            <p:cNvPr id="955" name="Google Shape;955;p38">
              <a:extLst>
                <a:ext uri="{FF2B5EF4-FFF2-40B4-BE49-F238E27FC236}">
                  <a16:creationId xmlns:a16="http://schemas.microsoft.com/office/drawing/2014/main" id="{A82633EF-B617-9B21-7BDD-559093105F3C}"/>
                </a:ext>
              </a:extLst>
            </p:cNvPr>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a:extLst>
                <a:ext uri="{FF2B5EF4-FFF2-40B4-BE49-F238E27FC236}">
                  <a16:creationId xmlns:a16="http://schemas.microsoft.com/office/drawing/2014/main" id="{CCA3201F-F75F-7E25-0878-2C30BDFB9DC5}"/>
                </a:ext>
              </a:extLst>
            </p:cNvPr>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a:extLst>
                <a:ext uri="{FF2B5EF4-FFF2-40B4-BE49-F238E27FC236}">
                  <a16:creationId xmlns:a16="http://schemas.microsoft.com/office/drawing/2014/main" id="{DA6515B4-433E-6853-C843-05E936F10724}"/>
                </a:ext>
              </a:extLst>
            </p:cNvPr>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a:extLst>
                <a:ext uri="{FF2B5EF4-FFF2-40B4-BE49-F238E27FC236}">
                  <a16:creationId xmlns:a16="http://schemas.microsoft.com/office/drawing/2014/main" id="{FCD6F40B-E624-CB6B-AE9E-213E45232C2B}"/>
                </a:ext>
              </a:extLst>
            </p:cNvPr>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a:extLst>
                <a:ext uri="{FF2B5EF4-FFF2-40B4-BE49-F238E27FC236}">
                  <a16:creationId xmlns:a16="http://schemas.microsoft.com/office/drawing/2014/main" id="{24CD0FB9-27CD-C68C-A675-00E9AE7FFBE6}"/>
                </a:ext>
              </a:extLst>
            </p:cNvPr>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a:extLst>
              <a:ext uri="{FF2B5EF4-FFF2-40B4-BE49-F238E27FC236}">
                <a16:creationId xmlns:a16="http://schemas.microsoft.com/office/drawing/2014/main" id="{7F226803-32EA-8325-38E0-1ADBA3AD5FD1}"/>
              </a:ext>
            </a:extLst>
          </p:cNvPr>
          <p:cNvGrpSpPr/>
          <p:nvPr/>
        </p:nvGrpSpPr>
        <p:grpSpPr>
          <a:xfrm>
            <a:off x="6903189" y="2196715"/>
            <a:ext cx="493630" cy="492962"/>
            <a:chOff x="7430405" y="2067722"/>
            <a:chExt cx="393644" cy="393111"/>
          </a:xfrm>
        </p:grpSpPr>
        <p:sp>
          <p:nvSpPr>
            <p:cNvPr id="961" name="Google Shape;961;p38">
              <a:extLst>
                <a:ext uri="{FF2B5EF4-FFF2-40B4-BE49-F238E27FC236}">
                  <a16:creationId xmlns:a16="http://schemas.microsoft.com/office/drawing/2014/main" id="{D7606685-8361-5F48-9DEB-954AB4DB4A4C}"/>
                </a:ext>
              </a:extLst>
            </p:cNvPr>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a:extLst>
                <a:ext uri="{FF2B5EF4-FFF2-40B4-BE49-F238E27FC236}">
                  <a16:creationId xmlns:a16="http://schemas.microsoft.com/office/drawing/2014/main" id="{036B4035-B340-D7FF-2AF4-36166FB2EEE8}"/>
                </a:ext>
              </a:extLst>
            </p:cNvPr>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a:extLst>
                <a:ext uri="{FF2B5EF4-FFF2-40B4-BE49-F238E27FC236}">
                  <a16:creationId xmlns:a16="http://schemas.microsoft.com/office/drawing/2014/main" id="{8192AF0E-83AC-98AF-B21A-89E802051354}"/>
                </a:ext>
              </a:extLst>
            </p:cNvPr>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a:extLst>
                <a:ext uri="{FF2B5EF4-FFF2-40B4-BE49-F238E27FC236}">
                  <a16:creationId xmlns:a16="http://schemas.microsoft.com/office/drawing/2014/main" id="{C98461D4-EC6C-2371-67B2-950EFFEFC322}"/>
                </a:ext>
              </a:extLst>
            </p:cNvPr>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a:extLst>
                <a:ext uri="{FF2B5EF4-FFF2-40B4-BE49-F238E27FC236}">
                  <a16:creationId xmlns:a16="http://schemas.microsoft.com/office/drawing/2014/main" id="{A209B14D-9EE0-1DF1-2D24-504F29B1509B}"/>
                </a:ext>
              </a:extLst>
            </p:cNvPr>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a:extLst>
                <a:ext uri="{FF2B5EF4-FFF2-40B4-BE49-F238E27FC236}">
                  <a16:creationId xmlns:a16="http://schemas.microsoft.com/office/drawing/2014/main" id="{F7D37CB3-B26D-52BC-EFB4-DFD7F019AB12}"/>
                </a:ext>
              </a:extLst>
            </p:cNvPr>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a:extLst>
                <a:ext uri="{FF2B5EF4-FFF2-40B4-BE49-F238E27FC236}">
                  <a16:creationId xmlns:a16="http://schemas.microsoft.com/office/drawing/2014/main" id="{EF760E16-39C9-E7C1-B7A8-C4C7290169A6}"/>
                </a:ext>
              </a:extLst>
            </p:cNvPr>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a:extLst>
                <a:ext uri="{FF2B5EF4-FFF2-40B4-BE49-F238E27FC236}">
                  <a16:creationId xmlns:a16="http://schemas.microsoft.com/office/drawing/2014/main" id="{2C0580F3-95B4-1F48-0065-5472FCB4738D}"/>
                </a:ext>
              </a:extLst>
            </p:cNvPr>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a:extLst>
                <a:ext uri="{FF2B5EF4-FFF2-40B4-BE49-F238E27FC236}">
                  <a16:creationId xmlns:a16="http://schemas.microsoft.com/office/drawing/2014/main" id="{081AA814-18CA-17E0-249A-10DC83A3586A}"/>
                </a:ext>
              </a:extLst>
            </p:cNvPr>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a:extLst>
                <a:ext uri="{FF2B5EF4-FFF2-40B4-BE49-F238E27FC236}">
                  <a16:creationId xmlns:a16="http://schemas.microsoft.com/office/drawing/2014/main" id="{53716FE0-0BED-F434-B6C1-6B5801CAF1F0}"/>
                </a:ext>
              </a:extLst>
            </p:cNvPr>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a:extLst>
                <a:ext uri="{FF2B5EF4-FFF2-40B4-BE49-F238E27FC236}">
                  <a16:creationId xmlns:a16="http://schemas.microsoft.com/office/drawing/2014/main" id="{D3F6C6FC-1EEC-B80E-0699-DA6B9D4B6E8A}"/>
                </a:ext>
              </a:extLst>
            </p:cNvPr>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a:extLst>
              <a:ext uri="{FF2B5EF4-FFF2-40B4-BE49-F238E27FC236}">
                <a16:creationId xmlns:a16="http://schemas.microsoft.com/office/drawing/2014/main" id="{D5937485-6390-0E9C-120E-EC4CDE254F3F}"/>
              </a:ext>
            </a:extLst>
          </p:cNvPr>
          <p:cNvGrpSpPr/>
          <p:nvPr/>
        </p:nvGrpSpPr>
        <p:grpSpPr>
          <a:xfrm>
            <a:off x="4325214" y="2196738"/>
            <a:ext cx="493622" cy="492915"/>
            <a:chOff x="7430405" y="4209866"/>
            <a:chExt cx="393638" cy="393074"/>
          </a:xfrm>
        </p:grpSpPr>
        <p:sp>
          <p:nvSpPr>
            <p:cNvPr id="973" name="Google Shape;973;p38">
              <a:extLst>
                <a:ext uri="{FF2B5EF4-FFF2-40B4-BE49-F238E27FC236}">
                  <a16:creationId xmlns:a16="http://schemas.microsoft.com/office/drawing/2014/main" id="{9816F957-F75F-75C2-84BC-EAD9BE6B681D}"/>
                </a:ext>
              </a:extLst>
            </p:cNvPr>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a:extLst>
                <a:ext uri="{FF2B5EF4-FFF2-40B4-BE49-F238E27FC236}">
                  <a16:creationId xmlns:a16="http://schemas.microsoft.com/office/drawing/2014/main" id="{713FCF4F-A4C6-C971-A3C9-45AEA574F4E6}"/>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a:extLst>
                <a:ext uri="{FF2B5EF4-FFF2-40B4-BE49-F238E27FC236}">
                  <a16:creationId xmlns:a16="http://schemas.microsoft.com/office/drawing/2014/main" id="{D813007B-BEE3-9DCF-8FAC-3F14806FC74B}"/>
                </a:ext>
              </a:extLst>
            </p:cNvPr>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a:extLst>
                <a:ext uri="{FF2B5EF4-FFF2-40B4-BE49-F238E27FC236}">
                  <a16:creationId xmlns:a16="http://schemas.microsoft.com/office/drawing/2014/main" id="{45C1BEDA-02F7-17B0-7E5D-E83A90B44FF1}"/>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a:extLst>
                <a:ext uri="{FF2B5EF4-FFF2-40B4-BE49-F238E27FC236}">
                  <a16:creationId xmlns:a16="http://schemas.microsoft.com/office/drawing/2014/main" id="{64CCA454-A578-858B-F251-7E0ADD517B75}"/>
                </a:ext>
              </a:extLst>
            </p:cNvPr>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a:extLst>
                <a:ext uri="{FF2B5EF4-FFF2-40B4-BE49-F238E27FC236}">
                  <a16:creationId xmlns:a16="http://schemas.microsoft.com/office/drawing/2014/main" id="{DA08069A-96C4-48EA-E813-03E6E04C1BD8}"/>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a:extLst>
                <a:ext uri="{FF2B5EF4-FFF2-40B4-BE49-F238E27FC236}">
                  <a16:creationId xmlns:a16="http://schemas.microsoft.com/office/drawing/2014/main" id="{62B49877-DB9E-69D1-672A-FAFF85F42322}"/>
                </a:ext>
              </a:extLst>
            </p:cNvPr>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a:extLst>
                <a:ext uri="{FF2B5EF4-FFF2-40B4-BE49-F238E27FC236}">
                  <a16:creationId xmlns:a16="http://schemas.microsoft.com/office/drawing/2014/main" id="{A095A413-1C31-5628-4DDD-8F46E11DFEB9}"/>
                </a:ext>
              </a:extLst>
            </p:cNvPr>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a:extLst>
                <a:ext uri="{FF2B5EF4-FFF2-40B4-BE49-F238E27FC236}">
                  <a16:creationId xmlns:a16="http://schemas.microsoft.com/office/drawing/2014/main" id="{5540285F-4422-0EA6-4646-FB9A837DE07B}"/>
                </a:ext>
              </a:extLst>
            </p:cNvPr>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a:extLst>
                <a:ext uri="{FF2B5EF4-FFF2-40B4-BE49-F238E27FC236}">
                  <a16:creationId xmlns:a16="http://schemas.microsoft.com/office/drawing/2014/main" id="{2FAF284D-90CE-4554-1738-2DE8CD477A53}"/>
                </a:ext>
              </a:extLst>
            </p:cNvPr>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a:extLst>
                <a:ext uri="{FF2B5EF4-FFF2-40B4-BE49-F238E27FC236}">
                  <a16:creationId xmlns:a16="http://schemas.microsoft.com/office/drawing/2014/main" id="{966EB87C-ABD4-337E-A293-3F4B28BDB065}"/>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a:extLst>
                <a:ext uri="{FF2B5EF4-FFF2-40B4-BE49-F238E27FC236}">
                  <a16:creationId xmlns:a16="http://schemas.microsoft.com/office/drawing/2014/main" id="{E0D48875-AFC1-2BE8-C7FF-8BA5AEA73F02}"/>
                </a:ext>
              </a:extLst>
            </p:cNvPr>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a:extLst>
                <a:ext uri="{FF2B5EF4-FFF2-40B4-BE49-F238E27FC236}">
                  <a16:creationId xmlns:a16="http://schemas.microsoft.com/office/drawing/2014/main" id="{5349280C-AF67-75B4-92A8-B4AB1E998041}"/>
                </a:ext>
              </a:extLst>
            </p:cNvPr>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a:extLst>
                <a:ext uri="{FF2B5EF4-FFF2-40B4-BE49-F238E27FC236}">
                  <a16:creationId xmlns:a16="http://schemas.microsoft.com/office/drawing/2014/main" id="{885FBA7A-897D-F6BE-BE8F-AE5A72610D72}"/>
                </a:ext>
              </a:extLst>
            </p:cNvPr>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a:extLst>
                <a:ext uri="{FF2B5EF4-FFF2-40B4-BE49-F238E27FC236}">
                  <a16:creationId xmlns:a16="http://schemas.microsoft.com/office/drawing/2014/main" id="{DE1DCB16-63AE-D46E-EE73-5F8B5DE34DFB}"/>
                </a:ext>
              </a:extLst>
            </p:cNvPr>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12536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14">
          <a:extLst>
            <a:ext uri="{FF2B5EF4-FFF2-40B4-BE49-F238E27FC236}">
              <a16:creationId xmlns:a16="http://schemas.microsoft.com/office/drawing/2014/main" id="{BB934723-B62D-683E-76AA-D75A8F446F14}"/>
            </a:ext>
          </a:extLst>
        </p:cNvPr>
        <p:cNvGrpSpPr/>
        <p:nvPr/>
      </p:nvGrpSpPr>
      <p:grpSpPr>
        <a:xfrm>
          <a:off x="0" y="0"/>
          <a:ext cx="0" cy="0"/>
          <a:chOff x="0" y="0"/>
          <a:chExt cx="0" cy="0"/>
        </a:xfrm>
      </p:grpSpPr>
      <p:sp>
        <p:nvSpPr>
          <p:cNvPr id="1915" name="Google Shape;1915;p61">
            <a:extLst>
              <a:ext uri="{FF2B5EF4-FFF2-40B4-BE49-F238E27FC236}">
                <a16:creationId xmlns:a16="http://schemas.microsoft.com/office/drawing/2014/main" id="{E5469639-4940-1576-81B3-46C2F2BB940B}"/>
              </a:ext>
            </a:extLst>
          </p:cNvPr>
          <p:cNvSpPr/>
          <p:nvPr/>
        </p:nvSpPr>
        <p:spPr>
          <a:xfrm>
            <a:off x="4167115" y="2566687"/>
            <a:ext cx="4068679" cy="4579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16" name="Google Shape;1916;p61">
            <a:extLst>
              <a:ext uri="{FF2B5EF4-FFF2-40B4-BE49-F238E27FC236}">
                <a16:creationId xmlns:a16="http://schemas.microsoft.com/office/drawing/2014/main" id="{E5B6B808-6B29-6081-1C1B-D309BAAAF828}"/>
              </a:ext>
            </a:extLst>
          </p:cNvPr>
          <p:cNvSpPr txBox="1">
            <a:spLocks noGrp="1"/>
          </p:cNvSpPr>
          <p:nvPr>
            <p:ph type="ctrTitle"/>
          </p:nvPr>
        </p:nvSpPr>
        <p:spPr>
          <a:xfrm>
            <a:off x="4167114" y="1585487"/>
            <a:ext cx="4068679" cy="789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Thanks!</a:t>
            </a:r>
            <a:endParaRPr dirty="0"/>
          </a:p>
        </p:txBody>
      </p:sp>
      <p:sp>
        <p:nvSpPr>
          <p:cNvPr id="1917" name="Google Shape;1917;p61">
            <a:extLst>
              <a:ext uri="{FF2B5EF4-FFF2-40B4-BE49-F238E27FC236}">
                <a16:creationId xmlns:a16="http://schemas.microsoft.com/office/drawing/2014/main" id="{B8C769AB-2790-1522-DCC3-4254CCAD920F}"/>
              </a:ext>
            </a:extLst>
          </p:cNvPr>
          <p:cNvSpPr txBox="1">
            <a:spLocks noGrp="1"/>
          </p:cNvSpPr>
          <p:nvPr>
            <p:ph type="subTitle" idx="1"/>
          </p:nvPr>
        </p:nvSpPr>
        <p:spPr>
          <a:xfrm>
            <a:off x="3873390" y="2678362"/>
            <a:ext cx="4265100" cy="234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Do you have any questions?</a:t>
            </a:r>
            <a:endParaRPr/>
          </a:p>
        </p:txBody>
      </p:sp>
      <p:grpSp>
        <p:nvGrpSpPr>
          <p:cNvPr id="1936" name="Google Shape;1936;p61">
            <a:extLst>
              <a:ext uri="{FF2B5EF4-FFF2-40B4-BE49-F238E27FC236}">
                <a16:creationId xmlns:a16="http://schemas.microsoft.com/office/drawing/2014/main" id="{68B742FB-75C5-DF88-D496-BC84A71A6BB8}"/>
              </a:ext>
            </a:extLst>
          </p:cNvPr>
          <p:cNvGrpSpPr/>
          <p:nvPr/>
        </p:nvGrpSpPr>
        <p:grpSpPr>
          <a:xfrm>
            <a:off x="434090" y="1645244"/>
            <a:ext cx="3587230" cy="3115591"/>
            <a:chOff x="1340750" y="3084050"/>
            <a:chExt cx="994850" cy="864050"/>
          </a:xfrm>
        </p:grpSpPr>
        <p:sp>
          <p:nvSpPr>
            <p:cNvPr id="1937" name="Google Shape;1937;p61">
              <a:extLst>
                <a:ext uri="{FF2B5EF4-FFF2-40B4-BE49-F238E27FC236}">
                  <a16:creationId xmlns:a16="http://schemas.microsoft.com/office/drawing/2014/main" id="{5E19822C-85A5-DC8C-A1DA-C3CCAB56850F}"/>
                </a:ext>
              </a:extLst>
            </p:cNvPr>
            <p:cNvSpPr/>
            <p:nvPr/>
          </p:nvSpPr>
          <p:spPr>
            <a:xfrm>
              <a:off x="1487125" y="3677700"/>
              <a:ext cx="848475" cy="270400"/>
            </a:xfrm>
            <a:custGeom>
              <a:avLst/>
              <a:gdLst/>
              <a:ahLst/>
              <a:cxnLst/>
              <a:rect l="l" t="t" r="r" b="b"/>
              <a:pathLst>
                <a:path w="33939" h="10816" extrusionOk="0">
                  <a:moveTo>
                    <a:pt x="28874" y="0"/>
                  </a:moveTo>
                  <a:cubicBezTo>
                    <a:pt x="28493" y="0"/>
                    <a:pt x="28098" y="48"/>
                    <a:pt x="27739" y="85"/>
                  </a:cubicBezTo>
                  <a:lnTo>
                    <a:pt x="0" y="85"/>
                  </a:lnTo>
                  <a:lnTo>
                    <a:pt x="0" y="10816"/>
                  </a:lnTo>
                  <a:lnTo>
                    <a:pt x="30428" y="10816"/>
                  </a:lnTo>
                  <a:lnTo>
                    <a:pt x="30428" y="10505"/>
                  </a:lnTo>
                  <a:cubicBezTo>
                    <a:pt x="31216" y="10272"/>
                    <a:pt x="31961" y="9850"/>
                    <a:pt x="32627" y="9238"/>
                  </a:cubicBezTo>
                  <a:cubicBezTo>
                    <a:pt x="32705" y="9161"/>
                    <a:pt x="32793" y="9072"/>
                    <a:pt x="32805" y="8961"/>
                  </a:cubicBezTo>
                  <a:cubicBezTo>
                    <a:pt x="32826" y="8858"/>
                    <a:pt x="32751" y="8736"/>
                    <a:pt x="32652" y="8736"/>
                  </a:cubicBezTo>
                  <a:cubicBezTo>
                    <a:pt x="32644" y="8736"/>
                    <a:pt x="32636" y="8737"/>
                    <a:pt x="32627" y="8739"/>
                  </a:cubicBezTo>
                  <a:cubicBezTo>
                    <a:pt x="33260" y="8161"/>
                    <a:pt x="33682" y="7350"/>
                    <a:pt x="33783" y="6506"/>
                  </a:cubicBezTo>
                  <a:cubicBezTo>
                    <a:pt x="33793" y="6417"/>
                    <a:pt x="33793" y="6328"/>
                    <a:pt x="33749" y="6251"/>
                  </a:cubicBezTo>
                  <a:cubicBezTo>
                    <a:pt x="33725" y="6194"/>
                    <a:pt x="33665" y="6155"/>
                    <a:pt x="33605" y="6155"/>
                  </a:cubicBezTo>
                  <a:cubicBezTo>
                    <a:pt x="33582" y="6155"/>
                    <a:pt x="33559" y="6160"/>
                    <a:pt x="33538" y="6172"/>
                  </a:cubicBezTo>
                  <a:cubicBezTo>
                    <a:pt x="33738" y="5950"/>
                    <a:pt x="33838" y="5673"/>
                    <a:pt x="33882" y="5384"/>
                  </a:cubicBezTo>
                  <a:cubicBezTo>
                    <a:pt x="33938" y="5039"/>
                    <a:pt x="33916" y="4662"/>
                    <a:pt x="33860" y="4306"/>
                  </a:cubicBezTo>
                  <a:cubicBezTo>
                    <a:pt x="33738" y="3562"/>
                    <a:pt x="33527" y="2829"/>
                    <a:pt x="33316" y="2107"/>
                  </a:cubicBezTo>
                  <a:cubicBezTo>
                    <a:pt x="33272" y="1963"/>
                    <a:pt x="33216" y="1807"/>
                    <a:pt x="33094" y="1729"/>
                  </a:cubicBezTo>
                  <a:cubicBezTo>
                    <a:pt x="33065" y="1714"/>
                    <a:pt x="33032" y="1708"/>
                    <a:pt x="32998" y="1708"/>
                  </a:cubicBezTo>
                  <a:cubicBezTo>
                    <a:pt x="32877" y="1708"/>
                    <a:pt x="32748" y="1794"/>
                    <a:pt x="32783" y="1907"/>
                  </a:cubicBezTo>
                  <a:cubicBezTo>
                    <a:pt x="32361" y="1418"/>
                    <a:pt x="31916" y="918"/>
                    <a:pt x="31316" y="707"/>
                  </a:cubicBezTo>
                  <a:cubicBezTo>
                    <a:pt x="31016" y="607"/>
                    <a:pt x="30705" y="551"/>
                    <a:pt x="30428" y="418"/>
                  </a:cubicBezTo>
                  <a:lnTo>
                    <a:pt x="30428" y="85"/>
                  </a:lnTo>
                  <a:lnTo>
                    <a:pt x="29628" y="85"/>
                  </a:lnTo>
                  <a:cubicBezTo>
                    <a:pt x="29561" y="62"/>
                    <a:pt x="29483" y="52"/>
                    <a:pt x="29416" y="40"/>
                  </a:cubicBezTo>
                  <a:cubicBezTo>
                    <a:pt x="29242" y="11"/>
                    <a:pt x="29060" y="0"/>
                    <a:pt x="2887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1">
              <a:extLst>
                <a:ext uri="{FF2B5EF4-FFF2-40B4-BE49-F238E27FC236}">
                  <a16:creationId xmlns:a16="http://schemas.microsoft.com/office/drawing/2014/main" id="{74ABECA6-8090-C43B-48BC-A7F8044CF00F}"/>
                </a:ext>
              </a:extLst>
            </p:cNvPr>
            <p:cNvSpPr/>
            <p:nvPr/>
          </p:nvSpPr>
          <p:spPr>
            <a:xfrm>
              <a:off x="1487125" y="3533450"/>
              <a:ext cx="837350" cy="251225"/>
            </a:xfrm>
            <a:custGeom>
              <a:avLst/>
              <a:gdLst/>
              <a:ahLst/>
              <a:cxnLst/>
              <a:rect l="l" t="t" r="r" b="b"/>
              <a:pathLst>
                <a:path w="33494" h="10049" extrusionOk="0">
                  <a:moveTo>
                    <a:pt x="27084" y="1"/>
                  </a:moveTo>
                  <a:cubicBezTo>
                    <a:pt x="26484" y="789"/>
                    <a:pt x="26062" y="1700"/>
                    <a:pt x="25851" y="2667"/>
                  </a:cubicBezTo>
                  <a:cubicBezTo>
                    <a:pt x="25806" y="2878"/>
                    <a:pt x="25762" y="3100"/>
                    <a:pt x="25607" y="3233"/>
                  </a:cubicBezTo>
                  <a:cubicBezTo>
                    <a:pt x="25506" y="3322"/>
                    <a:pt x="25384" y="3366"/>
                    <a:pt x="25262" y="3411"/>
                  </a:cubicBezTo>
                  <a:cubicBezTo>
                    <a:pt x="25195" y="3445"/>
                    <a:pt x="25128" y="3467"/>
                    <a:pt x="25051" y="3500"/>
                  </a:cubicBezTo>
                  <a:cubicBezTo>
                    <a:pt x="24829" y="3689"/>
                    <a:pt x="24585" y="3855"/>
                    <a:pt x="24395" y="4067"/>
                  </a:cubicBezTo>
                  <a:cubicBezTo>
                    <a:pt x="24051" y="4444"/>
                    <a:pt x="23551" y="5277"/>
                    <a:pt x="22963" y="5433"/>
                  </a:cubicBezTo>
                  <a:cubicBezTo>
                    <a:pt x="22232" y="5810"/>
                    <a:pt x="21490" y="5862"/>
                    <a:pt x="20716" y="5862"/>
                  </a:cubicBezTo>
                  <a:cubicBezTo>
                    <a:pt x="20419" y="5862"/>
                    <a:pt x="20116" y="5855"/>
                    <a:pt x="19808" y="5855"/>
                  </a:cubicBezTo>
                  <a:lnTo>
                    <a:pt x="0" y="5855"/>
                  </a:lnTo>
                  <a:lnTo>
                    <a:pt x="0" y="9921"/>
                  </a:lnTo>
                  <a:cubicBezTo>
                    <a:pt x="467" y="9943"/>
                    <a:pt x="945" y="9932"/>
                    <a:pt x="1400" y="9943"/>
                  </a:cubicBezTo>
                  <a:cubicBezTo>
                    <a:pt x="2289" y="9977"/>
                    <a:pt x="3189" y="9987"/>
                    <a:pt x="4078" y="9987"/>
                  </a:cubicBezTo>
                  <a:cubicBezTo>
                    <a:pt x="4811" y="9993"/>
                    <a:pt x="5544" y="9996"/>
                    <a:pt x="6277" y="9996"/>
                  </a:cubicBezTo>
                  <a:cubicBezTo>
                    <a:pt x="7010" y="9996"/>
                    <a:pt x="7744" y="9993"/>
                    <a:pt x="8477" y="9987"/>
                  </a:cubicBezTo>
                  <a:cubicBezTo>
                    <a:pt x="10143" y="9987"/>
                    <a:pt x="11820" y="9987"/>
                    <a:pt x="13486" y="9999"/>
                  </a:cubicBezTo>
                  <a:cubicBezTo>
                    <a:pt x="15031" y="10009"/>
                    <a:pt x="16575" y="9999"/>
                    <a:pt x="18119" y="10021"/>
                  </a:cubicBezTo>
                  <a:cubicBezTo>
                    <a:pt x="18761" y="10026"/>
                    <a:pt x="19406" y="10049"/>
                    <a:pt x="20049" y="10049"/>
                  </a:cubicBezTo>
                  <a:cubicBezTo>
                    <a:pt x="20764" y="10049"/>
                    <a:pt x="21477" y="10021"/>
                    <a:pt x="22185" y="9910"/>
                  </a:cubicBezTo>
                  <a:cubicBezTo>
                    <a:pt x="21840" y="9743"/>
                    <a:pt x="21496" y="9587"/>
                    <a:pt x="21196" y="9332"/>
                  </a:cubicBezTo>
                  <a:cubicBezTo>
                    <a:pt x="21151" y="9298"/>
                    <a:pt x="21174" y="9243"/>
                    <a:pt x="21207" y="9221"/>
                  </a:cubicBezTo>
                  <a:cubicBezTo>
                    <a:pt x="21696" y="9021"/>
                    <a:pt x="22218" y="8987"/>
                    <a:pt x="22740" y="8977"/>
                  </a:cubicBezTo>
                  <a:cubicBezTo>
                    <a:pt x="23351" y="8965"/>
                    <a:pt x="23962" y="8932"/>
                    <a:pt x="24573" y="8910"/>
                  </a:cubicBezTo>
                  <a:cubicBezTo>
                    <a:pt x="25950" y="8843"/>
                    <a:pt x="27340" y="8787"/>
                    <a:pt x="28728" y="8732"/>
                  </a:cubicBezTo>
                  <a:cubicBezTo>
                    <a:pt x="30317" y="8676"/>
                    <a:pt x="31905" y="8577"/>
                    <a:pt x="33494" y="8510"/>
                  </a:cubicBezTo>
                  <a:cubicBezTo>
                    <a:pt x="33438" y="8299"/>
                    <a:pt x="33371" y="8088"/>
                    <a:pt x="33316" y="7877"/>
                  </a:cubicBezTo>
                  <a:cubicBezTo>
                    <a:pt x="33272" y="7733"/>
                    <a:pt x="33216" y="7577"/>
                    <a:pt x="33094" y="7499"/>
                  </a:cubicBezTo>
                  <a:cubicBezTo>
                    <a:pt x="33065" y="7484"/>
                    <a:pt x="33032" y="7478"/>
                    <a:pt x="32998" y="7478"/>
                  </a:cubicBezTo>
                  <a:cubicBezTo>
                    <a:pt x="32877" y="7478"/>
                    <a:pt x="32748" y="7564"/>
                    <a:pt x="32783" y="7677"/>
                  </a:cubicBezTo>
                  <a:cubicBezTo>
                    <a:pt x="32361" y="7188"/>
                    <a:pt x="31916" y="6688"/>
                    <a:pt x="31316" y="6477"/>
                  </a:cubicBezTo>
                  <a:cubicBezTo>
                    <a:pt x="31016" y="6377"/>
                    <a:pt x="30705" y="6321"/>
                    <a:pt x="30428" y="6188"/>
                  </a:cubicBezTo>
                  <a:lnTo>
                    <a:pt x="30428" y="5855"/>
                  </a:lnTo>
                  <a:lnTo>
                    <a:pt x="29628" y="5855"/>
                  </a:lnTo>
                  <a:cubicBezTo>
                    <a:pt x="29561" y="5832"/>
                    <a:pt x="29483" y="5822"/>
                    <a:pt x="29416" y="5810"/>
                  </a:cubicBezTo>
                  <a:cubicBezTo>
                    <a:pt x="29208" y="5775"/>
                    <a:pt x="28998" y="5762"/>
                    <a:pt x="28786" y="5762"/>
                  </a:cubicBezTo>
                  <a:cubicBezTo>
                    <a:pt x="28197" y="5762"/>
                    <a:pt x="27601" y="5866"/>
                    <a:pt x="27028" y="5899"/>
                  </a:cubicBezTo>
                  <a:cubicBezTo>
                    <a:pt x="26830" y="5913"/>
                    <a:pt x="26631" y="5919"/>
                    <a:pt x="26434" y="5919"/>
                  </a:cubicBezTo>
                  <a:cubicBezTo>
                    <a:pt x="25803" y="5919"/>
                    <a:pt x="25179" y="5854"/>
                    <a:pt x="24562" y="5744"/>
                  </a:cubicBezTo>
                  <a:cubicBezTo>
                    <a:pt x="24506" y="5744"/>
                    <a:pt x="24451" y="5733"/>
                    <a:pt x="24407" y="5711"/>
                  </a:cubicBezTo>
                  <a:cubicBezTo>
                    <a:pt x="24362" y="5699"/>
                    <a:pt x="24318" y="5677"/>
                    <a:pt x="24296" y="5644"/>
                  </a:cubicBezTo>
                  <a:cubicBezTo>
                    <a:pt x="24251" y="5610"/>
                    <a:pt x="24240" y="5566"/>
                    <a:pt x="24240" y="5521"/>
                  </a:cubicBezTo>
                  <a:cubicBezTo>
                    <a:pt x="24229" y="5466"/>
                    <a:pt x="24229" y="5410"/>
                    <a:pt x="24251" y="5344"/>
                  </a:cubicBezTo>
                  <a:cubicBezTo>
                    <a:pt x="24451" y="4744"/>
                    <a:pt x="25017" y="4411"/>
                    <a:pt x="25506" y="4077"/>
                  </a:cubicBezTo>
                  <a:cubicBezTo>
                    <a:pt x="26062" y="3711"/>
                    <a:pt x="26528" y="3245"/>
                    <a:pt x="27106" y="2922"/>
                  </a:cubicBezTo>
                  <a:cubicBezTo>
                    <a:pt x="27851" y="2500"/>
                    <a:pt x="28606" y="2033"/>
                    <a:pt x="29095" y="1356"/>
                  </a:cubicBezTo>
                  <a:cubicBezTo>
                    <a:pt x="29083" y="1300"/>
                    <a:pt x="29072" y="1233"/>
                    <a:pt x="29061" y="1178"/>
                  </a:cubicBezTo>
                  <a:cubicBezTo>
                    <a:pt x="28728" y="1356"/>
                    <a:pt x="28372" y="1512"/>
                    <a:pt x="28050" y="1700"/>
                  </a:cubicBezTo>
                  <a:cubicBezTo>
                    <a:pt x="27673" y="1922"/>
                    <a:pt x="27239" y="2378"/>
                    <a:pt x="26773" y="2500"/>
                  </a:cubicBezTo>
                  <a:cubicBezTo>
                    <a:pt x="26728" y="2538"/>
                    <a:pt x="26668" y="2570"/>
                    <a:pt x="26616" y="2570"/>
                  </a:cubicBezTo>
                  <a:cubicBezTo>
                    <a:pt x="26591" y="2570"/>
                    <a:pt x="26569" y="2563"/>
                    <a:pt x="26550" y="2544"/>
                  </a:cubicBezTo>
                  <a:lnTo>
                    <a:pt x="26540" y="2534"/>
                  </a:lnTo>
                  <a:cubicBezTo>
                    <a:pt x="26495" y="2534"/>
                    <a:pt x="26461" y="2522"/>
                    <a:pt x="26417" y="2522"/>
                  </a:cubicBezTo>
                  <a:cubicBezTo>
                    <a:pt x="26362" y="2511"/>
                    <a:pt x="26306" y="2445"/>
                    <a:pt x="26328" y="2389"/>
                  </a:cubicBezTo>
                  <a:cubicBezTo>
                    <a:pt x="26473" y="1734"/>
                    <a:pt x="26717" y="1089"/>
                    <a:pt x="27084" y="534"/>
                  </a:cubicBezTo>
                  <a:cubicBezTo>
                    <a:pt x="27117" y="478"/>
                    <a:pt x="27140" y="423"/>
                    <a:pt x="27172" y="367"/>
                  </a:cubicBezTo>
                  <a:cubicBezTo>
                    <a:pt x="27162" y="234"/>
                    <a:pt x="27140" y="112"/>
                    <a:pt x="27084" y="1"/>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1">
              <a:extLst>
                <a:ext uri="{FF2B5EF4-FFF2-40B4-BE49-F238E27FC236}">
                  <a16:creationId xmlns:a16="http://schemas.microsoft.com/office/drawing/2014/main" id="{D09BB1C3-432F-52C0-4EF0-7050704D50C6}"/>
                </a:ext>
              </a:extLst>
            </p:cNvPr>
            <p:cNvSpPr/>
            <p:nvPr/>
          </p:nvSpPr>
          <p:spPr>
            <a:xfrm>
              <a:off x="1483525" y="3831450"/>
              <a:ext cx="848450" cy="116650"/>
            </a:xfrm>
            <a:custGeom>
              <a:avLst/>
              <a:gdLst/>
              <a:ahLst/>
              <a:cxnLst/>
              <a:rect l="l" t="t" r="r" b="b"/>
              <a:pathLst>
                <a:path w="33938" h="4666" extrusionOk="0">
                  <a:moveTo>
                    <a:pt x="33693" y="0"/>
                  </a:moveTo>
                  <a:cubicBezTo>
                    <a:pt x="33549" y="22"/>
                    <a:pt x="33404" y="56"/>
                    <a:pt x="33249" y="78"/>
                  </a:cubicBezTo>
                  <a:cubicBezTo>
                    <a:pt x="31138" y="78"/>
                    <a:pt x="29005" y="434"/>
                    <a:pt x="26884" y="478"/>
                  </a:cubicBezTo>
                  <a:cubicBezTo>
                    <a:pt x="26406" y="489"/>
                    <a:pt x="25761" y="678"/>
                    <a:pt x="25817" y="1145"/>
                  </a:cubicBezTo>
                  <a:cubicBezTo>
                    <a:pt x="26439" y="1355"/>
                    <a:pt x="27017" y="1689"/>
                    <a:pt x="27516" y="2111"/>
                  </a:cubicBezTo>
                  <a:cubicBezTo>
                    <a:pt x="24605" y="2305"/>
                    <a:pt x="21686" y="2401"/>
                    <a:pt x="18764" y="2401"/>
                  </a:cubicBezTo>
                  <a:cubicBezTo>
                    <a:pt x="16680" y="2401"/>
                    <a:pt x="14594" y="2353"/>
                    <a:pt x="12509" y="2256"/>
                  </a:cubicBezTo>
                  <a:cubicBezTo>
                    <a:pt x="12509" y="1611"/>
                    <a:pt x="13020" y="989"/>
                    <a:pt x="13664" y="867"/>
                  </a:cubicBezTo>
                  <a:cubicBezTo>
                    <a:pt x="9954" y="867"/>
                    <a:pt x="6243" y="856"/>
                    <a:pt x="2522" y="844"/>
                  </a:cubicBezTo>
                  <a:cubicBezTo>
                    <a:pt x="2219" y="844"/>
                    <a:pt x="1653" y="772"/>
                    <a:pt x="1142" y="772"/>
                  </a:cubicBezTo>
                  <a:cubicBezTo>
                    <a:pt x="697" y="772"/>
                    <a:pt x="294" y="827"/>
                    <a:pt x="144" y="1034"/>
                  </a:cubicBezTo>
                  <a:cubicBezTo>
                    <a:pt x="0" y="1244"/>
                    <a:pt x="144" y="2078"/>
                    <a:pt x="144" y="2333"/>
                  </a:cubicBezTo>
                  <a:lnTo>
                    <a:pt x="144" y="4666"/>
                  </a:lnTo>
                  <a:lnTo>
                    <a:pt x="30572" y="4666"/>
                  </a:lnTo>
                  <a:lnTo>
                    <a:pt x="30572" y="4355"/>
                  </a:lnTo>
                  <a:cubicBezTo>
                    <a:pt x="31360" y="4122"/>
                    <a:pt x="32105" y="3700"/>
                    <a:pt x="32771" y="3088"/>
                  </a:cubicBezTo>
                  <a:cubicBezTo>
                    <a:pt x="32849" y="3011"/>
                    <a:pt x="32937" y="2922"/>
                    <a:pt x="32949" y="2811"/>
                  </a:cubicBezTo>
                  <a:cubicBezTo>
                    <a:pt x="32970" y="2708"/>
                    <a:pt x="32895" y="2586"/>
                    <a:pt x="32796" y="2586"/>
                  </a:cubicBezTo>
                  <a:cubicBezTo>
                    <a:pt x="32788" y="2586"/>
                    <a:pt x="32780" y="2587"/>
                    <a:pt x="32771" y="2589"/>
                  </a:cubicBezTo>
                  <a:cubicBezTo>
                    <a:pt x="33404" y="2011"/>
                    <a:pt x="33826" y="1200"/>
                    <a:pt x="33927" y="356"/>
                  </a:cubicBezTo>
                  <a:cubicBezTo>
                    <a:pt x="33937" y="267"/>
                    <a:pt x="33937" y="178"/>
                    <a:pt x="33893" y="101"/>
                  </a:cubicBezTo>
                  <a:cubicBezTo>
                    <a:pt x="33869" y="44"/>
                    <a:pt x="33809" y="5"/>
                    <a:pt x="33749" y="5"/>
                  </a:cubicBezTo>
                  <a:cubicBezTo>
                    <a:pt x="33729" y="5"/>
                    <a:pt x="33709" y="9"/>
                    <a:pt x="33691" y="18"/>
                  </a:cubicBezTo>
                  <a:lnTo>
                    <a:pt x="33691" y="18"/>
                  </a:lnTo>
                  <a:cubicBezTo>
                    <a:pt x="33693" y="14"/>
                    <a:pt x="33693" y="7"/>
                    <a:pt x="33693"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1">
              <a:extLst>
                <a:ext uri="{FF2B5EF4-FFF2-40B4-BE49-F238E27FC236}">
                  <a16:creationId xmlns:a16="http://schemas.microsoft.com/office/drawing/2014/main" id="{EBD8968E-6D37-D17B-CA59-A25440BAC00E}"/>
                </a:ext>
              </a:extLst>
            </p:cNvPr>
            <p:cNvSpPr/>
            <p:nvPr/>
          </p:nvSpPr>
          <p:spPr>
            <a:xfrm>
              <a:off x="1340750" y="3677550"/>
              <a:ext cx="267475" cy="268825"/>
            </a:xfrm>
            <a:custGeom>
              <a:avLst/>
              <a:gdLst/>
              <a:ahLst/>
              <a:cxnLst/>
              <a:rect l="l" t="t" r="r" b="b"/>
              <a:pathLst>
                <a:path w="10699" h="10753" extrusionOk="0">
                  <a:moveTo>
                    <a:pt x="5658" y="0"/>
                  </a:moveTo>
                  <a:cubicBezTo>
                    <a:pt x="5221" y="0"/>
                    <a:pt x="4760" y="62"/>
                    <a:pt x="4356" y="102"/>
                  </a:cubicBezTo>
                  <a:cubicBezTo>
                    <a:pt x="4023" y="135"/>
                    <a:pt x="3678" y="180"/>
                    <a:pt x="3356" y="313"/>
                  </a:cubicBezTo>
                  <a:cubicBezTo>
                    <a:pt x="3023" y="446"/>
                    <a:pt x="2734" y="658"/>
                    <a:pt x="2456" y="891"/>
                  </a:cubicBezTo>
                  <a:cubicBezTo>
                    <a:pt x="1767" y="1446"/>
                    <a:pt x="1167" y="2113"/>
                    <a:pt x="712" y="2868"/>
                  </a:cubicBezTo>
                  <a:cubicBezTo>
                    <a:pt x="190" y="3746"/>
                    <a:pt x="0" y="4679"/>
                    <a:pt x="12" y="5701"/>
                  </a:cubicBezTo>
                  <a:cubicBezTo>
                    <a:pt x="12" y="6368"/>
                    <a:pt x="157" y="7045"/>
                    <a:pt x="512" y="7600"/>
                  </a:cubicBezTo>
                  <a:cubicBezTo>
                    <a:pt x="401" y="7467"/>
                    <a:pt x="246" y="7378"/>
                    <a:pt x="79" y="7356"/>
                  </a:cubicBezTo>
                  <a:lnTo>
                    <a:pt x="79" y="7356"/>
                  </a:lnTo>
                  <a:cubicBezTo>
                    <a:pt x="68" y="7511"/>
                    <a:pt x="135" y="7656"/>
                    <a:pt x="201" y="7800"/>
                  </a:cubicBezTo>
                  <a:cubicBezTo>
                    <a:pt x="701" y="8800"/>
                    <a:pt x="1601" y="9578"/>
                    <a:pt x="2623" y="10066"/>
                  </a:cubicBezTo>
                  <a:cubicBezTo>
                    <a:pt x="3563" y="10514"/>
                    <a:pt x="4557" y="10753"/>
                    <a:pt x="5535" y="10753"/>
                  </a:cubicBezTo>
                  <a:cubicBezTo>
                    <a:pt x="6913" y="10753"/>
                    <a:pt x="8259" y="10278"/>
                    <a:pt x="9377" y="9244"/>
                  </a:cubicBezTo>
                  <a:cubicBezTo>
                    <a:pt x="9466" y="9167"/>
                    <a:pt x="9543" y="9078"/>
                    <a:pt x="9566" y="8967"/>
                  </a:cubicBezTo>
                  <a:cubicBezTo>
                    <a:pt x="9576" y="8864"/>
                    <a:pt x="9501" y="8742"/>
                    <a:pt x="9402" y="8742"/>
                  </a:cubicBezTo>
                  <a:cubicBezTo>
                    <a:pt x="9394" y="8742"/>
                    <a:pt x="9385" y="8743"/>
                    <a:pt x="9377" y="8745"/>
                  </a:cubicBezTo>
                  <a:cubicBezTo>
                    <a:pt x="10021" y="8178"/>
                    <a:pt x="10432" y="7367"/>
                    <a:pt x="10533" y="6512"/>
                  </a:cubicBezTo>
                  <a:cubicBezTo>
                    <a:pt x="10543" y="6423"/>
                    <a:pt x="10555" y="6334"/>
                    <a:pt x="10510" y="6257"/>
                  </a:cubicBezTo>
                  <a:cubicBezTo>
                    <a:pt x="10478" y="6200"/>
                    <a:pt x="10416" y="6161"/>
                    <a:pt x="10359" y="6161"/>
                  </a:cubicBezTo>
                  <a:cubicBezTo>
                    <a:pt x="10338" y="6161"/>
                    <a:pt x="10317" y="6166"/>
                    <a:pt x="10299" y="6178"/>
                  </a:cubicBezTo>
                  <a:cubicBezTo>
                    <a:pt x="10488" y="5956"/>
                    <a:pt x="10588" y="5679"/>
                    <a:pt x="10644" y="5390"/>
                  </a:cubicBezTo>
                  <a:cubicBezTo>
                    <a:pt x="10699" y="5045"/>
                    <a:pt x="10666" y="4668"/>
                    <a:pt x="10610" y="4312"/>
                  </a:cubicBezTo>
                  <a:cubicBezTo>
                    <a:pt x="10499" y="3568"/>
                    <a:pt x="10288" y="2835"/>
                    <a:pt x="10066" y="2113"/>
                  </a:cubicBezTo>
                  <a:cubicBezTo>
                    <a:pt x="10021" y="1969"/>
                    <a:pt x="9977" y="1813"/>
                    <a:pt x="9844" y="1735"/>
                  </a:cubicBezTo>
                  <a:cubicBezTo>
                    <a:pt x="9812" y="1716"/>
                    <a:pt x="9775" y="1708"/>
                    <a:pt x="9739" y="1708"/>
                  </a:cubicBezTo>
                  <a:cubicBezTo>
                    <a:pt x="9623" y="1708"/>
                    <a:pt x="9507" y="1792"/>
                    <a:pt x="9533" y="1902"/>
                  </a:cubicBezTo>
                  <a:cubicBezTo>
                    <a:pt x="9121" y="1424"/>
                    <a:pt x="8677" y="913"/>
                    <a:pt x="8066" y="713"/>
                  </a:cubicBezTo>
                  <a:cubicBezTo>
                    <a:pt x="7755" y="602"/>
                    <a:pt x="7433" y="557"/>
                    <a:pt x="7133" y="402"/>
                  </a:cubicBezTo>
                  <a:cubicBezTo>
                    <a:pt x="6822" y="246"/>
                    <a:pt x="6522" y="102"/>
                    <a:pt x="6166" y="36"/>
                  </a:cubicBezTo>
                  <a:cubicBezTo>
                    <a:pt x="6004" y="10"/>
                    <a:pt x="5833" y="0"/>
                    <a:pt x="565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1">
              <a:extLst>
                <a:ext uri="{FF2B5EF4-FFF2-40B4-BE49-F238E27FC236}">
                  <a16:creationId xmlns:a16="http://schemas.microsoft.com/office/drawing/2014/main" id="{8E87C0A7-D50B-5BA0-9E1D-2AB4626FE803}"/>
                </a:ext>
              </a:extLst>
            </p:cNvPr>
            <p:cNvSpPr/>
            <p:nvPr/>
          </p:nvSpPr>
          <p:spPr>
            <a:xfrm>
              <a:off x="1355475" y="3755075"/>
              <a:ext cx="193875" cy="175250"/>
            </a:xfrm>
            <a:custGeom>
              <a:avLst/>
              <a:gdLst/>
              <a:ahLst/>
              <a:cxnLst/>
              <a:rect l="l" t="t" r="r" b="b"/>
              <a:pathLst>
                <a:path w="7755" h="7010" extrusionOk="0">
                  <a:moveTo>
                    <a:pt x="701" y="1"/>
                  </a:moveTo>
                  <a:cubicBezTo>
                    <a:pt x="223" y="722"/>
                    <a:pt x="1" y="1645"/>
                    <a:pt x="45" y="2578"/>
                  </a:cubicBezTo>
                  <a:cubicBezTo>
                    <a:pt x="90" y="3388"/>
                    <a:pt x="345" y="4233"/>
                    <a:pt x="778" y="5022"/>
                  </a:cubicBezTo>
                  <a:cubicBezTo>
                    <a:pt x="723" y="5044"/>
                    <a:pt x="667" y="5111"/>
                    <a:pt x="667" y="5177"/>
                  </a:cubicBezTo>
                  <a:cubicBezTo>
                    <a:pt x="667" y="5266"/>
                    <a:pt x="712" y="5344"/>
                    <a:pt x="778" y="5410"/>
                  </a:cubicBezTo>
                  <a:cubicBezTo>
                    <a:pt x="1412" y="6155"/>
                    <a:pt x="2289" y="6677"/>
                    <a:pt x="3244" y="6899"/>
                  </a:cubicBezTo>
                  <a:cubicBezTo>
                    <a:pt x="3555" y="6977"/>
                    <a:pt x="3889" y="7010"/>
                    <a:pt x="4222" y="7010"/>
                  </a:cubicBezTo>
                  <a:cubicBezTo>
                    <a:pt x="5433" y="7010"/>
                    <a:pt x="6710" y="6543"/>
                    <a:pt x="7732" y="5688"/>
                  </a:cubicBezTo>
                  <a:lnTo>
                    <a:pt x="7700" y="5644"/>
                  </a:lnTo>
                  <a:lnTo>
                    <a:pt x="7755" y="5632"/>
                  </a:lnTo>
                  <a:lnTo>
                    <a:pt x="7755" y="5511"/>
                  </a:lnTo>
                  <a:lnTo>
                    <a:pt x="7655" y="5588"/>
                  </a:lnTo>
                  <a:cubicBezTo>
                    <a:pt x="6651" y="6426"/>
                    <a:pt x="5400" y="6894"/>
                    <a:pt x="4214" y="6894"/>
                  </a:cubicBezTo>
                  <a:cubicBezTo>
                    <a:pt x="3892" y="6894"/>
                    <a:pt x="3574" y="6859"/>
                    <a:pt x="3267" y="6788"/>
                  </a:cubicBezTo>
                  <a:cubicBezTo>
                    <a:pt x="2345" y="6566"/>
                    <a:pt x="1489" y="6055"/>
                    <a:pt x="867" y="5333"/>
                  </a:cubicBezTo>
                  <a:cubicBezTo>
                    <a:pt x="823" y="5288"/>
                    <a:pt x="790" y="5232"/>
                    <a:pt x="790" y="5177"/>
                  </a:cubicBezTo>
                  <a:cubicBezTo>
                    <a:pt x="790" y="5166"/>
                    <a:pt x="800" y="5144"/>
                    <a:pt x="823" y="5133"/>
                  </a:cubicBezTo>
                  <a:lnTo>
                    <a:pt x="845" y="5133"/>
                  </a:lnTo>
                  <a:lnTo>
                    <a:pt x="1112" y="5366"/>
                  </a:lnTo>
                  <a:lnTo>
                    <a:pt x="1112" y="5366"/>
                  </a:lnTo>
                  <a:lnTo>
                    <a:pt x="934" y="5055"/>
                  </a:lnTo>
                  <a:cubicBezTo>
                    <a:pt x="479" y="4255"/>
                    <a:pt x="212" y="3388"/>
                    <a:pt x="168" y="2566"/>
                  </a:cubicBezTo>
                  <a:cubicBezTo>
                    <a:pt x="123" y="1655"/>
                    <a:pt x="345" y="767"/>
                    <a:pt x="800" y="67"/>
                  </a:cubicBezTo>
                  <a:lnTo>
                    <a:pt x="701"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1">
              <a:extLst>
                <a:ext uri="{FF2B5EF4-FFF2-40B4-BE49-F238E27FC236}">
                  <a16:creationId xmlns:a16="http://schemas.microsoft.com/office/drawing/2014/main" id="{E5EB4B66-938F-B520-985E-7D4A35BC6892}"/>
                </a:ext>
              </a:extLst>
            </p:cNvPr>
            <p:cNvSpPr/>
            <p:nvPr/>
          </p:nvSpPr>
          <p:spPr>
            <a:xfrm>
              <a:off x="1382975" y="3723375"/>
              <a:ext cx="188875" cy="156150"/>
            </a:xfrm>
            <a:custGeom>
              <a:avLst/>
              <a:gdLst/>
              <a:ahLst/>
              <a:cxnLst/>
              <a:rect l="l" t="t" r="r" b="b"/>
              <a:pathLst>
                <a:path w="7555" h="6246" extrusionOk="0">
                  <a:moveTo>
                    <a:pt x="3863" y="0"/>
                  </a:moveTo>
                  <a:cubicBezTo>
                    <a:pt x="3475" y="0"/>
                    <a:pt x="3066" y="68"/>
                    <a:pt x="2645" y="202"/>
                  </a:cubicBezTo>
                  <a:cubicBezTo>
                    <a:pt x="1467" y="580"/>
                    <a:pt x="478" y="1446"/>
                    <a:pt x="1" y="2513"/>
                  </a:cubicBezTo>
                  <a:lnTo>
                    <a:pt x="112" y="2557"/>
                  </a:lnTo>
                  <a:cubicBezTo>
                    <a:pt x="567" y="1524"/>
                    <a:pt x="1534" y="691"/>
                    <a:pt x="2689" y="313"/>
                  </a:cubicBezTo>
                  <a:cubicBezTo>
                    <a:pt x="2998" y="215"/>
                    <a:pt x="3408" y="121"/>
                    <a:pt x="3853" y="121"/>
                  </a:cubicBezTo>
                  <a:cubicBezTo>
                    <a:pt x="4113" y="121"/>
                    <a:pt x="4385" y="153"/>
                    <a:pt x="4655" y="235"/>
                  </a:cubicBezTo>
                  <a:cubicBezTo>
                    <a:pt x="5333" y="435"/>
                    <a:pt x="5877" y="924"/>
                    <a:pt x="6077" y="1501"/>
                  </a:cubicBezTo>
                  <a:lnTo>
                    <a:pt x="6188" y="1835"/>
                  </a:lnTo>
                  <a:lnTo>
                    <a:pt x="6200" y="958"/>
                  </a:lnTo>
                  <a:cubicBezTo>
                    <a:pt x="6205" y="957"/>
                    <a:pt x="6211" y="957"/>
                    <a:pt x="6216" y="957"/>
                  </a:cubicBezTo>
                  <a:cubicBezTo>
                    <a:pt x="6454" y="957"/>
                    <a:pt x="6669" y="1196"/>
                    <a:pt x="6788" y="1435"/>
                  </a:cubicBezTo>
                  <a:cubicBezTo>
                    <a:pt x="7432" y="2679"/>
                    <a:pt x="7133" y="4201"/>
                    <a:pt x="6766" y="5246"/>
                  </a:cubicBezTo>
                  <a:cubicBezTo>
                    <a:pt x="6644" y="5590"/>
                    <a:pt x="6499" y="5934"/>
                    <a:pt x="6232" y="6157"/>
                  </a:cubicBezTo>
                  <a:lnTo>
                    <a:pt x="6311" y="6245"/>
                  </a:lnTo>
                  <a:cubicBezTo>
                    <a:pt x="6600" y="6012"/>
                    <a:pt x="6755" y="5646"/>
                    <a:pt x="6877" y="5290"/>
                  </a:cubicBezTo>
                  <a:cubicBezTo>
                    <a:pt x="7244" y="4212"/>
                    <a:pt x="7555" y="2668"/>
                    <a:pt x="6899" y="1380"/>
                  </a:cubicBezTo>
                  <a:cubicBezTo>
                    <a:pt x="6828" y="1247"/>
                    <a:pt x="6589" y="836"/>
                    <a:pt x="6234" y="836"/>
                  </a:cubicBezTo>
                  <a:cubicBezTo>
                    <a:pt x="6201" y="836"/>
                    <a:pt x="6167" y="839"/>
                    <a:pt x="6133" y="847"/>
                  </a:cubicBezTo>
                  <a:lnTo>
                    <a:pt x="6077" y="847"/>
                  </a:lnTo>
                  <a:lnTo>
                    <a:pt x="6077" y="1213"/>
                  </a:lnTo>
                  <a:cubicBezTo>
                    <a:pt x="5810" y="702"/>
                    <a:pt x="5299" y="302"/>
                    <a:pt x="4689" y="113"/>
                  </a:cubicBezTo>
                  <a:cubicBezTo>
                    <a:pt x="4428" y="38"/>
                    <a:pt x="4152" y="0"/>
                    <a:pt x="3863"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1">
              <a:extLst>
                <a:ext uri="{FF2B5EF4-FFF2-40B4-BE49-F238E27FC236}">
                  <a16:creationId xmlns:a16="http://schemas.microsoft.com/office/drawing/2014/main" id="{C1487AAB-93A0-A414-E9BE-1B31774E9DB2}"/>
                </a:ext>
              </a:extLst>
            </p:cNvPr>
            <p:cNvSpPr/>
            <p:nvPr/>
          </p:nvSpPr>
          <p:spPr>
            <a:xfrm>
              <a:off x="1439650" y="3680225"/>
              <a:ext cx="165525" cy="141800"/>
            </a:xfrm>
            <a:custGeom>
              <a:avLst/>
              <a:gdLst/>
              <a:ahLst/>
              <a:cxnLst/>
              <a:rect l="l" t="t" r="r" b="b"/>
              <a:pathLst>
                <a:path w="6621" h="5672" extrusionOk="0">
                  <a:moveTo>
                    <a:pt x="1794" y="0"/>
                  </a:moveTo>
                  <a:cubicBezTo>
                    <a:pt x="1176" y="0"/>
                    <a:pt x="560" y="135"/>
                    <a:pt x="0" y="395"/>
                  </a:cubicBezTo>
                  <a:lnTo>
                    <a:pt x="45" y="506"/>
                  </a:lnTo>
                  <a:cubicBezTo>
                    <a:pt x="593" y="251"/>
                    <a:pt x="1199" y="120"/>
                    <a:pt x="1804" y="120"/>
                  </a:cubicBezTo>
                  <a:cubicBezTo>
                    <a:pt x="2228" y="120"/>
                    <a:pt x="2652" y="184"/>
                    <a:pt x="3055" y="317"/>
                  </a:cubicBezTo>
                  <a:cubicBezTo>
                    <a:pt x="4032" y="640"/>
                    <a:pt x="4876" y="1339"/>
                    <a:pt x="5377" y="2239"/>
                  </a:cubicBezTo>
                  <a:lnTo>
                    <a:pt x="5610" y="2661"/>
                  </a:lnTo>
                  <a:lnTo>
                    <a:pt x="5488" y="2195"/>
                  </a:lnTo>
                  <a:cubicBezTo>
                    <a:pt x="5476" y="2150"/>
                    <a:pt x="5499" y="2117"/>
                    <a:pt x="5521" y="2094"/>
                  </a:cubicBezTo>
                  <a:cubicBezTo>
                    <a:pt x="5558" y="2065"/>
                    <a:pt x="5610" y="2050"/>
                    <a:pt x="5656" y="2050"/>
                  </a:cubicBezTo>
                  <a:cubicBezTo>
                    <a:pt x="5680" y="2050"/>
                    <a:pt x="5702" y="2054"/>
                    <a:pt x="5721" y="2062"/>
                  </a:cubicBezTo>
                  <a:cubicBezTo>
                    <a:pt x="5843" y="2117"/>
                    <a:pt x="5910" y="2250"/>
                    <a:pt x="5954" y="2395"/>
                  </a:cubicBezTo>
                  <a:cubicBezTo>
                    <a:pt x="6199" y="3028"/>
                    <a:pt x="6310" y="3694"/>
                    <a:pt x="6377" y="4205"/>
                  </a:cubicBezTo>
                  <a:cubicBezTo>
                    <a:pt x="6443" y="4661"/>
                    <a:pt x="6498" y="5172"/>
                    <a:pt x="6365" y="5639"/>
                  </a:cubicBezTo>
                  <a:lnTo>
                    <a:pt x="6476" y="5671"/>
                  </a:lnTo>
                  <a:cubicBezTo>
                    <a:pt x="6621" y="5183"/>
                    <a:pt x="6565" y="4649"/>
                    <a:pt x="6498" y="4194"/>
                  </a:cubicBezTo>
                  <a:cubicBezTo>
                    <a:pt x="6421" y="3672"/>
                    <a:pt x="6310" y="2995"/>
                    <a:pt x="6076" y="2350"/>
                  </a:cubicBezTo>
                  <a:cubicBezTo>
                    <a:pt x="6010" y="2195"/>
                    <a:pt x="5932" y="2028"/>
                    <a:pt x="5765" y="1950"/>
                  </a:cubicBezTo>
                  <a:cubicBezTo>
                    <a:pt x="5731" y="1935"/>
                    <a:pt x="5693" y="1928"/>
                    <a:pt x="5654" y="1928"/>
                  </a:cubicBezTo>
                  <a:cubicBezTo>
                    <a:pt x="5579" y="1928"/>
                    <a:pt x="5502" y="1955"/>
                    <a:pt x="5443" y="2006"/>
                  </a:cubicBezTo>
                  <a:cubicBezTo>
                    <a:pt x="5432" y="2017"/>
                    <a:pt x="5421" y="2039"/>
                    <a:pt x="5410" y="2050"/>
                  </a:cubicBezTo>
                  <a:cubicBezTo>
                    <a:pt x="4888" y="1183"/>
                    <a:pt x="4054" y="517"/>
                    <a:pt x="3088" y="206"/>
                  </a:cubicBezTo>
                  <a:cubicBezTo>
                    <a:pt x="2669" y="68"/>
                    <a:pt x="2231" y="0"/>
                    <a:pt x="1794"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1">
              <a:extLst>
                <a:ext uri="{FF2B5EF4-FFF2-40B4-BE49-F238E27FC236}">
                  <a16:creationId xmlns:a16="http://schemas.microsoft.com/office/drawing/2014/main" id="{0E1DD379-6079-5CDA-305E-2CE565283D94}"/>
                </a:ext>
              </a:extLst>
            </p:cNvPr>
            <p:cNvSpPr/>
            <p:nvPr/>
          </p:nvSpPr>
          <p:spPr>
            <a:xfrm>
              <a:off x="1472400" y="3908650"/>
              <a:ext cx="85275" cy="33900"/>
            </a:xfrm>
            <a:custGeom>
              <a:avLst/>
              <a:gdLst/>
              <a:ahLst/>
              <a:cxnLst/>
              <a:rect l="l" t="t" r="r" b="b"/>
              <a:pathLst>
                <a:path w="3411" h="1356" extrusionOk="0">
                  <a:moveTo>
                    <a:pt x="3334" y="0"/>
                  </a:moveTo>
                  <a:cubicBezTo>
                    <a:pt x="2356" y="711"/>
                    <a:pt x="1201" y="1133"/>
                    <a:pt x="1" y="1234"/>
                  </a:cubicBezTo>
                  <a:lnTo>
                    <a:pt x="12" y="1356"/>
                  </a:lnTo>
                  <a:cubicBezTo>
                    <a:pt x="1234" y="1256"/>
                    <a:pt x="2411" y="822"/>
                    <a:pt x="3411" y="101"/>
                  </a:cubicBezTo>
                  <a:lnTo>
                    <a:pt x="333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1">
              <a:extLst>
                <a:ext uri="{FF2B5EF4-FFF2-40B4-BE49-F238E27FC236}">
                  <a16:creationId xmlns:a16="http://schemas.microsoft.com/office/drawing/2014/main" id="{5ADA189D-4678-C2B6-4C62-991545C9569E}"/>
                </a:ext>
              </a:extLst>
            </p:cNvPr>
            <p:cNvSpPr/>
            <p:nvPr/>
          </p:nvSpPr>
          <p:spPr>
            <a:xfrm>
              <a:off x="1576275" y="3850625"/>
              <a:ext cx="16700" cy="34175"/>
            </a:xfrm>
            <a:custGeom>
              <a:avLst/>
              <a:gdLst/>
              <a:ahLst/>
              <a:cxnLst/>
              <a:rect l="l" t="t" r="r" b="b"/>
              <a:pathLst>
                <a:path w="668" h="1367" extrusionOk="0">
                  <a:moveTo>
                    <a:pt x="545" y="0"/>
                  </a:moveTo>
                  <a:cubicBezTo>
                    <a:pt x="522" y="467"/>
                    <a:pt x="322" y="944"/>
                    <a:pt x="1" y="1289"/>
                  </a:cubicBezTo>
                  <a:lnTo>
                    <a:pt x="89" y="1366"/>
                  </a:lnTo>
                  <a:cubicBezTo>
                    <a:pt x="433" y="1000"/>
                    <a:pt x="645" y="500"/>
                    <a:pt x="667"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1">
              <a:extLst>
                <a:ext uri="{FF2B5EF4-FFF2-40B4-BE49-F238E27FC236}">
                  <a16:creationId xmlns:a16="http://schemas.microsoft.com/office/drawing/2014/main" id="{A2703A7F-FDB8-77FA-11F5-C080E6FB7F21}"/>
                </a:ext>
              </a:extLst>
            </p:cNvPr>
            <p:cNvSpPr/>
            <p:nvPr/>
          </p:nvSpPr>
          <p:spPr>
            <a:xfrm>
              <a:off x="1451575" y="3782275"/>
              <a:ext cx="36975" cy="43625"/>
            </a:xfrm>
            <a:custGeom>
              <a:avLst/>
              <a:gdLst/>
              <a:ahLst/>
              <a:cxnLst/>
              <a:rect l="l" t="t" r="r" b="b"/>
              <a:pathLst>
                <a:path w="1479" h="1745" extrusionOk="0">
                  <a:moveTo>
                    <a:pt x="387" y="1"/>
                  </a:moveTo>
                  <a:cubicBezTo>
                    <a:pt x="280" y="1"/>
                    <a:pt x="174" y="57"/>
                    <a:pt x="111" y="135"/>
                  </a:cubicBezTo>
                  <a:cubicBezTo>
                    <a:pt x="34" y="234"/>
                    <a:pt x="0" y="357"/>
                    <a:pt x="0" y="535"/>
                  </a:cubicBezTo>
                  <a:cubicBezTo>
                    <a:pt x="12" y="990"/>
                    <a:pt x="301" y="1445"/>
                    <a:pt x="711" y="1656"/>
                  </a:cubicBezTo>
                  <a:cubicBezTo>
                    <a:pt x="812" y="1701"/>
                    <a:pt x="923" y="1745"/>
                    <a:pt x="1045" y="1745"/>
                  </a:cubicBezTo>
                  <a:cubicBezTo>
                    <a:pt x="1133" y="1745"/>
                    <a:pt x="1234" y="1712"/>
                    <a:pt x="1311" y="1645"/>
                  </a:cubicBezTo>
                  <a:cubicBezTo>
                    <a:pt x="1478" y="1490"/>
                    <a:pt x="1456" y="1234"/>
                    <a:pt x="1356" y="1046"/>
                  </a:cubicBezTo>
                  <a:cubicBezTo>
                    <a:pt x="1289" y="912"/>
                    <a:pt x="1212" y="823"/>
                    <a:pt x="1111" y="790"/>
                  </a:cubicBezTo>
                  <a:cubicBezTo>
                    <a:pt x="1074" y="773"/>
                    <a:pt x="1032" y="764"/>
                    <a:pt x="991" y="764"/>
                  </a:cubicBezTo>
                  <a:cubicBezTo>
                    <a:pt x="896" y="764"/>
                    <a:pt x="802" y="808"/>
                    <a:pt x="756" y="901"/>
                  </a:cubicBezTo>
                  <a:cubicBezTo>
                    <a:pt x="723" y="967"/>
                    <a:pt x="733" y="1056"/>
                    <a:pt x="778" y="1123"/>
                  </a:cubicBezTo>
                  <a:cubicBezTo>
                    <a:pt x="817" y="1172"/>
                    <a:pt x="873" y="1203"/>
                    <a:pt x="930" y="1203"/>
                  </a:cubicBezTo>
                  <a:cubicBezTo>
                    <a:pt x="939" y="1203"/>
                    <a:pt x="947" y="1202"/>
                    <a:pt x="956" y="1201"/>
                  </a:cubicBezTo>
                  <a:lnTo>
                    <a:pt x="933" y="1078"/>
                  </a:lnTo>
                  <a:cubicBezTo>
                    <a:pt x="929" y="1081"/>
                    <a:pt x="925" y="1082"/>
                    <a:pt x="920" y="1082"/>
                  </a:cubicBezTo>
                  <a:cubicBezTo>
                    <a:pt x="903" y="1082"/>
                    <a:pt x="887" y="1065"/>
                    <a:pt x="878" y="1056"/>
                  </a:cubicBezTo>
                  <a:cubicBezTo>
                    <a:pt x="856" y="1023"/>
                    <a:pt x="845" y="979"/>
                    <a:pt x="867" y="957"/>
                  </a:cubicBezTo>
                  <a:cubicBezTo>
                    <a:pt x="890" y="911"/>
                    <a:pt x="945" y="886"/>
                    <a:pt x="999" y="886"/>
                  </a:cubicBezTo>
                  <a:cubicBezTo>
                    <a:pt x="1023" y="886"/>
                    <a:pt x="1046" y="891"/>
                    <a:pt x="1067" y="901"/>
                  </a:cubicBezTo>
                  <a:cubicBezTo>
                    <a:pt x="1133" y="923"/>
                    <a:pt x="1200" y="990"/>
                    <a:pt x="1256" y="1101"/>
                  </a:cubicBezTo>
                  <a:cubicBezTo>
                    <a:pt x="1323" y="1246"/>
                    <a:pt x="1345" y="1445"/>
                    <a:pt x="1234" y="1557"/>
                  </a:cubicBezTo>
                  <a:cubicBezTo>
                    <a:pt x="1181" y="1604"/>
                    <a:pt x="1114" y="1623"/>
                    <a:pt x="1044" y="1623"/>
                  </a:cubicBezTo>
                  <a:cubicBezTo>
                    <a:pt x="950" y="1623"/>
                    <a:pt x="849" y="1590"/>
                    <a:pt x="767" y="1545"/>
                  </a:cubicBezTo>
                  <a:cubicBezTo>
                    <a:pt x="390" y="1357"/>
                    <a:pt x="134" y="945"/>
                    <a:pt x="123" y="523"/>
                  </a:cubicBezTo>
                  <a:cubicBezTo>
                    <a:pt x="123" y="390"/>
                    <a:pt x="145" y="279"/>
                    <a:pt x="200" y="212"/>
                  </a:cubicBezTo>
                  <a:cubicBezTo>
                    <a:pt x="239" y="158"/>
                    <a:pt x="309" y="121"/>
                    <a:pt x="375" y="121"/>
                  </a:cubicBezTo>
                  <a:cubicBezTo>
                    <a:pt x="404" y="121"/>
                    <a:pt x="432" y="128"/>
                    <a:pt x="456" y="145"/>
                  </a:cubicBezTo>
                  <a:lnTo>
                    <a:pt x="523" y="34"/>
                  </a:lnTo>
                  <a:cubicBezTo>
                    <a:pt x="479" y="11"/>
                    <a:pt x="433" y="1"/>
                    <a:pt x="387"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1">
              <a:extLst>
                <a:ext uri="{FF2B5EF4-FFF2-40B4-BE49-F238E27FC236}">
                  <a16:creationId xmlns:a16="http://schemas.microsoft.com/office/drawing/2014/main" id="{CEFF5862-D59A-4FB9-6738-476E5B12E1D6}"/>
                </a:ext>
              </a:extLst>
            </p:cNvPr>
            <p:cNvSpPr/>
            <p:nvPr/>
          </p:nvSpPr>
          <p:spPr>
            <a:xfrm>
              <a:off x="1401875" y="3757575"/>
              <a:ext cx="114450" cy="111400"/>
            </a:xfrm>
            <a:custGeom>
              <a:avLst/>
              <a:gdLst/>
              <a:ahLst/>
              <a:cxnLst/>
              <a:rect l="l" t="t" r="r" b="b"/>
              <a:pathLst>
                <a:path w="4578" h="4456" extrusionOk="0">
                  <a:moveTo>
                    <a:pt x="2055" y="0"/>
                  </a:moveTo>
                  <a:cubicBezTo>
                    <a:pt x="1296" y="0"/>
                    <a:pt x="541" y="530"/>
                    <a:pt x="267" y="1267"/>
                  </a:cubicBezTo>
                  <a:cubicBezTo>
                    <a:pt x="0" y="1978"/>
                    <a:pt x="166" y="2833"/>
                    <a:pt x="677" y="3455"/>
                  </a:cubicBezTo>
                  <a:cubicBezTo>
                    <a:pt x="1144" y="4022"/>
                    <a:pt x="1911" y="4399"/>
                    <a:pt x="2711" y="4444"/>
                  </a:cubicBezTo>
                  <a:cubicBezTo>
                    <a:pt x="2777" y="4444"/>
                    <a:pt x="2833" y="4455"/>
                    <a:pt x="2889" y="4455"/>
                  </a:cubicBezTo>
                  <a:cubicBezTo>
                    <a:pt x="3244" y="4455"/>
                    <a:pt x="3555" y="4389"/>
                    <a:pt x="3822" y="4255"/>
                  </a:cubicBezTo>
                  <a:cubicBezTo>
                    <a:pt x="4199" y="4078"/>
                    <a:pt x="4466" y="3777"/>
                    <a:pt x="4577" y="3433"/>
                  </a:cubicBezTo>
                  <a:lnTo>
                    <a:pt x="4466" y="3399"/>
                  </a:lnTo>
                  <a:cubicBezTo>
                    <a:pt x="4366" y="3711"/>
                    <a:pt x="4111" y="3989"/>
                    <a:pt x="3777" y="4144"/>
                  </a:cubicBezTo>
                  <a:cubicBezTo>
                    <a:pt x="3519" y="4268"/>
                    <a:pt x="3220" y="4327"/>
                    <a:pt x="2888" y="4327"/>
                  </a:cubicBezTo>
                  <a:cubicBezTo>
                    <a:pt x="2833" y="4327"/>
                    <a:pt x="2778" y="4325"/>
                    <a:pt x="2721" y="4322"/>
                  </a:cubicBezTo>
                  <a:cubicBezTo>
                    <a:pt x="1944" y="4278"/>
                    <a:pt x="1211" y="3922"/>
                    <a:pt x="766" y="3377"/>
                  </a:cubicBezTo>
                  <a:cubicBezTo>
                    <a:pt x="278" y="2789"/>
                    <a:pt x="134" y="1978"/>
                    <a:pt x="378" y="1311"/>
                  </a:cubicBezTo>
                  <a:cubicBezTo>
                    <a:pt x="633" y="612"/>
                    <a:pt x="1333" y="123"/>
                    <a:pt x="2044" y="123"/>
                  </a:cubicBezTo>
                  <a:lnTo>
                    <a:pt x="2067" y="123"/>
                  </a:lnTo>
                  <a:cubicBezTo>
                    <a:pt x="2522" y="123"/>
                    <a:pt x="3010" y="323"/>
                    <a:pt x="3521" y="700"/>
                  </a:cubicBezTo>
                  <a:cubicBezTo>
                    <a:pt x="3733" y="867"/>
                    <a:pt x="3999" y="1089"/>
                    <a:pt x="4143" y="1389"/>
                  </a:cubicBezTo>
                  <a:cubicBezTo>
                    <a:pt x="4333" y="1778"/>
                    <a:pt x="4311" y="2278"/>
                    <a:pt x="4077" y="2866"/>
                  </a:cubicBezTo>
                  <a:cubicBezTo>
                    <a:pt x="4010" y="3044"/>
                    <a:pt x="3911" y="3233"/>
                    <a:pt x="3755" y="3344"/>
                  </a:cubicBezTo>
                  <a:cubicBezTo>
                    <a:pt x="3643" y="3421"/>
                    <a:pt x="3503" y="3459"/>
                    <a:pt x="3332" y="3459"/>
                  </a:cubicBezTo>
                  <a:cubicBezTo>
                    <a:pt x="3232" y="3459"/>
                    <a:pt x="3122" y="3446"/>
                    <a:pt x="3000" y="3422"/>
                  </a:cubicBezTo>
                  <a:cubicBezTo>
                    <a:pt x="2333" y="3288"/>
                    <a:pt x="1766" y="2933"/>
                    <a:pt x="1467" y="2456"/>
                  </a:cubicBezTo>
                  <a:cubicBezTo>
                    <a:pt x="1111" y="1922"/>
                    <a:pt x="1122" y="1200"/>
                    <a:pt x="1477" y="745"/>
                  </a:cubicBezTo>
                  <a:cubicBezTo>
                    <a:pt x="1636" y="542"/>
                    <a:pt x="1899" y="375"/>
                    <a:pt x="2161" y="375"/>
                  </a:cubicBezTo>
                  <a:cubicBezTo>
                    <a:pt x="2230" y="375"/>
                    <a:pt x="2299" y="386"/>
                    <a:pt x="2366" y="412"/>
                  </a:cubicBezTo>
                  <a:lnTo>
                    <a:pt x="2410" y="301"/>
                  </a:lnTo>
                  <a:cubicBezTo>
                    <a:pt x="2327" y="267"/>
                    <a:pt x="2241" y="252"/>
                    <a:pt x="2157" y="252"/>
                  </a:cubicBezTo>
                  <a:cubicBezTo>
                    <a:pt x="1849" y="252"/>
                    <a:pt x="1552" y="449"/>
                    <a:pt x="1378" y="667"/>
                  </a:cubicBezTo>
                  <a:cubicBezTo>
                    <a:pt x="989" y="1167"/>
                    <a:pt x="978" y="1933"/>
                    <a:pt x="1366" y="2522"/>
                  </a:cubicBezTo>
                  <a:cubicBezTo>
                    <a:pt x="1689" y="3022"/>
                    <a:pt x="2277" y="3399"/>
                    <a:pt x="2977" y="3533"/>
                  </a:cubicBezTo>
                  <a:cubicBezTo>
                    <a:pt x="3108" y="3561"/>
                    <a:pt x="3227" y="3574"/>
                    <a:pt x="3336" y="3574"/>
                  </a:cubicBezTo>
                  <a:cubicBezTo>
                    <a:pt x="3532" y="3574"/>
                    <a:pt x="3693" y="3530"/>
                    <a:pt x="3822" y="3444"/>
                  </a:cubicBezTo>
                  <a:cubicBezTo>
                    <a:pt x="4010" y="3311"/>
                    <a:pt x="4111" y="3100"/>
                    <a:pt x="4188" y="2911"/>
                  </a:cubicBezTo>
                  <a:cubicBezTo>
                    <a:pt x="4432" y="2289"/>
                    <a:pt x="4454" y="1767"/>
                    <a:pt x="4255" y="1345"/>
                  </a:cubicBezTo>
                  <a:cubicBezTo>
                    <a:pt x="4099" y="1012"/>
                    <a:pt x="3822" y="778"/>
                    <a:pt x="3588" y="600"/>
                  </a:cubicBezTo>
                  <a:cubicBezTo>
                    <a:pt x="3066" y="212"/>
                    <a:pt x="2555" y="12"/>
                    <a:pt x="2077" y="0"/>
                  </a:cubicBezTo>
                  <a:cubicBezTo>
                    <a:pt x="2070" y="0"/>
                    <a:pt x="2062" y="0"/>
                    <a:pt x="2055"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1">
              <a:extLst>
                <a:ext uri="{FF2B5EF4-FFF2-40B4-BE49-F238E27FC236}">
                  <a16:creationId xmlns:a16="http://schemas.microsoft.com/office/drawing/2014/main" id="{A14C1560-009F-7746-37B6-C012A53E2BEC}"/>
                </a:ext>
              </a:extLst>
            </p:cNvPr>
            <p:cNvSpPr/>
            <p:nvPr/>
          </p:nvSpPr>
          <p:spPr>
            <a:xfrm>
              <a:off x="1517400" y="3785075"/>
              <a:ext cx="13350" cy="38050"/>
            </a:xfrm>
            <a:custGeom>
              <a:avLst/>
              <a:gdLst/>
              <a:ahLst/>
              <a:cxnLst/>
              <a:rect l="l" t="t" r="r" b="b"/>
              <a:pathLst>
                <a:path w="534" h="1522" extrusionOk="0">
                  <a:moveTo>
                    <a:pt x="100" y="0"/>
                  </a:moveTo>
                  <a:lnTo>
                    <a:pt x="1" y="78"/>
                  </a:lnTo>
                  <a:cubicBezTo>
                    <a:pt x="300" y="467"/>
                    <a:pt x="411" y="1011"/>
                    <a:pt x="267" y="1489"/>
                  </a:cubicBezTo>
                  <a:lnTo>
                    <a:pt x="389" y="1522"/>
                  </a:lnTo>
                  <a:cubicBezTo>
                    <a:pt x="534" y="1011"/>
                    <a:pt x="423" y="423"/>
                    <a:pt x="10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1">
              <a:extLst>
                <a:ext uri="{FF2B5EF4-FFF2-40B4-BE49-F238E27FC236}">
                  <a16:creationId xmlns:a16="http://schemas.microsoft.com/office/drawing/2014/main" id="{019BA9A7-314A-84FB-0BBA-1AEBC25FE633}"/>
                </a:ext>
              </a:extLst>
            </p:cNvPr>
            <p:cNvSpPr/>
            <p:nvPr/>
          </p:nvSpPr>
          <p:spPr>
            <a:xfrm>
              <a:off x="1505725" y="3793125"/>
              <a:ext cx="45575" cy="93075"/>
            </a:xfrm>
            <a:custGeom>
              <a:avLst/>
              <a:gdLst/>
              <a:ahLst/>
              <a:cxnLst/>
              <a:rect l="l" t="t" r="r" b="b"/>
              <a:pathLst>
                <a:path w="1823" h="3723" extrusionOk="0">
                  <a:moveTo>
                    <a:pt x="1690" y="0"/>
                  </a:moveTo>
                  <a:lnTo>
                    <a:pt x="1567" y="22"/>
                  </a:lnTo>
                  <a:cubicBezTo>
                    <a:pt x="1700" y="612"/>
                    <a:pt x="1634" y="1289"/>
                    <a:pt x="1367" y="2033"/>
                  </a:cubicBezTo>
                  <a:cubicBezTo>
                    <a:pt x="1145" y="2633"/>
                    <a:pt x="734" y="3389"/>
                    <a:pt x="1" y="3611"/>
                  </a:cubicBezTo>
                  <a:lnTo>
                    <a:pt x="34" y="3722"/>
                  </a:lnTo>
                  <a:cubicBezTo>
                    <a:pt x="811" y="3488"/>
                    <a:pt x="1245" y="2700"/>
                    <a:pt x="1478" y="2066"/>
                  </a:cubicBezTo>
                  <a:cubicBezTo>
                    <a:pt x="1745" y="1311"/>
                    <a:pt x="1823" y="612"/>
                    <a:pt x="169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1">
              <a:extLst>
                <a:ext uri="{FF2B5EF4-FFF2-40B4-BE49-F238E27FC236}">
                  <a16:creationId xmlns:a16="http://schemas.microsoft.com/office/drawing/2014/main" id="{27AD3E54-5835-C973-3763-CF1BFA514B5A}"/>
                </a:ext>
              </a:extLst>
            </p:cNvPr>
            <p:cNvSpPr/>
            <p:nvPr/>
          </p:nvSpPr>
          <p:spPr>
            <a:xfrm>
              <a:off x="1382425" y="3844500"/>
              <a:ext cx="79175" cy="58625"/>
            </a:xfrm>
            <a:custGeom>
              <a:avLst/>
              <a:gdLst/>
              <a:ahLst/>
              <a:cxnLst/>
              <a:rect l="l" t="t" r="r" b="b"/>
              <a:pathLst>
                <a:path w="3167" h="2345" extrusionOk="0">
                  <a:moveTo>
                    <a:pt x="112" y="1"/>
                  </a:moveTo>
                  <a:lnTo>
                    <a:pt x="1" y="45"/>
                  </a:lnTo>
                  <a:cubicBezTo>
                    <a:pt x="522" y="1312"/>
                    <a:pt x="1789" y="2233"/>
                    <a:pt x="3156" y="2344"/>
                  </a:cubicBezTo>
                  <a:lnTo>
                    <a:pt x="3166" y="2222"/>
                  </a:lnTo>
                  <a:cubicBezTo>
                    <a:pt x="1845" y="2122"/>
                    <a:pt x="611" y="1223"/>
                    <a:pt x="112"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1">
              <a:extLst>
                <a:ext uri="{FF2B5EF4-FFF2-40B4-BE49-F238E27FC236}">
                  <a16:creationId xmlns:a16="http://schemas.microsoft.com/office/drawing/2014/main" id="{4A9B9204-16E2-DDC9-85BB-EA8FCE2FC7D4}"/>
                </a:ext>
              </a:extLst>
            </p:cNvPr>
            <p:cNvSpPr/>
            <p:nvPr/>
          </p:nvSpPr>
          <p:spPr>
            <a:xfrm>
              <a:off x="1594875" y="3694525"/>
              <a:ext cx="643225" cy="16975"/>
            </a:xfrm>
            <a:custGeom>
              <a:avLst/>
              <a:gdLst/>
              <a:ahLst/>
              <a:cxnLst/>
              <a:rect l="l" t="t" r="r" b="b"/>
              <a:pathLst>
                <a:path w="25729" h="679" extrusionOk="0">
                  <a:moveTo>
                    <a:pt x="13520" y="1"/>
                  </a:moveTo>
                  <a:cubicBezTo>
                    <a:pt x="13487" y="1"/>
                    <a:pt x="13454" y="12"/>
                    <a:pt x="13420" y="12"/>
                  </a:cubicBezTo>
                  <a:cubicBezTo>
                    <a:pt x="11193" y="189"/>
                    <a:pt x="8952" y="278"/>
                    <a:pt x="6711" y="278"/>
                  </a:cubicBezTo>
                  <a:cubicBezTo>
                    <a:pt x="4469" y="278"/>
                    <a:pt x="2228" y="189"/>
                    <a:pt x="0" y="12"/>
                  </a:cubicBezTo>
                  <a:lnTo>
                    <a:pt x="0" y="134"/>
                  </a:lnTo>
                  <a:cubicBezTo>
                    <a:pt x="2216" y="312"/>
                    <a:pt x="4449" y="401"/>
                    <a:pt x="6683" y="401"/>
                  </a:cubicBezTo>
                  <a:cubicBezTo>
                    <a:pt x="8774" y="401"/>
                    <a:pt x="10865" y="323"/>
                    <a:pt x="12943" y="167"/>
                  </a:cubicBezTo>
                  <a:lnTo>
                    <a:pt x="12943" y="167"/>
                  </a:lnTo>
                  <a:cubicBezTo>
                    <a:pt x="12798" y="256"/>
                    <a:pt x="12665" y="367"/>
                    <a:pt x="12553" y="500"/>
                  </a:cubicBezTo>
                  <a:lnTo>
                    <a:pt x="12487" y="589"/>
                  </a:lnTo>
                  <a:lnTo>
                    <a:pt x="12598" y="601"/>
                  </a:lnTo>
                  <a:cubicBezTo>
                    <a:pt x="13398" y="656"/>
                    <a:pt x="14209" y="678"/>
                    <a:pt x="15009" y="678"/>
                  </a:cubicBezTo>
                  <a:cubicBezTo>
                    <a:pt x="16364" y="678"/>
                    <a:pt x="17719" y="611"/>
                    <a:pt x="19041" y="556"/>
                  </a:cubicBezTo>
                  <a:cubicBezTo>
                    <a:pt x="20344" y="497"/>
                    <a:pt x="21675" y="441"/>
                    <a:pt x="23008" y="441"/>
                  </a:cubicBezTo>
                  <a:cubicBezTo>
                    <a:pt x="23913" y="441"/>
                    <a:pt x="24819" y="467"/>
                    <a:pt x="25718" y="534"/>
                  </a:cubicBezTo>
                  <a:lnTo>
                    <a:pt x="25729" y="412"/>
                  </a:lnTo>
                  <a:cubicBezTo>
                    <a:pt x="24851" y="346"/>
                    <a:pt x="23968" y="322"/>
                    <a:pt x="23087" y="322"/>
                  </a:cubicBezTo>
                  <a:cubicBezTo>
                    <a:pt x="21727" y="322"/>
                    <a:pt x="20370" y="380"/>
                    <a:pt x="19041" y="434"/>
                  </a:cubicBezTo>
                  <a:cubicBezTo>
                    <a:pt x="17716" y="498"/>
                    <a:pt x="16369" y="557"/>
                    <a:pt x="15022" y="557"/>
                  </a:cubicBezTo>
                  <a:cubicBezTo>
                    <a:pt x="14257" y="557"/>
                    <a:pt x="13492" y="538"/>
                    <a:pt x="12731" y="490"/>
                  </a:cubicBezTo>
                  <a:cubicBezTo>
                    <a:pt x="12909" y="290"/>
                    <a:pt x="13165" y="167"/>
                    <a:pt x="13431" y="134"/>
                  </a:cubicBezTo>
                  <a:cubicBezTo>
                    <a:pt x="13464" y="123"/>
                    <a:pt x="13498" y="123"/>
                    <a:pt x="13531" y="123"/>
                  </a:cubicBezTo>
                  <a:lnTo>
                    <a:pt x="13520"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1">
              <a:extLst>
                <a:ext uri="{FF2B5EF4-FFF2-40B4-BE49-F238E27FC236}">
                  <a16:creationId xmlns:a16="http://schemas.microsoft.com/office/drawing/2014/main" id="{2C9642F4-701C-D0F8-1741-4CB7EF458508}"/>
                </a:ext>
              </a:extLst>
            </p:cNvPr>
            <p:cNvSpPr/>
            <p:nvPr/>
          </p:nvSpPr>
          <p:spPr>
            <a:xfrm>
              <a:off x="1617925" y="3871725"/>
              <a:ext cx="673775" cy="44175"/>
            </a:xfrm>
            <a:custGeom>
              <a:avLst/>
              <a:gdLst/>
              <a:ahLst/>
              <a:cxnLst/>
              <a:rect l="l" t="t" r="r" b="b"/>
              <a:pathLst>
                <a:path w="26951" h="1767" extrusionOk="0">
                  <a:moveTo>
                    <a:pt x="26951" y="0"/>
                  </a:moveTo>
                  <a:lnTo>
                    <a:pt x="22785" y="178"/>
                  </a:lnTo>
                  <a:lnTo>
                    <a:pt x="23241" y="267"/>
                  </a:lnTo>
                  <a:cubicBezTo>
                    <a:pt x="23663" y="367"/>
                    <a:pt x="23996" y="778"/>
                    <a:pt x="24007" y="1211"/>
                  </a:cubicBezTo>
                  <a:lnTo>
                    <a:pt x="13809" y="1489"/>
                  </a:lnTo>
                  <a:cubicBezTo>
                    <a:pt x="12054" y="1533"/>
                    <a:pt x="10310" y="1578"/>
                    <a:pt x="8555" y="1622"/>
                  </a:cubicBezTo>
                  <a:cubicBezTo>
                    <a:pt x="7973" y="1636"/>
                    <a:pt x="7367" y="1650"/>
                    <a:pt x="6748" y="1650"/>
                  </a:cubicBezTo>
                  <a:cubicBezTo>
                    <a:pt x="5347" y="1650"/>
                    <a:pt x="3880" y="1576"/>
                    <a:pt x="2478" y="1245"/>
                  </a:cubicBezTo>
                  <a:cubicBezTo>
                    <a:pt x="3000" y="744"/>
                    <a:pt x="3700" y="433"/>
                    <a:pt x="4411" y="400"/>
                  </a:cubicBezTo>
                  <a:lnTo>
                    <a:pt x="4411" y="278"/>
                  </a:lnTo>
                  <a:lnTo>
                    <a:pt x="1" y="267"/>
                  </a:lnTo>
                  <a:lnTo>
                    <a:pt x="1" y="389"/>
                  </a:lnTo>
                  <a:lnTo>
                    <a:pt x="3722" y="389"/>
                  </a:lnTo>
                  <a:cubicBezTo>
                    <a:pt x="3189" y="544"/>
                    <a:pt x="2700" y="833"/>
                    <a:pt x="2312" y="1233"/>
                  </a:cubicBezTo>
                  <a:lnTo>
                    <a:pt x="2245" y="1311"/>
                  </a:lnTo>
                  <a:lnTo>
                    <a:pt x="2344" y="1333"/>
                  </a:lnTo>
                  <a:cubicBezTo>
                    <a:pt x="3789" y="1689"/>
                    <a:pt x="5311" y="1766"/>
                    <a:pt x="6766" y="1766"/>
                  </a:cubicBezTo>
                  <a:cubicBezTo>
                    <a:pt x="7377" y="1766"/>
                    <a:pt x="7977" y="1756"/>
                    <a:pt x="8565" y="1744"/>
                  </a:cubicBezTo>
                  <a:cubicBezTo>
                    <a:pt x="10310" y="1700"/>
                    <a:pt x="12065" y="1655"/>
                    <a:pt x="13809" y="1611"/>
                  </a:cubicBezTo>
                  <a:lnTo>
                    <a:pt x="24063" y="1333"/>
                  </a:lnTo>
                  <a:lnTo>
                    <a:pt x="24118" y="1333"/>
                  </a:lnTo>
                  <a:lnTo>
                    <a:pt x="24129" y="1277"/>
                  </a:lnTo>
                  <a:cubicBezTo>
                    <a:pt x="24140" y="867"/>
                    <a:pt x="23896" y="455"/>
                    <a:pt x="23540" y="255"/>
                  </a:cubicBezTo>
                  <a:lnTo>
                    <a:pt x="26951" y="122"/>
                  </a:lnTo>
                  <a:lnTo>
                    <a:pt x="2695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1">
              <a:extLst>
                <a:ext uri="{FF2B5EF4-FFF2-40B4-BE49-F238E27FC236}">
                  <a16:creationId xmlns:a16="http://schemas.microsoft.com/office/drawing/2014/main" id="{BEFF85A9-61E4-E40B-27D2-FC4F00E8C801}"/>
                </a:ext>
              </a:extLst>
            </p:cNvPr>
            <p:cNvSpPr/>
            <p:nvPr/>
          </p:nvSpPr>
          <p:spPr>
            <a:xfrm>
              <a:off x="1963975" y="3922275"/>
              <a:ext cx="289400" cy="13050"/>
            </a:xfrm>
            <a:custGeom>
              <a:avLst/>
              <a:gdLst/>
              <a:ahLst/>
              <a:cxnLst/>
              <a:rect l="l" t="t" r="r" b="b"/>
              <a:pathLst>
                <a:path w="11576" h="522" extrusionOk="0">
                  <a:moveTo>
                    <a:pt x="11564" y="0"/>
                  </a:moveTo>
                  <a:lnTo>
                    <a:pt x="1" y="411"/>
                  </a:lnTo>
                  <a:lnTo>
                    <a:pt x="11" y="522"/>
                  </a:lnTo>
                  <a:lnTo>
                    <a:pt x="11576" y="122"/>
                  </a:lnTo>
                  <a:lnTo>
                    <a:pt x="1156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1">
              <a:extLst>
                <a:ext uri="{FF2B5EF4-FFF2-40B4-BE49-F238E27FC236}">
                  <a16:creationId xmlns:a16="http://schemas.microsoft.com/office/drawing/2014/main" id="{2207A56C-DE58-7DF1-46BA-B4BD59B7D788}"/>
                </a:ext>
              </a:extLst>
            </p:cNvPr>
            <p:cNvSpPr/>
            <p:nvPr/>
          </p:nvSpPr>
          <p:spPr>
            <a:xfrm>
              <a:off x="1627650" y="3738425"/>
              <a:ext cx="478250" cy="21675"/>
            </a:xfrm>
            <a:custGeom>
              <a:avLst/>
              <a:gdLst/>
              <a:ahLst/>
              <a:cxnLst/>
              <a:rect l="l" t="t" r="r" b="b"/>
              <a:pathLst>
                <a:path w="19130" h="867" extrusionOk="0">
                  <a:moveTo>
                    <a:pt x="19130" y="0"/>
                  </a:moveTo>
                  <a:cubicBezTo>
                    <a:pt x="16575" y="22"/>
                    <a:pt x="13975" y="156"/>
                    <a:pt x="11432" y="400"/>
                  </a:cubicBezTo>
                  <a:lnTo>
                    <a:pt x="11298" y="411"/>
                  </a:lnTo>
                  <a:lnTo>
                    <a:pt x="11398" y="500"/>
                  </a:lnTo>
                  <a:cubicBezTo>
                    <a:pt x="11487" y="588"/>
                    <a:pt x="11598" y="667"/>
                    <a:pt x="11709" y="733"/>
                  </a:cubicBezTo>
                  <a:cubicBezTo>
                    <a:pt x="11026" y="743"/>
                    <a:pt x="10341" y="748"/>
                    <a:pt x="9655" y="748"/>
                  </a:cubicBezTo>
                  <a:cubicBezTo>
                    <a:pt x="6440" y="748"/>
                    <a:pt x="3207" y="640"/>
                    <a:pt x="12" y="411"/>
                  </a:cubicBezTo>
                  <a:lnTo>
                    <a:pt x="0" y="533"/>
                  </a:lnTo>
                  <a:cubicBezTo>
                    <a:pt x="3200" y="756"/>
                    <a:pt x="6443" y="867"/>
                    <a:pt x="9677" y="867"/>
                  </a:cubicBezTo>
                  <a:cubicBezTo>
                    <a:pt x="10432" y="867"/>
                    <a:pt x="11198" y="867"/>
                    <a:pt x="11965" y="855"/>
                  </a:cubicBezTo>
                  <a:lnTo>
                    <a:pt x="12276" y="844"/>
                  </a:lnTo>
                  <a:lnTo>
                    <a:pt x="11987" y="733"/>
                  </a:lnTo>
                  <a:cubicBezTo>
                    <a:pt x="11842" y="677"/>
                    <a:pt x="11698" y="600"/>
                    <a:pt x="11576" y="511"/>
                  </a:cubicBezTo>
                  <a:cubicBezTo>
                    <a:pt x="14086" y="267"/>
                    <a:pt x="16619" y="144"/>
                    <a:pt x="19130" y="122"/>
                  </a:cubicBezTo>
                  <a:lnTo>
                    <a:pt x="19130"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1">
              <a:extLst>
                <a:ext uri="{FF2B5EF4-FFF2-40B4-BE49-F238E27FC236}">
                  <a16:creationId xmlns:a16="http://schemas.microsoft.com/office/drawing/2014/main" id="{5D6A4572-1BA5-4F9D-F724-2F25B7842492}"/>
                </a:ext>
              </a:extLst>
            </p:cNvPr>
            <p:cNvSpPr/>
            <p:nvPr/>
          </p:nvSpPr>
          <p:spPr>
            <a:xfrm>
              <a:off x="1738625" y="3310325"/>
              <a:ext cx="110950" cy="222950"/>
            </a:xfrm>
            <a:custGeom>
              <a:avLst/>
              <a:gdLst/>
              <a:ahLst/>
              <a:cxnLst/>
              <a:rect l="l" t="t" r="r" b="b"/>
              <a:pathLst>
                <a:path w="4438" h="8918" extrusionOk="0">
                  <a:moveTo>
                    <a:pt x="783" y="1"/>
                  </a:moveTo>
                  <a:cubicBezTo>
                    <a:pt x="0" y="1"/>
                    <a:pt x="584" y="3214"/>
                    <a:pt x="616" y="3616"/>
                  </a:cubicBezTo>
                  <a:cubicBezTo>
                    <a:pt x="671" y="4360"/>
                    <a:pt x="594" y="5115"/>
                    <a:pt x="638" y="5860"/>
                  </a:cubicBezTo>
                  <a:cubicBezTo>
                    <a:pt x="661" y="6193"/>
                    <a:pt x="705" y="6515"/>
                    <a:pt x="838" y="6815"/>
                  </a:cubicBezTo>
                  <a:cubicBezTo>
                    <a:pt x="1038" y="7248"/>
                    <a:pt x="1405" y="7581"/>
                    <a:pt x="1782" y="7870"/>
                  </a:cubicBezTo>
                  <a:cubicBezTo>
                    <a:pt x="2315" y="8281"/>
                    <a:pt x="2905" y="8615"/>
                    <a:pt x="3515" y="8870"/>
                  </a:cubicBezTo>
                  <a:cubicBezTo>
                    <a:pt x="3571" y="8894"/>
                    <a:pt x="3631" y="8917"/>
                    <a:pt x="3689" y="8917"/>
                  </a:cubicBezTo>
                  <a:cubicBezTo>
                    <a:pt x="3713" y="8917"/>
                    <a:pt x="3737" y="8913"/>
                    <a:pt x="3760" y="8904"/>
                  </a:cubicBezTo>
                  <a:cubicBezTo>
                    <a:pt x="3804" y="8870"/>
                    <a:pt x="3838" y="8815"/>
                    <a:pt x="3860" y="8770"/>
                  </a:cubicBezTo>
                  <a:cubicBezTo>
                    <a:pt x="4248" y="7993"/>
                    <a:pt x="4438" y="7048"/>
                    <a:pt x="4071" y="6270"/>
                  </a:cubicBezTo>
                  <a:cubicBezTo>
                    <a:pt x="3871" y="5848"/>
                    <a:pt x="3537" y="5504"/>
                    <a:pt x="3260" y="5127"/>
                  </a:cubicBezTo>
                  <a:cubicBezTo>
                    <a:pt x="2860" y="4571"/>
                    <a:pt x="2604" y="3915"/>
                    <a:pt x="2382" y="3260"/>
                  </a:cubicBezTo>
                  <a:cubicBezTo>
                    <a:pt x="2182" y="2683"/>
                    <a:pt x="2016" y="2093"/>
                    <a:pt x="1794" y="1527"/>
                  </a:cubicBezTo>
                  <a:cubicBezTo>
                    <a:pt x="1649" y="1160"/>
                    <a:pt x="1316" y="172"/>
                    <a:pt x="916" y="27"/>
                  </a:cubicBezTo>
                  <a:cubicBezTo>
                    <a:pt x="868" y="9"/>
                    <a:pt x="824" y="1"/>
                    <a:pt x="783"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a:extLst>
                <a:ext uri="{FF2B5EF4-FFF2-40B4-BE49-F238E27FC236}">
                  <a16:creationId xmlns:a16="http://schemas.microsoft.com/office/drawing/2014/main" id="{39FD401A-6878-56DE-28DB-5928907BAB1B}"/>
                </a:ext>
              </a:extLst>
            </p:cNvPr>
            <p:cNvSpPr/>
            <p:nvPr/>
          </p:nvSpPr>
          <p:spPr>
            <a:xfrm>
              <a:off x="1849825" y="3559050"/>
              <a:ext cx="160275" cy="156725"/>
            </a:xfrm>
            <a:custGeom>
              <a:avLst/>
              <a:gdLst/>
              <a:ahLst/>
              <a:cxnLst/>
              <a:rect l="l" t="t" r="r" b="b"/>
              <a:pathLst>
                <a:path w="6411" h="6269" extrusionOk="0">
                  <a:moveTo>
                    <a:pt x="5195" y="1"/>
                  </a:moveTo>
                  <a:cubicBezTo>
                    <a:pt x="4876" y="1"/>
                    <a:pt x="4559" y="147"/>
                    <a:pt x="4333" y="365"/>
                  </a:cubicBezTo>
                  <a:cubicBezTo>
                    <a:pt x="4000" y="688"/>
                    <a:pt x="3811" y="1120"/>
                    <a:pt x="3633" y="1542"/>
                  </a:cubicBezTo>
                  <a:cubicBezTo>
                    <a:pt x="3345" y="2231"/>
                    <a:pt x="3056" y="2909"/>
                    <a:pt x="2755" y="3598"/>
                  </a:cubicBezTo>
                  <a:cubicBezTo>
                    <a:pt x="2670" y="3812"/>
                    <a:pt x="2523" y="4066"/>
                    <a:pt x="2295" y="4066"/>
                  </a:cubicBezTo>
                  <a:cubicBezTo>
                    <a:pt x="2286" y="4066"/>
                    <a:pt x="2276" y="4066"/>
                    <a:pt x="2267" y="4065"/>
                  </a:cubicBezTo>
                  <a:cubicBezTo>
                    <a:pt x="2178" y="4065"/>
                    <a:pt x="2100" y="4020"/>
                    <a:pt x="2022" y="3986"/>
                  </a:cubicBezTo>
                  <a:cubicBezTo>
                    <a:pt x="1773" y="3866"/>
                    <a:pt x="1510" y="3660"/>
                    <a:pt x="1281" y="3660"/>
                  </a:cubicBezTo>
                  <a:cubicBezTo>
                    <a:pt x="1214" y="3660"/>
                    <a:pt x="1149" y="3677"/>
                    <a:pt x="1089" y="3720"/>
                  </a:cubicBezTo>
                  <a:cubicBezTo>
                    <a:pt x="856" y="3875"/>
                    <a:pt x="111" y="4431"/>
                    <a:pt x="0" y="4709"/>
                  </a:cubicBezTo>
                  <a:cubicBezTo>
                    <a:pt x="856" y="5087"/>
                    <a:pt x="2300" y="5753"/>
                    <a:pt x="3167" y="6142"/>
                  </a:cubicBezTo>
                  <a:cubicBezTo>
                    <a:pt x="3304" y="6200"/>
                    <a:pt x="3458" y="6268"/>
                    <a:pt x="3607" y="6268"/>
                  </a:cubicBezTo>
                  <a:cubicBezTo>
                    <a:pt x="3627" y="6268"/>
                    <a:pt x="3647" y="6267"/>
                    <a:pt x="3666" y="6264"/>
                  </a:cubicBezTo>
                  <a:cubicBezTo>
                    <a:pt x="3955" y="6242"/>
                    <a:pt x="4133" y="5975"/>
                    <a:pt x="4255" y="5719"/>
                  </a:cubicBezTo>
                  <a:cubicBezTo>
                    <a:pt x="4511" y="5186"/>
                    <a:pt x="4688" y="4620"/>
                    <a:pt x="4766" y="4020"/>
                  </a:cubicBezTo>
                  <a:cubicBezTo>
                    <a:pt x="4822" y="3609"/>
                    <a:pt x="4833" y="3187"/>
                    <a:pt x="4966" y="2798"/>
                  </a:cubicBezTo>
                  <a:cubicBezTo>
                    <a:pt x="5088" y="2409"/>
                    <a:pt x="5377" y="2054"/>
                    <a:pt x="5777" y="1976"/>
                  </a:cubicBezTo>
                  <a:cubicBezTo>
                    <a:pt x="5910" y="1942"/>
                    <a:pt x="6055" y="1954"/>
                    <a:pt x="6177" y="1898"/>
                  </a:cubicBezTo>
                  <a:cubicBezTo>
                    <a:pt x="6310" y="1843"/>
                    <a:pt x="6411" y="1687"/>
                    <a:pt x="6332" y="1554"/>
                  </a:cubicBezTo>
                  <a:cubicBezTo>
                    <a:pt x="6288" y="1465"/>
                    <a:pt x="6166" y="1431"/>
                    <a:pt x="6055" y="1409"/>
                  </a:cubicBezTo>
                  <a:cubicBezTo>
                    <a:pt x="5951" y="1394"/>
                    <a:pt x="5846" y="1386"/>
                    <a:pt x="5742" y="1386"/>
                  </a:cubicBezTo>
                  <a:cubicBezTo>
                    <a:pt x="5471" y="1386"/>
                    <a:pt x="5204" y="1438"/>
                    <a:pt x="4955" y="1542"/>
                  </a:cubicBezTo>
                  <a:lnTo>
                    <a:pt x="5988" y="1076"/>
                  </a:lnTo>
                  <a:cubicBezTo>
                    <a:pt x="6055" y="1043"/>
                    <a:pt x="6144" y="999"/>
                    <a:pt x="6122" y="920"/>
                  </a:cubicBezTo>
                  <a:cubicBezTo>
                    <a:pt x="6110" y="865"/>
                    <a:pt x="6055" y="832"/>
                    <a:pt x="5999" y="809"/>
                  </a:cubicBezTo>
                  <a:cubicBezTo>
                    <a:pt x="5855" y="755"/>
                    <a:pt x="5704" y="729"/>
                    <a:pt x="5554" y="729"/>
                  </a:cubicBezTo>
                  <a:cubicBezTo>
                    <a:pt x="5334" y="729"/>
                    <a:pt x="5118" y="786"/>
                    <a:pt x="4933" y="898"/>
                  </a:cubicBezTo>
                  <a:cubicBezTo>
                    <a:pt x="5177" y="743"/>
                    <a:pt x="5433" y="587"/>
                    <a:pt x="5677" y="432"/>
                  </a:cubicBezTo>
                  <a:cubicBezTo>
                    <a:pt x="5710" y="409"/>
                    <a:pt x="5755" y="387"/>
                    <a:pt x="5766" y="354"/>
                  </a:cubicBezTo>
                  <a:cubicBezTo>
                    <a:pt x="5821" y="254"/>
                    <a:pt x="5710" y="132"/>
                    <a:pt x="5599" y="88"/>
                  </a:cubicBezTo>
                  <a:cubicBezTo>
                    <a:pt x="5469" y="28"/>
                    <a:pt x="5332" y="1"/>
                    <a:pt x="519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a:extLst>
                <a:ext uri="{FF2B5EF4-FFF2-40B4-BE49-F238E27FC236}">
                  <a16:creationId xmlns:a16="http://schemas.microsoft.com/office/drawing/2014/main" id="{54858F05-8EE6-526B-DDED-A879FA70A67C}"/>
                </a:ext>
              </a:extLst>
            </p:cNvPr>
            <p:cNvSpPr/>
            <p:nvPr/>
          </p:nvSpPr>
          <p:spPr>
            <a:xfrm>
              <a:off x="1849825" y="3650375"/>
              <a:ext cx="56400" cy="29450"/>
            </a:xfrm>
            <a:custGeom>
              <a:avLst/>
              <a:gdLst/>
              <a:ahLst/>
              <a:cxnLst/>
              <a:rect l="l" t="t" r="r" b="b"/>
              <a:pathLst>
                <a:path w="2256" h="1178" extrusionOk="0">
                  <a:moveTo>
                    <a:pt x="0" y="0"/>
                  </a:moveTo>
                  <a:lnTo>
                    <a:pt x="0" y="1178"/>
                  </a:lnTo>
                  <a:lnTo>
                    <a:pt x="2256" y="1178"/>
                  </a:lnTo>
                  <a:lnTo>
                    <a:pt x="2256" y="0"/>
                  </a:ln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a:extLst>
                <a:ext uri="{FF2B5EF4-FFF2-40B4-BE49-F238E27FC236}">
                  <a16:creationId xmlns:a16="http://schemas.microsoft.com/office/drawing/2014/main" id="{349B1D51-5772-A450-AF78-EDB61781A939}"/>
                </a:ext>
              </a:extLst>
            </p:cNvPr>
            <p:cNvSpPr/>
            <p:nvPr/>
          </p:nvSpPr>
          <p:spPr>
            <a:xfrm>
              <a:off x="1857050" y="3679800"/>
              <a:ext cx="28075" cy="12800"/>
            </a:xfrm>
            <a:custGeom>
              <a:avLst/>
              <a:gdLst/>
              <a:ahLst/>
              <a:cxnLst/>
              <a:rect l="l" t="t" r="r" b="b"/>
              <a:pathLst>
                <a:path w="1123" h="512" extrusionOk="0">
                  <a:moveTo>
                    <a:pt x="889" y="412"/>
                  </a:moveTo>
                  <a:lnTo>
                    <a:pt x="1123" y="512"/>
                  </a:lnTo>
                  <a:lnTo>
                    <a:pt x="1123" y="512"/>
                  </a:lnTo>
                  <a:lnTo>
                    <a:pt x="889" y="412"/>
                  </a:lnTo>
                  <a:close/>
                  <a:moveTo>
                    <a:pt x="878" y="401"/>
                  </a:moveTo>
                  <a:lnTo>
                    <a:pt x="889" y="401"/>
                  </a:lnTo>
                  <a:lnTo>
                    <a:pt x="878" y="401"/>
                  </a:lnTo>
                  <a:close/>
                  <a:moveTo>
                    <a:pt x="545" y="257"/>
                  </a:moveTo>
                  <a:lnTo>
                    <a:pt x="567" y="257"/>
                  </a:lnTo>
                  <a:lnTo>
                    <a:pt x="545" y="257"/>
                  </a:lnTo>
                  <a:close/>
                  <a:moveTo>
                    <a:pt x="0" y="1"/>
                  </a:moveTo>
                  <a:lnTo>
                    <a:pt x="0" y="1"/>
                  </a:lnTo>
                  <a:cubicBezTo>
                    <a:pt x="167" y="79"/>
                    <a:pt x="345" y="156"/>
                    <a:pt x="533" y="245"/>
                  </a:cubicBezTo>
                  <a:cubicBezTo>
                    <a:pt x="345" y="156"/>
                    <a:pt x="167" y="79"/>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1">
              <a:extLst>
                <a:ext uri="{FF2B5EF4-FFF2-40B4-BE49-F238E27FC236}">
                  <a16:creationId xmlns:a16="http://schemas.microsoft.com/office/drawing/2014/main" id="{69CBC7CB-8AB7-A680-2376-13578C17728F}"/>
                </a:ext>
              </a:extLst>
            </p:cNvPr>
            <p:cNvSpPr/>
            <p:nvPr/>
          </p:nvSpPr>
          <p:spPr>
            <a:xfrm>
              <a:off x="1849825" y="3650375"/>
              <a:ext cx="56400" cy="42225"/>
            </a:xfrm>
            <a:custGeom>
              <a:avLst/>
              <a:gdLst/>
              <a:ahLst/>
              <a:cxnLst/>
              <a:rect l="l" t="t" r="r" b="b"/>
              <a:pathLst>
                <a:path w="2256" h="1689" extrusionOk="0">
                  <a:moveTo>
                    <a:pt x="1278" y="0"/>
                  </a:moveTo>
                  <a:cubicBezTo>
                    <a:pt x="1212" y="0"/>
                    <a:pt x="1145" y="22"/>
                    <a:pt x="1089" y="67"/>
                  </a:cubicBezTo>
                  <a:cubicBezTo>
                    <a:pt x="856" y="222"/>
                    <a:pt x="111" y="778"/>
                    <a:pt x="0" y="1056"/>
                  </a:cubicBezTo>
                  <a:cubicBezTo>
                    <a:pt x="89" y="1089"/>
                    <a:pt x="190" y="1133"/>
                    <a:pt x="289" y="1178"/>
                  </a:cubicBezTo>
                  <a:cubicBezTo>
                    <a:pt x="456" y="1256"/>
                    <a:pt x="634" y="1333"/>
                    <a:pt x="822" y="1422"/>
                  </a:cubicBezTo>
                  <a:cubicBezTo>
                    <a:pt x="822" y="1422"/>
                    <a:pt x="834" y="1422"/>
                    <a:pt x="834" y="1434"/>
                  </a:cubicBezTo>
                  <a:lnTo>
                    <a:pt x="856" y="1434"/>
                  </a:lnTo>
                  <a:cubicBezTo>
                    <a:pt x="956" y="1478"/>
                    <a:pt x="1056" y="1533"/>
                    <a:pt x="1167" y="1578"/>
                  </a:cubicBezTo>
                  <a:lnTo>
                    <a:pt x="1178" y="1578"/>
                  </a:lnTo>
                  <a:lnTo>
                    <a:pt x="1178" y="1589"/>
                  </a:lnTo>
                  <a:lnTo>
                    <a:pt x="1412" y="1689"/>
                  </a:lnTo>
                  <a:cubicBezTo>
                    <a:pt x="1345" y="1545"/>
                    <a:pt x="1267" y="1400"/>
                    <a:pt x="1178" y="1244"/>
                  </a:cubicBezTo>
                  <a:cubicBezTo>
                    <a:pt x="1133" y="1145"/>
                    <a:pt x="1178" y="1044"/>
                    <a:pt x="1278" y="1034"/>
                  </a:cubicBezTo>
                  <a:cubicBezTo>
                    <a:pt x="1812" y="989"/>
                    <a:pt x="2167" y="800"/>
                    <a:pt x="2256" y="412"/>
                  </a:cubicBezTo>
                  <a:cubicBezTo>
                    <a:pt x="2167" y="412"/>
                    <a:pt x="2089" y="367"/>
                    <a:pt x="2022" y="333"/>
                  </a:cubicBezTo>
                  <a:cubicBezTo>
                    <a:pt x="1778" y="212"/>
                    <a:pt x="1511" y="0"/>
                    <a:pt x="1278"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1">
              <a:extLst>
                <a:ext uri="{FF2B5EF4-FFF2-40B4-BE49-F238E27FC236}">
                  <a16:creationId xmlns:a16="http://schemas.microsoft.com/office/drawing/2014/main" id="{0C72550D-11AD-475A-D8D3-845081EE8DBF}"/>
                </a:ext>
              </a:extLst>
            </p:cNvPr>
            <p:cNvSpPr/>
            <p:nvPr/>
          </p:nvSpPr>
          <p:spPr>
            <a:xfrm>
              <a:off x="1760675" y="3562900"/>
              <a:ext cx="128350" cy="149625"/>
            </a:xfrm>
            <a:custGeom>
              <a:avLst/>
              <a:gdLst/>
              <a:ahLst/>
              <a:cxnLst/>
              <a:rect l="l" t="t" r="r" b="b"/>
              <a:pathLst>
                <a:path w="5134" h="5985" extrusionOk="0">
                  <a:moveTo>
                    <a:pt x="400" y="0"/>
                  </a:moveTo>
                  <a:cubicBezTo>
                    <a:pt x="347" y="0"/>
                    <a:pt x="878" y="2333"/>
                    <a:pt x="845" y="2433"/>
                  </a:cubicBezTo>
                  <a:cubicBezTo>
                    <a:pt x="745" y="2722"/>
                    <a:pt x="678" y="3000"/>
                    <a:pt x="523" y="3277"/>
                  </a:cubicBezTo>
                  <a:cubicBezTo>
                    <a:pt x="156" y="3888"/>
                    <a:pt x="1" y="4377"/>
                    <a:pt x="690" y="4877"/>
                  </a:cubicBezTo>
                  <a:cubicBezTo>
                    <a:pt x="989" y="5099"/>
                    <a:pt x="1356" y="5210"/>
                    <a:pt x="1712" y="5321"/>
                  </a:cubicBezTo>
                  <a:cubicBezTo>
                    <a:pt x="1534" y="5355"/>
                    <a:pt x="1378" y="5454"/>
                    <a:pt x="1256" y="5588"/>
                  </a:cubicBezTo>
                  <a:cubicBezTo>
                    <a:pt x="1502" y="5620"/>
                    <a:pt x="1750" y="5636"/>
                    <a:pt x="1999" y="5636"/>
                  </a:cubicBezTo>
                  <a:cubicBezTo>
                    <a:pt x="2267" y="5636"/>
                    <a:pt x="2535" y="5617"/>
                    <a:pt x="2800" y="5577"/>
                  </a:cubicBezTo>
                  <a:lnTo>
                    <a:pt x="2800" y="5577"/>
                  </a:lnTo>
                  <a:cubicBezTo>
                    <a:pt x="2589" y="5677"/>
                    <a:pt x="2389" y="5799"/>
                    <a:pt x="2211" y="5955"/>
                  </a:cubicBezTo>
                  <a:cubicBezTo>
                    <a:pt x="2344" y="5975"/>
                    <a:pt x="2480" y="5985"/>
                    <a:pt x="2616" y="5985"/>
                  </a:cubicBezTo>
                  <a:cubicBezTo>
                    <a:pt x="2932" y="5985"/>
                    <a:pt x="3252" y="5930"/>
                    <a:pt x="3556" y="5821"/>
                  </a:cubicBezTo>
                  <a:cubicBezTo>
                    <a:pt x="3867" y="5710"/>
                    <a:pt x="4178" y="5533"/>
                    <a:pt x="4322" y="5244"/>
                  </a:cubicBezTo>
                  <a:cubicBezTo>
                    <a:pt x="4467" y="4943"/>
                    <a:pt x="4388" y="4521"/>
                    <a:pt x="4089" y="4388"/>
                  </a:cubicBezTo>
                  <a:cubicBezTo>
                    <a:pt x="4411" y="4321"/>
                    <a:pt x="4722" y="4111"/>
                    <a:pt x="4833" y="3788"/>
                  </a:cubicBezTo>
                  <a:cubicBezTo>
                    <a:pt x="4911" y="3544"/>
                    <a:pt x="4844" y="3255"/>
                    <a:pt x="4667" y="3089"/>
                  </a:cubicBezTo>
                  <a:cubicBezTo>
                    <a:pt x="4611" y="3033"/>
                    <a:pt x="4544" y="2988"/>
                    <a:pt x="4467" y="2966"/>
                  </a:cubicBezTo>
                  <a:lnTo>
                    <a:pt x="4467" y="2966"/>
                  </a:lnTo>
                  <a:cubicBezTo>
                    <a:pt x="4480" y="2967"/>
                    <a:pt x="4493" y="2968"/>
                    <a:pt x="4506" y="2968"/>
                  </a:cubicBezTo>
                  <a:cubicBezTo>
                    <a:pt x="4738" y="2968"/>
                    <a:pt x="4968" y="2787"/>
                    <a:pt x="5011" y="2555"/>
                  </a:cubicBezTo>
                  <a:cubicBezTo>
                    <a:pt x="5133" y="1877"/>
                    <a:pt x="4022" y="1800"/>
                    <a:pt x="3600" y="1689"/>
                  </a:cubicBezTo>
                  <a:cubicBezTo>
                    <a:pt x="2867" y="1500"/>
                    <a:pt x="1122" y="189"/>
                    <a:pt x="401" y="0"/>
                  </a:cubicBezTo>
                  <a:cubicBezTo>
                    <a:pt x="401" y="0"/>
                    <a:pt x="401" y="0"/>
                    <a:pt x="4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a:extLst>
                <a:ext uri="{FF2B5EF4-FFF2-40B4-BE49-F238E27FC236}">
                  <a16:creationId xmlns:a16="http://schemas.microsoft.com/office/drawing/2014/main" id="{20947572-9D4D-8D86-B4FF-70A3B21D10A2}"/>
                </a:ext>
              </a:extLst>
            </p:cNvPr>
            <p:cNvSpPr/>
            <p:nvPr/>
          </p:nvSpPr>
          <p:spPr>
            <a:xfrm>
              <a:off x="1817050" y="3649800"/>
              <a:ext cx="63625" cy="52475"/>
            </a:xfrm>
            <a:custGeom>
              <a:avLst/>
              <a:gdLst/>
              <a:ahLst/>
              <a:cxnLst/>
              <a:rect l="l" t="t" r="r" b="b"/>
              <a:pathLst>
                <a:path w="2545" h="2099" extrusionOk="0">
                  <a:moveTo>
                    <a:pt x="969" y="434"/>
                  </a:moveTo>
                  <a:cubicBezTo>
                    <a:pt x="1025" y="434"/>
                    <a:pt x="1082" y="449"/>
                    <a:pt x="1134" y="479"/>
                  </a:cubicBezTo>
                  <a:cubicBezTo>
                    <a:pt x="1178" y="501"/>
                    <a:pt x="1212" y="534"/>
                    <a:pt x="1256" y="568"/>
                  </a:cubicBezTo>
                  <a:cubicBezTo>
                    <a:pt x="1134" y="546"/>
                    <a:pt x="1012" y="501"/>
                    <a:pt x="889" y="445"/>
                  </a:cubicBezTo>
                  <a:cubicBezTo>
                    <a:pt x="915" y="438"/>
                    <a:pt x="942" y="434"/>
                    <a:pt x="969" y="434"/>
                  </a:cubicBezTo>
                  <a:close/>
                  <a:moveTo>
                    <a:pt x="2111" y="1"/>
                  </a:moveTo>
                  <a:lnTo>
                    <a:pt x="2067" y="57"/>
                  </a:lnTo>
                  <a:lnTo>
                    <a:pt x="2412" y="356"/>
                  </a:lnTo>
                  <a:cubicBezTo>
                    <a:pt x="2166" y="520"/>
                    <a:pt x="1876" y="602"/>
                    <a:pt x="1583" y="602"/>
                  </a:cubicBezTo>
                  <a:cubicBezTo>
                    <a:pt x="1519" y="602"/>
                    <a:pt x="1454" y="598"/>
                    <a:pt x="1390" y="590"/>
                  </a:cubicBezTo>
                  <a:cubicBezTo>
                    <a:pt x="1323" y="524"/>
                    <a:pt x="1256" y="457"/>
                    <a:pt x="1167" y="412"/>
                  </a:cubicBezTo>
                  <a:cubicBezTo>
                    <a:pt x="1108" y="377"/>
                    <a:pt x="1032" y="354"/>
                    <a:pt x="958" y="354"/>
                  </a:cubicBezTo>
                  <a:cubicBezTo>
                    <a:pt x="894" y="354"/>
                    <a:pt x="830" y="371"/>
                    <a:pt x="778" y="412"/>
                  </a:cubicBezTo>
                  <a:lnTo>
                    <a:pt x="734" y="457"/>
                  </a:lnTo>
                  <a:lnTo>
                    <a:pt x="790" y="479"/>
                  </a:lnTo>
                  <a:cubicBezTo>
                    <a:pt x="967" y="579"/>
                    <a:pt x="1156" y="635"/>
                    <a:pt x="1345" y="667"/>
                  </a:cubicBezTo>
                  <a:lnTo>
                    <a:pt x="1390" y="712"/>
                  </a:lnTo>
                  <a:cubicBezTo>
                    <a:pt x="1456" y="801"/>
                    <a:pt x="1534" y="890"/>
                    <a:pt x="1578" y="1001"/>
                  </a:cubicBezTo>
                  <a:cubicBezTo>
                    <a:pt x="1600" y="1079"/>
                    <a:pt x="1600" y="1201"/>
                    <a:pt x="1523" y="1267"/>
                  </a:cubicBezTo>
                  <a:cubicBezTo>
                    <a:pt x="1478" y="1290"/>
                    <a:pt x="1434" y="1301"/>
                    <a:pt x="1378" y="1301"/>
                  </a:cubicBezTo>
                  <a:cubicBezTo>
                    <a:pt x="1311" y="1257"/>
                    <a:pt x="1222" y="1223"/>
                    <a:pt x="1134" y="1212"/>
                  </a:cubicBezTo>
                  <a:lnTo>
                    <a:pt x="934" y="1178"/>
                  </a:lnTo>
                  <a:lnTo>
                    <a:pt x="1111" y="1279"/>
                  </a:lnTo>
                  <a:cubicBezTo>
                    <a:pt x="1200" y="1334"/>
                    <a:pt x="1278" y="1368"/>
                    <a:pt x="1356" y="1378"/>
                  </a:cubicBezTo>
                  <a:cubicBezTo>
                    <a:pt x="1422" y="1423"/>
                    <a:pt x="1478" y="1479"/>
                    <a:pt x="1511" y="1556"/>
                  </a:cubicBezTo>
                  <a:cubicBezTo>
                    <a:pt x="1578" y="1701"/>
                    <a:pt x="1545" y="1889"/>
                    <a:pt x="1422" y="1968"/>
                  </a:cubicBezTo>
                  <a:cubicBezTo>
                    <a:pt x="1364" y="2008"/>
                    <a:pt x="1293" y="2022"/>
                    <a:pt x="1219" y="2022"/>
                  </a:cubicBezTo>
                  <a:cubicBezTo>
                    <a:pt x="1153" y="2022"/>
                    <a:pt x="1086" y="2011"/>
                    <a:pt x="1023" y="2001"/>
                  </a:cubicBezTo>
                  <a:cubicBezTo>
                    <a:pt x="689" y="1945"/>
                    <a:pt x="345" y="1812"/>
                    <a:pt x="45" y="1623"/>
                  </a:cubicBezTo>
                  <a:lnTo>
                    <a:pt x="1" y="1690"/>
                  </a:lnTo>
                  <a:cubicBezTo>
                    <a:pt x="312" y="1879"/>
                    <a:pt x="656" y="2012"/>
                    <a:pt x="1012" y="2079"/>
                  </a:cubicBezTo>
                  <a:cubicBezTo>
                    <a:pt x="1076" y="2089"/>
                    <a:pt x="1147" y="2099"/>
                    <a:pt x="1218" y="2099"/>
                  </a:cubicBezTo>
                  <a:cubicBezTo>
                    <a:pt x="1306" y="2099"/>
                    <a:pt x="1393" y="2083"/>
                    <a:pt x="1467" y="2034"/>
                  </a:cubicBezTo>
                  <a:cubicBezTo>
                    <a:pt x="1467" y="2023"/>
                    <a:pt x="1478" y="2023"/>
                    <a:pt x="1489" y="2023"/>
                  </a:cubicBezTo>
                  <a:cubicBezTo>
                    <a:pt x="1622" y="1912"/>
                    <a:pt x="1667" y="1690"/>
                    <a:pt x="1578" y="1523"/>
                  </a:cubicBezTo>
                  <a:cubicBezTo>
                    <a:pt x="1556" y="1467"/>
                    <a:pt x="1523" y="1412"/>
                    <a:pt x="1478" y="1368"/>
                  </a:cubicBezTo>
                  <a:cubicBezTo>
                    <a:pt x="1511" y="1368"/>
                    <a:pt x="1534" y="1346"/>
                    <a:pt x="1567" y="1323"/>
                  </a:cubicBezTo>
                  <a:cubicBezTo>
                    <a:pt x="1678" y="1245"/>
                    <a:pt x="1689" y="1090"/>
                    <a:pt x="1645" y="968"/>
                  </a:cubicBezTo>
                  <a:cubicBezTo>
                    <a:pt x="1612" y="857"/>
                    <a:pt x="1534" y="756"/>
                    <a:pt x="1456" y="679"/>
                  </a:cubicBezTo>
                  <a:lnTo>
                    <a:pt x="1456" y="679"/>
                  </a:lnTo>
                  <a:cubicBezTo>
                    <a:pt x="1494" y="681"/>
                    <a:pt x="1531" y="682"/>
                    <a:pt x="1568" y="682"/>
                  </a:cubicBezTo>
                  <a:cubicBezTo>
                    <a:pt x="1906" y="682"/>
                    <a:pt x="2230" y="590"/>
                    <a:pt x="2500" y="390"/>
                  </a:cubicBezTo>
                  <a:lnTo>
                    <a:pt x="2545" y="368"/>
                  </a:lnTo>
                  <a:lnTo>
                    <a:pt x="2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a:extLst>
                <a:ext uri="{FF2B5EF4-FFF2-40B4-BE49-F238E27FC236}">
                  <a16:creationId xmlns:a16="http://schemas.microsoft.com/office/drawing/2014/main" id="{456870EF-F221-20CA-0241-3ED56EBB538F}"/>
                </a:ext>
              </a:extLst>
            </p:cNvPr>
            <p:cNvSpPr/>
            <p:nvPr/>
          </p:nvSpPr>
          <p:spPr>
            <a:xfrm>
              <a:off x="1980650" y="3557825"/>
              <a:ext cx="12800" cy="11750"/>
            </a:xfrm>
            <a:custGeom>
              <a:avLst/>
              <a:gdLst/>
              <a:ahLst/>
              <a:cxnLst/>
              <a:rect l="l" t="t" r="r" b="b"/>
              <a:pathLst>
                <a:path w="512" h="470" extrusionOk="0">
                  <a:moveTo>
                    <a:pt x="39" y="0"/>
                  </a:moveTo>
                  <a:cubicBezTo>
                    <a:pt x="12" y="0"/>
                    <a:pt x="0" y="30"/>
                    <a:pt x="11" y="114"/>
                  </a:cubicBezTo>
                  <a:cubicBezTo>
                    <a:pt x="22" y="236"/>
                    <a:pt x="45" y="347"/>
                    <a:pt x="77" y="470"/>
                  </a:cubicBezTo>
                  <a:cubicBezTo>
                    <a:pt x="222" y="458"/>
                    <a:pt x="366" y="403"/>
                    <a:pt x="489" y="325"/>
                  </a:cubicBezTo>
                  <a:cubicBezTo>
                    <a:pt x="489" y="314"/>
                    <a:pt x="500" y="314"/>
                    <a:pt x="500" y="303"/>
                  </a:cubicBezTo>
                  <a:cubicBezTo>
                    <a:pt x="511" y="281"/>
                    <a:pt x="489" y="258"/>
                    <a:pt x="467" y="248"/>
                  </a:cubicBezTo>
                  <a:cubicBezTo>
                    <a:pt x="366" y="192"/>
                    <a:pt x="267" y="125"/>
                    <a:pt x="166" y="70"/>
                  </a:cubicBezTo>
                  <a:cubicBezTo>
                    <a:pt x="114" y="35"/>
                    <a:pt x="68" y="0"/>
                    <a:pt x="3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a:extLst>
                <a:ext uri="{FF2B5EF4-FFF2-40B4-BE49-F238E27FC236}">
                  <a16:creationId xmlns:a16="http://schemas.microsoft.com/office/drawing/2014/main" id="{356E1139-0C34-505E-FEEB-D559887B7E31}"/>
                </a:ext>
              </a:extLst>
            </p:cNvPr>
            <p:cNvSpPr/>
            <p:nvPr/>
          </p:nvSpPr>
          <p:spPr>
            <a:xfrm>
              <a:off x="1989225" y="3577225"/>
              <a:ext cx="10875" cy="8725"/>
            </a:xfrm>
            <a:custGeom>
              <a:avLst/>
              <a:gdLst/>
              <a:ahLst/>
              <a:cxnLst/>
              <a:rect l="l" t="t" r="r" b="b"/>
              <a:pathLst>
                <a:path w="435" h="349" extrusionOk="0">
                  <a:moveTo>
                    <a:pt x="36" y="1"/>
                  </a:moveTo>
                  <a:cubicBezTo>
                    <a:pt x="10" y="1"/>
                    <a:pt x="0" y="19"/>
                    <a:pt x="23" y="82"/>
                  </a:cubicBezTo>
                  <a:cubicBezTo>
                    <a:pt x="45" y="183"/>
                    <a:pt x="90" y="260"/>
                    <a:pt x="134" y="349"/>
                  </a:cubicBezTo>
                  <a:cubicBezTo>
                    <a:pt x="245" y="316"/>
                    <a:pt x="346" y="249"/>
                    <a:pt x="423" y="171"/>
                  </a:cubicBezTo>
                  <a:cubicBezTo>
                    <a:pt x="423" y="171"/>
                    <a:pt x="435" y="161"/>
                    <a:pt x="435" y="149"/>
                  </a:cubicBezTo>
                  <a:cubicBezTo>
                    <a:pt x="435" y="138"/>
                    <a:pt x="412" y="127"/>
                    <a:pt x="401" y="116"/>
                  </a:cubicBezTo>
                  <a:cubicBezTo>
                    <a:pt x="312" y="94"/>
                    <a:pt x="223" y="60"/>
                    <a:pt x="134" y="27"/>
                  </a:cubicBezTo>
                  <a:cubicBezTo>
                    <a:pt x="97" y="17"/>
                    <a:pt x="60" y="1"/>
                    <a:pt x="36"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a:extLst>
                <a:ext uri="{FF2B5EF4-FFF2-40B4-BE49-F238E27FC236}">
                  <a16:creationId xmlns:a16="http://schemas.microsoft.com/office/drawing/2014/main" id="{2AD7C239-DF3B-C360-E828-6ACBB9138CFA}"/>
                </a:ext>
              </a:extLst>
            </p:cNvPr>
            <p:cNvSpPr/>
            <p:nvPr/>
          </p:nvSpPr>
          <p:spPr>
            <a:xfrm>
              <a:off x="1995700" y="3595750"/>
              <a:ext cx="12725" cy="9950"/>
            </a:xfrm>
            <a:custGeom>
              <a:avLst/>
              <a:gdLst/>
              <a:ahLst/>
              <a:cxnLst/>
              <a:rect l="l" t="t" r="r" b="b"/>
              <a:pathLst>
                <a:path w="509" h="398" extrusionOk="0">
                  <a:moveTo>
                    <a:pt x="49" y="0"/>
                  </a:moveTo>
                  <a:cubicBezTo>
                    <a:pt x="14" y="0"/>
                    <a:pt x="0" y="23"/>
                    <a:pt x="31" y="97"/>
                  </a:cubicBezTo>
                  <a:cubicBezTo>
                    <a:pt x="65" y="208"/>
                    <a:pt x="109" y="308"/>
                    <a:pt x="164" y="397"/>
                  </a:cubicBezTo>
                  <a:cubicBezTo>
                    <a:pt x="287" y="363"/>
                    <a:pt x="398" y="297"/>
                    <a:pt x="487" y="197"/>
                  </a:cubicBezTo>
                  <a:cubicBezTo>
                    <a:pt x="497" y="197"/>
                    <a:pt x="509" y="186"/>
                    <a:pt x="509" y="175"/>
                  </a:cubicBezTo>
                  <a:cubicBezTo>
                    <a:pt x="509" y="153"/>
                    <a:pt x="487" y="141"/>
                    <a:pt x="465" y="141"/>
                  </a:cubicBezTo>
                  <a:cubicBezTo>
                    <a:pt x="364" y="108"/>
                    <a:pt x="265" y="64"/>
                    <a:pt x="164" y="30"/>
                  </a:cubicBezTo>
                  <a:cubicBezTo>
                    <a:pt x="120" y="15"/>
                    <a:pt x="77" y="0"/>
                    <a:pt x="4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a:extLst>
                <a:ext uri="{FF2B5EF4-FFF2-40B4-BE49-F238E27FC236}">
                  <a16:creationId xmlns:a16="http://schemas.microsoft.com/office/drawing/2014/main" id="{2AC09830-00F4-593F-224E-11923BFAE730}"/>
                </a:ext>
              </a:extLst>
            </p:cNvPr>
            <p:cNvSpPr/>
            <p:nvPr/>
          </p:nvSpPr>
          <p:spPr>
            <a:xfrm>
              <a:off x="1456300" y="3248350"/>
              <a:ext cx="357725" cy="482850"/>
            </a:xfrm>
            <a:custGeom>
              <a:avLst/>
              <a:gdLst/>
              <a:ahLst/>
              <a:cxnLst/>
              <a:rect l="l" t="t" r="r" b="b"/>
              <a:pathLst>
                <a:path w="14309" h="19314" extrusionOk="0">
                  <a:moveTo>
                    <a:pt x="7590" y="0"/>
                  </a:moveTo>
                  <a:cubicBezTo>
                    <a:pt x="6955" y="0"/>
                    <a:pt x="6325" y="105"/>
                    <a:pt x="5721" y="385"/>
                  </a:cubicBezTo>
                  <a:cubicBezTo>
                    <a:pt x="4810" y="807"/>
                    <a:pt x="4033" y="1484"/>
                    <a:pt x="3366" y="2229"/>
                  </a:cubicBezTo>
                  <a:cubicBezTo>
                    <a:pt x="1722" y="4029"/>
                    <a:pt x="633" y="6384"/>
                    <a:pt x="567" y="8816"/>
                  </a:cubicBezTo>
                  <a:cubicBezTo>
                    <a:pt x="556" y="9016"/>
                    <a:pt x="556" y="9238"/>
                    <a:pt x="656" y="9416"/>
                  </a:cubicBezTo>
                  <a:cubicBezTo>
                    <a:pt x="789" y="9283"/>
                    <a:pt x="922" y="9161"/>
                    <a:pt x="1045" y="9028"/>
                  </a:cubicBezTo>
                  <a:lnTo>
                    <a:pt x="1045" y="9028"/>
                  </a:lnTo>
                  <a:cubicBezTo>
                    <a:pt x="378" y="10571"/>
                    <a:pt x="1" y="12249"/>
                    <a:pt x="134" y="13926"/>
                  </a:cubicBezTo>
                  <a:cubicBezTo>
                    <a:pt x="189" y="14748"/>
                    <a:pt x="389" y="15560"/>
                    <a:pt x="712" y="16315"/>
                  </a:cubicBezTo>
                  <a:cubicBezTo>
                    <a:pt x="1011" y="16992"/>
                    <a:pt x="1478" y="17925"/>
                    <a:pt x="2100" y="18359"/>
                  </a:cubicBezTo>
                  <a:cubicBezTo>
                    <a:pt x="3212" y="19121"/>
                    <a:pt x="4689" y="19314"/>
                    <a:pt x="6053" y="19314"/>
                  </a:cubicBezTo>
                  <a:cubicBezTo>
                    <a:pt x="6337" y="19314"/>
                    <a:pt x="6617" y="19305"/>
                    <a:pt x="6888" y="19292"/>
                  </a:cubicBezTo>
                  <a:cubicBezTo>
                    <a:pt x="7510" y="19258"/>
                    <a:pt x="8132" y="19203"/>
                    <a:pt x="8754" y="19137"/>
                  </a:cubicBezTo>
                  <a:cubicBezTo>
                    <a:pt x="9710" y="19025"/>
                    <a:pt x="10676" y="18836"/>
                    <a:pt x="11631" y="18759"/>
                  </a:cubicBezTo>
                  <a:cubicBezTo>
                    <a:pt x="12498" y="18692"/>
                    <a:pt x="13309" y="18303"/>
                    <a:pt x="13720" y="17492"/>
                  </a:cubicBezTo>
                  <a:cubicBezTo>
                    <a:pt x="14026" y="16900"/>
                    <a:pt x="14061" y="16221"/>
                    <a:pt x="14045" y="15549"/>
                  </a:cubicBezTo>
                  <a:lnTo>
                    <a:pt x="14045" y="15549"/>
                  </a:lnTo>
                  <a:cubicBezTo>
                    <a:pt x="14053" y="15571"/>
                    <a:pt x="14063" y="15593"/>
                    <a:pt x="14075" y="15615"/>
                  </a:cubicBezTo>
                  <a:cubicBezTo>
                    <a:pt x="14153" y="15426"/>
                    <a:pt x="14186" y="15204"/>
                    <a:pt x="14198" y="14993"/>
                  </a:cubicBezTo>
                  <a:cubicBezTo>
                    <a:pt x="14309" y="12460"/>
                    <a:pt x="12531" y="10305"/>
                    <a:pt x="12453" y="7838"/>
                  </a:cubicBezTo>
                  <a:cubicBezTo>
                    <a:pt x="12442" y="7450"/>
                    <a:pt x="12475" y="7061"/>
                    <a:pt x="12554" y="6661"/>
                  </a:cubicBezTo>
                  <a:cubicBezTo>
                    <a:pt x="12631" y="6328"/>
                    <a:pt x="12742" y="6006"/>
                    <a:pt x="12798" y="5661"/>
                  </a:cubicBezTo>
                  <a:cubicBezTo>
                    <a:pt x="13020" y="4506"/>
                    <a:pt x="12653" y="3306"/>
                    <a:pt x="12065" y="2284"/>
                  </a:cubicBezTo>
                  <a:cubicBezTo>
                    <a:pt x="11453" y="1229"/>
                    <a:pt x="10654" y="507"/>
                    <a:pt x="9465" y="240"/>
                  </a:cubicBezTo>
                  <a:cubicBezTo>
                    <a:pt x="8848" y="102"/>
                    <a:pt x="8216" y="0"/>
                    <a:pt x="759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a:extLst>
                <a:ext uri="{FF2B5EF4-FFF2-40B4-BE49-F238E27FC236}">
                  <a16:creationId xmlns:a16="http://schemas.microsoft.com/office/drawing/2014/main" id="{A10D4E55-218C-ABA3-C9FD-E7E1C83A2D46}"/>
                </a:ext>
              </a:extLst>
            </p:cNvPr>
            <p:cNvSpPr/>
            <p:nvPr/>
          </p:nvSpPr>
          <p:spPr>
            <a:xfrm>
              <a:off x="1474075" y="3474025"/>
              <a:ext cx="8350" cy="21675"/>
            </a:xfrm>
            <a:custGeom>
              <a:avLst/>
              <a:gdLst/>
              <a:ahLst/>
              <a:cxnLst/>
              <a:rect l="l" t="t" r="r" b="b"/>
              <a:pathLst>
                <a:path w="334" h="867" extrusionOk="0">
                  <a:moveTo>
                    <a:pt x="334" y="1"/>
                  </a:moveTo>
                  <a:cubicBezTo>
                    <a:pt x="145" y="189"/>
                    <a:pt x="67" y="544"/>
                    <a:pt x="1" y="867"/>
                  </a:cubicBezTo>
                  <a:cubicBezTo>
                    <a:pt x="100" y="567"/>
                    <a:pt x="211" y="289"/>
                    <a:pt x="334" y="1"/>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a:extLst>
                <a:ext uri="{FF2B5EF4-FFF2-40B4-BE49-F238E27FC236}">
                  <a16:creationId xmlns:a16="http://schemas.microsoft.com/office/drawing/2014/main" id="{582C660E-B8E9-B9D5-CEA8-F7B7C1929F0C}"/>
                </a:ext>
              </a:extLst>
            </p:cNvPr>
            <p:cNvSpPr/>
            <p:nvPr/>
          </p:nvSpPr>
          <p:spPr>
            <a:xfrm>
              <a:off x="1445750" y="3329600"/>
              <a:ext cx="313850" cy="308300"/>
            </a:xfrm>
            <a:custGeom>
              <a:avLst/>
              <a:gdLst/>
              <a:ahLst/>
              <a:cxnLst/>
              <a:rect l="l" t="t" r="r" b="b"/>
              <a:pathLst>
                <a:path w="12554" h="12332" extrusionOk="0">
                  <a:moveTo>
                    <a:pt x="2955" y="1"/>
                  </a:moveTo>
                  <a:cubicBezTo>
                    <a:pt x="1833" y="1567"/>
                    <a:pt x="1100" y="3411"/>
                    <a:pt x="1000" y="5333"/>
                  </a:cubicBezTo>
                  <a:lnTo>
                    <a:pt x="989" y="5344"/>
                  </a:lnTo>
                  <a:lnTo>
                    <a:pt x="989" y="5355"/>
                  </a:lnTo>
                  <a:lnTo>
                    <a:pt x="989" y="5378"/>
                  </a:lnTo>
                  <a:lnTo>
                    <a:pt x="989" y="5388"/>
                  </a:lnTo>
                  <a:lnTo>
                    <a:pt x="989" y="5400"/>
                  </a:lnTo>
                  <a:lnTo>
                    <a:pt x="989" y="5410"/>
                  </a:lnTo>
                  <a:lnTo>
                    <a:pt x="989" y="5422"/>
                  </a:lnTo>
                  <a:lnTo>
                    <a:pt x="989" y="5433"/>
                  </a:lnTo>
                  <a:lnTo>
                    <a:pt x="989" y="5444"/>
                  </a:lnTo>
                  <a:lnTo>
                    <a:pt x="989" y="5455"/>
                  </a:lnTo>
                  <a:lnTo>
                    <a:pt x="989" y="5466"/>
                  </a:lnTo>
                  <a:lnTo>
                    <a:pt x="989" y="5477"/>
                  </a:lnTo>
                  <a:lnTo>
                    <a:pt x="989" y="5489"/>
                  </a:lnTo>
                  <a:lnTo>
                    <a:pt x="989" y="5499"/>
                  </a:lnTo>
                  <a:lnTo>
                    <a:pt x="989" y="5511"/>
                  </a:lnTo>
                  <a:lnTo>
                    <a:pt x="989" y="5522"/>
                  </a:lnTo>
                  <a:lnTo>
                    <a:pt x="989" y="5533"/>
                  </a:lnTo>
                  <a:lnTo>
                    <a:pt x="989" y="5544"/>
                  </a:lnTo>
                  <a:lnTo>
                    <a:pt x="989" y="5555"/>
                  </a:lnTo>
                  <a:lnTo>
                    <a:pt x="989" y="5566"/>
                  </a:lnTo>
                  <a:lnTo>
                    <a:pt x="989" y="5588"/>
                  </a:lnTo>
                  <a:cubicBezTo>
                    <a:pt x="978" y="5788"/>
                    <a:pt x="989" y="5988"/>
                    <a:pt x="1078" y="6166"/>
                  </a:cubicBezTo>
                  <a:lnTo>
                    <a:pt x="1278" y="5966"/>
                  </a:lnTo>
                  <a:cubicBezTo>
                    <a:pt x="1344" y="5911"/>
                    <a:pt x="1400" y="5844"/>
                    <a:pt x="1467" y="5778"/>
                  </a:cubicBezTo>
                  <a:lnTo>
                    <a:pt x="1467" y="5778"/>
                  </a:lnTo>
                  <a:cubicBezTo>
                    <a:pt x="1344" y="6066"/>
                    <a:pt x="1233" y="6344"/>
                    <a:pt x="1134" y="6644"/>
                  </a:cubicBezTo>
                  <a:cubicBezTo>
                    <a:pt x="1100" y="6810"/>
                    <a:pt x="1067" y="6977"/>
                    <a:pt x="1033" y="7111"/>
                  </a:cubicBezTo>
                  <a:cubicBezTo>
                    <a:pt x="922" y="7444"/>
                    <a:pt x="0" y="10409"/>
                    <a:pt x="989" y="12332"/>
                  </a:cubicBezTo>
                  <a:cubicBezTo>
                    <a:pt x="1400" y="12009"/>
                    <a:pt x="2067" y="11643"/>
                    <a:pt x="2633" y="11643"/>
                  </a:cubicBezTo>
                  <a:cubicBezTo>
                    <a:pt x="2699" y="11643"/>
                    <a:pt x="2766" y="11643"/>
                    <a:pt x="2833" y="11654"/>
                  </a:cubicBezTo>
                  <a:cubicBezTo>
                    <a:pt x="3099" y="11698"/>
                    <a:pt x="3322" y="11732"/>
                    <a:pt x="3600" y="11732"/>
                  </a:cubicBezTo>
                  <a:lnTo>
                    <a:pt x="3689" y="11732"/>
                  </a:lnTo>
                  <a:cubicBezTo>
                    <a:pt x="3933" y="11732"/>
                    <a:pt x="4188" y="11754"/>
                    <a:pt x="4355" y="11954"/>
                  </a:cubicBezTo>
                  <a:cubicBezTo>
                    <a:pt x="4555" y="12187"/>
                    <a:pt x="4899" y="12265"/>
                    <a:pt x="5210" y="12265"/>
                  </a:cubicBezTo>
                  <a:lnTo>
                    <a:pt x="5388" y="12265"/>
                  </a:lnTo>
                  <a:cubicBezTo>
                    <a:pt x="5699" y="12231"/>
                    <a:pt x="5999" y="12110"/>
                    <a:pt x="6310" y="12043"/>
                  </a:cubicBezTo>
                  <a:cubicBezTo>
                    <a:pt x="6499" y="11998"/>
                    <a:pt x="6688" y="11976"/>
                    <a:pt x="6876" y="11976"/>
                  </a:cubicBezTo>
                  <a:cubicBezTo>
                    <a:pt x="6999" y="11976"/>
                    <a:pt x="7121" y="11987"/>
                    <a:pt x="7243" y="12009"/>
                  </a:cubicBezTo>
                  <a:cubicBezTo>
                    <a:pt x="7565" y="12076"/>
                    <a:pt x="7876" y="12209"/>
                    <a:pt x="8199" y="12254"/>
                  </a:cubicBezTo>
                  <a:cubicBezTo>
                    <a:pt x="8288" y="12265"/>
                    <a:pt x="8387" y="12276"/>
                    <a:pt x="8476" y="12276"/>
                  </a:cubicBezTo>
                  <a:cubicBezTo>
                    <a:pt x="8920" y="12276"/>
                    <a:pt x="9399" y="12142"/>
                    <a:pt x="9809" y="12021"/>
                  </a:cubicBezTo>
                  <a:cubicBezTo>
                    <a:pt x="10365" y="11854"/>
                    <a:pt x="10920" y="11621"/>
                    <a:pt x="11409" y="11298"/>
                  </a:cubicBezTo>
                  <a:cubicBezTo>
                    <a:pt x="11865" y="11021"/>
                    <a:pt x="12342" y="10609"/>
                    <a:pt x="12465" y="10066"/>
                  </a:cubicBezTo>
                  <a:cubicBezTo>
                    <a:pt x="12553" y="9721"/>
                    <a:pt x="12409" y="9454"/>
                    <a:pt x="12198" y="9199"/>
                  </a:cubicBezTo>
                  <a:cubicBezTo>
                    <a:pt x="12020" y="8965"/>
                    <a:pt x="11865" y="8743"/>
                    <a:pt x="11720" y="8477"/>
                  </a:cubicBezTo>
                  <a:cubicBezTo>
                    <a:pt x="11576" y="8199"/>
                    <a:pt x="11443" y="7899"/>
                    <a:pt x="11253" y="7644"/>
                  </a:cubicBezTo>
                  <a:cubicBezTo>
                    <a:pt x="11087" y="7422"/>
                    <a:pt x="10887" y="7321"/>
                    <a:pt x="10609" y="7266"/>
                  </a:cubicBezTo>
                  <a:cubicBezTo>
                    <a:pt x="10443" y="7244"/>
                    <a:pt x="10265" y="7232"/>
                    <a:pt x="10087" y="7232"/>
                  </a:cubicBezTo>
                  <a:cubicBezTo>
                    <a:pt x="9876" y="7232"/>
                    <a:pt x="9676" y="7244"/>
                    <a:pt x="9465" y="7255"/>
                  </a:cubicBezTo>
                  <a:cubicBezTo>
                    <a:pt x="9254" y="7266"/>
                    <a:pt x="9054" y="7288"/>
                    <a:pt x="8854" y="7288"/>
                  </a:cubicBezTo>
                  <a:lnTo>
                    <a:pt x="8843" y="7288"/>
                  </a:lnTo>
                  <a:cubicBezTo>
                    <a:pt x="7787" y="7288"/>
                    <a:pt x="6799" y="6688"/>
                    <a:pt x="6266" y="5788"/>
                  </a:cubicBezTo>
                  <a:cubicBezTo>
                    <a:pt x="5777" y="4966"/>
                    <a:pt x="5654" y="3978"/>
                    <a:pt x="5299" y="3089"/>
                  </a:cubicBezTo>
                  <a:cubicBezTo>
                    <a:pt x="4877" y="2045"/>
                    <a:pt x="4066" y="523"/>
                    <a:pt x="2955"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a:extLst>
                <a:ext uri="{FF2B5EF4-FFF2-40B4-BE49-F238E27FC236}">
                  <a16:creationId xmlns:a16="http://schemas.microsoft.com/office/drawing/2014/main" id="{D6F2CF14-5A30-F5E1-2506-90514A050F4C}"/>
                </a:ext>
              </a:extLst>
            </p:cNvPr>
            <p:cNvSpPr/>
            <p:nvPr/>
          </p:nvSpPr>
          <p:spPr>
            <a:xfrm>
              <a:off x="1555725" y="3250450"/>
              <a:ext cx="117500" cy="37800"/>
            </a:xfrm>
            <a:custGeom>
              <a:avLst/>
              <a:gdLst/>
              <a:ahLst/>
              <a:cxnLst/>
              <a:rect l="l" t="t" r="r" b="b"/>
              <a:pathLst>
                <a:path w="4700" h="1512" extrusionOk="0">
                  <a:moveTo>
                    <a:pt x="4666" y="0"/>
                  </a:moveTo>
                  <a:cubicBezTo>
                    <a:pt x="4677" y="0"/>
                    <a:pt x="4688" y="0"/>
                    <a:pt x="4699" y="12"/>
                  </a:cubicBezTo>
                  <a:cubicBezTo>
                    <a:pt x="4688" y="0"/>
                    <a:pt x="4677" y="0"/>
                    <a:pt x="4677" y="0"/>
                  </a:cubicBezTo>
                  <a:close/>
                  <a:moveTo>
                    <a:pt x="1744" y="301"/>
                  </a:moveTo>
                  <a:cubicBezTo>
                    <a:pt x="1100" y="601"/>
                    <a:pt x="511" y="1012"/>
                    <a:pt x="1" y="1511"/>
                  </a:cubicBezTo>
                  <a:cubicBezTo>
                    <a:pt x="522" y="1023"/>
                    <a:pt x="1100" y="601"/>
                    <a:pt x="1744" y="30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a:extLst>
                <a:ext uri="{FF2B5EF4-FFF2-40B4-BE49-F238E27FC236}">
                  <a16:creationId xmlns:a16="http://schemas.microsoft.com/office/drawing/2014/main" id="{F24C260C-C298-A3D4-A2E1-8BEB33150545}"/>
                </a:ext>
              </a:extLst>
            </p:cNvPr>
            <p:cNvSpPr/>
            <p:nvPr/>
          </p:nvSpPr>
          <p:spPr>
            <a:xfrm>
              <a:off x="1530175" y="3248525"/>
              <a:ext cx="232750" cy="180800"/>
            </a:xfrm>
            <a:custGeom>
              <a:avLst/>
              <a:gdLst/>
              <a:ahLst/>
              <a:cxnLst/>
              <a:rect l="l" t="t" r="r" b="b"/>
              <a:pathLst>
                <a:path w="9310" h="7232" extrusionOk="0">
                  <a:moveTo>
                    <a:pt x="4655" y="0"/>
                  </a:moveTo>
                  <a:cubicBezTo>
                    <a:pt x="4010" y="0"/>
                    <a:pt x="3366" y="100"/>
                    <a:pt x="2766" y="378"/>
                  </a:cubicBezTo>
                  <a:cubicBezTo>
                    <a:pt x="2122" y="677"/>
                    <a:pt x="1544" y="1099"/>
                    <a:pt x="1023" y="1588"/>
                  </a:cubicBezTo>
                  <a:cubicBezTo>
                    <a:pt x="855" y="1755"/>
                    <a:pt x="700" y="1922"/>
                    <a:pt x="544" y="2111"/>
                  </a:cubicBezTo>
                  <a:cubicBezTo>
                    <a:pt x="344" y="2355"/>
                    <a:pt x="156" y="2632"/>
                    <a:pt x="1" y="2911"/>
                  </a:cubicBezTo>
                  <a:cubicBezTo>
                    <a:pt x="467" y="3000"/>
                    <a:pt x="867" y="3343"/>
                    <a:pt x="1167" y="3721"/>
                  </a:cubicBezTo>
                  <a:cubicBezTo>
                    <a:pt x="1455" y="4110"/>
                    <a:pt x="1667" y="4555"/>
                    <a:pt x="1922" y="4965"/>
                  </a:cubicBezTo>
                  <a:cubicBezTo>
                    <a:pt x="2178" y="5377"/>
                    <a:pt x="2522" y="5787"/>
                    <a:pt x="3000" y="5876"/>
                  </a:cubicBezTo>
                  <a:cubicBezTo>
                    <a:pt x="3099" y="5888"/>
                    <a:pt x="3200" y="5898"/>
                    <a:pt x="3299" y="5932"/>
                  </a:cubicBezTo>
                  <a:cubicBezTo>
                    <a:pt x="3477" y="6010"/>
                    <a:pt x="3588" y="6187"/>
                    <a:pt x="3699" y="6343"/>
                  </a:cubicBezTo>
                  <a:cubicBezTo>
                    <a:pt x="4055" y="6832"/>
                    <a:pt x="4622" y="7165"/>
                    <a:pt x="5222" y="7221"/>
                  </a:cubicBezTo>
                  <a:cubicBezTo>
                    <a:pt x="5288" y="7232"/>
                    <a:pt x="5355" y="7232"/>
                    <a:pt x="5432" y="7232"/>
                  </a:cubicBezTo>
                  <a:cubicBezTo>
                    <a:pt x="5966" y="7232"/>
                    <a:pt x="6499" y="7032"/>
                    <a:pt x="6888" y="6676"/>
                  </a:cubicBezTo>
                  <a:cubicBezTo>
                    <a:pt x="6999" y="6577"/>
                    <a:pt x="7099" y="6454"/>
                    <a:pt x="7232" y="6387"/>
                  </a:cubicBezTo>
                  <a:cubicBezTo>
                    <a:pt x="7399" y="6288"/>
                    <a:pt x="7610" y="6276"/>
                    <a:pt x="7787" y="6199"/>
                  </a:cubicBezTo>
                  <a:cubicBezTo>
                    <a:pt x="7987" y="6110"/>
                    <a:pt x="8132" y="5965"/>
                    <a:pt x="8354" y="5866"/>
                  </a:cubicBezTo>
                  <a:cubicBezTo>
                    <a:pt x="8698" y="5721"/>
                    <a:pt x="8954" y="5499"/>
                    <a:pt x="9143" y="5165"/>
                  </a:cubicBezTo>
                  <a:cubicBezTo>
                    <a:pt x="9199" y="5044"/>
                    <a:pt x="9265" y="4921"/>
                    <a:pt x="9310" y="4788"/>
                  </a:cubicBezTo>
                  <a:cubicBezTo>
                    <a:pt x="9199" y="3511"/>
                    <a:pt x="8654" y="2277"/>
                    <a:pt x="7799" y="1322"/>
                  </a:cubicBezTo>
                  <a:cubicBezTo>
                    <a:pt x="7199" y="633"/>
                    <a:pt x="6621" y="222"/>
                    <a:pt x="5721" y="89"/>
                  </a:cubicBezTo>
                  <a:cubicBezTo>
                    <a:pt x="5710" y="77"/>
                    <a:pt x="5699" y="77"/>
                    <a:pt x="5688" y="77"/>
                  </a:cubicBezTo>
                  <a:cubicBezTo>
                    <a:pt x="5343" y="33"/>
                    <a:pt x="5000" y="0"/>
                    <a:pt x="4655"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a:extLst>
                <a:ext uri="{FF2B5EF4-FFF2-40B4-BE49-F238E27FC236}">
                  <a16:creationId xmlns:a16="http://schemas.microsoft.com/office/drawing/2014/main" id="{F507B69B-9E00-2FFD-8240-799DE92F592C}"/>
                </a:ext>
              </a:extLst>
            </p:cNvPr>
            <p:cNvSpPr/>
            <p:nvPr/>
          </p:nvSpPr>
          <p:spPr>
            <a:xfrm>
              <a:off x="1691250" y="3596500"/>
              <a:ext cx="92500" cy="103050"/>
            </a:xfrm>
            <a:custGeom>
              <a:avLst/>
              <a:gdLst/>
              <a:ahLst/>
              <a:cxnLst/>
              <a:rect l="l" t="t" r="r" b="b"/>
              <a:pathLst>
                <a:path w="3700" h="4122" extrusionOk="0">
                  <a:moveTo>
                    <a:pt x="3588" y="0"/>
                  </a:moveTo>
                  <a:cubicBezTo>
                    <a:pt x="3566" y="12"/>
                    <a:pt x="3544" y="12"/>
                    <a:pt x="3511" y="22"/>
                  </a:cubicBezTo>
                  <a:cubicBezTo>
                    <a:pt x="3588" y="222"/>
                    <a:pt x="3600" y="422"/>
                    <a:pt x="3600" y="567"/>
                  </a:cubicBezTo>
                  <a:cubicBezTo>
                    <a:pt x="3611" y="1400"/>
                    <a:pt x="3233" y="2233"/>
                    <a:pt x="2589" y="2767"/>
                  </a:cubicBezTo>
                  <a:cubicBezTo>
                    <a:pt x="2556" y="2644"/>
                    <a:pt x="2533" y="2522"/>
                    <a:pt x="2533" y="2389"/>
                  </a:cubicBezTo>
                  <a:cubicBezTo>
                    <a:pt x="2544" y="2311"/>
                    <a:pt x="2544" y="2244"/>
                    <a:pt x="2533" y="2167"/>
                  </a:cubicBezTo>
                  <a:lnTo>
                    <a:pt x="2489" y="1789"/>
                  </a:lnTo>
                  <a:lnTo>
                    <a:pt x="2455" y="2167"/>
                  </a:lnTo>
                  <a:cubicBezTo>
                    <a:pt x="2445" y="2233"/>
                    <a:pt x="2445" y="2311"/>
                    <a:pt x="2445" y="2389"/>
                  </a:cubicBezTo>
                  <a:cubicBezTo>
                    <a:pt x="2400" y="2678"/>
                    <a:pt x="2178" y="2933"/>
                    <a:pt x="1978" y="3111"/>
                  </a:cubicBezTo>
                  <a:cubicBezTo>
                    <a:pt x="1534" y="3522"/>
                    <a:pt x="967" y="3789"/>
                    <a:pt x="378" y="3900"/>
                  </a:cubicBezTo>
                  <a:cubicBezTo>
                    <a:pt x="256" y="3922"/>
                    <a:pt x="78" y="3944"/>
                    <a:pt x="1" y="4088"/>
                  </a:cubicBezTo>
                  <a:lnTo>
                    <a:pt x="78" y="4122"/>
                  </a:lnTo>
                  <a:cubicBezTo>
                    <a:pt x="134" y="4021"/>
                    <a:pt x="278" y="3999"/>
                    <a:pt x="389" y="3977"/>
                  </a:cubicBezTo>
                  <a:cubicBezTo>
                    <a:pt x="1000" y="3866"/>
                    <a:pt x="1578" y="3589"/>
                    <a:pt x="2033" y="3177"/>
                  </a:cubicBezTo>
                  <a:cubicBezTo>
                    <a:pt x="2200" y="3033"/>
                    <a:pt x="2378" y="2833"/>
                    <a:pt x="2467" y="2589"/>
                  </a:cubicBezTo>
                  <a:cubicBezTo>
                    <a:pt x="2489" y="2678"/>
                    <a:pt x="2500" y="2767"/>
                    <a:pt x="2533" y="2844"/>
                  </a:cubicBezTo>
                  <a:lnTo>
                    <a:pt x="2556" y="2900"/>
                  </a:lnTo>
                  <a:lnTo>
                    <a:pt x="2600" y="2866"/>
                  </a:lnTo>
                  <a:cubicBezTo>
                    <a:pt x="3277" y="2322"/>
                    <a:pt x="3699" y="1434"/>
                    <a:pt x="3689" y="567"/>
                  </a:cubicBezTo>
                  <a:cubicBezTo>
                    <a:pt x="3677" y="422"/>
                    <a:pt x="3667" y="212"/>
                    <a:pt x="3588"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a:extLst>
                <a:ext uri="{FF2B5EF4-FFF2-40B4-BE49-F238E27FC236}">
                  <a16:creationId xmlns:a16="http://schemas.microsoft.com/office/drawing/2014/main" id="{248CB184-5C00-1428-D339-CC02EC404339}"/>
                </a:ext>
              </a:extLst>
            </p:cNvPr>
            <p:cNvSpPr/>
            <p:nvPr/>
          </p:nvSpPr>
          <p:spPr>
            <a:xfrm>
              <a:off x="1631275" y="3635325"/>
              <a:ext cx="185925" cy="143650"/>
            </a:xfrm>
            <a:custGeom>
              <a:avLst/>
              <a:gdLst/>
              <a:ahLst/>
              <a:cxnLst/>
              <a:rect l="l" t="t" r="r" b="b"/>
              <a:pathLst>
                <a:path w="7437" h="5746" extrusionOk="0">
                  <a:moveTo>
                    <a:pt x="5858" y="0"/>
                  </a:moveTo>
                  <a:cubicBezTo>
                    <a:pt x="5582" y="0"/>
                    <a:pt x="5299" y="84"/>
                    <a:pt x="5066" y="224"/>
                  </a:cubicBezTo>
                  <a:cubicBezTo>
                    <a:pt x="4644" y="469"/>
                    <a:pt x="4343" y="869"/>
                    <a:pt x="4054" y="1258"/>
                  </a:cubicBezTo>
                  <a:cubicBezTo>
                    <a:pt x="3588" y="1891"/>
                    <a:pt x="3121" y="2524"/>
                    <a:pt x="2655" y="3147"/>
                  </a:cubicBezTo>
                  <a:cubicBezTo>
                    <a:pt x="2518" y="3332"/>
                    <a:pt x="2329" y="3536"/>
                    <a:pt x="2111" y="3536"/>
                  </a:cubicBezTo>
                  <a:cubicBezTo>
                    <a:pt x="2082" y="3536"/>
                    <a:pt x="2052" y="3532"/>
                    <a:pt x="2022" y="3524"/>
                  </a:cubicBezTo>
                  <a:cubicBezTo>
                    <a:pt x="1922" y="3502"/>
                    <a:pt x="1844" y="3446"/>
                    <a:pt x="1766" y="3391"/>
                  </a:cubicBezTo>
                  <a:cubicBezTo>
                    <a:pt x="1511" y="3211"/>
                    <a:pt x="1247" y="2918"/>
                    <a:pt x="969" y="2918"/>
                  </a:cubicBezTo>
                  <a:cubicBezTo>
                    <a:pt x="920" y="2918"/>
                    <a:pt x="871" y="2927"/>
                    <a:pt x="822" y="2947"/>
                  </a:cubicBezTo>
                  <a:cubicBezTo>
                    <a:pt x="533" y="3068"/>
                    <a:pt x="178" y="3858"/>
                    <a:pt x="0" y="4113"/>
                  </a:cubicBezTo>
                  <a:lnTo>
                    <a:pt x="1933" y="5379"/>
                  </a:lnTo>
                  <a:cubicBezTo>
                    <a:pt x="2245" y="5587"/>
                    <a:pt x="2500" y="5746"/>
                    <a:pt x="2767" y="5746"/>
                  </a:cubicBezTo>
                  <a:cubicBezTo>
                    <a:pt x="2956" y="5746"/>
                    <a:pt x="3151" y="5666"/>
                    <a:pt x="3377" y="5468"/>
                  </a:cubicBezTo>
                  <a:cubicBezTo>
                    <a:pt x="3943" y="4968"/>
                    <a:pt x="4299" y="4290"/>
                    <a:pt x="4710" y="3668"/>
                  </a:cubicBezTo>
                  <a:cubicBezTo>
                    <a:pt x="5121" y="3046"/>
                    <a:pt x="5654" y="2436"/>
                    <a:pt x="6387" y="2213"/>
                  </a:cubicBezTo>
                  <a:cubicBezTo>
                    <a:pt x="6521" y="2169"/>
                    <a:pt x="6654" y="2135"/>
                    <a:pt x="6765" y="2069"/>
                  </a:cubicBezTo>
                  <a:cubicBezTo>
                    <a:pt x="7436" y="1637"/>
                    <a:pt x="6180" y="1504"/>
                    <a:pt x="5658" y="1504"/>
                  </a:cubicBezTo>
                  <a:cubicBezTo>
                    <a:pt x="5576" y="1504"/>
                    <a:pt x="5511" y="1507"/>
                    <a:pt x="5476" y="1513"/>
                  </a:cubicBezTo>
                  <a:cubicBezTo>
                    <a:pt x="5876" y="1424"/>
                    <a:pt x="6288" y="1335"/>
                    <a:pt x="6688" y="1246"/>
                  </a:cubicBezTo>
                  <a:cubicBezTo>
                    <a:pt x="6777" y="1224"/>
                    <a:pt x="6865" y="1191"/>
                    <a:pt x="6865" y="1113"/>
                  </a:cubicBezTo>
                  <a:cubicBezTo>
                    <a:pt x="6865" y="1058"/>
                    <a:pt x="6809" y="1014"/>
                    <a:pt x="6754" y="980"/>
                  </a:cubicBezTo>
                  <a:cubicBezTo>
                    <a:pt x="6538" y="854"/>
                    <a:pt x="6282" y="790"/>
                    <a:pt x="6028" y="790"/>
                  </a:cubicBezTo>
                  <a:cubicBezTo>
                    <a:pt x="5879" y="790"/>
                    <a:pt x="5731" y="812"/>
                    <a:pt x="5591" y="857"/>
                  </a:cubicBezTo>
                  <a:lnTo>
                    <a:pt x="5591" y="857"/>
                  </a:lnTo>
                  <a:cubicBezTo>
                    <a:pt x="5901" y="757"/>
                    <a:pt x="6200" y="646"/>
                    <a:pt x="6498" y="547"/>
                  </a:cubicBezTo>
                  <a:cubicBezTo>
                    <a:pt x="6543" y="525"/>
                    <a:pt x="6587" y="513"/>
                    <a:pt x="6609" y="480"/>
                  </a:cubicBezTo>
                  <a:cubicBezTo>
                    <a:pt x="6698" y="392"/>
                    <a:pt x="6599" y="247"/>
                    <a:pt x="6488" y="180"/>
                  </a:cubicBezTo>
                  <a:cubicBezTo>
                    <a:pt x="6303" y="56"/>
                    <a:pt x="6083" y="0"/>
                    <a:pt x="585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a:extLst>
                <a:ext uri="{FF2B5EF4-FFF2-40B4-BE49-F238E27FC236}">
                  <a16:creationId xmlns:a16="http://schemas.microsoft.com/office/drawing/2014/main" id="{E1E82230-DB4F-7A80-6987-0A11F564BDF9}"/>
                </a:ext>
              </a:extLst>
            </p:cNvPr>
            <p:cNvSpPr/>
            <p:nvPr/>
          </p:nvSpPr>
          <p:spPr>
            <a:xfrm>
              <a:off x="1788850" y="3676525"/>
              <a:ext cx="14075" cy="9975"/>
            </a:xfrm>
            <a:custGeom>
              <a:avLst/>
              <a:gdLst/>
              <a:ahLst/>
              <a:cxnLst/>
              <a:rect l="l" t="t" r="r" b="b"/>
              <a:pathLst>
                <a:path w="563" h="399" extrusionOk="0">
                  <a:moveTo>
                    <a:pt x="65" y="1"/>
                  </a:moveTo>
                  <a:cubicBezTo>
                    <a:pt x="20" y="1"/>
                    <a:pt x="0" y="24"/>
                    <a:pt x="40" y="109"/>
                  </a:cubicBezTo>
                  <a:cubicBezTo>
                    <a:pt x="84" y="210"/>
                    <a:pt x="140" y="309"/>
                    <a:pt x="207" y="398"/>
                  </a:cubicBezTo>
                  <a:cubicBezTo>
                    <a:pt x="340" y="343"/>
                    <a:pt x="462" y="265"/>
                    <a:pt x="551" y="154"/>
                  </a:cubicBezTo>
                  <a:cubicBezTo>
                    <a:pt x="551" y="154"/>
                    <a:pt x="562" y="143"/>
                    <a:pt x="562" y="132"/>
                  </a:cubicBezTo>
                  <a:cubicBezTo>
                    <a:pt x="562" y="109"/>
                    <a:pt x="540" y="99"/>
                    <a:pt x="518" y="99"/>
                  </a:cubicBezTo>
                  <a:cubicBezTo>
                    <a:pt x="407" y="77"/>
                    <a:pt x="296" y="43"/>
                    <a:pt x="185" y="21"/>
                  </a:cubicBezTo>
                  <a:cubicBezTo>
                    <a:pt x="140" y="12"/>
                    <a:pt x="96" y="1"/>
                    <a:pt x="6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a:extLst>
                <a:ext uri="{FF2B5EF4-FFF2-40B4-BE49-F238E27FC236}">
                  <a16:creationId xmlns:a16="http://schemas.microsoft.com/office/drawing/2014/main" id="{0CA27F83-CFA3-BCE8-2C26-84B1260401D1}"/>
                </a:ext>
              </a:extLst>
            </p:cNvPr>
            <p:cNvSpPr/>
            <p:nvPr/>
          </p:nvSpPr>
          <p:spPr>
            <a:xfrm>
              <a:off x="1679300" y="3722575"/>
              <a:ext cx="5325" cy="1125"/>
            </a:xfrm>
            <a:custGeom>
              <a:avLst/>
              <a:gdLst/>
              <a:ahLst/>
              <a:cxnLst/>
              <a:rect l="l" t="t" r="r" b="b"/>
              <a:pathLst>
                <a:path w="213" h="45" extrusionOk="0">
                  <a:moveTo>
                    <a:pt x="1" y="0"/>
                  </a:moveTo>
                  <a:cubicBezTo>
                    <a:pt x="34" y="12"/>
                    <a:pt x="67" y="34"/>
                    <a:pt x="101" y="34"/>
                  </a:cubicBezTo>
                  <a:cubicBezTo>
                    <a:pt x="123" y="45"/>
                    <a:pt x="156" y="45"/>
                    <a:pt x="178" y="45"/>
                  </a:cubicBezTo>
                  <a:lnTo>
                    <a:pt x="212" y="45"/>
                  </a:lnTo>
                  <a:lnTo>
                    <a:pt x="212" y="45"/>
                  </a:lnTo>
                  <a:lnTo>
                    <a:pt x="178" y="45"/>
                  </a:lnTo>
                  <a:cubicBezTo>
                    <a:pt x="156" y="45"/>
                    <a:pt x="123" y="45"/>
                    <a:pt x="101" y="34"/>
                  </a:cubicBezTo>
                  <a:cubicBezTo>
                    <a:pt x="67" y="34"/>
                    <a:pt x="34" y="12"/>
                    <a:pt x="1" y="0"/>
                  </a:cubicBezTo>
                  <a:close/>
                </a:path>
              </a:pathLst>
            </a:custGeom>
            <a:solidFill>
              <a:srgbClr val="975E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a:extLst>
                <a:ext uri="{FF2B5EF4-FFF2-40B4-BE49-F238E27FC236}">
                  <a16:creationId xmlns:a16="http://schemas.microsoft.com/office/drawing/2014/main" id="{AD7AC98F-047F-39E4-9763-B0C41F6AD942}"/>
                </a:ext>
              </a:extLst>
            </p:cNvPr>
            <p:cNvSpPr/>
            <p:nvPr/>
          </p:nvSpPr>
          <p:spPr>
            <a:xfrm>
              <a:off x="1631275" y="3738125"/>
              <a:ext cx="18350" cy="11975"/>
            </a:xfrm>
            <a:custGeom>
              <a:avLst/>
              <a:gdLst/>
              <a:ahLst/>
              <a:cxnLst/>
              <a:rect l="l" t="t" r="r" b="b"/>
              <a:pathLst>
                <a:path w="734" h="479" extrusionOk="0">
                  <a:moveTo>
                    <a:pt x="0" y="1"/>
                  </a:moveTo>
                  <a:cubicBezTo>
                    <a:pt x="245" y="168"/>
                    <a:pt x="489" y="323"/>
                    <a:pt x="733" y="479"/>
                  </a:cubicBezTo>
                  <a:lnTo>
                    <a:pt x="733" y="479"/>
                  </a:lnTo>
                  <a:cubicBezTo>
                    <a:pt x="489" y="323"/>
                    <a:pt x="245" y="168"/>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a:extLst>
                <a:ext uri="{FF2B5EF4-FFF2-40B4-BE49-F238E27FC236}">
                  <a16:creationId xmlns:a16="http://schemas.microsoft.com/office/drawing/2014/main" id="{B57F8D23-C194-6410-65E4-D4505434F269}"/>
                </a:ext>
              </a:extLst>
            </p:cNvPr>
            <p:cNvSpPr/>
            <p:nvPr/>
          </p:nvSpPr>
          <p:spPr>
            <a:xfrm>
              <a:off x="1649600" y="3750075"/>
              <a:ext cx="2500" cy="1700"/>
            </a:xfrm>
            <a:custGeom>
              <a:avLst/>
              <a:gdLst/>
              <a:ahLst/>
              <a:cxnLst/>
              <a:rect l="l" t="t" r="r" b="b"/>
              <a:pathLst>
                <a:path w="100" h="68" extrusionOk="0">
                  <a:moveTo>
                    <a:pt x="0" y="1"/>
                  </a:moveTo>
                  <a:lnTo>
                    <a:pt x="100" y="67"/>
                  </a:lnTo>
                  <a:lnTo>
                    <a:pt x="100" y="67"/>
                  </a:lnTo>
                  <a:lnTo>
                    <a:pt x="0" y="1"/>
                  </a:ln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a:extLst>
                <a:ext uri="{FF2B5EF4-FFF2-40B4-BE49-F238E27FC236}">
                  <a16:creationId xmlns:a16="http://schemas.microsoft.com/office/drawing/2014/main" id="{AEBDD080-9D6D-6E05-7523-07275C3BC23E}"/>
                </a:ext>
              </a:extLst>
            </p:cNvPr>
            <p:cNvSpPr/>
            <p:nvPr/>
          </p:nvSpPr>
          <p:spPr>
            <a:xfrm>
              <a:off x="1631275" y="3708125"/>
              <a:ext cx="62500" cy="48100"/>
            </a:xfrm>
            <a:custGeom>
              <a:avLst/>
              <a:gdLst/>
              <a:ahLst/>
              <a:cxnLst/>
              <a:rect l="l" t="t" r="r" b="b"/>
              <a:pathLst>
                <a:path w="2500" h="1924" extrusionOk="0">
                  <a:moveTo>
                    <a:pt x="978" y="1"/>
                  </a:moveTo>
                  <a:cubicBezTo>
                    <a:pt x="922" y="1"/>
                    <a:pt x="877" y="12"/>
                    <a:pt x="822" y="35"/>
                  </a:cubicBezTo>
                  <a:cubicBezTo>
                    <a:pt x="533" y="156"/>
                    <a:pt x="178" y="946"/>
                    <a:pt x="0" y="1201"/>
                  </a:cubicBezTo>
                  <a:cubicBezTo>
                    <a:pt x="245" y="1368"/>
                    <a:pt x="489" y="1523"/>
                    <a:pt x="733" y="1679"/>
                  </a:cubicBezTo>
                  <a:lnTo>
                    <a:pt x="833" y="1745"/>
                  </a:lnTo>
                  <a:cubicBezTo>
                    <a:pt x="1089" y="1823"/>
                    <a:pt x="1400" y="1923"/>
                    <a:pt x="1689" y="1923"/>
                  </a:cubicBezTo>
                  <a:cubicBezTo>
                    <a:pt x="1855" y="1923"/>
                    <a:pt x="2010" y="1889"/>
                    <a:pt x="2144" y="1778"/>
                  </a:cubicBezTo>
                  <a:cubicBezTo>
                    <a:pt x="2499" y="1501"/>
                    <a:pt x="2355" y="1023"/>
                    <a:pt x="2133" y="623"/>
                  </a:cubicBezTo>
                  <a:lnTo>
                    <a:pt x="2099" y="623"/>
                  </a:lnTo>
                  <a:cubicBezTo>
                    <a:pt x="2077" y="623"/>
                    <a:pt x="2044" y="623"/>
                    <a:pt x="2022" y="612"/>
                  </a:cubicBezTo>
                  <a:cubicBezTo>
                    <a:pt x="1988" y="612"/>
                    <a:pt x="1955" y="590"/>
                    <a:pt x="1922" y="578"/>
                  </a:cubicBezTo>
                  <a:cubicBezTo>
                    <a:pt x="1866" y="556"/>
                    <a:pt x="1822" y="512"/>
                    <a:pt x="1766" y="479"/>
                  </a:cubicBezTo>
                  <a:cubicBezTo>
                    <a:pt x="1511" y="301"/>
                    <a:pt x="1255" y="1"/>
                    <a:pt x="97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a:extLst>
                <a:ext uri="{FF2B5EF4-FFF2-40B4-BE49-F238E27FC236}">
                  <a16:creationId xmlns:a16="http://schemas.microsoft.com/office/drawing/2014/main" id="{2F449D18-8822-EDBB-FB40-6F30D19B57AD}"/>
                </a:ext>
              </a:extLst>
            </p:cNvPr>
            <p:cNvSpPr/>
            <p:nvPr/>
          </p:nvSpPr>
          <p:spPr>
            <a:xfrm>
              <a:off x="1714025" y="3442375"/>
              <a:ext cx="89450" cy="108325"/>
            </a:xfrm>
            <a:custGeom>
              <a:avLst/>
              <a:gdLst/>
              <a:ahLst/>
              <a:cxnLst/>
              <a:rect l="l" t="t" r="r" b="b"/>
              <a:pathLst>
                <a:path w="3578" h="4333" extrusionOk="0">
                  <a:moveTo>
                    <a:pt x="1" y="0"/>
                  </a:moveTo>
                  <a:lnTo>
                    <a:pt x="1" y="4032"/>
                  </a:lnTo>
                  <a:lnTo>
                    <a:pt x="11" y="4032"/>
                  </a:lnTo>
                  <a:cubicBezTo>
                    <a:pt x="112" y="4199"/>
                    <a:pt x="878" y="4333"/>
                    <a:pt x="1789" y="4333"/>
                  </a:cubicBezTo>
                  <a:cubicBezTo>
                    <a:pt x="2711" y="4333"/>
                    <a:pt x="3477" y="4199"/>
                    <a:pt x="3566" y="4032"/>
                  </a:cubicBezTo>
                  <a:lnTo>
                    <a:pt x="3578" y="4032"/>
                  </a:lnTo>
                  <a:lnTo>
                    <a:pt x="35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a:extLst>
                <a:ext uri="{FF2B5EF4-FFF2-40B4-BE49-F238E27FC236}">
                  <a16:creationId xmlns:a16="http://schemas.microsoft.com/office/drawing/2014/main" id="{E1A36A0E-148F-5A3E-29EF-A3AA8A1A2DB1}"/>
                </a:ext>
              </a:extLst>
            </p:cNvPr>
            <p:cNvSpPr/>
            <p:nvPr/>
          </p:nvSpPr>
          <p:spPr>
            <a:xfrm>
              <a:off x="1714025" y="3435150"/>
              <a:ext cx="89450" cy="16675"/>
            </a:xfrm>
            <a:custGeom>
              <a:avLst/>
              <a:gdLst/>
              <a:ahLst/>
              <a:cxnLst/>
              <a:rect l="l" t="t" r="r" b="b"/>
              <a:pathLst>
                <a:path w="3578" h="667" extrusionOk="0">
                  <a:moveTo>
                    <a:pt x="1789" y="0"/>
                  </a:moveTo>
                  <a:cubicBezTo>
                    <a:pt x="811" y="0"/>
                    <a:pt x="1" y="144"/>
                    <a:pt x="1" y="334"/>
                  </a:cubicBezTo>
                  <a:cubicBezTo>
                    <a:pt x="1" y="511"/>
                    <a:pt x="811" y="667"/>
                    <a:pt x="1789" y="667"/>
                  </a:cubicBezTo>
                  <a:cubicBezTo>
                    <a:pt x="2778" y="667"/>
                    <a:pt x="3578" y="511"/>
                    <a:pt x="3578" y="334"/>
                  </a:cubicBezTo>
                  <a:cubicBezTo>
                    <a:pt x="3578" y="144"/>
                    <a:pt x="2778" y="0"/>
                    <a:pt x="178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a:extLst>
                <a:ext uri="{FF2B5EF4-FFF2-40B4-BE49-F238E27FC236}">
                  <a16:creationId xmlns:a16="http://schemas.microsoft.com/office/drawing/2014/main" id="{6B29CD5C-4521-70D5-9BC2-79AD08A734D5}"/>
                </a:ext>
              </a:extLst>
            </p:cNvPr>
            <p:cNvSpPr/>
            <p:nvPr/>
          </p:nvSpPr>
          <p:spPr>
            <a:xfrm>
              <a:off x="1714025" y="3435150"/>
              <a:ext cx="89450" cy="13050"/>
            </a:xfrm>
            <a:custGeom>
              <a:avLst/>
              <a:gdLst/>
              <a:ahLst/>
              <a:cxnLst/>
              <a:rect l="l" t="t" r="r" b="b"/>
              <a:pathLst>
                <a:path w="3578" h="522" extrusionOk="0">
                  <a:moveTo>
                    <a:pt x="1789" y="0"/>
                  </a:moveTo>
                  <a:cubicBezTo>
                    <a:pt x="811" y="0"/>
                    <a:pt x="1" y="144"/>
                    <a:pt x="1" y="334"/>
                  </a:cubicBezTo>
                  <a:cubicBezTo>
                    <a:pt x="1" y="400"/>
                    <a:pt x="112" y="467"/>
                    <a:pt x="312" y="522"/>
                  </a:cubicBezTo>
                  <a:cubicBezTo>
                    <a:pt x="623" y="422"/>
                    <a:pt x="1178" y="366"/>
                    <a:pt x="1789" y="366"/>
                  </a:cubicBezTo>
                  <a:cubicBezTo>
                    <a:pt x="2411" y="366"/>
                    <a:pt x="2956" y="422"/>
                    <a:pt x="3277" y="522"/>
                  </a:cubicBezTo>
                  <a:cubicBezTo>
                    <a:pt x="3467" y="467"/>
                    <a:pt x="3578" y="400"/>
                    <a:pt x="3578" y="334"/>
                  </a:cubicBezTo>
                  <a:cubicBezTo>
                    <a:pt x="3578" y="144"/>
                    <a:pt x="2778" y="0"/>
                    <a:pt x="1789"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a:extLst>
                <a:ext uri="{FF2B5EF4-FFF2-40B4-BE49-F238E27FC236}">
                  <a16:creationId xmlns:a16="http://schemas.microsoft.com/office/drawing/2014/main" id="{ED532921-8588-4D8E-A2B1-720E08D14306}"/>
                </a:ext>
              </a:extLst>
            </p:cNvPr>
            <p:cNvSpPr/>
            <p:nvPr/>
          </p:nvSpPr>
          <p:spPr>
            <a:xfrm>
              <a:off x="1471000" y="3634350"/>
              <a:ext cx="203875" cy="138325"/>
            </a:xfrm>
            <a:custGeom>
              <a:avLst/>
              <a:gdLst/>
              <a:ahLst/>
              <a:cxnLst/>
              <a:rect l="l" t="t" r="r" b="b"/>
              <a:pathLst>
                <a:path w="8155" h="5533" extrusionOk="0">
                  <a:moveTo>
                    <a:pt x="4609" y="0"/>
                  </a:moveTo>
                  <a:cubicBezTo>
                    <a:pt x="4392" y="0"/>
                    <a:pt x="4190" y="72"/>
                    <a:pt x="4012" y="241"/>
                  </a:cubicBezTo>
                  <a:cubicBezTo>
                    <a:pt x="3079" y="1142"/>
                    <a:pt x="1" y="1808"/>
                    <a:pt x="1445" y="3085"/>
                  </a:cubicBezTo>
                  <a:cubicBezTo>
                    <a:pt x="1857" y="3452"/>
                    <a:pt x="3534" y="4240"/>
                    <a:pt x="3989" y="4551"/>
                  </a:cubicBezTo>
                  <a:cubicBezTo>
                    <a:pt x="3814" y="4598"/>
                    <a:pt x="3639" y="4621"/>
                    <a:pt x="3464" y="4621"/>
                  </a:cubicBezTo>
                  <a:cubicBezTo>
                    <a:pt x="3428" y="4621"/>
                    <a:pt x="3392" y="4620"/>
                    <a:pt x="3356" y="4618"/>
                  </a:cubicBezTo>
                  <a:lnTo>
                    <a:pt x="3356" y="4618"/>
                  </a:lnTo>
                  <a:cubicBezTo>
                    <a:pt x="3789" y="4985"/>
                    <a:pt x="4356" y="5196"/>
                    <a:pt x="4923" y="5196"/>
                  </a:cubicBezTo>
                  <a:cubicBezTo>
                    <a:pt x="4745" y="5262"/>
                    <a:pt x="4545" y="5296"/>
                    <a:pt x="4356" y="5296"/>
                  </a:cubicBezTo>
                  <a:cubicBezTo>
                    <a:pt x="4606" y="5471"/>
                    <a:pt x="4899" y="5532"/>
                    <a:pt x="5202" y="5532"/>
                  </a:cubicBezTo>
                  <a:cubicBezTo>
                    <a:pt x="5479" y="5532"/>
                    <a:pt x="5763" y="5481"/>
                    <a:pt x="6033" y="5418"/>
                  </a:cubicBezTo>
                  <a:cubicBezTo>
                    <a:pt x="6744" y="5240"/>
                    <a:pt x="7666" y="4119"/>
                    <a:pt x="7411" y="3430"/>
                  </a:cubicBezTo>
                  <a:lnTo>
                    <a:pt x="7411" y="3430"/>
                  </a:lnTo>
                  <a:cubicBezTo>
                    <a:pt x="7466" y="3444"/>
                    <a:pt x="7516" y="3453"/>
                    <a:pt x="7567" y="3453"/>
                  </a:cubicBezTo>
                  <a:cubicBezTo>
                    <a:pt x="7599" y="3453"/>
                    <a:pt x="7632" y="3449"/>
                    <a:pt x="7666" y="3441"/>
                  </a:cubicBezTo>
                  <a:cubicBezTo>
                    <a:pt x="7833" y="3396"/>
                    <a:pt x="7999" y="3252"/>
                    <a:pt x="8055" y="3085"/>
                  </a:cubicBezTo>
                  <a:cubicBezTo>
                    <a:pt x="8155" y="2830"/>
                    <a:pt x="8066" y="2541"/>
                    <a:pt x="7910" y="2308"/>
                  </a:cubicBezTo>
                  <a:cubicBezTo>
                    <a:pt x="7766" y="2085"/>
                    <a:pt x="7544" y="1919"/>
                    <a:pt x="7322" y="1764"/>
                  </a:cubicBezTo>
                  <a:cubicBezTo>
                    <a:pt x="6693" y="1278"/>
                    <a:pt x="5526" y="0"/>
                    <a:pt x="460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a:extLst>
                <a:ext uri="{FF2B5EF4-FFF2-40B4-BE49-F238E27FC236}">
                  <a16:creationId xmlns:a16="http://schemas.microsoft.com/office/drawing/2014/main" id="{8081C484-FA6E-F821-1BA0-2C4FD743DF0C}"/>
                </a:ext>
              </a:extLst>
            </p:cNvPr>
            <p:cNvSpPr/>
            <p:nvPr/>
          </p:nvSpPr>
          <p:spPr>
            <a:xfrm>
              <a:off x="1567650" y="3718300"/>
              <a:ext cx="86675" cy="41750"/>
            </a:xfrm>
            <a:custGeom>
              <a:avLst/>
              <a:gdLst/>
              <a:ahLst/>
              <a:cxnLst/>
              <a:rect l="l" t="t" r="r" b="b"/>
              <a:pathLst>
                <a:path w="3467" h="1670" extrusionOk="0">
                  <a:moveTo>
                    <a:pt x="2258" y="82"/>
                  </a:moveTo>
                  <a:cubicBezTo>
                    <a:pt x="2277" y="82"/>
                    <a:pt x="2296" y="86"/>
                    <a:pt x="2311" y="94"/>
                  </a:cubicBezTo>
                  <a:cubicBezTo>
                    <a:pt x="2390" y="127"/>
                    <a:pt x="2445" y="216"/>
                    <a:pt x="2489" y="305"/>
                  </a:cubicBezTo>
                  <a:lnTo>
                    <a:pt x="2523" y="371"/>
                  </a:lnTo>
                  <a:cubicBezTo>
                    <a:pt x="2434" y="339"/>
                    <a:pt x="2356" y="316"/>
                    <a:pt x="2279" y="283"/>
                  </a:cubicBezTo>
                  <a:cubicBezTo>
                    <a:pt x="2190" y="250"/>
                    <a:pt x="2145" y="216"/>
                    <a:pt x="2145" y="171"/>
                  </a:cubicBezTo>
                  <a:lnTo>
                    <a:pt x="2145" y="149"/>
                  </a:lnTo>
                  <a:cubicBezTo>
                    <a:pt x="2145" y="139"/>
                    <a:pt x="2156" y="116"/>
                    <a:pt x="2167" y="116"/>
                  </a:cubicBezTo>
                  <a:cubicBezTo>
                    <a:pt x="2189" y="95"/>
                    <a:pt x="2224" y="82"/>
                    <a:pt x="2258" y="82"/>
                  </a:cubicBezTo>
                  <a:close/>
                  <a:moveTo>
                    <a:pt x="2262" y="0"/>
                  </a:moveTo>
                  <a:cubicBezTo>
                    <a:pt x="2212" y="0"/>
                    <a:pt x="2160" y="20"/>
                    <a:pt x="2123" y="50"/>
                  </a:cubicBezTo>
                  <a:cubicBezTo>
                    <a:pt x="2079" y="83"/>
                    <a:pt x="2056" y="139"/>
                    <a:pt x="2067" y="183"/>
                  </a:cubicBezTo>
                  <a:cubicBezTo>
                    <a:pt x="2079" y="283"/>
                    <a:pt x="2178" y="327"/>
                    <a:pt x="2245" y="361"/>
                  </a:cubicBezTo>
                  <a:lnTo>
                    <a:pt x="2545" y="460"/>
                  </a:lnTo>
                  <a:cubicBezTo>
                    <a:pt x="2567" y="516"/>
                    <a:pt x="2567" y="583"/>
                    <a:pt x="2534" y="627"/>
                  </a:cubicBezTo>
                  <a:cubicBezTo>
                    <a:pt x="2487" y="702"/>
                    <a:pt x="2393" y="730"/>
                    <a:pt x="2311" y="730"/>
                  </a:cubicBezTo>
                  <a:cubicBezTo>
                    <a:pt x="2296" y="730"/>
                    <a:pt x="2281" y="729"/>
                    <a:pt x="2267" y="727"/>
                  </a:cubicBezTo>
                  <a:lnTo>
                    <a:pt x="2245" y="727"/>
                  </a:lnTo>
                  <a:cubicBezTo>
                    <a:pt x="2156" y="650"/>
                    <a:pt x="2056" y="605"/>
                    <a:pt x="1934" y="594"/>
                  </a:cubicBezTo>
                  <a:lnTo>
                    <a:pt x="1778" y="594"/>
                  </a:lnTo>
                  <a:lnTo>
                    <a:pt x="1912" y="672"/>
                  </a:lnTo>
                  <a:cubicBezTo>
                    <a:pt x="2000" y="716"/>
                    <a:pt x="2101" y="771"/>
                    <a:pt x="2200" y="805"/>
                  </a:cubicBezTo>
                  <a:cubicBezTo>
                    <a:pt x="2279" y="872"/>
                    <a:pt x="2345" y="961"/>
                    <a:pt x="2400" y="1038"/>
                  </a:cubicBezTo>
                  <a:cubicBezTo>
                    <a:pt x="2523" y="1227"/>
                    <a:pt x="2556" y="1361"/>
                    <a:pt x="2489" y="1460"/>
                  </a:cubicBezTo>
                  <a:cubicBezTo>
                    <a:pt x="2431" y="1560"/>
                    <a:pt x="2310" y="1592"/>
                    <a:pt x="2187" y="1592"/>
                  </a:cubicBezTo>
                  <a:cubicBezTo>
                    <a:pt x="2146" y="1592"/>
                    <a:pt x="2106" y="1588"/>
                    <a:pt x="2067" y="1583"/>
                  </a:cubicBezTo>
                  <a:cubicBezTo>
                    <a:pt x="1279" y="1505"/>
                    <a:pt x="534" y="1082"/>
                    <a:pt x="67" y="460"/>
                  </a:cubicBezTo>
                  <a:lnTo>
                    <a:pt x="1" y="505"/>
                  </a:lnTo>
                  <a:cubicBezTo>
                    <a:pt x="479" y="1149"/>
                    <a:pt x="1245" y="1583"/>
                    <a:pt x="2056" y="1660"/>
                  </a:cubicBezTo>
                  <a:cubicBezTo>
                    <a:pt x="2105" y="1666"/>
                    <a:pt x="2150" y="1670"/>
                    <a:pt x="2193" y="1670"/>
                  </a:cubicBezTo>
                  <a:cubicBezTo>
                    <a:pt x="2372" y="1670"/>
                    <a:pt x="2493" y="1612"/>
                    <a:pt x="2556" y="1505"/>
                  </a:cubicBezTo>
                  <a:cubicBezTo>
                    <a:pt x="2667" y="1338"/>
                    <a:pt x="2556" y="1127"/>
                    <a:pt x="2467" y="994"/>
                  </a:cubicBezTo>
                  <a:cubicBezTo>
                    <a:pt x="2423" y="938"/>
                    <a:pt x="2378" y="872"/>
                    <a:pt x="2334" y="816"/>
                  </a:cubicBezTo>
                  <a:cubicBezTo>
                    <a:pt x="2434" y="805"/>
                    <a:pt x="2545" y="771"/>
                    <a:pt x="2600" y="672"/>
                  </a:cubicBezTo>
                  <a:cubicBezTo>
                    <a:pt x="2634" y="605"/>
                    <a:pt x="2645" y="549"/>
                    <a:pt x="2634" y="483"/>
                  </a:cubicBezTo>
                  <a:lnTo>
                    <a:pt x="2634" y="483"/>
                  </a:lnTo>
                  <a:cubicBezTo>
                    <a:pt x="2734" y="505"/>
                    <a:pt x="2834" y="516"/>
                    <a:pt x="2934" y="527"/>
                  </a:cubicBezTo>
                  <a:cubicBezTo>
                    <a:pt x="2975" y="536"/>
                    <a:pt x="3020" y="542"/>
                    <a:pt x="3067" y="542"/>
                  </a:cubicBezTo>
                  <a:cubicBezTo>
                    <a:pt x="3133" y="542"/>
                    <a:pt x="3202" y="531"/>
                    <a:pt x="3267" y="505"/>
                  </a:cubicBezTo>
                  <a:cubicBezTo>
                    <a:pt x="3367" y="472"/>
                    <a:pt x="3434" y="394"/>
                    <a:pt x="3456" y="316"/>
                  </a:cubicBezTo>
                  <a:cubicBezTo>
                    <a:pt x="3467" y="283"/>
                    <a:pt x="3467" y="260"/>
                    <a:pt x="3467" y="238"/>
                  </a:cubicBezTo>
                  <a:cubicBezTo>
                    <a:pt x="3467" y="171"/>
                    <a:pt x="3422" y="105"/>
                    <a:pt x="3356" y="72"/>
                  </a:cubicBezTo>
                  <a:cubicBezTo>
                    <a:pt x="3320" y="50"/>
                    <a:pt x="3280" y="38"/>
                    <a:pt x="3244" y="38"/>
                  </a:cubicBezTo>
                  <a:cubicBezTo>
                    <a:pt x="3224" y="38"/>
                    <a:pt x="3205" y="42"/>
                    <a:pt x="3189" y="50"/>
                  </a:cubicBezTo>
                  <a:lnTo>
                    <a:pt x="3222" y="127"/>
                  </a:lnTo>
                  <a:cubicBezTo>
                    <a:pt x="3231" y="123"/>
                    <a:pt x="3242" y="120"/>
                    <a:pt x="3255" y="120"/>
                  </a:cubicBezTo>
                  <a:cubicBezTo>
                    <a:pt x="3274" y="120"/>
                    <a:pt x="3297" y="125"/>
                    <a:pt x="3323" y="139"/>
                  </a:cubicBezTo>
                  <a:cubicBezTo>
                    <a:pt x="3356" y="161"/>
                    <a:pt x="3389" y="205"/>
                    <a:pt x="3389" y="238"/>
                  </a:cubicBezTo>
                  <a:cubicBezTo>
                    <a:pt x="3389" y="327"/>
                    <a:pt x="3323" y="405"/>
                    <a:pt x="3234" y="438"/>
                  </a:cubicBezTo>
                  <a:cubicBezTo>
                    <a:pt x="3189" y="455"/>
                    <a:pt x="3139" y="461"/>
                    <a:pt x="3088" y="461"/>
                  </a:cubicBezTo>
                  <a:cubicBezTo>
                    <a:pt x="3037" y="461"/>
                    <a:pt x="2984" y="455"/>
                    <a:pt x="2934" y="450"/>
                  </a:cubicBezTo>
                  <a:cubicBezTo>
                    <a:pt x="2834" y="438"/>
                    <a:pt x="2723" y="416"/>
                    <a:pt x="2612" y="394"/>
                  </a:cubicBezTo>
                  <a:cubicBezTo>
                    <a:pt x="2600" y="349"/>
                    <a:pt x="2578" y="305"/>
                    <a:pt x="2556" y="272"/>
                  </a:cubicBezTo>
                  <a:cubicBezTo>
                    <a:pt x="2511" y="161"/>
                    <a:pt x="2445" y="60"/>
                    <a:pt x="2334" y="16"/>
                  </a:cubicBezTo>
                  <a:cubicBezTo>
                    <a:pt x="2312" y="5"/>
                    <a:pt x="2287" y="0"/>
                    <a:pt x="226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a:extLst>
                <a:ext uri="{FF2B5EF4-FFF2-40B4-BE49-F238E27FC236}">
                  <a16:creationId xmlns:a16="http://schemas.microsoft.com/office/drawing/2014/main" id="{8543970D-2C52-7F74-2B47-5B58FD8343D0}"/>
                </a:ext>
              </a:extLst>
            </p:cNvPr>
            <p:cNvSpPr/>
            <p:nvPr/>
          </p:nvSpPr>
          <p:spPr>
            <a:xfrm>
              <a:off x="1777275" y="3637950"/>
              <a:ext cx="15925" cy="11075"/>
            </a:xfrm>
            <a:custGeom>
              <a:avLst/>
              <a:gdLst/>
              <a:ahLst/>
              <a:cxnLst/>
              <a:rect l="l" t="t" r="r" b="b"/>
              <a:pathLst>
                <a:path w="637" h="443" extrusionOk="0">
                  <a:moveTo>
                    <a:pt x="74" y="1"/>
                  </a:moveTo>
                  <a:cubicBezTo>
                    <a:pt x="22" y="1"/>
                    <a:pt x="1" y="25"/>
                    <a:pt x="48" y="119"/>
                  </a:cubicBezTo>
                  <a:cubicBezTo>
                    <a:pt x="103" y="231"/>
                    <a:pt x="170" y="342"/>
                    <a:pt x="248" y="442"/>
                  </a:cubicBezTo>
                  <a:cubicBezTo>
                    <a:pt x="392" y="375"/>
                    <a:pt x="525" y="287"/>
                    <a:pt x="614" y="164"/>
                  </a:cubicBezTo>
                  <a:cubicBezTo>
                    <a:pt x="626" y="153"/>
                    <a:pt x="626" y="142"/>
                    <a:pt x="626" y="131"/>
                  </a:cubicBezTo>
                  <a:cubicBezTo>
                    <a:pt x="636" y="109"/>
                    <a:pt x="603" y="97"/>
                    <a:pt x="581" y="97"/>
                  </a:cubicBezTo>
                  <a:cubicBezTo>
                    <a:pt x="458" y="75"/>
                    <a:pt x="325" y="42"/>
                    <a:pt x="203" y="20"/>
                  </a:cubicBezTo>
                  <a:cubicBezTo>
                    <a:pt x="155" y="11"/>
                    <a:pt x="108" y="1"/>
                    <a:pt x="7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a:extLst>
                <a:ext uri="{FF2B5EF4-FFF2-40B4-BE49-F238E27FC236}">
                  <a16:creationId xmlns:a16="http://schemas.microsoft.com/office/drawing/2014/main" id="{D8F72808-BDE4-E16A-DB32-777CD6A6C974}"/>
                </a:ext>
              </a:extLst>
            </p:cNvPr>
            <p:cNvSpPr/>
            <p:nvPr/>
          </p:nvSpPr>
          <p:spPr>
            <a:xfrm>
              <a:off x="1786450" y="3657500"/>
              <a:ext cx="11750" cy="9000"/>
            </a:xfrm>
            <a:custGeom>
              <a:avLst/>
              <a:gdLst/>
              <a:ahLst/>
              <a:cxnLst/>
              <a:rect l="l" t="t" r="r" b="b"/>
              <a:pathLst>
                <a:path w="470" h="360" extrusionOk="0">
                  <a:moveTo>
                    <a:pt x="44" y="1"/>
                  </a:moveTo>
                  <a:cubicBezTo>
                    <a:pt x="12" y="1"/>
                    <a:pt x="1" y="21"/>
                    <a:pt x="25" y="93"/>
                  </a:cubicBezTo>
                  <a:cubicBezTo>
                    <a:pt x="47" y="182"/>
                    <a:pt x="91" y="271"/>
                    <a:pt x="136" y="359"/>
                  </a:cubicBezTo>
                  <a:cubicBezTo>
                    <a:pt x="259" y="327"/>
                    <a:pt x="370" y="260"/>
                    <a:pt x="458" y="182"/>
                  </a:cubicBezTo>
                  <a:cubicBezTo>
                    <a:pt x="458" y="171"/>
                    <a:pt x="469" y="171"/>
                    <a:pt x="469" y="160"/>
                  </a:cubicBezTo>
                  <a:cubicBezTo>
                    <a:pt x="469" y="149"/>
                    <a:pt x="447" y="127"/>
                    <a:pt x="436" y="127"/>
                  </a:cubicBezTo>
                  <a:cubicBezTo>
                    <a:pt x="336" y="93"/>
                    <a:pt x="247" y="60"/>
                    <a:pt x="158" y="26"/>
                  </a:cubicBezTo>
                  <a:cubicBezTo>
                    <a:pt x="112" y="16"/>
                    <a:pt x="71" y="1"/>
                    <a:pt x="4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a:extLst>
                <a:ext uri="{FF2B5EF4-FFF2-40B4-BE49-F238E27FC236}">
                  <a16:creationId xmlns:a16="http://schemas.microsoft.com/office/drawing/2014/main" id="{1C62BAA5-B954-33CF-232F-DAEFEAF426F7}"/>
                </a:ext>
              </a:extLst>
            </p:cNvPr>
            <p:cNvSpPr/>
            <p:nvPr/>
          </p:nvSpPr>
          <p:spPr>
            <a:xfrm>
              <a:off x="1706250" y="3485950"/>
              <a:ext cx="84175" cy="93225"/>
            </a:xfrm>
            <a:custGeom>
              <a:avLst/>
              <a:gdLst/>
              <a:ahLst/>
              <a:cxnLst/>
              <a:rect l="l" t="t" r="r" b="b"/>
              <a:pathLst>
                <a:path w="3367" h="3729" extrusionOk="0">
                  <a:moveTo>
                    <a:pt x="1589" y="1"/>
                  </a:moveTo>
                  <a:cubicBezTo>
                    <a:pt x="1500" y="1"/>
                    <a:pt x="1411" y="35"/>
                    <a:pt x="1334" y="79"/>
                  </a:cubicBezTo>
                  <a:cubicBezTo>
                    <a:pt x="878" y="279"/>
                    <a:pt x="433" y="501"/>
                    <a:pt x="1" y="723"/>
                  </a:cubicBezTo>
                  <a:cubicBezTo>
                    <a:pt x="356" y="1057"/>
                    <a:pt x="378" y="1612"/>
                    <a:pt x="334" y="2089"/>
                  </a:cubicBezTo>
                  <a:cubicBezTo>
                    <a:pt x="289" y="2545"/>
                    <a:pt x="78" y="3456"/>
                    <a:pt x="645" y="3612"/>
                  </a:cubicBezTo>
                  <a:cubicBezTo>
                    <a:pt x="917" y="3687"/>
                    <a:pt x="1226" y="3728"/>
                    <a:pt x="1536" y="3728"/>
                  </a:cubicBezTo>
                  <a:cubicBezTo>
                    <a:pt x="1960" y="3728"/>
                    <a:pt x="2387" y="3651"/>
                    <a:pt x="2733" y="3478"/>
                  </a:cubicBezTo>
                  <a:cubicBezTo>
                    <a:pt x="2855" y="3412"/>
                    <a:pt x="2988" y="3267"/>
                    <a:pt x="2911" y="3145"/>
                  </a:cubicBezTo>
                  <a:cubicBezTo>
                    <a:pt x="2877" y="3101"/>
                    <a:pt x="2811" y="3078"/>
                    <a:pt x="2744" y="3078"/>
                  </a:cubicBezTo>
                  <a:cubicBezTo>
                    <a:pt x="2708" y="3074"/>
                    <a:pt x="2671" y="3073"/>
                    <a:pt x="2634" y="3073"/>
                  </a:cubicBezTo>
                  <a:cubicBezTo>
                    <a:pt x="2513" y="3073"/>
                    <a:pt x="2387" y="3089"/>
                    <a:pt x="2270" y="3089"/>
                  </a:cubicBezTo>
                  <a:cubicBezTo>
                    <a:pt x="2135" y="3089"/>
                    <a:pt x="2011" y="3066"/>
                    <a:pt x="1922" y="2967"/>
                  </a:cubicBezTo>
                  <a:cubicBezTo>
                    <a:pt x="2322" y="2945"/>
                    <a:pt x="2722" y="2845"/>
                    <a:pt x="3077" y="2656"/>
                  </a:cubicBezTo>
                  <a:cubicBezTo>
                    <a:pt x="3155" y="2612"/>
                    <a:pt x="3255" y="2556"/>
                    <a:pt x="3267" y="2456"/>
                  </a:cubicBezTo>
                  <a:cubicBezTo>
                    <a:pt x="3299" y="2311"/>
                    <a:pt x="3144" y="2190"/>
                    <a:pt x="3000" y="2167"/>
                  </a:cubicBezTo>
                  <a:cubicBezTo>
                    <a:pt x="2968" y="2164"/>
                    <a:pt x="2936" y="2162"/>
                    <a:pt x="2905" y="2162"/>
                  </a:cubicBezTo>
                  <a:cubicBezTo>
                    <a:pt x="2739" y="2162"/>
                    <a:pt x="2579" y="2206"/>
                    <a:pt x="2411" y="2234"/>
                  </a:cubicBezTo>
                  <a:cubicBezTo>
                    <a:pt x="2365" y="2239"/>
                    <a:pt x="2317" y="2243"/>
                    <a:pt x="2269" y="2243"/>
                  </a:cubicBezTo>
                  <a:cubicBezTo>
                    <a:pt x="2120" y="2243"/>
                    <a:pt x="1968" y="2210"/>
                    <a:pt x="1867" y="2101"/>
                  </a:cubicBezTo>
                  <a:cubicBezTo>
                    <a:pt x="2233" y="2023"/>
                    <a:pt x="2611" y="1945"/>
                    <a:pt x="2978" y="1845"/>
                  </a:cubicBezTo>
                  <a:cubicBezTo>
                    <a:pt x="3155" y="1800"/>
                    <a:pt x="3366" y="1689"/>
                    <a:pt x="3344" y="1512"/>
                  </a:cubicBezTo>
                  <a:cubicBezTo>
                    <a:pt x="3333" y="1412"/>
                    <a:pt x="3233" y="1334"/>
                    <a:pt x="3133" y="1301"/>
                  </a:cubicBezTo>
                  <a:cubicBezTo>
                    <a:pt x="3043" y="1267"/>
                    <a:pt x="2951" y="1254"/>
                    <a:pt x="2858" y="1254"/>
                  </a:cubicBezTo>
                  <a:cubicBezTo>
                    <a:pt x="2527" y="1254"/>
                    <a:pt x="2180" y="1423"/>
                    <a:pt x="1833" y="1423"/>
                  </a:cubicBezTo>
                  <a:cubicBezTo>
                    <a:pt x="1778" y="1423"/>
                    <a:pt x="1711" y="1390"/>
                    <a:pt x="1722" y="1334"/>
                  </a:cubicBezTo>
                  <a:cubicBezTo>
                    <a:pt x="2055" y="1245"/>
                    <a:pt x="2389" y="1156"/>
                    <a:pt x="2711" y="1057"/>
                  </a:cubicBezTo>
                  <a:cubicBezTo>
                    <a:pt x="2855" y="1023"/>
                    <a:pt x="2988" y="978"/>
                    <a:pt x="3089" y="879"/>
                  </a:cubicBezTo>
                  <a:cubicBezTo>
                    <a:pt x="3188" y="778"/>
                    <a:pt x="3233" y="612"/>
                    <a:pt x="3144" y="501"/>
                  </a:cubicBezTo>
                  <a:cubicBezTo>
                    <a:pt x="3085" y="435"/>
                    <a:pt x="2999" y="416"/>
                    <a:pt x="2908" y="416"/>
                  </a:cubicBezTo>
                  <a:cubicBezTo>
                    <a:pt x="2846" y="416"/>
                    <a:pt x="2781" y="425"/>
                    <a:pt x="2722" y="434"/>
                  </a:cubicBezTo>
                  <a:cubicBezTo>
                    <a:pt x="2344" y="512"/>
                    <a:pt x="1978" y="590"/>
                    <a:pt x="1600" y="667"/>
                  </a:cubicBezTo>
                  <a:cubicBezTo>
                    <a:pt x="1522" y="490"/>
                    <a:pt x="1833" y="334"/>
                    <a:pt x="1789" y="146"/>
                  </a:cubicBezTo>
                  <a:cubicBezTo>
                    <a:pt x="1766" y="57"/>
                    <a:pt x="1678" y="1"/>
                    <a:pt x="15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a:extLst>
                <a:ext uri="{FF2B5EF4-FFF2-40B4-BE49-F238E27FC236}">
                  <a16:creationId xmlns:a16="http://schemas.microsoft.com/office/drawing/2014/main" id="{13AB73FA-4626-3D63-CB77-60AB2DC2F3C5}"/>
                </a:ext>
              </a:extLst>
            </p:cNvPr>
            <p:cNvSpPr/>
            <p:nvPr/>
          </p:nvSpPr>
          <p:spPr>
            <a:xfrm>
              <a:off x="1481850" y="3314325"/>
              <a:ext cx="256650" cy="299150"/>
            </a:xfrm>
            <a:custGeom>
              <a:avLst/>
              <a:gdLst/>
              <a:ahLst/>
              <a:cxnLst/>
              <a:rect l="l" t="t" r="r" b="b"/>
              <a:pathLst>
                <a:path w="10266" h="11966" extrusionOk="0">
                  <a:moveTo>
                    <a:pt x="2685" y="0"/>
                  </a:moveTo>
                  <a:cubicBezTo>
                    <a:pt x="2117" y="0"/>
                    <a:pt x="1583" y="340"/>
                    <a:pt x="1200" y="756"/>
                  </a:cubicBezTo>
                  <a:cubicBezTo>
                    <a:pt x="445" y="1556"/>
                    <a:pt x="256" y="2644"/>
                    <a:pt x="167" y="3700"/>
                  </a:cubicBezTo>
                  <a:cubicBezTo>
                    <a:pt x="56" y="4933"/>
                    <a:pt x="1" y="6199"/>
                    <a:pt x="112" y="7433"/>
                  </a:cubicBezTo>
                  <a:cubicBezTo>
                    <a:pt x="156" y="7888"/>
                    <a:pt x="223" y="8332"/>
                    <a:pt x="334" y="8776"/>
                  </a:cubicBezTo>
                  <a:cubicBezTo>
                    <a:pt x="478" y="9366"/>
                    <a:pt x="689" y="9932"/>
                    <a:pt x="989" y="10465"/>
                  </a:cubicBezTo>
                  <a:cubicBezTo>
                    <a:pt x="1144" y="10743"/>
                    <a:pt x="1334" y="11020"/>
                    <a:pt x="1600" y="11198"/>
                  </a:cubicBezTo>
                  <a:cubicBezTo>
                    <a:pt x="1789" y="11321"/>
                    <a:pt x="2000" y="11398"/>
                    <a:pt x="2222" y="11454"/>
                  </a:cubicBezTo>
                  <a:cubicBezTo>
                    <a:pt x="2437" y="11500"/>
                    <a:pt x="2656" y="11525"/>
                    <a:pt x="2873" y="11525"/>
                  </a:cubicBezTo>
                  <a:cubicBezTo>
                    <a:pt x="2971" y="11525"/>
                    <a:pt x="3069" y="11520"/>
                    <a:pt x="3166" y="11509"/>
                  </a:cubicBezTo>
                  <a:lnTo>
                    <a:pt x="3166" y="11509"/>
                  </a:lnTo>
                  <a:cubicBezTo>
                    <a:pt x="3166" y="11531"/>
                    <a:pt x="3156" y="11543"/>
                    <a:pt x="3156" y="11554"/>
                  </a:cubicBezTo>
                  <a:cubicBezTo>
                    <a:pt x="3644" y="11610"/>
                    <a:pt x="4122" y="11632"/>
                    <a:pt x="4610" y="11632"/>
                  </a:cubicBezTo>
                  <a:cubicBezTo>
                    <a:pt x="4400" y="11743"/>
                    <a:pt x="4188" y="11854"/>
                    <a:pt x="3966" y="11965"/>
                  </a:cubicBezTo>
                  <a:cubicBezTo>
                    <a:pt x="4855" y="11832"/>
                    <a:pt x="5721" y="11620"/>
                    <a:pt x="6565" y="11331"/>
                  </a:cubicBezTo>
                  <a:lnTo>
                    <a:pt x="6565" y="11331"/>
                  </a:lnTo>
                  <a:cubicBezTo>
                    <a:pt x="6466" y="11420"/>
                    <a:pt x="6366" y="11499"/>
                    <a:pt x="6277" y="11587"/>
                  </a:cubicBezTo>
                  <a:cubicBezTo>
                    <a:pt x="6444" y="11443"/>
                    <a:pt x="6710" y="11476"/>
                    <a:pt x="6921" y="11465"/>
                  </a:cubicBezTo>
                  <a:cubicBezTo>
                    <a:pt x="7177" y="11465"/>
                    <a:pt x="7399" y="11398"/>
                    <a:pt x="7654" y="11376"/>
                  </a:cubicBezTo>
                  <a:cubicBezTo>
                    <a:pt x="8310" y="11309"/>
                    <a:pt x="8965" y="11188"/>
                    <a:pt x="9599" y="11020"/>
                  </a:cubicBezTo>
                  <a:cubicBezTo>
                    <a:pt x="9754" y="10976"/>
                    <a:pt x="9943" y="10887"/>
                    <a:pt x="9932" y="10732"/>
                  </a:cubicBezTo>
                  <a:cubicBezTo>
                    <a:pt x="9920" y="10532"/>
                    <a:pt x="9599" y="10509"/>
                    <a:pt x="9488" y="10332"/>
                  </a:cubicBezTo>
                  <a:lnTo>
                    <a:pt x="9488" y="10332"/>
                  </a:lnTo>
                  <a:cubicBezTo>
                    <a:pt x="9586" y="10346"/>
                    <a:pt x="9685" y="10360"/>
                    <a:pt x="9784" y="10360"/>
                  </a:cubicBezTo>
                  <a:cubicBezTo>
                    <a:pt x="9841" y="10360"/>
                    <a:pt x="9897" y="10355"/>
                    <a:pt x="9954" y="10343"/>
                  </a:cubicBezTo>
                  <a:cubicBezTo>
                    <a:pt x="10110" y="10299"/>
                    <a:pt x="10254" y="10176"/>
                    <a:pt x="10254" y="10021"/>
                  </a:cubicBezTo>
                  <a:cubicBezTo>
                    <a:pt x="10265" y="9865"/>
                    <a:pt x="10154" y="9743"/>
                    <a:pt x="10031" y="9655"/>
                  </a:cubicBezTo>
                  <a:cubicBezTo>
                    <a:pt x="9844" y="9516"/>
                    <a:pt x="9604" y="9439"/>
                    <a:pt x="9374" y="9439"/>
                  </a:cubicBezTo>
                  <a:cubicBezTo>
                    <a:pt x="9345" y="9439"/>
                    <a:pt x="9316" y="9441"/>
                    <a:pt x="9288" y="9443"/>
                  </a:cubicBezTo>
                  <a:cubicBezTo>
                    <a:pt x="9543" y="9388"/>
                    <a:pt x="9776" y="9243"/>
                    <a:pt x="9954" y="9055"/>
                  </a:cubicBezTo>
                  <a:cubicBezTo>
                    <a:pt x="10043" y="8954"/>
                    <a:pt x="10120" y="8799"/>
                    <a:pt x="10043" y="8688"/>
                  </a:cubicBezTo>
                  <a:cubicBezTo>
                    <a:pt x="9987" y="8621"/>
                    <a:pt x="9898" y="8588"/>
                    <a:pt x="9821" y="8577"/>
                  </a:cubicBezTo>
                  <a:cubicBezTo>
                    <a:pt x="9742" y="8564"/>
                    <a:pt x="9661" y="8557"/>
                    <a:pt x="9580" y="8557"/>
                  </a:cubicBezTo>
                  <a:cubicBezTo>
                    <a:pt x="9456" y="8557"/>
                    <a:pt x="9330" y="8572"/>
                    <a:pt x="9209" y="8599"/>
                  </a:cubicBezTo>
                  <a:cubicBezTo>
                    <a:pt x="9421" y="8488"/>
                    <a:pt x="9632" y="8354"/>
                    <a:pt x="9809" y="8188"/>
                  </a:cubicBezTo>
                  <a:cubicBezTo>
                    <a:pt x="9876" y="8132"/>
                    <a:pt x="9943" y="8055"/>
                    <a:pt x="9920" y="7977"/>
                  </a:cubicBezTo>
                  <a:cubicBezTo>
                    <a:pt x="9898" y="7910"/>
                    <a:pt x="9831" y="7888"/>
                    <a:pt x="9776" y="7866"/>
                  </a:cubicBezTo>
                  <a:cubicBezTo>
                    <a:pt x="9633" y="7814"/>
                    <a:pt x="9482" y="7789"/>
                    <a:pt x="9329" y="7789"/>
                  </a:cubicBezTo>
                  <a:cubicBezTo>
                    <a:pt x="9184" y="7789"/>
                    <a:pt x="9039" y="7812"/>
                    <a:pt x="8898" y="7855"/>
                  </a:cubicBezTo>
                  <a:cubicBezTo>
                    <a:pt x="9187" y="7666"/>
                    <a:pt x="9387" y="7366"/>
                    <a:pt x="9454" y="7033"/>
                  </a:cubicBezTo>
                  <a:lnTo>
                    <a:pt x="9454" y="7033"/>
                  </a:lnTo>
                  <a:cubicBezTo>
                    <a:pt x="8784" y="7138"/>
                    <a:pt x="8121" y="7185"/>
                    <a:pt x="7462" y="7185"/>
                  </a:cubicBezTo>
                  <a:cubicBezTo>
                    <a:pt x="7007" y="7185"/>
                    <a:pt x="6553" y="7162"/>
                    <a:pt x="6099" y="7122"/>
                  </a:cubicBezTo>
                  <a:cubicBezTo>
                    <a:pt x="5721" y="7088"/>
                    <a:pt x="5333" y="7033"/>
                    <a:pt x="4944" y="6977"/>
                  </a:cubicBezTo>
                  <a:cubicBezTo>
                    <a:pt x="4810" y="5989"/>
                    <a:pt x="4677" y="5011"/>
                    <a:pt x="4677" y="4022"/>
                  </a:cubicBezTo>
                  <a:cubicBezTo>
                    <a:pt x="4577" y="3100"/>
                    <a:pt x="4366" y="2178"/>
                    <a:pt x="4022" y="1311"/>
                  </a:cubicBezTo>
                  <a:cubicBezTo>
                    <a:pt x="3755" y="667"/>
                    <a:pt x="3566" y="23"/>
                    <a:pt x="2711" y="0"/>
                  </a:cubicBezTo>
                  <a:cubicBezTo>
                    <a:pt x="2702" y="0"/>
                    <a:pt x="2694" y="0"/>
                    <a:pt x="2685"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a:extLst>
                <a:ext uri="{FF2B5EF4-FFF2-40B4-BE49-F238E27FC236}">
                  <a16:creationId xmlns:a16="http://schemas.microsoft.com/office/drawing/2014/main" id="{629DE43A-EF4C-E72B-0D3D-D512DE404B7D}"/>
                </a:ext>
              </a:extLst>
            </p:cNvPr>
            <p:cNvSpPr/>
            <p:nvPr/>
          </p:nvSpPr>
          <p:spPr>
            <a:xfrm>
              <a:off x="1517100" y="3086550"/>
              <a:ext cx="260825" cy="317375"/>
            </a:xfrm>
            <a:custGeom>
              <a:avLst/>
              <a:gdLst/>
              <a:ahLst/>
              <a:cxnLst/>
              <a:rect l="l" t="t" r="r" b="b"/>
              <a:pathLst>
                <a:path w="10433" h="12695" extrusionOk="0">
                  <a:moveTo>
                    <a:pt x="6674" y="0"/>
                  </a:moveTo>
                  <a:cubicBezTo>
                    <a:pt x="6211" y="0"/>
                    <a:pt x="5747" y="72"/>
                    <a:pt x="5311" y="214"/>
                  </a:cubicBezTo>
                  <a:cubicBezTo>
                    <a:pt x="5167" y="258"/>
                    <a:pt x="3867" y="802"/>
                    <a:pt x="3945" y="969"/>
                  </a:cubicBezTo>
                  <a:cubicBezTo>
                    <a:pt x="3845" y="758"/>
                    <a:pt x="3945" y="447"/>
                    <a:pt x="3767" y="258"/>
                  </a:cubicBezTo>
                  <a:cubicBezTo>
                    <a:pt x="3590" y="358"/>
                    <a:pt x="3501" y="591"/>
                    <a:pt x="3556" y="791"/>
                  </a:cubicBezTo>
                  <a:cubicBezTo>
                    <a:pt x="3434" y="580"/>
                    <a:pt x="3279" y="380"/>
                    <a:pt x="3101" y="214"/>
                  </a:cubicBezTo>
                  <a:cubicBezTo>
                    <a:pt x="3027" y="143"/>
                    <a:pt x="2969" y="112"/>
                    <a:pt x="2924" y="112"/>
                  </a:cubicBezTo>
                  <a:cubicBezTo>
                    <a:pt x="2660" y="112"/>
                    <a:pt x="2842" y="1173"/>
                    <a:pt x="2756" y="1325"/>
                  </a:cubicBezTo>
                  <a:cubicBezTo>
                    <a:pt x="2634" y="1580"/>
                    <a:pt x="2156" y="1791"/>
                    <a:pt x="1945" y="1991"/>
                  </a:cubicBezTo>
                  <a:cubicBezTo>
                    <a:pt x="1657" y="2246"/>
                    <a:pt x="1401" y="2535"/>
                    <a:pt x="1156" y="2835"/>
                  </a:cubicBezTo>
                  <a:cubicBezTo>
                    <a:pt x="534" y="3602"/>
                    <a:pt x="1" y="4579"/>
                    <a:pt x="257" y="5534"/>
                  </a:cubicBezTo>
                  <a:cubicBezTo>
                    <a:pt x="435" y="5357"/>
                    <a:pt x="623" y="5179"/>
                    <a:pt x="801" y="5013"/>
                  </a:cubicBezTo>
                  <a:lnTo>
                    <a:pt x="801" y="5013"/>
                  </a:lnTo>
                  <a:cubicBezTo>
                    <a:pt x="168" y="5613"/>
                    <a:pt x="512" y="7690"/>
                    <a:pt x="1179" y="8156"/>
                  </a:cubicBezTo>
                  <a:cubicBezTo>
                    <a:pt x="1210" y="8177"/>
                    <a:pt x="1245" y="8184"/>
                    <a:pt x="1281" y="8184"/>
                  </a:cubicBezTo>
                  <a:cubicBezTo>
                    <a:pt x="1370" y="8184"/>
                    <a:pt x="1467" y="8139"/>
                    <a:pt x="1535" y="8139"/>
                  </a:cubicBezTo>
                  <a:cubicBezTo>
                    <a:pt x="1557" y="8139"/>
                    <a:pt x="1575" y="8144"/>
                    <a:pt x="1590" y="8156"/>
                  </a:cubicBezTo>
                  <a:cubicBezTo>
                    <a:pt x="1723" y="8279"/>
                    <a:pt x="1768" y="8723"/>
                    <a:pt x="1845" y="8901"/>
                  </a:cubicBezTo>
                  <a:cubicBezTo>
                    <a:pt x="2123" y="9511"/>
                    <a:pt x="2556" y="10022"/>
                    <a:pt x="3012" y="10501"/>
                  </a:cubicBezTo>
                  <a:cubicBezTo>
                    <a:pt x="3190" y="10678"/>
                    <a:pt x="3378" y="10867"/>
                    <a:pt x="3622" y="10911"/>
                  </a:cubicBezTo>
                  <a:cubicBezTo>
                    <a:pt x="3649" y="10916"/>
                    <a:pt x="3676" y="10918"/>
                    <a:pt x="3703" y="10918"/>
                  </a:cubicBezTo>
                  <a:cubicBezTo>
                    <a:pt x="3937" y="10918"/>
                    <a:pt x="4176" y="10751"/>
                    <a:pt x="4156" y="10523"/>
                  </a:cubicBezTo>
                  <a:lnTo>
                    <a:pt x="4156" y="10523"/>
                  </a:lnTo>
                  <a:cubicBezTo>
                    <a:pt x="4400" y="11355"/>
                    <a:pt x="4911" y="12167"/>
                    <a:pt x="5711" y="12522"/>
                  </a:cubicBezTo>
                  <a:cubicBezTo>
                    <a:pt x="5959" y="12638"/>
                    <a:pt x="6238" y="12695"/>
                    <a:pt x="6515" y="12695"/>
                  </a:cubicBezTo>
                  <a:cubicBezTo>
                    <a:pt x="7120" y="12695"/>
                    <a:pt x="7722" y="12425"/>
                    <a:pt x="8011" y="11900"/>
                  </a:cubicBezTo>
                  <a:cubicBezTo>
                    <a:pt x="8105" y="11994"/>
                    <a:pt x="8230" y="12036"/>
                    <a:pt x="8360" y="12036"/>
                  </a:cubicBezTo>
                  <a:cubicBezTo>
                    <a:pt x="8552" y="12036"/>
                    <a:pt x="8756" y="11945"/>
                    <a:pt x="8888" y="11800"/>
                  </a:cubicBezTo>
                  <a:cubicBezTo>
                    <a:pt x="9110" y="11555"/>
                    <a:pt x="9188" y="11211"/>
                    <a:pt x="9255" y="10889"/>
                  </a:cubicBezTo>
                  <a:cubicBezTo>
                    <a:pt x="9399" y="10167"/>
                    <a:pt x="9555" y="9445"/>
                    <a:pt x="9699" y="8723"/>
                  </a:cubicBezTo>
                  <a:cubicBezTo>
                    <a:pt x="9833" y="8756"/>
                    <a:pt x="9955" y="8790"/>
                    <a:pt x="10077" y="8812"/>
                  </a:cubicBezTo>
                  <a:cubicBezTo>
                    <a:pt x="9932" y="8778"/>
                    <a:pt x="9877" y="6435"/>
                    <a:pt x="9855" y="6190"/>
                  </a:cubicBezTo>
                  <a:cubicBezTo>
                    <a:pt x="10043" y="6146"/>
                    <a:pt x="10122" y="6023"/>
                    <a:pt x="10166" y="5845"/>
                  </a:cubicBezTo>
                  <a:cubicBezTo>
                    <a:pt x="10433" y="4568"/>
                    <a:pt x="9988" y="3169"/>
                    <a:pt x="9033" y="2268"/>
                  </a:cubicBezTo>
                  <a:cubicBezTo>
                    <a:pt x="9166" y="2268"/>
                    <a:pt x="9300" y="2224"/>
                    <a:pt x="9399" y="2124"/>
                  </a:cubicBezTo>
                  <a:cubicBezTo>
                    <a:pt x="9255" y="1913"/>
                    <a:pt x="9044" y="1747"/>
                    <a:pt x="8811" y="1624"/>
                  </a:cubicBezTo>
                  <a:cubicBezTo>
                    <a:pt x="9088" y="1436"/>
                    <a:pt x="9110" y="1158"/>
                    <a:pt x="8999" y="913"/>
                  </a:cubicBezTo>
                  <a:cubicBezTo>
                    <a:pt x="8932" y="735"/>
                    <a:pt x="8789" y="580"/>
                    <a:pt x="8633" y="480"/>
                  </a:cubicBezTo>
                  <a:cubicBezTo>
                    <a:pt x="8189" y="192"/>
                    <a:pt x="7555" y="58"/>
                    <a:pt x="7022" y="14"/>
                  </a:cubicBezTo>
                  <a:cubicBezTo>
                    <a:pt x="6906" y="5"/>
                    <a:pt x="6790" y="0"/>
                    <a:pt x="667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a:extLst>
                <a:ext uri="{FF2B5EF4-FFF2-40B4-BE49-F238E27FC236}">
                  <a16:creationId xmlns:a16="http://schemas.microsoft.com/office/drawing/2014/main" id="{2FCD466B-31AA-2EF0-0834-A1364A07855B}"/>
                </a:ext>
              </a:extLst>
            </p:cNvPr>
            <p:cNvSpPr/>
            <p:nvPr/>
          </p:nvSpPr>
          <p:spPr>
            <a:xfrm>
              <a:off x="1591550" y="3140125"/>
              <a:ext cx="168325" cy="137300"/>
            </a:xfrm>
            <a:custGeom>
              <a:avLst/>
              <a:gdLst/>
              <a:ahLst/>
              <a:cxnLst/>
              <a:rect l="l" t="t" r="r" b="b"/>
              <a:pathLst>
                <a:path w="6733" h="5492" extrusionOk="0">
                  <a:moveTo>
                    <a:pt x="2665" y="1"/>
                  </a:moveTo>
                  <a:cubicBezTo>
                    <a:pt x="2628" y="1"/>
                    <a:pt x="2592" y="2"/>
                    <a:pt x="2555" y="4"/>
                  </a:cubicBezTo>
                  <a:cubicBezTo>
                    <a:pt x="1878" y="48"/>
                    <a:pt x="1234" y="459"/>
                    <a:pt x="911" y="1059"/>
                  </a:cubicBezTo>
                  <a:cubicBezTo>
                    <a:pt x="700" y="1426"/>
                    <a:pt x="622" y="1848"/>
                    <a:pt x="478" y="2236"/>
                  </a:cubicBezTo>
                  <a:cubicBezTo>
                    <a:pt x="389" y="2470"/>
                    <a:pt x="267" y="2703"/>
                    <a:pt x="178" y="2936"/>
                  </a:cubicBezTo>
                  <a:cubicBezTo>
                    <a:pt x="67" y="3225"/>
                    <a:pt x="0" y="3514"/>
                    <a:pt x="56" y="3803"/>
                  </a:cubicBezTo>
                  <a:cubicBezTo>
                    <a:pt x="133" y="4236"/>
                    <a:pt x="478" y="4569"/>
                    <a:pt x="844" y="4813"/>
                  </a:cubicBezTo>
                  <a:cubicBezTo>
                    <a:pt x="1545" y="5269"/>
                    <a:pt x="2377" y="5480"/>
                    <a:pt x="3211" y="5491"/>
                  </a:cubicBezTo>
                  <a:cubicBezTo>
                    <a:pt x="3235" y="5492"/>
                    <a:pt x="3259" y="5492"/>
                    <a:pt x="3282" y="5492"/>
                  </a:cubicBezTo>
                  <a:cubicBezTo>
                    <a:pt x="4091" y="5492"/>
                    <a:pt x="4900" y="5316"/>
                    <a:pt x="5666" y="5047"/>
                  </a:cubicBezTo>
                  <a:cubicBezTo>
                    <a:pt x="5922" y="4958"/>
                    <a:pt x="6188" y="4858"/>
                    <a:pt x="6366" y="4647"/>
                  </a:cubicBezTo>
                  <a:cubicBezTo>
                    <a:pt x="6732" y="4236"/>
                    <a:pt x="6633" y="3591"/>
                    <a:pt x="6465" y="3070"/>
                  </a:cubicBezTo>
                  <a:cubicBezTo>
                    <a:pt x="6221" y="2292"/>
                    <a:pt x="5910" y="1537"/>
                    <a:pt x="5532" y="814"/>
                  </a:cubicBezTo>
                  <a:cubicBezTo>
                    <a:pt x="5388" y="525"/>
                    <a:pt x="5211" y="226"/>
                    <a:pt x="4910" y="93"/>
                  </a:cubicBezTo>
                  <a:cubicBezTo>
                    <a:pt x="4815" y="48"/>
                    <a:pt x="4713" y="28"/>
                    <a:pt x="4610" y="28"/>
                  </a:cubicBezTo>
                  <a:cubicBezTo>
                    <a:pt x="4376" y="28"/>
                    <a:pt x="4139" y="133"/>
                    <a:pt x="3977" y="303"/>
                  </a:cubicBezTo>
                  <a:cubicBezTo>
                    <a:pt x="3884" y="407"/>
                    <a:pt x="3839" y="618"/>
                    <a:pt x="3698" y="618"/>
                  </a:cubicBezTo>
                  <a:cubicBezTo>
                    <a:pt x="3688" y="618"/>
                    <a:pt x="3677" y="616"/>
                    <a:pt x="3666" y="614"/>
                  </a:cubicBezTo>
                  <a:cubicBezTo>
                    <a:pt x="3555" y="581"/>
                    <a:pt x="3411" y="214"/>
                    <a:pt x="3266" y="137"/>
                  </a:cubicBezTo>
                  <a:cubicBezTo>
                    <a:pt x="3087" y="33"/>
                    <a:pt x="2875" y="1"/>
                    <a:pt x="266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a:extLst>
                <a:ext uri="{FF2B5EF4-FFF2-40B4-BE49-F238E27FC236}">
                  <a16:creationId xmlns:a16="http://schemas.microsoft.com/office/drawing/2014/main" id="{7007F2BC-BFE1-3092-83DF-7F05309685A2}"/>
                </a:ext>
              </a:extLst>
            </p:cNvPr>
            <p:cNvSpPr/>
            <p:nvPr/>
          </p:nvSpPr>
          <p:spPr>
            <a:xfrm>
              <a:off x="1679300" y="3224000"/>
              <a:ext cx="16125" cy="9350"/>
            </a:xfrm>
            <a:custGeom>
              <a:avLst/>
              <a:gdLst/>
              <a:ahLst/>
              <a:cxnLst/>
              <a:rect l="l" t="t" r="r" b="b"/>
              <a:pathLst>
                <a:path w="645" h="374" extrusionOk="0">
                  <a:moveTo>
                    <a:pt x="258" y="1"/>
                  </a:moveTo>
                  <a:cubicBezTo>
                    <a:pt x="235" y="1"/>
                    <a:pt x="213" y="2"/>
                    <a:pt x="190" y="4"/>
                  </a:cubicBezTo>
                  <a:cubicBezTo>
                    <a:pt x="145" y="4"/>
                    <a:pt x="101" y="4"/>
                    <a:pt x="79" y="36"/>
                  </a:cubicBezTo>
                  <a:cubicBezTo>
                    <a:pt x="34" y="59"/>
                    <a:pt x="12" y="125"/>
                    <a:pt x="12" y="170"/>
                  </a:cubicBezTo>
                  <a:cubicBezTo>
                    <a:pt x="1" y="192"/>
                    <a:pt x="1" y="204"/>
                    <a:pt x="1" y="226"/>
                  </a:cubicBezTo>
                  <a:cubicBezTo>
                    <a:pt x="12" y="248"/>
                    <a:pt x="45" y="270"/>
                    <a:pt x="79" y="281"/>
                  </a:cubicBezTo>
                  <a:cubicBezTo>
                    <a:pt x="190" y="315"/>
                    <a:pt x="323" y="347"/>
                    <a:pt x="445" y="370"/>
                  </a:cubicBezTo>
                  <a:cubicBezTo>
                    <a:pt x="458" y="372"/>
                    <a:pt x="470" y="374"/>
                    <a:pt x="481" y="374"/>
                  </a:cubicBezTo>
                  <a:cubicBezTo>
                    <a:pt x="566" y="374"/>
                    <a:pt x="604" y="302"/>
                    <a:pt x="634" y="204"/>
                  </a:cubicBezTo>
                  <a:cubicBezTo>
                    <a:pt x="645" y="181"/>
                    <a:pt x="645" y="137"/>
                    <a:pt x="634" y="115"/>
                  </a:cubicBezTo>
                  <a:cubicBezTo>
                    <a:pt x="623" y="92"/>
                    <a:pt x="600" y="81"/>
                    <a:pt x="578" y="70"/>
                  </a:cubicBezTo>
                  <a:cubicBezTo>
                    <a:pt x="477" y="24"/>
                    <a:pt x="368" y="1"/>
                    <a:pt x="25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a:extLst>
                <a:ext uri="{FF2B5EF4-FFF2-40B4-BE49-F238E27FC236}">
                  <a16:creationId xmlns:a16="http://schemas.microsoft.com/office/drawing/2014/main" id="{03BEE61C-DBA9-11F6-767F-FB5BE8718FA9}"/>
                </a:ext>
              </a:extLst>
            </p:cNvPr>
            <p:cNvSpPr/>
            <p:nvPr/>
          </p:nvSpPr>
          <p:spPr>
            <a:xfrm>
              <a:off x="1635150" y="3186850"/>
              <a:ext cx="33900" cy="27500"/>
            </a:xfrm>
            <a:custGeom>
              <a:avLst/>
              <a:gdLst/>
              <a:ahLst/>
              <a:cxnLst/>
              <a:rect l="l" t="t" r="r" b="b"/>
              <a:pathLst>
                <a:path w="1356" h="1100" extrusionOk="0">
                  <a:moveTo>
                    <a:pt x="1278" y="1"/>
                  </a:moveTo>
                  <a:lnTo>
                    <a:pt x="1278" y="1"/>
                  </a:lnTo>
                  <a:cubicBezTo>
                    <a:pt x="900" y="167"/>
                    <a:pt x="478" y="268"/>
                    <a:pt x="112" y="423"/>
                  </a:cubicBezTo>
                  <a:cubicBezTo>
                    <a:pt x="1" y="656"/>
                    <a:pt x="290" y="1001"/>
                    <a:pt x="500" y="1078"/>
                  </a:cubicBezTo>
                  <a:cubicBezTo>
                    <a:pt x="535" y="1093"/>
                    <a:pt x="575" y="1099"/>
                    <a:pt x="616" y="1099"/>
                  </a:cubicBezTo>
                  <a:cubicBezTo>
                    <a:pt x="666" y="1099"/>
                    <a:pt x="718" y="1090"/>
                    <a:pt x="767" y="1078"/>
                  </a:cubicBezTo>
                  <a:cubicBezTo>
                    <a:pt x="922" y="1045"/>
                    <a:pt x="1089" y="967"/>
                    <a:pt x="1189" y="834"/>
                  </a:cubicBezTo>
                  <a:cubicBezTo>
                    <a:pt x="1356" y="612"/>
                    <a:pt x="1334" y="290"/>
                    <a:pt x="12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1">
              <a:extLst>
                <a:ext uri="{FF2B5EF4-FFF2-40B4-BE49-F238E27FC236}">
                  <a16:creationId xmlns:a16="http://schemas.microsoft.com/office/drawing/2014/main" id="{10BC44D8-D81D-D8CD-AEC7-55CD1E97DDE0}"/>
                </a:ext>
              </a:extLst>
            </p:cNvPr>
            <p:cNvSpPr/>
            <p:nvPr/>
          </p:nvSpPr>
          <p:spPr>
            <a:xfrm>
              <a:off x="1704575" y="3186300"/>
              <a:ext cx="25025" cy="19900"/>
            </a:xfrm>
            <a:custGeom>
              <a:avLst/>
              <a:gdLst/>
              <a:ahLst/>
              <a:cxnLst/>
              <a:rect l="l" t="t" r="r" b="b"/>
              <a:pathLst>
                <a:path w="1001" h="796" extrusionOk="0">
                  <a:moveTo>
                    <a:pt x="68" y="1"/>
                  </a:moveTo>
                  <a:lnTo>
                    <a:pt x="68" y="1"/>
                  </a:lnTo>
                  <a:cubicBezTo>
                    <a:pt x="23" y="211"/>
                    <a:pt x="1" y="445"/>
                    <a:pt x="123" y="601"/>
                  </a:cubicBezTo>
                  <a:cubicBezTo>
                    <a:pt x="201" y="700"/>
                    <a:pt x="312" y="756"/>
                    <a:pt x="434" y="778"/>
                  </a:cubicBezTo>
                  <a:cubicBezTo>
                    <a:pt x="467" y="789"/>
                    <a:pt x="500" y="795"/>
                    <a:pt x="534" y="795"/>
                  </a:cubicBezTo>
                  <a:cubicBezTo>
                    <a:pt x="567" y="795"/>
                    <a:pt x="600" y="789"/>
                    <a:pt x="634" y="778"/>
                  </a:cubicBezTo>
                  <a:cubicBezTo>
                    <a:pt x="789" y="722"/>
                    <a:pt x="1001" y="478"/>
                    <a:pt x="922" y="312"/>
                  </a:cubicBezTo>
                  <a:cubicBezTo>
                    <a:pt x="656" y="201"/>
                    <a:pt x="345" y="123"/>
                    <a:pt x="6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1">
              <a:extLst>
                <a:ext uri="{FF2B5EF4-FFF2-40B4-BE49-F238E27FC236}">
                  <a16:creationId xmlns:a16="http://schemas.microsoft.com/office/drawing/2014/main" id="{6D330EFD-64BB-5027-B249-9EE988C7CDCC}"/>
                </a:ext>
              </a:extLst>
            </p:cNvPr>
            <p:cNvSpPr/>
            <p:nvPr/>
          </p:nvSpPr>
          <p:spPr>
            <a:xfrm>
              <a:off x="1699300" y="3165725"/>
              <a:ext cx="39450" cy="15325"/>
            </a:xfrm>
            <a:custGeom>
              <a:avLst/>
              <a:gdLst/>
              <a:ahLst/>
              <a:cxnLst/>
              <a:rect l="l" t="t" r="r" b="b"/>
              <a:pathLst>
                <a:path w="1578" h="613" extrusionOk="0">
                  <a:moveTo>
                    <a:pt x="211" y="1"/>
                  </a:moveTo>
                  <a:cubicBezTo>
                    <a:pt x="159" y="1"/>
                    <a:pt x="107" y="4"/>
                    <a:pt x="56" y="12"/>
                  </a:cubicBezTo>
                  <a:cubicBezTo>
                    <a:pt x="45" y="179"/>
                    <a:pt x="23" y="357"/>
                    <a:pt x="0" y="535"/>
                  </a:cubicBezTo>
                  <a:lnTo>
                    <a:pt x="123" y="535"/>
                  </a:lnTo>
                  <a:cubicBezTo>
                    <a:pt x="336" y="525"/>
                    <a:pt x="554" y="511"/>
                    <a:pt x="770" y="511"/>
                  </a:cubicBezTo>
                  <a:cubicBezTo>
                    <a:pt x="1036" y="511"/>
                    <a:pt x="1299" y="533"/>
                    <a:pt x="1545" y="612"/>
                  </a:cubicBezTo>
                  <a:lnTo>
                    <a:pt x="1578" y="513"/>
                  </a:lnTo>
                  <a:cubicBezTo>
                    <a:pt x="1311" y="301"/>
                    <a:pt x="1000" y="146"/>
                    <a:pt x="689" y="68"/>
                  </a:cubicBezTo>
                  <a:cubicBezTo>
                    <a:pt x="538" y="35"/>
                    <a:pt x="373"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1">
              <a:extLst>
                <a:ext uri="{FF2B5EF4-FFF2-40B4-BE49-F238E27FC236}">
                  <a16:creationId xmlns:a16="http://schemas.microsoft.com/office/drawing/2014/main" id="{73248AD4-8DBD-7D2C-77BE-88CD4865C04E}"/>
                </a:ext>
              </a:extLst>
            </p:cNvPr>
            <p:cNvSpPr/>
            <p:nvPr/>
          </p:nvSpPr>
          <p:spPr>
            <a:xfrm>
              <a:off x="1630975" y="3163250"/>
              <a:ext cx="44200" cy="23900"/>
            </a:xfrm>
            <a:custGeom>
              <a:avLst/>
              <a:gdLst/>
              <a:ahLst/>
              <a:cxnLst/>
              <a:rect l="l" t="t" r="r" b="b"/>
              <a:pathLst>
                <a:path w="1768" h="956" extrusionOk="0">
                  <a:moveTo>
                    <a:pt x="1623" y="0"/>
                  </a:moveTo>
                  <a:cubicBezTo>
                    <a:pt x="1390" y="22"/>
                    <a:pt x="1134" y="111"/>
                    <a:pt x="923" y="212"/>
                  </a:cubicBezTo>
                  <a:cubicBezTo>
                    <a:pt x="578" y="367"/>
                    <a:pt x="267" y="589"/>
                    <a:pt x="1" y="867"/>
                  </a:cubicBezTo>
                  <a:cubicBezTo>
                    <a:pt x="23" y="901"/>
                    <a:pt x="34" y="923"/>
                    <a:pt x="57" y="956"/>
                  </a:cubicBezTo>
                  <a:cubicBezTo>
                    <a:pt x="523" y="701"/>
                    <a:pt x="1101" y="622"/>
                    <a:pt x="1634" y="534"/>
                  </a:cubicBezTo>
                  <a:cubicBezTo>
                    <a:pt x="1678" y="523"/>
                    <a:pt x="1734" y="511"/>
                    <a:pt x="1767" y="501"/>
                  </a:cubicBezTo>
                  <a:cubicBezTo>
                    <a:pt x="1723" y="334"/>
                    <a:pt x="1667" y="167"/>
                    <a:pt x="16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1">
              <a:extLst>
                <a:ext uri="{FF2B5EF4-FFF2-40B4-BE49-F238E27FC236}">
                  <a16:creationId xmlns:a16="http://schemas.microsoft.com/office/drawing/2014/main" id="{89D332CB-F282-1043-4369-AB6BA02D0BCE}"/>
                </a:ext>
              </a:extLst>
            </p:cNvPr>
            <p:cNvSpPr/>
            <p:nvPr/>
          </p:nvSpPr>
          <p:spPr>
            <a:xfrm>
              <a:off x="1652375" y="3193075"/>
              <a:ext cx="13350" cy="12025"/>
            </a:xfrm>
            <a:custGeom>
              <a:avLst/>
              <a:gdLst/>
              <a:ahLst/>
              <a:cxnLst/>
              <a:rect l="l" t="t" r="r" b="b"/>
              <a:pathLst>
                <a:path w="534" h="481" extrusionOk="0">
                  <a:moveTo>
                    <a:pt x="251" y="1"/>
                  </a:moveTo>
                  <a:cubicBezTo>
                    <a:pt x="214" y="1"/>
                    <a:pt x="177" y="10"/>
                    <a:pt x="144" y="29"/>
                  </a:cubicBezTo>
                  <a:cubicBezTo>
                    <a:pt x="33" y="85"/>
                    <a:pt x="0" y="229"/>
                    <a:pt x="56" y="352"/>
                  </a:cubicBezTo>
                  <a:cubicBezTo>
                    <a:pt x="95" y="430"/>
                    <a:pt x="189" y="480"/>
                    <a:pt x="276" y="480"/>
                  </a:cubicBezTo>
                  <a:cubicBezTo>
                    <a:pt x="313" y="480"/>
                    <a:pt x="348" y="471"/>
                    <a:pt x="378" y="451"/>
                  </a:cubicBezTo>
                  <a:cubicBezTo>
                    <a:pt x="489" y="385"/>
                    <a:pt x="534" y="251"/>
                    <a:pt x="467" y="130"/>
                  </a:cubicBezTo>
                  <a:cubicBezTo>
                    <a:pt x="428" y="51"/>
                    <a:pt x="339" y="1"/>
                    <a:pt x="25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1">
              <a:extLst>
                <a:ext uri="{FF2B5EF4-FFF2-40B4-BE49-F238E27FC236}">
                  <a16:creationId xmlns:a16="http://schemas.microsoft.com/office/drawing/2014/main" id="{A063C315-0BC5-7E77-4C16-C12E85508889}"/>
                </a:ext>
              </a:extLst>
            </p:cNvPr>
            <p:cNvSpPr/>
            <p:nvPr/>
          </p:nvSpPr>
          <p:spPr>
            <a:xfrm>
              <a:off x="1710400" y="3191675"/>
              <a:ext cx="12800" cy="11500"/>
            </a:xfrm>
            <a:custGeom>
              <a:avLst/>
              <a:gdLst/>
              <a:ahLst/>
              <a:cxnLst/>
              <a:rect l="l" t="t" r="r" b="b"/>
              <a:pathLst>
                <a:path w="512" h="460" extrusionOk="0">
                  <a:moveTo>
                    <a:pt x="269" y="0"/>
                  </a:moveTo>
                  <a:cubicBezTo>
                    <a:pt x="204" y="0"/>
                    <a:pt x="139" y="26"/>
                    <a:pt x="90" y="75"/>
                  </a:cubicBezTo>
                  <a:cubicBezTo>
                    <a:pt x="1" y="163"/>
                    <a:pt x="12" y="330"/>
                    <a:pt x="101" y="408"/>
                  </a:cubicBezTo>
                  <a:cubicBezTo>
                    <a:pt x="141" y="443"/>
                    <a:pt x="192" y="460"/>
                    <a:pt x="245" y="460"/>
                  </a:cubicBezTo>
                  <a:cubicBezTo>
                    <a:pt x="309" y="460"/>
                    <a:pt x="374" y="434"/>
                    <a:pt x="423" y="386"/>
                  </a:cubicBezTo>
                  <a:cubicBezTo>
                    <a:pt x="512" y="285"/>
                    <a:pt x="501" y="130"/>
                    <a:pt x="412" y="52"/>
                  </a:cubicBezTo>
                  <a:cubicBezTo>
                    <a:pt x="372" y="17"/>
                    <a:pt x="321" y="0"/>
                    <a:pt x="26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1">
              <a:extLst>
                <a:ext uri="{FF2B5EF4-FFF2-40B4-BE49-F238E27FC236}">
                  <a16:creationId xmlns:a16="http://schemas.microsoft.com/office/drawing/2014/main" id="{019D75C0-36E8-2239-C850-2D5EEA682EDD}"/>
                </a:ext>
              </a:extLst>
            </p:cNvPr>
            <p:cNvSpPr/>
            <p:nvPr/>
          </p:nvSpPr>
          <p:spPr>
            <a:xfrm>
              <a:off x="1661525" y="3213850"/>
              <a:ext cx="13925" cy="17175"/>
            </a:xfrm>
            <a:custGeom>
              <a:avLst/>
              <a:gdLst/>
              <a:ahLst/>
              <a:cxnLst/>
              <a:rect l="l" t="t" r="r" b="b"/>
              <a:pathLst>
                <a:path w="557" h="687" extrusionOk="0">
                  <a:moveTo>
                    <a:pt x="299" y="0"/>
                  </a:moveTo>
                  <a:cubicBezTo>
                    <a:pt x="288" y="0"/>
                    <a:pt x="277" y="7"/>
                    <a:pt x="267" y="20"/>
                  </a:cubicBezTo>
                  <a:cubicBezTo>
                    <a:pt x="168" y="143"/>
                    <a:pt x="79" y="287"/>
                    <a:pt x="23" y="432"/>
                  </a:cubicBezTo>
                  <a:cubicBezTo>
                    <a:pt x="12" y="454"/>
                    <a:pt x="1" y="476"/>
                    <a:pt x="12" y="498"/>
                  </a:cubicBezTo>
                  <a:lnTo>
                    <a:pt x="23" y="509"/>
                  </a:lnTo>
                  <a:cubicBezTo>
                    <a:pt x="156" y="587"/>
                    <a:pt x="301" y="654"/>
                    <a:pt x="467" y="676"/>
                  </a:cubicBezTo>
                  <a:cubicBezTo>
                    <a:pt x="501" y="676"/>
                    <a:pt x="534" y="687"/>
                    <a:pt x="556" y="687"/>
                  </a:cubicBezTo>
                  <a:cubicBezTo>
                    <a:pt x="512" y="587"/>
                    <a:pt x="467" y="487"/>
                    <a:pt x="434" y="376"/>
                  </a:cubicBezTo>
                  <a:cubicBezTo>
                    <a:pt x="423" y="331"/>
                    <a:pt x="356" y="154"/>
                    <a:pt x="334" y="32"/>
                  </a:cubicBezTo>
                  <a:cubicBezTo>
                    <a:pt x="328" y="12"/>
                    <a:pt x="314" y="0"/>
                    <a:pt x="29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1">
              <a:extLst>
                <a:ext uri="{FF2B5EF4-FFF2-40B4-BE49-F238E27FC236}">
                  <a16:creationId xmlns:a16="http://schemas.microsoft.com/office/drawing/2014/main" id="{19318715-60D0-019A-632A-84F5E03A2978}"/>
                </a:ext>
              </a:extLst>
            </p:cNvPr>
            <p:cNvSpPr/>
            <p:nvPr/>
          </p:nvSpPr>
          <p:spPr>
            <a:xfrm>
              <a:off x="1701525" y="3215625"/>
              <a:ext cx="14750" cy="16800"/>
            </a:xfrm>
            <a:custGeom>
              <a:avLst/>
              <a:gdLst/>
              <a:ahLst/>
              <a:cxnLst/>
              <a:rect l="l" t="t" r="r" b="b"/>
              <a:pathLst>
                <a:path w="590" h="672" extrusionOk="0">
                  <a:moveTo>
                    <a:pt x="372" y="1"/>
                  </a:moveTo>
                  <a:cubicBezTo>
                    <a:pt x="356" y="1"/>
                    <a:pt x="340" y="9"/>
                    <a:pt x="334" y="28"/>
                  </a:cubicBezTo>
                  <a:cubicBezTo>
                    <a:pt x="289" y="139"/>
                    <a:pt x="200" y="305"/>
                    <a:pt x="178" y="339"/>
                  </a:cubicBezTo>
                  <a:cubicBezTo>
                    <a:pt x="134" y="450"/>
                    <a:pt x="67" y="549"/>
                    <a:pt x="0" y="650"/>
                  </a:cubicBezTo>
                  <a:lnTo>
                    <a:pt x="0" y="672"/>
                  </a:lnTo>
                  <a:cubicBezTo>
                    <a:pt x="78" y="627"/>
                    <a:pt x="178" y="627"/>
                    <a:pt x="267" y="616"/>
                  </a:cubicBezTo>
                  <a:cubicBezTo>
                    <a:pt x="378" y="605"/>
                    <a:pt x="467" y="583"/>
                    <a:pt x="567" y="561"/>
                  </a:cubicBezTo>
                  <a:cubicBezTo>
                    <a:pt x="578" y="561"/>
                    <a:pt x="578" y="549"/>
                    <a:pt x="578" y="549"/>
                  </a:cubicBezTo>
                  <a:cubicBezTo>
                    <a:pt x="589" y="527"/>
                    <a:pt x="589" y="494"/>
                    <a:pt x="578" y="472"/>
                  </a:cubicBezTo>
                  <a:cubicBezTo>
                    <a:pt x="545" y="316"/>
                    <a:pt x="478" y="161"/>
                    <a:pt x="400" y="16"/>
                  </a:cubicBezTo>
                  <a:cubicBezTo>
                    <a:pt x="395" y="6"/>
                    <a:pt x="384" y="1"/>
                    <a:pt x="3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1">
              <a:extLst>
                <a:ext uri="{FF2B5EF4-FFF2-40B4-BE49-F238E27FC236}">
                  <a16:creationId xmlns:a16="http://schemas.microsoft.com/office/drawing/2014/main" id="{1A9300D3-D40B-D8BC-63AA-73FCBE1AEB72}"/>
                </a:ext>
              </a:extLst>
            </p:cNvPr>
            <p:cNvSpPr/>
            <p:nvPr/>
          </p:nvSpPr>
          <p:spPr>
            <a:xfrm>
              <a:off x="1637375" y="3185750"/>
              <a:ext cx="30575" cy="12250"/>
            </a:xfrm>
            <a:custGeom>
              <a:avLst/>
              <a:gdLst/>
              <a:ahLst/>
              <a:cxnLst/>
              <a:rect l="l" t="t" r="r" b="b"/>
              <a:pathLst>
                <a:path w="1223" h="490" extrusionOk="0">
                  <a:moveTo>
                    <a:pt x="1189" y="1"/>
                  </a:moveTo>
                  <a:cubicBezTo>
                    <a:pt x="811" y="189"/>
                    <a:pt x="411" y="322"/>
                    <a:pt x="1" y="411"/>
                  </a:cubicBezTo>
                  <a:lnTo>
                    <a:pt x="11" y="489"/>
                  </a:lnTo>
                  <a:cubicBezTo>
                    <a:pt x="433" y="400"/>
                    <a:pt x="845" y="256"/>
                    <a:pt x="1223" y="78"/>
                  </a:cubicBezTo>
                  <a:lnTo>
                    <a:pt x="11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1">
              <a:extLst>
                <a:ext uri="{FF2B5EF4-FFF2-40B4-BE49-F238E27FC236}">
                  <a16:creationId xmlns:a16="http://schemas.microsoft.com/office/drawing/2014/main" id="{FEE83A72-76AE-B494-52CF-2566C2838B69}"/>
                </a:ext>
              </a:extLst>
            </p:cNvPr>
            <p:cNvSpPr/>
            <p:nvPr/>
          </p:nvSpPr>
          <p:spPr>
            <a:xfrm>
              <a:off x="1704850" y="3185200"/>
              <a:ext cx="23650" cy="9725"/>
            </a:xfrm>
            <a:custGeom>
              <a:avLst/>
              <a:gdLst/>
              <a:ahLst/>
              <a:cxnLst/>
              <a:rect l="l" t="t" r="r" b="b"/>
              <a:pathLst>
                <a:path w="946" h="389" extrusionOk="0">
                  <a:moveTo>
                    <a:pt x="34" y="0"/>
                  </a:moveTo>
                  <a:lnTo>
                    <a:pt x="1" y="78"/>
                  </a:lnTo>
                  <a:cubicBezTo>
                    <a:pt x="289" y="211"/>
                    <a:pt x="600" y="322"/>
                    <a:pt x="923" y="389"/>
                  </a:cubicBezTo>
                  <a:lnTo>
                    <a:pt x="945" y="311"/>
                  </a:lnTo>
                  <a:cubicBezTo>
                    <a:pt x="623" y="245"/>
                    <a:pt x="323" y="144"/>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1">
              <a:extLst>
                <a:ext uri="{FF2B5EF4-FFF2-40B4-BE49-F238E27FC236}">
                  <a16:creationId xmlns:a16="http://schemas.microsoft.com/office/drawing/2014/main" id="{F666EB9A-9362-E203-6FFA-8D7438773768}"/>
                </a:ext>
              </a:extLst>
            </p:cNvPr>
            <p:cNvSpPr/>
            <p:nvPr/>
          </p:nvSpPr>
          <p:spPr>
            <a:xfrm>
              <a:off x="1673750" y="3197125"/>
              <a:ext cx="29750" cy="21700"/>
            </a:xfrm>
            <a:custGeom>
              <a:avLst/>
              <a:gdLst/>
              <a:ahLst/>
              <a:cxnLst/>
              <a:rect l="l" t="t" r="r" b="b"/>
              <a:pathLst>
                <a:path w="1190" h="868" extrusionOk="0">
                  <a:moveTo>
                    <a:pt x="942" y="1"/>
                  </a:moveTo>
                  <a:cubicBezTo>
                    <a:pt x="850" y="1"/>
                    <a:pt x="760" y="50"/>
                    <a:pt x="711" y="123"/>
                  </a:cubicBezTo>
                  <a:cubicBezTo>
                    <a:pt x="678" y="168"/>
                    <a:pt x="645" y="223"/>
                    <a:pt x="634" y="267"/>
                  </a:cubicBezTo>
                  <a:cubicBezTo>
                    <a:pt x="544" y="150"/>
                    <a:pt x="396" y="77"/>
                    <a:pt x="248" y="77"/>
                  </a:cubicBezTo>
                  <a:cubicBezTo>
                    <a:pt x="213" y="77"/>
                    <a:pt x="179" y="81"/>
                    <a:pt x="145" y="89"/>
                  </a:cubicBezTo>
                  <a:cubicBezTo>
                    <a:pt x="123" y="101"/>
                    <a:pt x="89" y="101"/>
                    <a:pt x="67" y="123"/>
                  </a:cubicBezTo>
                  <a:cubicBezTo>
                    <a:pt x="45" y="145"/>
                    <a:pt x="23" y="178"/>
                    <a:pt x="23" y="212"/>
                  </a:cubicBezTo>
                  <a:cubicBezTo>
                    <a:pt x="0" y="334"/>
                    <a:pt x="67" y="434"/>
                    <a:pt x="123" y="523"/>
                  </a:cubicBezTo>
                  <a:cubicBezTo>
                    <a:pt x="234" y="679"/>
                    <a:pt x="367" y="834"/>
                    <a:pt x="545" y="856"/>
                  </a:cubicBezTo>
                  <a:lnTo>
                    <a:pt x="567" y="745"/>
                  </a:lnTo>
                  <a:cubicBezTo>
                    <a:pt x="423" y="723"/>
                    <a:pt x="323" y="590"/>
                    <a:pt x="223" y="456"/>
                  </a:cubicBezTo>
                  <a:cubicBezTo>
                    <a:pt x="178" y="390"/>
                    <a:pt x="123" y="312"/>
                    <a:pt x="134" y="234"/>
                  </a:cubicBezTo>
                  <a:cubicBezTo>
                    <a:pt x="145" y="223"/>
                    <a:pt x="145" y="212"/>
                    <a:pt x="145" y="212"/>
                  </a:cubicBezTo>
                  <a:lnTo>
                    <a:pt x="167" y="212"/>
                  </a:lnTo>
                  <a:cubicBezTo>
                    <a:pt x="194" y="205"/>
                    <a:pt x="221" y="202"/>
                    <a:pt x="248" y="202"/>
                  </a:cubicBezTo>
                  <a:cubicBezTo>
                    <a:pt x="402" y="202"/>
                    <a:pt x="553" y="305"/>
                    <a:pt x="600" y="456"/>
                  </a:cubicBezTo>
                  <a:lnTo>
                    <a:pt x="667" y="679"/>
                  </a:lnTo>
                  <a:lnTo>
                    <a:pt x="711" y="445"/>
                  </a:lnTo>
                  <a:cubicBezTo>
                    <a:pt x="734" y="368"/>
                    <a:pt x="745" y="267"/>
                    <a:pt x="800" y="201"/>
                  </a:cubicBezTo>
                  <a:cubicBezTo>
                    <a:pt x="834" y="158"/>
                    <a:pt x="894" y="123"/>
                    <a:pt x="945" y="123"/>
                  </a:cubicBezTo>
                  <a:cubicBezTo>
                    <a:pt x="961" y="123"/>
                    <a:pt x="976" y="126"/>
                    <a:pt x="990" y="134"/>
                  </a:cubicBezTo>
                  <a:cubicBezTo>
                    <a:pt x="1056" y="168"/>
                    <a:pt x="1067" y="245"/>
                    <a:pt x="1067" y="323"/>
                  </a:cubicBezTo>
                  <a:cubicBezTo>
                    <a:pt x="1067" y="489"/>
                    <a:pt x="978" y="667"/>
                    <a:pt x="901" y="812"/>
                  </a:cubicBezTo>
                  <a:lnTo>
                    <a:pt x="1012" y="867"/>
                  </a:lnTo>
                  <a:cubicBezTo>
                    <a:pt x="1089" y="712"/>
                    <a:pt x="1189" y="523"/>
                    <a:pt x="1189" y="323"/>
                  </a:cubicBezTo>
                  <a:cubicBezTo>
                    <a:pt x="1189" y="190"/>
                    <a:pt x="1133" y="79"/>
                    <a:pt x="1045" y="23"/>
                  </a:cubicBezTo>
                  <a:cubicBezTo>
                    <a:pt x="1012" y="8"/>
                    <a:pt x="977" y="1"/>
                    <a:pt x="9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1">
              <a:extLst>
                <a:ext uri="{FF2B5EF4-FFF2-40B4-BE49-F238E27FC236}">
                  <a16:creationId xmlns:a16="http://schemas.microsoft.com/office/drawing/2014/main" id="{058A3C97-6C9E-A079-4E81-657EDCE3A840}"/>
                </a:ext>
              </a:extLst>
            </p:cNvPr>
            <p:cNvSpPr/>
            <p:nvPr/>
          </p:nvSpPr>
          <p:spPr>
            <a:xfrm>
              <a:off x="1660425" y="3224625"/>
              <a:ext cx="56125" cy="9575"/>
            </a:xfrm>
            <a:custGeom>
              <a:avLst/>
              <a:gdLst/>
              <a:ahLst/>
              <a:cxnLst/>
              <a:rect l="l" t="t" r="r" b="b"/>
              <a:pathLst>
                <a:path w="2245" h="383" extrusionOk="0">
                  <a:moveTo>
                    <a:pt x="45" y="1"/>
                  </a:moveTo>
                  <a:cubicBezTo>
                    <a:pt x="22" y="23"/>
                    <a:pt x="12" y="56"/>
                    <a:pt x="0" y="78"/>
                  </a:cubicBezTo>
                  <a:cubicBezTo>
                    <a:pt x="419" y="278"/>
                    <a:pt x="883" y="382"/>
                    <a:pt x="1349" y="382"/>
                  </a:cubicBezTo>
                  <a:cubicBezTo>
                    <a:pt x="1451" y="382"/>
                    <a:pt x="1554" y="377"/>
                    <a:pt x="1656" y="367"/>
                  </a:cubicBezTo>
                  <a:cubicBezTo>
                    <a:pt x="1856" y="345"/>
                    <a:pt x="2056" y="312"/>
                    <a:pt x="2244" y="245"/>
                  </a:cubicBezTo>
                  <a:cubicBezTo>
                    <a:pt x="2233" y="223"/>
                    <a:pt x="2233" y="201"/>
                    <a:pt x="2222" y="167"/>
                  </a:cubicBezTo>
                  <a:cubicBezTo>
                    <a:pt x="1939" y="260"/>
                    <a:pt x="1644" y="305"/>
                    <a:pt x="1348" y="305"/>
                  </a:cubicBezTo>
                  <a:cubicBezTo>
                    <a:pt x="901" y="305"/>
                    <a:pt x="453" y="201"/>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1">
              <a:extLst>
                <a:ext uri="{FF2B5EF4-FFF2-40B4-BE49-F238E27FC236}">
                  <a16:creationId xmlns:a16="http://schemas.microsoft.com/office/drawing/2014/main" id="{6EC408FF-ADD8-A13F-D75C-7FB15503B4D5}"/>
                </a:ext>
              </a:extLst>
            </p:cNvPr>
            <p:cNvSpPr/>
            <p:nvPr/>
          </p:nvSpPr>
          <p:spPr>
            <a:xfrm>
              <a:off x="1552950" y="3176800"/>
              <a:ext cx="48625" cy="63250"/>
            </a:xfrm>
            <a:custGeom>
              <a:avLst/>
              <a:gdLst/>
              <a:ahLst/>
              <a:cxnLst/>
              <a:rect l="l" t="t" r="r" b="b"/>
              <a:pathLst>
                <a:path w="1945" h="2530" extrusionOk="0">
                  <a:moveTo>
                    <a:pt x="675" y="1"/>
                  </a:moveTo>
                  <a:cubicBezTo>
                    <a:pt x="658" y="1"/>
                    <a:pt x="640" y="2"/>
                    <a:pt x="623" y="3"/>
                  </a:cubicBezTo>
                  <a:cubicBezTo>
                    <a:pt x="322" y="36"/>
                    <a:pt x="89" y="314"/>
                    <a:pt x="45" y="603"/>
                  </a:cubicBezTo>
                  <a:cubicBezTo>
                    <a:pt x="0" y="902"/>
                    <a:pt x="122" y="1203"/>
                    <a:pt x="312" y="1436"/>
                  </a:cubicBezTo>
                  <a:cubicBezTo>
                    <a:pt x="389" y="1525"/>
                    <a:pt x="478" y="1603"/>
                    <a:pt x="556" y="1702"/>
                  </a:cubicBezTo>
                  <a:cubicBezTo>
                    <a:pt x="700" y="1858"/>
                    <a:pt x="811" y="2047"/>
                    <a:pt x="956" y="2213"/>
                  </a:cubicBezTo>
                  <a:cubicBezTo>
                    <a:pt x="1134" y="2412"/>
                    <a:pt x="1356" y="2530"/>
                    <a:pt x="1544" y="2530"/>
                  </a:cubicBezTo>
                  <a:cubicBezTo>
                    <a:pt x="1755" y="2530"/>
                    <a:pt x="1922" y="2382"/>
                    <a:pt x="1933" y="2036"/>
                  </a:cubicBezTo>
                  <a:cubicBezTo>
                    <a:pt x="1944" y="1425"/>
                    <a:pt x="1744" y="736"/>
                    <a:pt x="1300" y="303"/>
                  </a:cubicBezTo>
                  <a:cubicBezTo>
                    <a:pt x="1134" y="137"/>
                    <a:pt x="911" y="1"/>
                    <a:pt x="6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1">
              <a:extLst>
                <a:ext uri="{FF2B5EF4-FFF2-40B4-BE49-F238E27FC236}">
                  <a16:creationId xmlns:a16="http://schemas.microsoft.com/office/drawing/2014/main" id="{1AE96ED5-2D8E-4C8D-D507-CCADC3ABC3F0}"/>
                </a:ext>
              </a:extLst>
            </p:cNvPr>
            <p:cNvSpPr/>
            <p:nvPr/>
          </p:nvSpPr>
          <p:spPr>
            <a:xfrm>
              <a:off x="1560425" y="3186775"/>
              <a:ext cx="33650" cy="43525"/>
            </a:xfrm>
            <a:custGeom>
              <a:avLst/>
              <a:gdLst/>
              <a:ahLst/>
              <a:cxnLst/>
              <a:rect l="l" t="t" r="r" b="b"/>
              <a:pathLst>
                <a:path w="1346" h="1741" extrusionOk="0">
                  <a:moveTo>
                    <a:pt x="485" y="1"/>
                  </a:moveTo>
                  <a:cubicBezTo>
                    <a:pt x="468" y="1"/>
                    <a:pt x="452" y="2"/>
                    <a:pt x="435" y="4"/>
                  </a:cubicBezTo>
                  <a:cubicBezTo>
                    <a:pt x="235" y="15"/>
                    <a:pt x="68" y="204"/>
                    <a:pt x="35" y="415"/>
                  </a:cubicBezTo>
                  <a:cubicBezTo>
                    <a:pt x="1" y="615"/>
                    <a:pt x="90" y="826"/>
                    <a:pt x="223" y="982"/>
                  </a:cubicBezTo>
                  <a:cubicBezTo>
                    <a:pt x="279" y="1048"/>
                    <a:pt x="334" y="1103"/>
                    <a:pt x="390" y="1170"/>
                  </a:cubicBezTo>
                  <a:cubicBezTo>
                    <a:pt x="490" y="1281"/>
                    <a:pt x="568" y="1414"/>
                    <a:pt x="668" y="1525"/>
                  </a:cubicBezTo>
                  <a:cubicBezTo>
                    <a:pt x="788" y="1661"/>
                    <a:pt x="940" y="1741"/>
                    <a:pt x="1068" y="1741"/>
                  </a:cubicBezTo>
                  <a:cubicBezTo>
                    <a:pt x="1213" y="1741"/>
                    <a:pt x="1328" y="1639"/>
                    <a:pt x="1334" y="1404"/>
                  </a:cubicBezTo>
                  <a:cubicBezTo>
                    <a:pt x="1346" y="982"/>
                    <a:pt x="1212" y="503"/>
                    <a:pt x="901" y="204"/>
                  </a:cubicBezTo>
                  <a:cubicBezTo>
                    <a:pt x="790" y="93"/>
                    <a:pt x="644" y="1"/>
                    <a:pt x="48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1">
              <a:extLst>
                <a:ext uri="{FF2B5EF4-FFF2-40B4-BE49-F238E27FC236}">
                  <a16:creationId xmlns:a16="http://schemas.microsoft.com/office/drawing/2014/main" id="{63DEEEE6-A90D-7849-E4D0-61DC2F44EA17}"/>
                </a:ext>
              </a:extLst>
            </p:cNvPr>
            <p:cNvSpPr/>
            <p:nvPr/>
          </p:nvSpPr>
          <p:spPr>
            <a:xfrm>
              <a:off x="1568225" y="3191575"/>
              <a:ext cx="19750" cy="30850"/>
            </a:xfrm>
            <a:custGeom>
              <a:avLst/>
              <a:gdLst/>
              <a:ahLst/>
              <a:cxnLst/>
              <a:rect l="l" t="t" r="r" b="b"/>
              <a:pathLst>
                <a:path w="790" h="1234" extrusionOk="0">
                  <a:moveTo>
                    <a:pt x="733" y="1111"/>
                  </a:moveTo>
                  <a:cubicBezTo>
                    <a:pt x="755" y="1123"/>
                    <a:pt x="755" y="1145"/>
                    <a:pt x="755" y="1156"/>
                  </a:cubicBezTo>
                  <a:lnTo>
                    <a:pt x="711" y="1145"/>
                  </a:lnTo>
                  <a:lnTo>
                    <a:pt x="733" y="1111"/>
                  </a:lnTo>
                  <a:close/>
                  <a:moveTo>
                    <a:pt x="44" y="0"/>
                  </a:moveTo>
                  <a:lnTo>
                    <a:pt x="0" y="123"/>
                  </a:lnTo>
                  <a:cubicBezTo>
                    <a:pt x="89" y="145"/>
                    <a:pt x="156" y="212"/>
                    <a:pt x="222" y="289"/>
                  </a:cubicBezTo>
                  <a:cubicBezTo>
                    <a:pt x="422" y="523"/>
                    <a:pt x="555" y="800"/>
                    <a:pt x="644" y="1101"/>
                  </a:cubicBezTo>
                  <a:lnTo>
                    <a:pt x="634" y="1133"/>
                  </a:lnTo>
                  <a:cubicBezTo>
                    <a:pt x="634" y="1156"/>
                    <a:pt x="644" y="1189"/>
                    <a:pt x="667" y="1200"/>
                  </a:cubicBezTo>
                  <a:lnTo>
                    <a:pt x="711" y="1234"/>
                  </a:lnTo>
                  <a:lnTo>
                    <a:pt x="745" y="1200"/>
                  </a:lnTo>
                  <a:cubicBezTo>
                    <a:pt x="755" y="1200"/>
                    <a:pt x="789" y="1167"/>
                    <a:pt x="778" y="1111"/>
                  </a:cubicBezTo>
                  <a:cubicBezTo>
                    <a:pt x="689" y="778"/>
                    <a:pt x="533" y="467"/>
                    <a:pt x="311" y="212"/>
                  </a:cubicBezTo>
                  <a:cubicBezTo>
                    <a:pt x="244" y="134"/>
                    <a:pt x="156" y="34"/>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1">
              <a:extLst>
                <a:ext uri="{FF2B5EF4-FFF2-40B4-BE49-F238E27FC236}">
                  <a16:creationId xmlns:a16="http://schemas.microsoft.com/office/drawing/2014/main" id="{EB22E555-6764-4983-4CBC-741DB1751037}"/>
                </a:ext>
              </a:extLst>
            </p:cNvPr>
            <p:cNvSpPr/>
            <p:nvPr/>
          </p:nvSpPr>
          <p:spPr>
            <a:xfrm>
              <a:off x="1569875" y="3203800"/>
              <a:ext cx="13925" cy="8900"/>
            </a:xfrm>
            <a:custGeom>
              <a:avLst/>
              <a:gdLst/>
              <a:ahLst/>
              <a:cxnLst/>
              <a:rect l="l" t="t" r="r" b="b"/>
              <a:pathLst>
                <a:path w="557" h="356" extrusionOk="0">
                  <a:moveTo>
                    <a:pt x="34" y="0"/>
                  </a:moveTo>
                  <a:lnTo>
                    <a:pt x="1" y="111"/>
                  </a:lnTo>
                  <a:cubicBezTo>
                    <a:pt x="178" y="167"/>
                    <a:pt x="334" y="245"/>
                    <a:pt x="479" y="356"/>
                  </a:cubicBezTo>
                  <a:lnTo>
                    <a:pt x="556" y="256"/>
                  </a:lnTo>
                  <a:cubicBezTo>
                    <a:pt x="390" y="145"/>
                    <a:pt x="223" y="56"/>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1">
              <a:extLst>
                <a:ext uri="{FF2B5EF4-FFF2-40B4-BE49-F238E27FC236}">
                  <a16:creationId xmlns:a16="http://schemas.microsoft.com/office/drawing/2014/main" id="{D18FE786-F876-45E0-C61A-67C9458A97FD}"/>
                </a:ext>
              </a:extLst>
            </p:cNvPr>
            <p:cNvSpPr/>
            <p:nvPr/>
          </p:nvSpPr>
          <p:spPr>
            <a:xfrm>
              <a:off x="1493775" y="3494025"/>
              <a:ext cx="207225" cy="104150"/>
            </a:xfrm>
            <a:custGeom>
              <a:avLst/>
              <a:gdLst/>
              <a:ahLst/>
              <a:cxnLst/>
              <a:rect l="l" t="t" r="r" b="b"/>
              <a:pathLst>
                <a:path w="8289" h="4166" extrusionOk="0">
                  <a:moveTo>
                    <a:pt x="12" y="0"/>
                  </a:moveTo>
                  <a:cubicBezTo>
                    <a:pt x="1" y="334"/>
                    <a:pt x="68" y="678"/>
                    <a:pt x="146" y="956"/>
                  </a:cubicBezTo>
                  <a:cubicBezTo>
                    <a:pt x="390" y="1855"/>
                    <a:pt x="734" y="2544"/>
                    <a:pt x="1201" y="3055"/>
                  </a:cubicBezTo>
                  <a:cubicBezTo>
                    <a:pt x="1724" y="3629"/>
                    <a:pt x="2431" y="3966"/>
                    <a:pt x="3114" y="3966"/>
                  </a:cubicBezTo>
                  <a:cubicBezTo>
                    <a:pt x="3184" y="3966"/>
                    <a:pt x="3253" y="3962"/>
                    <a:pt x="3323" y="3955"/>
                  </a:cubicBezTo>
                  <a:lnTo>
                    <a:pt x="3378" y="3944"/>
                  </a:lnTo>
                  <a:lnTo>
                    <a:pt x="3378" y="3933"/>
                  </a:lnTo>
                  <a:cubicBezTo>
                    <a:pt x="3400" y="3944"/>
                    <a:pt x="3434" y="3966"/>
                    <a:pt x="3467" y="3977"/>
                  </a:cubicBezTo>
                  <a:cubicBezTo>
                    <a:pt x="3723" y="4066"/>
                    <a:pt x="4012" y="4166"/>
                    <a:pt x="4300" y="4166"/>
                  </a:cubicBezTo>
                  <a:cubicBezTo>
                    <a:pt x="4378" y="4166"/>
                    <a:pt x="4456" y="4155"/>
                    <a:pt x="4545" y="4143"/>
                  </a:cubicBezTo>
                  <a:cubicBezTo>
                    <a:pt x="4689" y="4111"/>
                    <a:pt x="4789" y="4044"/>
                    <a:pt x="4834" y="3944"/>
                  </a:cubicBezTo>
                  <a:cubicBezTo>
                    <a:pt x="4844" y="3911"/>
                    <a:pt x="4856" y="3877"/>
                    <a:pt x="4856" y="3832"/>
                  </a:cubicBezTo>
                  <a:cubicBezTo>
                    <a:pt x="5264" y="3978"/>
                    <a:pt x="5699" y="4050"/>
                    <a:pt x="6135" y="4050"/>
                  </a:cubicBezTo>
                  <a:cubicBezTo>
                    <a:pt x="6896" y="4050"/>
                    <a:pt x="7660" y="3830"/>
                    <a:pt x="8288" y="3400"/>
                  </a:cubicBezTo>
                  <a:lnTo>
                    <a:pt x="8221" y="3299"/>
                  </a:lnTo>
                  <a:cubicBezTo>
                    <a:pt x="7613" y="3717"/>
                    <a:pt x="6870" y="3932"/>
                    <a:pt x="6129" y="3932"/>
                  </a:cubicBezTo>
                  <a:cubicBezTo>
                    <a:pt x="5666" y="3932"/>
                    <a:pt x="5205" y="3848"/>
                    <a:pt x="4778" y="3677"/>
                  </a:cubicBezTo>
                  <a:cubicBezTo>
                    <a:pt x="4745" y="3644"/>
                    <a:pt x="4700" y="3632"/>
                    <a:pt x="4667" y="3632"/>
                  </a:cubicBezTo>
                  <a:lnTo>
                    <a:pt x="4389" y="3644"/>
                  </a:lnTo>
                  <a:lnTo>
                    <a:pt x="4644" y="3744"/>
                  </a:lnTo>
                  <a:lnTo>
                    <a:pt x="4711" y="3777"/>
                  </a:lnTo>
                  <a:lnTo>
                    <a:pt x="4711" y="3788"/>
                  </a:lnTo>
                  <a:cubicBezTo>
                    <a:pt x="4733" y="3822"/>
                    <a:pt x="4745" y="3866"/>
                    <a:pt x="4723" y="3899"/>
                  </a:cubicBezTo>
                  <a:cubicBezTo>
                    <a:pt x="4689" y="3966"/>
                    <a:pt x="4589" y="4010"/>
                    <a:pt x="4511" y="4022"/>
                  </a:cubicBezTo>
                  <a:cubicBezTo>
                    <a:pt x="4438" y="4039"/>
                    <a:pt x="4364" y="4046"/>
                    <a:pt x="4289" y="4046"/>
                  </a:cubicBezTo>
                  <a:cubicBezTo>
                    <a:pt x="4024" y="4046"/>
                    <a:pt x="3754" y="3953"/>
                    <a:pt x="3511" y="3866"/>
                  </a:cubicBezTo>
                  <a:cubicBezTo>
                    <a:pt x="3467" y="3844"/>
                    <a:pt x="3412" y="3822"/>
                    <a:pt x="3367" y="3800"/>
                  </a:cubicBezTo>
                  <a:cubicBezTo>
                    <a:pt x="3345" y="3644"/>
                    <a:pt x="3234" y="3499"/>
                    <a:pt x="3089" y="3433"/>
                  </a:cubicBezTo>
                  <a:lnTo>
                    <a:pt x="3000" y="3400"/>
                  </a:lnTo>
                  <a:lnTo>
                    <a:pt x="3000" y="3489"/>
                  </a:lnTo>
                  <a:cubicBezTo>
                    <a:pt x="3000" y="3588"/>
                    <a:pt x="3034" y="3721"/>
                    <a:pt x="3212" y="3844"/>
                  </a:cubicBezTo>
                  <a:cubicBezTo>
                    <a:pt x="3180" y="3846"/>
                    <a:pt x="3148" y="3846"/>
                    <a:pt x="3117" y="3846"/>
                  </a:cubicBezTo>
                  <a:cubicBezTo>
                    <a:pt x="2468" y="3846"/>
                    <a:pt x="1798" y="3528"/>
                    <a:pt x="1289" y="2978"/>
                  </a:cubicBezTo>
                  <a:cubicBezTo>
                    <a:pt x="834" y="2477"/>
                    <a:pt x="501" y="1811"/>
                    <a:pt x="267" y="922"/>
                  </a:cubicBezTo>
                  <a:cubicBezTo>
                    <a:pt x="190" y="655"/>
                    <a:pt x="112" y="322"/>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1">
              <a:extLst>
                <a:ext uri="{FF2B5EF4-FFF2-40B4-BE49-F238E27FC236}">
                  <a16:creationId xmlns:a16="http://schemas.microsoft.com/office/drawing/2014/main" id="{B8E8BBE0-096A-2081-7C5A-7DB702B01415}"/>
                </a:ext>
              </a:extLst>
            </p:cNvPr>
            <p:cNvSpPr/>
            <p:nvPr/>
          </p:nvSpPr>
          <p:spPr>
            <a:xfrm>
              <a:off x="1571825" y="3490700"/>
              <a:ext cx="24475" cy="36675"/>
            </a:xfrm>
            <a:custGeom>
              <a:avLst/>
              <a:gdLst/>
              <a:ahLst/>
              <a:cxnLst/>
              <a:rect l="l" t="t" r="r" b="b"/>
              <a:pathLst>
                <a:path w="979" h="1467" extrusionOk="0">
                  <a:moveTo>
                    <a:pt x="900" y="0"/>
                  </a:moveTo>
                  <a:cubicBezTo>
                    <a:pt x="523" y="311"/>
                    <a:pt x="234" y="733"/>
                    <a:pt x="78" y="1200"/>
                  </a:cubicBezTo>
                  <a:lnTo>
                    <a:pt x="1" y="1466"/>
                  </a:lnTo>
                  <a:lnTo>
                    <a:pt x="1" y="1466"/>
                  </a:lnTo>
                  <a:lnTo>
                    <a:pt x="245" y="1188"/>
                  </a:lnTo>
                  <a:lnTo>
                    <a:pt x="223" y="1166"/>
                  </a:lnTo>
                  <a:cubicBezTo>
                    <a:pt x="367" y="755"/>
                    <a:pt x="634" y="378"/>
                    <a:pt x="978" y="89"/>
                  </a:cubicBezTo>
                  <a:lnTo>
                    <a:pt x="9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1">
              <a:extLst>
                <a:ext uri="{FF2B5EF4-FFF2-40B4-BE49-F238E27FC236}">
                  <a16:creationId xmlns:a16="http://schemas.microsoft.com/office/drawing/2014/main" id="{5AB85DDA-8B38-7B71-5D22-5B9FB48C4BC7}"/>
                </a:ext>
              </a:extLst>
            </p:cNvPr>
            <p:cNvSpPr/>
            <p:nvPr/>
          </p:nvSpPr>
          <p:spPr>
            <a:xfrm>
              <a:off x="1590725" y="3497350"/>
              <a:ext cx="13350" cy="27250"/>
            </a:xfrm>
            <a:custGeom>
              <a:avLst/>
              <a:gdLst/>
              <a:ahLst/>
              <a:cxnLst/>
              <a:rect l="l" t="t" r="r" b="b"/>
              <a:pathLst>
                <a:path w="534" h="1090" extrusionOk="0">
                  <a:moveTo>
                    <a:pt x="445" y="1"/>
                  </a:moveTo>
                  <a:cubicBezTo>
                    <a:pt x="178" y="289"/>
                    <a:pt x="11" y="689"/>
                    <a:pt x="0" y="1089"/>
                  </a:cubicBezTo>
                  <a:lnTo>
                    <a:pt x="122" y="1089"/>
                  </a:lnTo>
                  <a:cubicBezTo>
                    <a:pt x="134" y="722"/>
                    <a:pt x="278" y="356"/>
                    <a:pt x="534" y="78"/>
                  </a:cubicBezTo>
                  <a:lnTo>
                    <a:pt x="4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1">
              <a:extLst>
                <a:ext uri="{FF2B5EF4-FFF2-40B4-BE49-F238E27FC236}">
                  <a16:creationId xmlns:a16="http://schemas.microsoft.com/office/drawing/2014/main" id="{FB431266-6B6C-3739-A7FE-7841CFF460CA}"/>
                </a:ext>
              </a:extLst>
            </p:cNvPr>
            <p:cNvSpPr/>
            <p:nvPr/>
          </p:nvSpPr>
          <p:spPr>
            <a:xfrm>
              <a:off x="1752350" y="3454575"/>
              <a:ext cx="92775" cy="92925"/>
            </a:xfrm>
            <a:custGeom>
              <a:avLst/>
              <a:gdLst/>
              <a:ahLst/>
              <a:cxnLst/>
              <a:rect l="l" t="t" r="r" b="b"/>
              <a:pathLst>
                <a:path w="3711" h="3717" extrusionOk="0">
                  <a:moveTo>
                    <a:pt x="2113" y="1"/>
                  </a:moveTo>
                  <a:cubicBezTo>
                    <a:pt x="1873" y="1"/>
                    <a:pt x="1612" y="65"/>
                    <a:pt x="1289" y="112"/>
                  </a:cubicBezTo>
                  <a:cubicBezTo>
                    <a:pt x="1200" y="134"/>
                    <a:pt x="1100" y="145"/>
                    <a:pt x="1033" y="201"/>
                  </a:cubicBezTo>
                  <a:cubicBezTo>
                    <a:pt x="956" y="245"/>
                    <a:pt x="912" y="345"/>
                    <a:pt x="944" y="423"/>
                  </a:cubicBezTo>
                  <a:cubicBezTo>
                    <a:pt x="1011" y="611"/>
                    <a:pt x="1367" y="567"/>
                    <a:pt x="1389" y="756"/>
                  </a:cubicBezTo>
                  <a:cubicBezTo>
                    <a:pt x="1033" y="900"/>
                    <a:pt x="689" y="1045"/>
                    <a:pt x="334" y="1189"/>
                  </a:cubicBezTo>
                  <a:cubicBezTo>
                    <a:pt x="201" y="1245"/>
                    <a:pt x="45" y="1334"/>
                    <a:pt x="23" y="1478"/>
                  </a:cubicBezTo>
                  <a:cubicBezTo>
                    <a:pt x="1" y="1623"/>
                    <a:pt x="134" y="1745"/>
                    <a:pt x="278" y="1767"/>
                  </a:cubicBezTo>
                  <a:cubicBezTo>
                    <a:pt x="302" y="1771"/>
                    <a:pt x="327" y="1773"/>
                    <a:pt x="352" y="1773"/>
                  </a:cubicBezTo>
                  <a:cubicBezTo>
                    <a:pt x="464" y="1773"/>
                    <a:pt x="581" y="1736"/>
                    <a:pt x="689" y="1700"/>
                  </a:cubicBezTo>
                  <a:cubicBezTo>
                    <a:pt x="1011" y="1601"/>
                    <a:pt x="1334" y="1489"/>
                    <a:pt x="1667" y="1389"/>
                  </a:cubicBezTo>
                  <a:lnTo>
                    <a:pt x="1667" y="1389"/>
                  </a:lnTo>
                  <a:cubicBezTo>
                    <a:pt x="1700" y="1411"/>
                    <a:pt x="1667" y="1478"/>
                    <a:pt x="1623" y="1512"/>
                  </a:cubicBezTo>
                  <a:cubicBezTo>
                    <a:pt x="1255" y="1756"/>
                    <a:pt x="734" y="1778"/>
                    <a:pt x="478" y="2134"/>
                  </a:cubicBezTo>
                  <a:cubicBezTo>
                    <a:pt x="411" y="2223"/>
                    <a:pt x="378" y="2344"/>
                    <a:pt x="423" y="2433"/>
                  </a:cubicBezTo>
                  <a:cubicBezTo>
                    <a:pt x="464" y="2523"/>
                    <a:pt x="554" y="2555"/>
                    <a:pt x="654" y="2555"/>
                  </a:cubicBezTo>
                  <a:cubicBezTo>
                    <a:pt x="740" y="2555"/>
                    <a:pt x="834" y="2531"/>
                    <a:pt x="912" y="2500"/>
                  </a:cubicBezTo>
                  <a:cubicBezTo>
                    <a:pt x="1267" y="2378"/>
                    <a:pt x="1623" y="2233"/>
                    <a:pt x="1966" y="2089"/>
                  </a:cubicBezTo>
                  <a:lnTo>
                    <a:pt x="1966" y="2089"/>
                  </a:lnTo>
                  <a:cubicBezTo>
                    <a:pt x="1944" y="2289"/>
                    <a:pt x="1766" y="2423"/>
                    <a:pt x="1589" y="2511"/>
                  </a:cubicBezTo>
                  <a:cubicBezTo>
                    <a:pt x="1411" y="2589"/>
                    <a:pt x="1223" y="2655"/>
                    <a:pt x="1078" y="2789"/>
                  </a:cubicBezTo>
                  <a:cubicBezTo>
                    <a:pt x="967" y="2889"/>
                    <a:pt x="900" y="3078"/>
                    <a:pt x="1011" y="3178"/>
                  </a:cubicBezTo>
                  <a:cubicBezTo>
                    <a:pt x="1058" y="3225"/>
                    <a:pt x="1127" y="3239"/>
                    <a:pt x="1199" y="3239"/>
                  </a:cubicBezTo>
                  <a:cubicBezTo>
                    <a:pt x="1229" y="3239"/>
                    <a:pt x="1260" y="3237"/>
                    <a:pt x="1289" y="3233"/>
                  </a:cubicBezTo>
                  <a:cubicBezTo>
                    <a:pt x="1678" y="3178"/>
                    <a:pt x="2067" y="3045"/>
                    <a:pt x="2411" y="2845"/>
                  </a:cubicBezTo>
                  <a:lnTo>
                    <a:pt x="2411" y="2845"/>
                  </a:lnTo>
                  <a:cubicBezTo>
                    <a:pt x="2378" y="3122"/>
                    <a:pt x="2011" y="3211"/>
                    <a:pt x="1789" y="3389"/>
                  </a:cubicBezTo>
                  <a:cubicBezTo>
                    <a:pt x="1744" y="3433"/>
                    <a:pt x="1700" y="3489"/>
                    <a:pt x="1689" y="3544"/>
                  </a:cubicBezTo>
                  <a:cubicBezTo>
                    <a:pt x="1689" y="3666"/>
                    <a:pt x="1830" y="3717"/>
                    <a:pt x="1954" y="3717"/>
                  </a:cubicBezTo>
                  <a:cubicBezTo>
                    <a:pt x="1978" y="3717"/>
                    <a:pt x="2001" y="3715"/>
                    <a:pt x="2022" y="3711"/>
                  </a:cubicBezTo>
                  <a:cubicBezTo>
                    <a:pt x="2611" y="3645"/>
                    <a:pt x="3433" y="3255"/>
                    <a:pt x="3633" y="2655"/>
                  </a:cubicBezTo>
                  <a:cubicBezTo>
                    <a:pt x="3711" y="2423"/>
                    <a:pt x="3699" y="2178"/>
                    <a:pt x="3667" y="1934"/>
                  </a:cubicBezTo>
                  <a:cubicBezTo>
                    <a:pt x="3588" y="1356"/>
                    <a:pt x="3311" y="801"/>
                    <a:pt x="2900" y="367"/>
                  </a:cubicBezTo>
                  <a:cubicBezTo>
                    <a:pt x="2628" y="83"/>
                    <a:pt x="2385" y="1"/>
                    <a:pt x="211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1">
              <a:extLst>
                <a:ext uri="{FF2B5EF4-FFF2-40B4-BE49-F238E27FC236}">
                  <a16:creationId xmlns:a16="http://schemas.microsoft.com/office/drawing/2014/main" id="{D4F6500A-5E41-9996-E520-500BB32C91E1}"/>
                </a:ext>
              </a:extLst>
            </p:cNvPr>
            <p:cNvSpPr/>
            <p:nvPr/>
          </p:nvSpPr>
          <p:spPr>
            <a:xfrm>
              <a:off x="1548225" y="3229900"/>
              <a:ext cx="131650" cy="148050"/>
            </a:xfrm>
            <a:custGeom>
              <a:avLst/>
              <a:gdLst/>
              <a:ahLst/>
              <a:cxnLst/>
              <a:rect l="l" t="t" r="r" b="b"/>
              <a:pathLst>
                <a:path w="5266" h="5922" extrusionOk="0">
                  <a:moveTo>
                    <a:pt x="78" y="0"/>
                  </a:moveTo>
                  <a:lnTo>
                    <a:pt x="78" y="0"/>
                  </a:lnTo>
                  <a:cubicBezTo>
                    <a:pt x="0" y="567"/>
                    <a:pt x="111" y="1156"/>
                    <a:pt x="389" y="1656"/>
                  </a:cubicBezTo>
                  <a:cubicBezTo>
                    <a:pt x="412" y="1711"/>
                    <a:pt x="445" y="1767"/>
                    <a:pt x="511" y="1800"/>
                  </a:cubicBezTo>
                  <a:cubicBezTo>
                    <a:pt x="547" y="1822"/>
                    <a:pt x="588" y="1834"/>
                    <a:pt x="630" y="1834"/>
                  </a:cubicBezTo>
                  <a:cubicBezTo>
                    <a:pt x="653" y="1834"/>
                    <a:pt x="677" y="1830"/>
                    <a:pt x="700" y="1822"/>
                  </a:cubicBezTo>
                  <a:cubicBezTo>
                    <a:pt x="756" y="1800"/>
                    <a:pt x="800" y="1767"/>
                    <a:pt x="844" y="1723"/>
                  </a:cubicBezTo>
                  <a:cubicBezTo>
                    <a:pt x="978" y="2533"/>
                    <a:pt x="1345" y="3322"/>
                    <a:pt x="1900" y="3922"/>
                  </a:cubicBezTo>
                  <a:cubicBezTo>
                    <a:pt x="1971" y="3993"/>
                    <a:pt x="2079" y="4091"/>
                    <a:pt x="2198" y="4091"/>
                  </a:cubicBezTo>
                  <a:cubicBezTo>
                    <a:pt x="2210" y="4091"/>
                    <a:pt x="2222" y="4090"/>
                    <a:pt x="2234" y="4088"/>
                  </a:cubicBezTo>
                  <a:cubicBezTo>
                    <a:pt x="2333" y="4066"/>
                    <a:pt x="2411" y="4000"/>
                    <a:pt x="2478" y="3856"/>
                  </a:cubicBezTo>
                  <a:cubicBezTo>
                    <a:pt x="2511" y="3789"/>
                    <a:pt x="2533" y="3722"/>
                    <a:pt x="2555" y="3644"/>
                  </a:cubicBezTo>
                  <a:cubicBezTo>
                    <a:pt x="2577" y="3700"/>
                    <a:pt x="2600" y="3745"/>
                    <a:pt x="2633" y="3789"/>
                  </a:cubicBezTo>
                  <a:cubicBezTo>
                    <a:pt x="2878" y="4300"/>
                    <a:pt x="3155" y="4878"/>
                    <a:pt x="3589" y="5310"/>
                  </a:cubicBezTo>
                  <a:cubicBezTo>
                    <a:pt x="3977" y="5710"/>
                    <a:pt x="4477" y="5922"/>
                    <a:pt x="4944" y="5922"/>
                  </a:cubicBezTo>
                  <a:cubicBezTo>
                    <a:pt x="5055" y="5922"/>
                    <a:pt x="5155" y="5910"/>
                    <a:pt x="5266" y="5888"/>
                  </a:cubicBezTo>
                  <a:lnTo>
                    <a:pt x="5233" y="5777"/>
                  </a:lnTo>
                  <a:cubicBezTo>
                    <a:pt x="5138" y="5798"/>
                    <a:pt x="5043" y="5808"/>
                    <a:pt x="4949" y="5808"/>
                  </a:cubicBezTo>
                  <a:cubicBezTo>
                    <a:pt x="4449" y="5808"/>
                    <a:pt x="3977" y="5532"/>
                    <a:pt x="3678" y="5233"/>
                  </a:cubicBezTo>
                  <a:cubicBezTo>
                    <a:pt x="3256" y="4811"/>
                    <a:pt x="2989" y="4266"/>
                    <a:pt x="2733" y="3745"/>
                  </a:cubicBezTo>
                  <a:cubicBezTo>
                    <a:pt x="2689" y="3644"/>
                    <a:pt x="2633" y="3533"/>
                    <a:pt x="2611" y="3422"/>
                  </a:cubicBezTo>
                  <a:cubicBezTo>
                    <a:pt x="2633" y="3300"/>
                    <a:pt x="2633" y="3167"/>
                    <a:pt x="2622" y="3044"/>
                  </a:cubicBezTo>
                  <a:lnTo>
                    <a:pt x="2600" y="2811"/>
                  </a:lnTo>
                  <a:lnTo>
                    <a:pt x="2500" y="3022"/>
                  </a:lnTo>
                  <a:cubicBezTo>
                    <a:pt x="2444" y="3155"/>
                    <a:pt x="2456" y="3300"/>
                    <a:pt x="2489" y="3433"/>
                  </a:cubicBezTo>
                  <a:cubicBezTo>
                    <a:pt x="2466" y="3567"/>
                    <a:pt x="2422" y="3689"/>
                    <a:pt x="2367" y="3811"/>
                  </a:cubicBezTo>
                  <a:cubicBezTo>
                    <a:pt x="2322" y="3911"/>
                    <a:pt x="2266" y="3955"/>
                    <a:pt x="2211" y="3967"/>
                  </a:cubicBezTo>
                  <a:cubicBezTo>
                    <a:pt x="2206" y="3967"/>
                    <a:pt x="2201" y="3968"/>
                    <a:pt x="2196" y="3968"/>
                  </a:cubicBezTo>
                  <a:cubicBezTo>
                    <a:pt x="2122" y="3968"/>
                    <a:pt x="2041" y="3897"/>
                    <a:pt x="1989" y="3844"/>
                  </a:cubicBezTo>
                  <a:cubicBezTo>
                    <a:pt x="1400" y="3200"/>
                    <a:pt x="1022" y="2345"/>
                    <a:pt x="933" y="1467"/>
                  </a:cubicBezTo>
                  <a:cubicBezTo>
                    <a:pt x="933" y="1400"/>
                    <a:pt x="923" y="1323"/>
                    <a:pt x="911" y="1256"/>
                  </a:cubicBezTo>
                  <a:lnTo>
                    <a:pt x="800" y="1267"/>
                  </a:lnTo>
                  <a:cubicBezTo>
                    <a:pt x="800" y="1333"/>
                    <a:pt x="800" y="1400"/>
                    <a:pt x="812" y="1478"/>
                  </a:cubicBezTo>
                  <a:cubicBezTo>
                    <a:pt x="812" y="1523"/>
                    <a:pt x="800" y="1556"/>
                    <a:pt x="778" y="1600"/>
                  </a:cubicBezTo>
                  <a:cubicBezTo>
                    <a:pt x="756" y="1645"/>
                    <a:pt x="711" y="1689"/>
                    <a:pt x="667" y="1711"/>
                  </a:cubicBezTo>
                  <a:cubicBezTo>
                    <a:pt x="650" y="1711"/>
                    <a:pt x="633" y="1714"/>
                    <a:pt x="616" y="1714"/>
                  </a:cubicBezTo>
                  <a:cubicBezTo>
                    <a:pt x="600" y="1714"/>
                    <a:pt x="583" y="1711"/>
                    <a:pt x="567" y="1700"/>
                  </a:cubicBezTo>
                  <a:cubicBezTo>
                    <a:pt x="533" y="1678"/>
                    <a:pt x="511" y="1634"/>
                    <a:pt x="489" y="1600"/>
                  </a:cubicBezTo>
                  <a:cubicBezTo>
                    <a:pt x="234" y="1123"/>
                    <a:pt x="123" y="556"/>
                    <a:pt x="189" y="12"/>
                  </a:cubicBezTo>
                  <a:lnTo>
                    <a:pt x="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1">
              <a:extLst>
                <a:ext uri="{FF2B5EF4-FFF2-40B4-BE49-F238E27FC236}">
                  <a16:creationId xmlns:a16="http://schemas.microsoft.com/office/drawing/2014/main" id="{EC5478EF-2818-63D2-3B28-D9473746F9EC}"/>
                </a:ext>
              </a:extLst>
            </p:cNvPr>
            <p:cNvSpPr/>
            <p:nvPr/>
          </p:nvSpPr>
          <p:spPr>
            <a:xfrm>
              <a:off x="1512125" y="3680650"/>
              <a:ext cx="15575" cy="20275"/>
            </a:xfrm>
            <a:custGeom>
              <a:avLst/>
              <a:gdLst/>
              <a:ahLst/>
              <a:cxnLst/>
              <a:rect l="l" t="t" r="r" b="b"/>
              <a:pathLst>
                <a:path w="623" h="811" extrusionOk="0">
                  <a:moveTo>
                    <a:pt x="123" y="0"/>
                  </a:moveTo>
                  <a:lnTo>
                    <a:pt x="0" y="33"/>
                  </a:lnTo>
                  <a:cubicBezTo>
                    <a:pt x="89" y="344"/>
                    <a:pt x="289" y="623"/>
                    <a:pt x="555" y="811"/>
                  </a:cubicBezTo>
                  <a:lnTo>
                    <a:pt x="622" y="722"/>
                  </a:lnTo>
                  <a:cubicBezTo>
                    <a:pt x="378" y="544"/>
                    <a:pt x="200" y="289"/>
                    <a:pt x="1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1">
              <a:extLst>
                <a:ext uri="{FF2B5EF4-FFF2-40B4-BE49-F238E27FC236}">
                  <a16:creationId xmlns:a16="http://schemas.microsoft.com/office/drawing/2014/main" id="{43EE997C-1132-6B80-9908-CB05A90F0B28}"/>
                </a:ext>
              </a:extLst>
            </p:cNvPr>
            <p:cNvSpPr/>
            <p:nvPr/>
          </p:nvSpPr>
          <p:spPr>
            <a:xfrm>
              <a:off x="1534075" y="3686750"/>
              <a:ext cx="13900" cy="12250"/>
            </a:xfrm>
            <a:custGeom>
              <a:avLst/>
              <a:gdLst/>
              <a:ahLst/>
              <a:cxnLst/>
              <a:rect l="l" t="t" r="r" b="b"/>
              <a:pathLst>
                <a:path w="556" h="490" extrusionOk="0">
                  <a:moveTo>
                    <a:pt x="100" y="1"/>
                  </a:moveTo>
                  <a:lnTo>
                    <a:pt x="0" y="68"/>
                  </a:lnTo>
                  <a:cubicBezTo>
                    <a:pt x="122" y="256"/>
                    <a:pt x="300" y="401"/>
                    <a:pt x="511" y="490"/>
                  </a:cubicBezTo>
                  <a:lnTo>
                    <a:pt x="556" y="389"/>
                  </a:lnTo>
                  <a:cubicBezTo>
                    <a:pt x="366" y="300"/>
                    <a:pt x="211" y="167"/>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1">
              <a:extLst>
                <a:ext uri="{FF2B5EF4-FFF2-40B4-BE49-F238E27FC236}">
                  <a16:creationId xmlns:a16="http://schemas.microsoft.com/office/drawing/2014/main" id="{52A20145-EFDB-EC87-F5FC-C312B56B3104}"/>
                </a:ext>
              </a:extLst>
            </p:cNvPr>
            <p:cNvSpPr/>
            <p:nvPr/>
          </p:nvSpPr>
          <p:spPr>
            <a:xfrm>
              <a:off x="1543225" y="3709250"/>
              <a:ext cx="6975" cy="5575"/>
            </a:xfrm>
            <a:custGeom>
              <a:avLst/>
              <a:gdLst/>
              <a:ahLst/>
              <a:cxnLst/>
              <a:rect l="l" t="t" r="r" b="b"/>
              <a:pathLst>
                <a:path w="279" h="223" extrusionOk="0">
                  <a:moveTo>
                    <a:pt x="34" y="0"/>
                  </a:moveTo>
                  <a:lnTo>
                    <a:pt x="0" y="111"/>
                  </a:lnTo>
                  <a:cubicBezTo>
                    <a:pt x="78" y="134"/>
                    <a:pt x="145" y="167"/>
                    <a:pt x="200" y="222"/>
                  </a:cubicBezTo>
                  <a:lnTo>
                    <a:pt x="278" y="134"/>
                  </a:lnTo>
                  <a:cubicBezTo>
                    <a:pt x="212" y="67"/>
                    <a:pt x="123" y="22"/>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1">
              <a:extLst>
                <a:ext uri="{FF2B5EF4-FFF2-40B4-BE49-F238E27FC236}">
                  <a16:creationId xmlns:a16="http://schemas.microsoft.com/office/drawing/2014/main" id="{EDA4D469-6C64-5473-040C-FF3263E14C4D}"/>
                </a:ext>
              </a:extLst>
            </p:cNvPr>
            <p:cNvSpPr/>
            <p:nvPr/>
          </p:nvSpPr>
          <p:spPr>
            <a:xfrm>
              <a:off x="1565175" y="3703975"/>
              <a:ext cx="4475" cy="4475"/>
            </a:xfrm>
            <a:custGeom>
              <a:avLst/>
              <a:gdLst/>
              <a:ahLst/>
              <a:cxnLst/>
              <a:rect l="l" t="t" r="r" b="b"/>
              <a:pathLst>
                <a:path w="179" h="179" extrusionOk="0">
                  <a:moveTo>
                    <a:pt x="55" y="1"/>
                  </a:moveTo>
                  <a:lnTo>
                    <a:pt x="0" y="112"/>
                  </a:lnTo>
                  <a:lnTo>
                    <a:pt x="111" y="178"/>
                  </a:lnTo>
                  <a:lnTo>
                    <a:pt x="178" y="78"/>
                  </a:lnTo>
                  <a:lnTo>
                    <a:pt x="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1">
              <a:extLst>
                <a:ext uri="{FF2B5EF4-FFF2-40B4-BE49-F238E27FC236}">
                  <a16:creationId xmlns:a16="http://schemas.microsoft.com/office/drawing/2014/main" id="{E7053AD2-6B3B-A66D-D4B7-0E704B682403}"/>
                </a:ext>
              </a:extLst>
            </p:cNvPr>
            <p:cNvSpPr/>
            <p:nvPr/>
          </p:nvSpPr>
          <p:spPr>
            <a:xfrm>
              <a:off x="1513225" y="3334875"/>
              <a:ext cx="10575" cy="18350"/>
            </a:xfrm>
            <a:custGeom>
              <a:avLst/>
              <a:gdLst/>
              <a:ahLst/>
              <a:cxnLst/>
              <a:rect l="l" t="t" r="r" b="b"/>
              <a:pathLst>
                <a:path w="423" h="734" extrusionOk="0">
                  <a:moveTo>
                    <a:pt x="356" y="1"/>
                  </a:moveTo>
                  <a:cubicBezTo>
                    <a:pt x="123" y="168"/>
                    <a:pt x="0" y="456"/>
                    <a:pt x="45" y="734"/>
                  </a:cubicBezTo>
                  <a:lnTo>
                    <a:pt x="156" y="723"/>
                  </a:lnTo>
                  <a:cubicBezTo>
                    <a:pt x="123" y="479"/>
                    <a:pt x="234" y="234"/>
                    <a:pt x="423" y="89"/>
                  </a:cubicBezTo>
                  <a:lnTo>
                    <a:pt x="3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1">
              <a:extLst>
                <a:ext uri="{FF2B5EF4-FFF2-40B4-BE49-F238E27FC236}">
                  <a16:creationId xmlns:a16="http://schemas.microsoft.com/office/drawing/2014/main" id="{65F973B4-C97D-355F-4E51-E0B848006857}"/>
                </a:ext>
              </a:extLst>
            </p:cNvPr>
            <p:cNvSpPr/>
            <p:nvPr/>
          </p:nvSpPr>
          <p:spPr>
            <a:xfrm>
              <a:off x="1506850" y="3364875"/>
              <a:ext cx="3900" cy="9750"/>
            </a:xfrm>
            <a:custGeom>
              <a:avLst/>
              <a:gdLst/>
              <a:ahLst/>
              <a:cxnLst/>
              <a:rect l="l" t="t" r="r" b="b"/>
              <a:pathLst>
                <a:path w="156" h="390" extrusionOk="0">
                  <a:moveTo>
                    <a:pt x="33" y="0"/>
                  </a:moveTo>
                  <a:lnTo>
                    <a:pt x="0" y="378"/>
                  </a:lnTo>
                  <a:lnTo>
                    <a:pt x="112" y="390"/>
                  </a:lnTo>
                  <a:lnTo>
                    <a:pt x="156" y="23"/>
                  </a:lnTo>
                  <a:lnTo>
                    <a:pt x="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1">
              <a:extLst>
                <a:ext uri="{FF2B5EF4-FFF2-40B4-BE49-F238E27FC236}">
                  <a16:creationId xmlns:a16="http://schemas.microsoft.com/office/drawing/2014/main" id="{7AABEAAF-3100-B865-5B9C-E38ACF29BF02}"/>
                </a:ext>
              </a:extLst>
            </p:cNvPr>
            <p:cNvSpPr/>
            <p:nvPr/>
          </p:nvSpPr>
          <p:spPr>
            <a:xfrm>
              <a:off x="1519900" y="3362375"/>
              <a:ext cx="2800" cy="5575"/>
            </a:xfrm>
            <a:custGeom>
              <a:avLst/>
              <a:gdLst/>
              <a:ahLst/>
              <a:cxnLst/>
              <a:rect l="l" t="t" r="r" b="b"/>
              <a:pathLst>
                <a:path w="112" h="223" extrusionOk="0">
                  <a:moveTo>
                    <a:pt x="0" y="1"/>
                  </a:moveTo>
                  <a:lnTo>
                    <a:pt x="0" y="223"/>
                  </a:lnTo>
                  <a:lnTo>
                    <a:pt x="111" y="223"/>
                  </a:lnTo>
                  <a:lnTo>
                    <a:pt x="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1">
              <a:extLst>
                <a:ext uri="{FF2B5EF4-FFF2-40B4-BE49-F238E27FC236}">
                  <a16:creationId xmlns:a16="http://schemas.microsoft.com/office/drawing/2014/main" id="{7A7D11F3-540B-EE1F-B999-2517E331FC0D}"/>
                </a:ext>
              </a:extLst>
            </p:cNvPr>
            <p:cNvSpPr/>
            <p:nvPr/>
          </p:nvSpPr>
          <p:spPr>
            <a:xfrm>
              <a:off x="1722350" y="3367375"/>
              <a:ext cx="5025" cy="7800"/>
            </a:xfrm>
            <a:custGeom>
              <a:avLst/>
              <a:gdLst/>
              <a:ahLst/>
              <a:cxnLst/>
              <a:rect l="l" t="t" r="r" b="b"/>
              <a:pathLst>
                <a:path w="201" h="312" extrusionOk="0">
                  <a:moveTo>
                    <a:pt x="167" y="1"/>
                  </a:moveTo>
                  <a:lnTo>
                    <a:pt x="56" y="56"/>
                  </a:lnTo>
                  <a:cubicBezTo>
                    <a:pt x="68" y="78"/>
                    <a:pt x="68" y="112"/>
                    <a:pt x="56" y="145"/>
                  </a:cubicBezTo>
                  <a:cubicBezTo>
                    <a:pt x="45" y="167"/>
                    <a:pt x="23" y="189"/>
                    <a:pt x="1" y="201"/>
                  </a:cubicBezTo>
                  <a:lnTo>
                    <a:pt x="23" y="312"/>
                  </a:lnTo>
                  <a:cubicBezTo>
                    <a:pt x="90" y="300"/>
                    <a:pt x="134" y="256"/>
                    <a:pt x="167" y="189"/>
                  </a:cubicBezTo>
                  <a:cubicBezTo>
                    <a:pt x="201" y="122"/>
                    <a:pt x="189" y="56"/>
                    <a:pt x="16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1">
              <a:extLst>
                <a:ext uri="{FF2B5EF4-FFF2-40B4-BE49-F238E27FC236}">
                  <a16:creationId xmlns:a16="http://schemas.microsoft.com/office/drawing/2014/main" id="{E50A5F6F-F688-873D-5B87-FBCDB3661198}"/>
                </a:ext>
              </a:extLst>
            </p:cNvPr>
            <p:cNvSpPr/>
            <p:nvPr/>
          </p:nvSpPr>
          <p:spPr>
            <a:xfrm>
              <a:off x="1733175" y="3352375"/>
              <a:ext cx="4200" cy="6975"/>
            </a:xfrm>
            <a:custGeom>
              <a:avLst/>
              <a:gdLst/>
              <a:ahLst/>
              <a:cxnLst/>
              <a:rect l="l" t="t" r="r" b="b"/>
              <a:pathLst>
                <a:path w="168" h="279" extrusionOk="0">
                  <a:moveTo>
                    <a:pt x="146" y="1"/>
                  </a:moveTo>
                  <a:lnTo>
                    <a:pt x="34" y="67"/>
                  </a:lnTo>
                  <a:cubicBezTo>
                    <a:pt x="45" y="78"/>
                    <a:pt x="45" y="100"/>
                    <a:pt x="45" y="123"/>
                  </a:cubicBezTo>
                  <a:cubicBezTo>
                    <a:pt x="34" y="145"/>
                    <a:pt x="23" y="156"/>
                    <a:pt x="1" y="167"/>
                  </a:cubicBezTo>
                  <a:lnTo>
                    <a:pt x="45" y="278"/>
                  </a:lnTo>
                  <a:cubicBezTo>
                    <a:pt x="101" y="256"/>
                    <a:pt x="134" y="211"/>
                    <a:pt x="156" y="156"/>
                  </a:cubicBezTo>
                  <a:cubicBezTo>
                    <a:pt x="168" y="100"/>
                    <a:pt x="168" y="45"/>
                    <a:pt x="14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1">
              <a:extLst>
                <a:ext uri="{FF2B5EF4-FFF2-40B4-BE49-F238E27FC236}">
                  <a16:creationId xmlns:a16="http://schemas.microsoft.com/office/drawing/2014/main" id="{C40BD68E-C0B4-2449-7B9D-07672EE9C21D}"/>
                </a:ext>
              </a:extLst>
            </p:cNvPr>
            <p:cNvSpPr/>
            <p:nvPr/>
          </p:nvSpPr>
          <p:spPr>
            <a:xfrm>
              <a:off x="1797350" y="3699325"/>
              <a:ext cx="142475" cy="100675"/>
            </a:xfrm>
            <a:custGeom>
              <a:avLst/>
              <a:gdLst/>
              <a:ahLst/>
              <a:cxnLst/>
              <a:rect l="l" t="t" r="r" b="b"/>
              <a:pathLst>
                <a:path w="5699" h="4027" extrusionOk="0">
                  <a:moveTo>
                    <a:pt x="763" y="0"/>
                  </a:moveTo>
                  <a:cubicBezTo>
                    <a:pt x="510" y="0"/>
                    <a:pt x="257" y="91"/>
                    <a:pt x="89" y="298"/>
                  </a:cubicBezTo>
                  <a:cubicBezTo>
                    <a:pt x="33" y="364"/>
                    <a:pt x="0" y="498"/>
                    <a:pt x="67" y="542"/>
                  </a:cubicBezTo>
                  <a:cubicBezTo>
                    <a:pt x="100" y="564"/>
                    <a:pt x="122" y="564"/>
                    <a:pt x="156" y="575"/>
                  </a:cubicBezTo>
                  <a:cubicBezTo>
                    <a:pt x="389" y="587"/>
                    <a:pt x="622" y="609"/>
                    <a:pt x="855" y="631"/>
                  </a:cubicBezTo>
                  <a:cubicBezTo>
                    <a:pt x="833" y="629"/>
                    <a:pt x="810" y="628"/>
                    <a:pt x="787" y="628"/>
                  </a:cubicBezTo>
                  <a:cubicBezTo>
                    <a:pt x="520" y="628"/>
                    <a:pt x="251" y="748"/>
                    <a:pt x="67" y="953"/>
                  </a:cubicBezTo>
                  <a:cubicBezTo>
                    <a:pt x="33" y="986"/>
                    <a:pt x="0" y="1031"/>
                    <a:pt x="11" y="1075"/>
                  </a:cubicBezTo>
                  <a:cubicBezTo>
                    <a:pt x="33" y="1130"/>
                    <a:pt x="111" y="1142"/>
                    <a:pt x="166" y="1142"/>
                  </a:cubicBezTo>
                  <a:lnTo>
                    <a:pt x="1067" y="1108"/>
                  </a:lnTo>
                  <a:lnTo>
                    <a:pt x="1067" y="1108"/>
                  </a:lnTo>
                  <a:cubicBezTo>
                    <a:pt x="778" y="1120"/>
                    <a:pt x="489" y="1219"/>
                    <a:pt x="233" y="1397"/>
                  </a:cubicBezTo>
                  <a:cubicBezTo>
                    <a:pt x="166" y="1441"/>
                    <a:pt x="89" y="1508"/>
                    <a:pt x="89" y="1597"/>
                  </a:cubicBezTo>
                  <a:cubicBezTo>
                    <a:pt x="89" y="1720"/>
                    <a:pt x="211" y="1786"/>
                    <a:pt x="322" y="1786"/>
                  </a:cubicBezTo>
                  <a:cubicBezTo>
                    <a:pt x="433" y="1786"/>
                    <a:pt x="533" y="1730"/>
                    <a:pt x="633" y="1697"/>
                  </a:cubicBezTo>
                  <a:cubicBezTo>
                    <a:pt x="694" y="1680"/>
                    <a:pt x="755" y="1672"/>
                    <a:pt x="816" y="1672"/>
                  </a:cubicBezTo>
                  <a:cubicBezTo>
                    <a:pt x="1070" y="1672"/>
                    <a:pt x="1321" y="1809"/>
                    <a:pt x="1499" y="1997"/>
                  </a:cubicBezTo>
                  <a:cubicBezTo>
                    <a:pt x="1733" y="2231"/>
                    <a:pt x="1889" y="2519"/>
                    <a:pt x="2066" y="2797"/>
                  </a:cubicBezTo>
                  <a:cubicBezTo>
                    <a:pt x="2333" y="3186"/>
                    <a:pt x="2666" y="3530"/>
                    <a:pt x="3033" y="3819"/>
                  </a:cubicBezTo>
                  <a:cubicBezTo>
                    <a:pt x="3176" y="3926"/>
                    <a:pt x="3348" y="4027"/>
                    <a:pt x="3520" y="4027"/>
                  </a:cubicBezTo>
                  <a:cubicBezTo>
                    <a:pt x="3562" y="4027"/>
                    <a:pt x="3603" y="4021"/>
                    <a:pt x="3644" y="4008"/>
                  </a:cubicBezTo>
                  <a:cubicBezTo>
                    <a:pt x="3766" y="3952"/>
                    <a:pt x="3866" y="3841"/>
                    <a:pt x="3955" y="3730"/>
                  </a:cubicBezTo>
                  <a:cubicBezTo>
                    <a:pt x="4432" y="3152"/>
                    <a:pt x="5221" y="2175"/>
                    <a:pt x="5699" y="1597"/>
                  </a:cubicBezTo>
                  <a:cubicBezTo>
                    <a:pt x="5521" y="1441"/>
                    <a:pt x="4799" y="1308"/>
                    <a:pt x="4577" y="1286"/>
                  </a:cubicBezTo>
                  <a:cubicBezTo>
                    <a:pt x="4561" y="1283"/>
                    <a:pt x="4546" y="1282"/>
                    <a:pt x="4531" y="1282"/>
                  </a:cubicBezTo>
                  <a:cubicBezTo>
                    <a:pt x="4303" y="1282"/>
                    <a:pt x="4167" y="1588"/>
                    <a:pt x="4010" y="1797"/>
                  </a:cubicBezTo>
                  <a:cubicBezTo>
                    <a:pt x="3966" y="1853"/>
                    <a:pt x="3921" y="1920"/>
                    <a:pt x="3866" y="1952"/>
                  </a:cubicBezTo>
                  <a:cubicBezTo>
                    <a:pt x="3826" y="1973"/>
                    <a:pt x="3785" y="1981"/>
                    <a:pt x="3744" y="1981"/>
                  </a:cubicBezTo>
                  <a:cubicBezTo>
                    <a:pt x="3604" y="1981"/>
                    <a:pt x="3464" y="1880"/>
                    <a:pt x="3344" y="1786"/>
                  </a:cubicBezTo>
                  <a:cubicBezTo>
                    <a:pt x="2899" y="1409"/>
                    <a:pt x="2455" y="1019"/>
                    <a:pt x="2000" y="631"/>
                  </a:cubicBezTo>
                  <a:cubicBezTo>
                    <a:pt x="1722" y="397"/>
                    <a:pt x="1433" y="153"/>
                    <a:pt x="1100" y="53"/>
                  </a:cubicBezTo>
                  <a:cubicBezTo>
                    <a:pt x="993" y="19"/>
                    <a:pt x="878" y="0"/>
                    <a:pt x="7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1">
              <a:extLst>
                <a:ext uri="{FF2B5EF4-FFF2-40B4-BE49-F238E27FC236}">
                  <a16:creationId xmlns:a16="http://schemas.microsoft.com/office/drawing/2014/main" id="{EF7D2F49-8735-D221-C5C8-23C38232228E}"/>
                </a:ext>
              </a:extLst>
            </p:cNvPr>
            <p:cNvSpPr/>
            <p:nvPr/>
          </p:nvSpPr>
          <p:spPr>
            <a:xfrm>
              <a:off x="1894250" y="3736450"/>
              <a:ext cx="28925" cy="26700"/>
            </a:xfrm>
            <a:custGeom>
              <a:avLst/>
              <a:gdLst/>
              <a:ahLst/>
              <a:cxnLst/>
              <a:rect l="l" t="t" r="r" b="b"/>
              <a:pathLst>
                <a:path w="1157" h="1068" extrusionOk="0">
                  <a:moveTo>
                    <a:pt x="1156" y="934"/>
                  </a:moveTo>
                  <a:lnTo>
                    <a:pt x="1156" y="934"/>
                  </a:lnTo>
                  <a:cubicBezTo>
                    <a:pt x="1112" y="978"/>
                    <a:pt x="1079" y="1023"/>
                    <a:pt x="1045" y="1067"/>
                  </a:cubicBezTo>
                  <a:lnTo>
                    <a:pt x="1045" y="1067"/>
                  </a:lnTo>
                  <a:cubicBezTo>
                    <a:pt x="1079" y="1023"/>
                    <a:pt x="1112" y="978"/>
                    <a:pt x="1156" y="934"/>
                  </a:cubicBezTo>
                  <a:close/>
                  <a:moveTo>
                    <a:pt x="346" y="1"/>
                  </a:moveTo>
                  <a:cubicBezTo>
                    <a:pt x="279" y="101"/>
                    <a:pt x="201" y="223"/>
                    <a:pt x="134" y="312"/>
                  </a:cubicBezTo>
                  <a:cubicBezTo>
                    <a:pt x="90" y="368"/>
                    <a:pt x="45" y="423"/>
                    <a:pt x="1" y="457"/>
                  </a:cubicBezTo>
                  <a:lnTo>
                    <a:pt x="1" y="457"/>
                  </a:lnTo>
                  <a:cubicBezTo>
                    <a:pt x="45" y="423"/>
                    <a:pt x="90" y="368"/>
                    <a:pt x="134" y="312"/>
                  </a:cubicBezTo>
                  <a:cubicBezTo>
                    <a:pt x="201" y="223"/>
                    <a:pt x="279" y="101"/>
                    <a:pt x="346"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1">
              <a:extLst>
                <a:ext uri="{FF2B5EF4-FFF2-40B4-BE49-F238E27FC236}">
                  <a16:creationId xmlns:a16="http://schemas.microsoft.com/office/drawing/2014/main" id="{54FC655E-FF98-1D2F-25EB-B4BBE0B7F26D}"/>
                </a:ext>
              </a:extLst>
            </p:cNvPr>
            <p:cNvSpPr/>
            <p:nvPr/>
          </p:nvSpPr>
          <p:spPr>
            <a:xfrm>
              <a:off x="1923150" y="3757000"/>
              <a:ext cx="1975" cy="2825"/>
            </a:xfrm>
            <a:custGeom>
              <a:avLst/>
              <a:gdLst/>
              <a:ahLst/>
              <a:cxnLst/>
              <a:rect l="l" t="t" r="r" b="b"/>
              <a:pathLst>
                <a:path w="79" h="113" extrusionOk="0">
                  <a:moveTo>
                    <a:pt x="78" y="1"/>
                  </a:moveTo>
                  <a:cubicBezTo>
                    <a:pt x="56" y="45"/>
                    <a:pt x="22" y="79"/>
                    <a:pt x="0" y="112"/>
                  </a:cubicBezTo>
                  <a:lnTo>
                    <a:pt x="0" y="112"/>
                  </a:lnTo>
                  <a:cubicBezTo>
                    <a:pt x="22" y="79"/>
                    <a:pt x="56" y="45"/>
                    <a:pt x="78" y="1"/>
                  </a:cubicBez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1">
              <a:extLst>
                <a:ext uri="{FF2B5EF4-FFF2-40B4-BE49-F238E27FC236}">
                  <a16:creationId xmlns:a16="http://schemas.microsoft.com/office/drawing/2014/main" id="{2BA47539-4297-CAEE-CC1C-CB9ED7E92C33}"/>
                </a:ext>
              </a:extLst>
            </p:cNvPr>
            <p:cNvSpPr/>
            <p:nvPr/>
          </p:nvSpPr>
          <p:spPr>
            <a:xfrm>
              <a:off x="1894250" y="3736450"/>
              <a:ext cx="31425" cy="26700"/>
            </a:xfrm>
            <a:custGeom>
              <a:avLst/>
              <a:gdLst/>
              <a:ahLst/>
              <a:cxnLst/>
              <a:rect l="l" t="t" r="r" b="b"/>
              <a:pathLst>
                <a:path w="1257" h="1068" extrusionOk="0">
                  <a:moveTo>
                    <a:pt x="346" y="1"/>
                  </a:moveTo>
                  <a:cubicBezTo>
                    <a:pt x="279" y="101"/>
                    <a:pt x="201" y="223"/>
                    <a:pt x="134" y="312"/>
                  </a:cubicBezTo>
                  <a:cubicBezTo>
                    <a:pt x="90" y="368"/>
                    <a:pt x="45" y="423"/>
                    <a:pt x="1" y="457"/>
                  </a:cubicBezTo>
                  <a:cubicBezTo>
                    <a:pt x="112" y="601"/>
                    <a:pt x="257" y="657"/>
                    <a:pt x="445" y="657"/>
                  </a:cubicBezTo>
                  <a:cubicBezTo>
                    <a:pt x="578" y="657"/>
                    <a:pt x="734" y="623"/>
                    <a:pt x="901" y="556"/>
                  </a:cubicBezTo>
                  <a:cubicBezTo>
                    <a:pt x="912" y="546"/>
                    <a:pt x="934" y="546"/>
                    <a:pt x="945" y="546"/>
                  </a:cubicBezTo>
                  <a:cubicBezTo>
                    <a:pt x="1001" y="546"/>
                    <a:pt x="1045" y="601"/>
                    <a:pt x="1045" y="667"/>
                  </a:cubicBezTo>
                  <a:cubicBezTo>
                    <a:pt x="1045" y="801"/>
                    <a:pt x="1034" y="934"/>
                    <a:pt x="1045" y="1067"/>
                  </a:cubicBezTo>
                  <a:cubicBezTo>
                    <a:pt x="1079" y="1023"/>
                    <a:pt x="1112" y="978"/>
                    <a:pt x="1156" y="934"/>
                  </a:cubicBezTo>
                  <a:cubicBezTo>
                    <a:pt x="1178" y="901"/>
                    <a:pt x="1212" y="867"/>
                    <a:pt x="1234" y="823"/>
                  </a:cubicBezTo>
                  <a:cubicBezTo>
                    <a:pt x="1123" y="623"/>
                    <a:pt x="1101" y="356"/>
                    <a:pt x="1257" y="179"/>
                  </a:cubicBezTo>
                  <a:lnTo>
                    <a:pt x="1257" y="179"/>
                  </a:lnTo>
                  <a:cubicBezTo>
                    <a:pt x="1156" y="201"/>
                    <a:pt x="1057" y="212"/>
                    <a:pt x="956" y="212"/>
                  </a:cubicBezTo>
                  <a:cubicBezTo>
                    <a:pt x="734" y="212"/>
                    <a:pt x="512" y="146"/>
                    <a:pt x="346"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1">
              <a:extLst>
                <a:ext uri="{FF2B5EF4-FFF2-40B4-BE49-F238E27FC236}">
                  <a16:creationId xmlns:a16="http://schemas.microsoft.com/office/drawing/2014/main" id="{04177B0C-883B-42DA-367B-CBEE31BC2083}"/>
                </a:ext>
              </a:extLst>
            </p:cNvPr>
            <p:cNvSpPr/>
            <p:nvPr/>
          </p:nvSpPr>
          <p:spPr>
            <a:xfrm>
              <a:off x="1874250" y="3638100"/>
              <a:ext cx="142775" cy="129425"/>
            </a:xfrm>
            <a:custGeom>
              <a:avLst/>
              <a:gdLst/>
              <a:ahLst/>
              <a:cxnLst/>
              <a:rect l="l" t="t" r="r" b="b"/>
              <a:pathLst>
                <a:path w="5711" h="5177" extrusionOk="0">
                  <a:moveTo>
                    <a:pt x="2995" y="1"/>
                  </a:moveTo>
                  <a:cubicBezTo>
                    <a:pt x="2992" y="1"/>
                    <a:pt x="2991" y="1"/>
                    <a:pt x="2990" y="2"/>
                  </a:cubicBezTo>
                  <a:cubicBezTo>
                    <a:pt x="2423" y="491"/>
                    <a:pt x="1857" y="992"/>
                    <a:pt x="1301" y="1480"/>
                  </a:cubicBezTo>
                  <a:cubicBezTo>
                    <a:pt x="968" y="1769"/>
                    <a:pt x="1" y="2325"/>
                    <a:pt x="412" y="2880"/>
                  </a:cubicBezTo>
                  <a:cubicBezTo>
                    <a:pt x="505" y="3009"/>
                    <a:pt x="668" y="3083"/>
                    <a:pt x="831" y="3083"/>
                  </a:cubicBezTo>
                  <a:cubicBezTo>
                    <a:pt x="921" y="3083"/>
                    <a:pt x="1011" y="3061"/>
                    <a:pt x="1090" y="3013"/>
                  </a:cubicBezTo>
                  <a:lnTo>
                    <a:pt x="1090" y="3013"/>
                  </a:lnTo>
                  <a:cubicBezTo>
                    <a:pt x="1035" y="3068"/>
                    <a:pt x="990" y="3135"/>
                    <a:pt x="968" y="3202"/>
                  </a:cubicBezTo>
                  <a:cubicBezTo>
                    <a:pt x="879" y="3435"/>
                    <a:pt x="946" y="3724"/>
                    <a:pt x="1123" y="3902"/>
                  </a:cubicBezTo>
                  <a:cubicBezTo>
                    <a:pt x="1288" y="4074"/>
                    <a:pt x="1524" y="4153"/>
                    <a:pt x="1762" y="4153"/>
                  </a:cubicBezTo>
                  <a:cubicBezTo>
                    <a:pt x="1861" y="4153"/>
                    <a:pt x="1961" y="4139"/>
                    <a:pt x="2057" y="4113"/>
                  </a:cubicBezTo>
                  <a:lnTo>
                    <a:pt x="2057" y="4113"/>
                  </a:lnTo>
                  <a:cubicBezTo>
                    <a:pt x="1845" y="4369"/>
                    <a:pt x="1956" y="4779"/>
                    <a:pt x="2223" y="4979"/>
                  </a:cubicBezTo>
                  <a:cubicBezTo>
                    <a:pt x="2409" y="5125"/>
                    <a:pt x="2648" y="5176"/>
                    <a:pt x="2893" y="5176"/>
                  </a:cubicBezTo>
                  <a:cubicBezTo>
                    <a:pt x="2985" y="5176"/>
                    <a:pt x="3077" y="5169"/>
                    <a:pt x="3167" y="5157"/>
                  </a:cubicBezTo>
                  <a:cubicBezTo>
                    <a:pt x="3612" y="5102"/>
                    <a:pt x="4056" y="4935"/>
                    <a:pt x="4434" y="4680"/>
                  </a:cubicBezTo>
                  <a:cubicBezTo>
                    <a:pt x="4237" y="4624"/>
                    <a:pt x="4041" y="4599"/>
                    <a:pt x="3844" y="4599"/>
                  </a:cubicBezTo>
                  <a:cubicBezTo>
                    <a:pt x="3807" y="4599"/>
                    <a:pt x="3770" y="4600"/>
                    <a:pt x="3734" y="4601"/>
                  </a:cubicBezTo>
                  <a:cubicBezTo>
                    <a:pt x="4222" y="4446"/>
                    <a:pt x="4689" y="4213"/>
                    <a:pt x="5123" y="3924"/>
                  </a:cubicBezTo>
                  <a:cubicBezTo>
                    <a:pt x="5022" y="3884"/>
                    <a:pt x="4914" y="3864"/>
                    <a:pt x="4805" y="3864"/>
                  </a:cubicBezTo>
                  <a:cubicBezTo>
                    <a:pt x="4733" y="3864"/>
                    <a:pt x="4660" y="3873"/>
                    <a:pt x="4589" y="3890"/>
                  </a:cubicBezTo>
                  <a:cubicBezTo>
                    <a:pt x="4867" y="3635"/>
                    <a:pt x="5145" y="3369"/>
                    <a:pt x="5311" y="3036"/>
                  </a:cubicBezTo>
                  <a:cubicBezTo>
                    <a:pt x="5711" y="2291"/>
                    <a:pt x="5345" y="1925"/>
                    <a:pt x="4745" y="1535"/>
                  </a:cubicBezTo>
                  <a:cubicBezTo>
                    <a:pt x="4489" y="1358"/>
                    <a:pt x="4311" y="1135"/>
                    <a:pt x="4089" y="925"/>
                  </a:cubicBezTo>
                  <a:cubicBezTo>
                    <a:pt x="4014" y="849"/>
                    <a:pt x="3081" y="1"/>
                    <a:pt x="2995" y="1"/>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1">
              <a:extLst>
                <a:ext uri="{FF2B5EF4-FFF2-40B4-BE49-F238E27FC236}">
                  <a16:creationId xmlns:a16="http://schemas.microsoft.com/office/drawing/2014/main" id="{C9B931E6-2354-4838-D97E-2536EC9B32B7}"/>
                </a:ext>
              </a:extLst>
            </p:cNvPr>
            <p:cNvSpPr/>
            <p:nvPr/>
          </p:nvSpPr>
          <p:spPr>
            <a:xfrm>
              <a:off x="1884250" y="3709800"/>
              <a:ext cx="17550" cy="25575"/>
            </a:xfrm>
            <a:custGeom>
              <a:avLst/>
              <a:gdLst/>
              <a:ahLst/>
              <a:cxnLst/>
              <a:rect l="l" t="t" r="r" b="b"/>
              <a:pathLst>
                <a:path w="702" h="1023" extrusionOk="0">
                  <a:moveTo>
                    <a:pt x="690" y="145"/>
                  </a:moveTo>
                  <a:lnTo>
                    <a:pt x="690" y="145"/>
                  </a:lnTo>
                  <a:cubicBezTo>
                    <a:pt x="635" y="200"/>
                    <a:pt x="590" y="267"/>
                    <a:pt x="568" y="334"/>
                  </a:cubicBezTo>
                  <a:cubicBezTo>
                    <a:pt x="479" y="556"/>
                    <a:pt x="534" y="834"/>
                    <a:pt x="701" y="1022"/>
                  </a:cubicBezTo>
                  <a:cubicBezTo>
                    <a:pt x="534" y="834"/>
                    <a:pt x="479" y="556"/>
                    <a:pt x="568" y="334"/>
                  </a:cubicBezTo>
                  <a:cubicBezTo>
                    <a:pt x="590" y="267"/>
                    <a:pt x="635" y="200"/>
                    <a:pt x="690" y="145"/>
                  </a:cubicBezTo>
                  <a:close/>
                  <a:moveTo>
                    <a:pt x="12" y="12"/>
                  </a:moveTo>
                  <a:lnTo>
                    <a:pt x="12" y="12"/>
                  </a:lnTo>
                  <a:lnTo>
                    <a:pt x="12" y="12"/>
                  </a:lnTo>
                  <a:close/>
                  <a:moveTo>
                    <a:pt x="12" y="0"/>
                  </a:moveTo>
                  <a:lnTo>
                    <a:pt x="12" y="12"/>
                  </a:lnTo>
                  <a:lnTo>
                    <a:pt x="12" y="0"/>
                  </a:lnTo>
                  <a:close/>
                  <a:moveTo>
                    <a:pt x="1" y="0"/>
                  </a:moveTo>
                  <a:lnTo>
                    <a:pt x="1" y="0"/>
                  </a:lnTo>
                  <a:lnTo>
                    <a:pt x="1" y="0"/>
                  </a:lnTo>
                  <a:close/>
                  <a:moveTo>
                    <a:pt x="1" y="0"/>
                  </a:moveTo>
                  <a:lnTo>
                    <a:pt x="1" y="0"/>
                  </a:lnTo>
                  <a:lnTo>
                    <a:pt x="1" y="0"/>
                  </a:lnTo>
                  <a:close/>
                  <a:moveTo>
                    <a:pt x="1" y="0"/>
                  </a:moveTo>
                  <a:lnTo>
                    <a:pt x="1" y="0"/>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1">
              <a:extLst>
                <a:ext uri="{FF2B5EF4-FFF2-40B4-BE49-F238E27FC236}">
                  <a16:creationId xmlns:a16="http://schemas.microsoft.com/office/drawing/2014/main" id="{E8CACA3D-53CE-CDAD-D399-192C91F9EEF8}"/>
                </a:ext>
              </a:extLst>
            </p:cNvPr>
            <p:cNvSpPr/>
            <p:nvPr/>
          </p:nvSpPr>
          <p:spPr>
            <a:xfrm>
              <a:off x="1881775" y="3700350"/>
              <a:ext cx="42500" cy="41425"/>
            </a:xfrm>
            <a:custGeom>
              <a:avLst/>
              <a:gdLst/>
              <a:ahLst/>
              <a:cxnLst/>
              <a:rect l="l" t="t" r="r" b="b"/>
              <a:pathLst>
                <a:path w="1700" h="1657" extrusionOk="0">
                  <a:moveTo>
                    <a:pt x="23" y="1"/>
                  </a:moveTo>
                  <a:cubicBezTo>
                    <a:pt x="0" y="123"/>
                    <a:pt x="11" y="245"/>
                    <a:pt x="100" y="378"/>
                  </a:cubicBezTo>
                  <a:lnTo>
                    <a:pt x="111" y="378"/>
                  </a:lnTo>
                  <a:lnTo>
                    <a:pt x="111" y="390"/>
                  </a:lnTo>
                  <a:cubicBezTo>
                    <a:pt x="211" y="523"/>
                    <a:pt x="366" y="590"/>
                    <a:pt x="534" y="590"/>
                  </a:cubicBezTo>
                  <a:cubicBezTo>
                    <a:pt x="622" y="590"/>
                    <a:pt x="711" y="568"/>
                    <a:pt x="789" y="523"/>
                  </a:cubicBezTo>
                  <a:lnTo>
                    <a:pt x="789" y="523"/>
                  </a:lnTo>
                  <a:cubicBezTo>
                    <a:pt x="734" y="578"/>
                    <a:pt x="689" y="645"/>
                    <a:pt x="667" y="712"/>
                  </a:cubicBezTo>
                  <a:cubicBezTo>
                    <a:pt x="578" y="934"/>
                    <a:pt x="633" y="1212"/>
                    <a:pt x="800" y="1400"/>
                  </a:cubicBezTo>
                  <a:cubicBezTo>
                    <a:pt x="811" y="1400"/>
                    <a:pt x="811" y="1412"/>
                    <a:pt x="822" y="1412"/>
                  </a:cubicBezTo>
                  <a:cubicBezTo>
                    <a:pt x="989" y="1578"/>
                    <a:pt x="1222" y="1656"/>
                    <a:pt x="1455" y="1656"/>
                  </a:cubicBezTo>
                  <a:cubicBezTo>
                    <a:pt x="1544" y="1656"/>
                    <a:pt x="1622" y="1645"/>
                    <a:pt x="1700" y="1634"/>
                  </a:cubicBezTo>
                  <a:cubicBezTo>
                    <a:pt x="1322" y="1412"/>
                    <a:pt x="1166" y="934"/>
                    <a:pt x="1144" y="490"/>
                  </a:cubicBezTo>
                  <a:cubicBezTo>
                    <a:pt x="667" y="490"/>
                    <a:pt x="267" y="323"/>
                    <a:pt x="23"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1">
              <a:extLst>
                <a:ext uri="{FF2B5EF4-FFF2-40B4-BE49-F238E27FC236}">
                  <a16:creationId xmlns:a16="http://schemas.microsoft.com/office/drawing/2014/main" id="{B769F62E-2540-C7AD-42C6-4F0C6773D3BF}"/>
                </a:ext>
              </a:extLst>
            </p:cNvPr>
            <p:cNvSpPr/>
            <p:nvPr/>
          </p:nvSpPr>
          <p:spPr>
            <a:xfrm>
              <a:off x="1903700" y="3717950"/>
              <a:ext cx="71400" cy="43900"/>
            </a:xfrm>
            <a:custGeom>
              <a:avLst/>
              <a:gdLst/>
              <a:ahLst/>
              <a:cxnLst/>
              <a:rect l="l" t="t" r="r" b="b"/>
              <a:pathLst>
                <a:path w="2856" h="1756" extrusionOk="0">
                  <a:moveTo>
                    <a:pt x="1511" y="86"/>
                  </a:moveTo>
                  <a:lnTo>
                    <a:pt x="1511" y="86"/>
                  </a:lnTo>
                  <a:cubicBezTo>
                    <a:pt x="1434" y="185"/>
                    <a:pt x="1345" y="274"/>
                    <a:pt x="1245" y="353"/>
                  </a:cubicBezTo>
                  <a:cubicBezTo>
                    <a:pt x="1256" y="308"/>
                    <a:pt x="1278" y="264"/>
                    <a:pt x="1311" y="219"/>
                  </a:cubicBezTo>
                  <a:cubicBezTo>
                    <a:pt x="1356" y="153"/>
                    <a:pt x="1434" y="97"/>
                    <a:pt x="1511" y="86"/>
                  </a:cubicBezTo>
                  <a:close/>
                  <a:moveTo>
                    <a:pt x="1532" y="1"/>
                  </a:moveTo>
                  <a:cubicBezTo>
                    <a:pt x="1419" y="1"/>
                    <a:pt x="1312" y="80"/>
                    <a:pt x="1245" y="175"/>
                  </a:cubicBezTo>
                  <a:cubicBezTo>
                    <a:pt x="1190" y="252"/>
                    <a:pt x="1156" y="341"/>
                    <a:pt x="1134" y="430"/>
                  </a:cubicBezTo>
                  <a:cubicBezTo>
                    <a:pt x="890" y="593"/>
                    <a:pt x="601" y="690"/>
                    <a:pt x="310" y="690"/>
                  </a:cubicBezTo>
                  <a:cubicBezTo>
                    <a:pt x="244" y="690"/>
                    <a:pt x="177" y="685"/>
                    <a:pt x="112" y="674"/>
                  </a:cubicBezTo>
                  <a:lnTo>
                    <a:pt x="289" y="264"/>
                  </a:lnTo>
                  <a:lnTo>
                    <a:pt x="212" y="230"/>
                  </a:lnTo>
                  <a:lnTo>
                    <a:pt x="0" y="741"/>
                  </a:lnTo>
                  <a:lnTo>
                    <a:pt x="45" y="752"/>
                  </a:lnTo>
                  <a:cubicBezTo>
                    <a:pt x="123" y="764"/>
                    <a:pt x="201" y="770"/>
                    <a:pt x="279" y="770"/>
                  </a:cubicBezTo>
                  <a:cubicBezTo>
                    <a:pt x="569" y="770"/>
                    <a:pt x="855" y="690"/>
                    <a:pt x="1101" y="541"/>
                  </a:cubicBezTo>
                  <a:lnTo>
                    <a:pt x="1101" y="541"/>
                  </a:lnTo>
                  <a:cubicBezTo>
                    <a:pt x="1078" y="652"/>
                    <a:pt x="1045" y="775"/>
                    <a:pt x="1067" y="886"/>
                  </a:cubicBezTo>
                  <a:cubicBezTo>
                    <a:pt x="1078" y="1008"/>
                    <a:pt x="1167" y="1152"/>
                    <a:pt x="1301" y="1175"/>
                  </a:cubicBezTo>
                  <a:lnTo>
                    <a:pt x="1400" y="1175"/>
                  </a:lnTo>
                  <a:cubicBezTo>
                    <a:pt x="1378" y="1230"/>
                    <a:pt x="1367" y="1286"/>
                    <a:pt x="1367" y="1352"/>
                  </a:cubicBezTo>
                  <a:cubicBezTo>
                    <a:pt x="1378" y="1541"/>
                    <a:pt x="1511" y="1718"/>
                    <a:pt x="1678" y="1752"/>
                  </a:cubicBezTo>
                  <a:lnTo>
                    <a:pt x="1701" y="1752"/>
                  </a:lnTo>
                  <a:cubicBezTo>
                    <a:pt x="1717" y="1755"/>
                    <a:pt x="1733" y="1756"/>
                    <a:pt x="1750" y="1756"/>
                  </a:cubicBezTo>
                  <a:cubicBezTo>
                    <a:pt x="1888" y="1756"/>
                    <a:pt x="2023" y="1676"/>
                    <a:pt x="2123" y="1597"/>
                  </a:cubicBezTo>
                  <a:cubicBezTo>
                    <a:pt x="2412" y="1385"/>
                    <a:pt x="2667" y="1108"/>
                    <a:pt x="2856" y="808"/>
                  </a:cubicBezTo>
                  <a:lnTo>
                    <a:pt x="2789" y="763"/>
                  </a:lnTo>
                  <a:cubicBezTo>
                    <a:pt x="2600" y="1064"/>
                    <a:pt x="2356" y="1330"/>
                    <a:pt x="2078" y="1541"/>
                  </a:cubicBezTo>
                  <a:cubicBezTo>
                    <a:pt x="1989" y="1600"/>
                    <a:pt x="1873" y="1678"/>
                    <a:pt x="1754" y="1678"/>
                  </a:cubicBezTo>
                  <a:cubicBezTo>
                    <a:pt x="1740" y="1678"/>
                    <a:pt x="1725" y="1676"/>
                    <a:pt x="1711" y="1674"/>
                  </a:cubicBezTo>
                  <a:cubicBezTo>
                    <a:pt x="1567" y="1663"/>
                    <a:pt x="1456" y="1508"/>
                    <a:pt x="1445" y="1341"/>
                  </a:cubicBezTo>
                  <a:cubicBezTo>
                    <a:pt x="1445" y="1263"/>
                    <a:pt x="1467" y="1185"/>
                    <a:pt x="1511" y="1119"/>
                  </a:cubicBezTo>
                  <a:cubicBezTo>
                    <a:pt x="1567" y="1074"/>
                    <a:pt x="1634" y="1008"/>
                    <a:pt x="1689" y="930"/>
                  </a:cubicBezTo>
                  <a:lnTo>
                    <a:pt x="1800" y="763"/>
                  </a:lnTo>
                  <a:lnTo>
                    <a:pt x="1634" y="874"/>
                  </a:lnTo>
                  <a:cubicBezTo>
                    <a:pt x="1556" y="919"/>
                    <a:pt x="1501" y="985"/>
                    <a:pt x="1456" y="1064"/>
                  </a:cubicBezTo>
                  <a:cubicBezTo>
                    <a:pt x="1420" y="1082"/>
                    <a:pt x="1376" y="1100"/>
                    <a:pt x="1338" y="1100"/>
                  </a:cubicBezTo>
                  <a:cubicBezTo>
                    <a:pt x="1329" y="1100"/>
                    <a:pt x="1320" y="1099"/>
                    <a:pt x="1311" y="1096"/>
                  </a:cubicBezTo>
                  <a:cubicBezTo>
                    <a:pt x="1212" y="1074"/>
                    <a:pt x="1156" y="963"/>
                    <a:pt x="1145" y="874"/>
                  </a:cubicBezTo>
                  <a:cubicBezTo>
                    <a:pt x="1134" y="763"/>
                    <a:pt x="1156" y="652"/>
                    <a:pt x="1190" y="541"/>
                  </a:cubicBezTo>
                  <a:cubicBezTo>
                    <a:pt x="1190" y="519"/>
                    <a:pt x="1200" y="497"/>
                    <a:pt x="1200" y="474"/>
                  </a:cubicBezTo>
                  <a:cubicBezTo>
                    <a:pt x="1356" y="375"/>
                    <a:pt x="1501" y="230"/>
                    <a:pt x="1622" y="74"/>
                  </a:cubicBezTo>
                  <a:lnTo>
                    <a:pt x="1656" y="19"/>
                  </a:lnTo>
                  <a:lnTo>
                    <a:pt x="1589" y="8"/>
                  </a:lnTo>
                  <a:cubicBezTo>
                    <a:pt x="1570" y="3"/>
                    <a:pt x="1551" y="1"/>
                    <a:pt x="153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1">
              <a:extLst>
                <a:ext uri="{FF2B5EF4-FFF2-40B4-BE49-F238E27FC236}">
                  <a16:creationId xmlns:a16="http://schemas.microsoft.com/office/drawing/2014/main" id="{BEC910EE-7B99-C885-EACD-C826AA6B6246}"/>
                </a:ext>
              </a:extLst>
            </p:cNvPr>
            <p:cNvSpPr/>
            <p:nvPr/>
          </p:nvSpPr>
          <p:spPr>
            <a:xfrm>
              <a:off x="1797600" y="3702475"/>
              <a:ext cx="9475" cy="9300"/>
            </a:xfrm>
            <a:custGeom>
              <a:avLst/>
              <a:gdLst/>
              <a:ahLst/>
              <a:cxnLst/>
              <a:rect l="l" t="t" r="r" b="b"/>
              <a:pathLst>
                <a:path w="379" h="372" extrusionOk="0">
                  <a:moveTo>
                    <a:pt x="347" y="0"/>
                  </a:moveTo>
                  <a:cubicBezTo>
                    <a:pt x="323" y="0"/>
                    <a:pt x="288" y="30"/>
                    <a:pt x="245" y="61"/>
                  </a:cubicBezTo>
                  <a:cubicBezTo>
                    <a:pt x="168" y="116"/>
                    <a:pt x="101" y="172"/>
                    <a:pt x="23" y="238"/>
                  </a:cubicBezTo>
                  <a:cubicBezTo>
                    <a:pt x="12" y="238"/>
                    <a:pt x="1" y="261"/>
                    <a:pt x="1" y="283"/>
                  </a:cubicBezTo>
                  <a:cubicBezTo>
                    <a:pt x="12" y="283"/>
                    <a:pt x="12" y="293"/>
                    <a:pt x="23" y="293"/>
                  </a:cubicBezTo>
                  <a:cubicBezTo>
                    <a:pt x="124" y="349"/>
                    <a:pt x="235" y="372"/>
                    <a:pt x="356" y="372"/>
                  </a:cubicBezTo>
                  <a:cubicBezTo>
                    <a:pt x="368" y="271"/>
                    <a:pt x="379" y="182"/>
                    <a:pt x="379" y="83"/>
                  </a:cubicBezTo>
                  <a:cubicBezTo>
                    <a:pt x="379" y="22"/>
                    <a:pt x="367" y="0"/>
                    <a:pt x="34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1">
              <a:extLst>
                <a:ext uri="{FF2B5EF4-FFF2-40B4-BE49-F238E27FC236}">
                  <a16:creationId xmlns:a16="http://schemas.microsoft.com/office/drawing/2014/main" id="{412B970A-5274-7DE7-EF46-2AE7BB9D7B85}"/>
                </a:ext>
              </a:extLst>
            </p:cNvPr>
            <p:cNvSpPr/>
            <p:nvPr/>
          </p:nvSpPr>
          <p:spPr>
            <a:xfrm>
              <a:off x="1797900" y="3718750"/>
              <a:ext cx="7250" cy="7300"/>
            </a:xfrm>
            <a:custGeom>
              <a:avLst/>
              <a:gdLst/>
              <a:ahLst/>
              <a:cxnLst/>
              <a:rect l="l" t="t" r="r" b="b"/>
              <a:pathLst>
                <a:path w="290" h="292" extrusionOk="0">
                  <a:moveTo>
                    <a:pt x="249" y="1"/>
                  </a:moveTo>
                  <a:cubicBezTo>
                    <a:pt x="230" y="1"/>
                    <a:pt x="204" y="33"/>
                    <a:pt x="178" y="65"/>
                  </a:cubicBezTo>
                  <a:cubicBezTo>
                    <a:pt x="122" y="109"/>
                    <a:pt x="67" y="165"/>
                    <a:pt x="23" y="220"/>
                  </a:cubicBezTo>
                  <a:cubicBezTo>
                    <a:pt x="11" y="220"/>
                    <a:pt x="0" y="242"/>
                    <a:pt x="11" y="254"/>
                  </a:cubicBezTo>
                  <a:cubicBezTo>
                    <a:pt x="11" y="254"/>
                    <a:pt x="23" y="254"/>
                    <a:pt x="23" y="265"/>
                  </a:cubicBezTo>
                  <a:cubicBezTo>
                    <a:pt x="88" y="281"/>
                    <a:pt x="153" y="291"/>
                    <a:pt x="217" y="291"/>
                  </a:cubicBezTo>
                  <a:cubicBezTo>
                    <a:pt x="241" y="291"/>
                    <a:pt x="265" y="290"/>
                    <a:pt x="289" y="287"/>
                  </a:cubicBezTo>
                  <a:cubicBezTo>
                    <a:pt x="289" y="209"/>
                    <a:pt x="289" y="131"/>
                    <a:pt x="278" y="65"/>
                  </a:cubicBezTo>
                  <a:cubicBezTo>
                    <a:pt x="273" y="18"/>
                    <a:pt x="263" y="1"/>
                    <a:pt x="24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1">
              <a:extLst>
                <a:ext uri="{FF2B5EF4-FFF2-40B4-BE49-F238E27FC236}">
                  <a16:creationId xmlns:a16="http://schemas.microsoft.com/office/drawing/2014/main" id="{05B97FB1-70F3-D2FA-138D-8DA3D5B61084}"/>
                </a:ext>
              </a:extLst>
            </p:cNvPr>
            <p:cNvSpPr/>
            <p:nvPr/>
          </p:nvSpPr>
          <p:spPr>
            <a:xfrm>
              <a:off x="1799575" y="3732250"/>
              <a:ext cx="8350" cy="8500"/>
            </a:xfrm>
            <a:custGeom>
              <a:avLst/>
              <a:gdLst/>
              <a:ahLst/>
              <a:cxnLst/>
              <a:rect l="l" t="t" r="r" b="b"/>
              <a:pathLst>
                <a:path w="334" h="340" extrusionOk="0">
                  <a:moveTo>
                    <a:pt x="281" y="0"/>
                  </a:moveTo>
                  <a:cubicBezTo>
                    <a:pt x="259" y="0"/>
                    <a:pt x="228" y="37"/>
                    <a:pt x="189" y="69"/>
                  </a:cubicBezTo>
                  <a:cubicBezTo>
                    <a:pt x="133" y="124"/>
                    <a:pt x="77" y="191"/>
                    <a:pt x="22" y="247"/>
                  </a:cubicBezTo>
                  <a:cubicBezTo>
                    <a:pt x="11" y="258"/>
                    <a:pt x="0" y="280"/>
                    <a:pt x="0" y="292"/>
                  </a:cubicBezTo>
                  <a:cubicBezTo>
                    <a:pt x="11" y="302"/>
                    <a:pt x="11" y="302"/>
                    <a:pt x="22" y="302"/>
                  </a:cubicBezTo>
                  <a:cubicBezTo>
                    <a:pt x="97" y="328"/>
                    <a:pt x="173" y="340"/>
                    <a:pt x="248" y="340"/>
                  </a:cubicBezTo>
                  <a:cubicBezTo>
                    <a:pt x="273" y="340"/>
                    <a:pt x="297" y="339"/>
                    <a:pt x="322" y="336"/>
                  </a:cubicBezTo>
                  <a:cubicBezTo>
                    <a:pt x="333" y="247"/>
                    <a:pt x="322" y="158"/>
                    <a:pt x="311" y="69"/>
                  </a:cubicBezTo>
                  <a:cubicBezTo>
                    <a:pt x="306" y="19"/>
                    <a:pt x="296" y="0"/>
                    <a:pt x="281"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1">
              <a:extLst>
                <a:ext uri="{FF2B5EF4-FFF2-40B4-BE49-F238E27FC236}">
                  <a16:creationId xmlns:a16="http://schemas.microsoft.com/office/drawing/2014/main" id="{E56E4A8E-A2C7-8109-3F6F-F0BA7ADCCFA9}"/>
                </a:ext>
              </a:extLst>
            </p:cNvPr>
            <p:cNvSpPr/>
            <p:nvPr/>
          </p:nvSpPr>
          <p:spPr>
            <a:xfrm>
              <a:off x="1898150" y="3295575"/>
              <a:ext cx="117550" cy="237050"/>
            </a:xfrm>
            <a:custGeom>
              <a:avLst/>
              <a:gdLst/>
              <a:ahLst/>
              <a:cxnLst/>
              <a:rect l="l" t="t" r="r" b="b"/>
              <a:pathLst>
                <a:path w="4702" h="9482" extrusionOk="0">
                  <a:moveTo>
                    <a:pt x="3883" y="1"/>
                  </a:moveTo>
                  <a:cubicBezTo>
                    <a:pt x="3841" y="1"/>
                    <a:pt x="3795" y="10"/>
                    <a:pt x="3744" y="29"/>
                  </a:cubicBezTo>
                  <a:cubicBezTo>
                    <a:pt x="3311" y="195"/>
                    <a:pt x="2955" y="1239"/>
                    <a:pt x="2800" y="1629"/>
                  </a:cubicBezTo>
                  <a:cubicBezTo>
                    <a:pt x="2567" y="2228"/>
                    <a:pt x="2389" y="2861"/>
                    <a:pt x="2178" y="3473"/>
                  </a:cubicBezTo>
                  <a:cubicBezTo>
                    <a:pt x="1945" y="4172"/>
                    <a:pt x="1678" y="4861"/>
                    <a:pt x="1244" y="5461"/>
                  </a:cubicBezTo>
                  <a:cubicBezTo>
                    <a:pt x="956" y="5861"/>
                    <a:pt x="600" y="6216"/>
                    <a:pt x="390" y="6660"/>
                  </a:cubicBezTo>
                  <a:cubicBezTo>
                    <a:pt x="0" y="7494"/>
                    <a:pt x="200" y="8494"/>
                    <a:pt x="612" y="9316"/>
                  </a:cubicBezTo>
                  <a:cubicBezTo>
                    <a:pt x="634" y="9371"/>
                    <a:pt x="667" y="9427"/>
                    <a:pt x="723" y="9460"/>
                  </a:cubicBezTo>
                  <a:cubicBezTo>
                    <a:pt x="750" y="9475"/>
                    <a:pt x="778" y="9481"/>
                    <a:pt x="807" y="9481"/>
                  </a:cubicBezTo>
                  <a:cubicBezTo>
                    <a:pt x="862" y="9481"/>
                    <a:pt x="920" y="9460"/>
                    <a:pt x="978" y="9438"/>
                  </a:cubicBezTo>
                  <a:cubicBezTo>
                    <a:pt x="1634" y="9160"/>
                    <a:pt x="2244" y="8805"/>
                    <a:pt x="2822" y="8371"/>
                  </a:cubicBezTo>
                  <a:cubicBezTo>
                    <a:pt x="3222" y="8060"/>
                    <a:pt x="3611" y="7705"/>
                    <a:pt x="3822" y="7250"/>
                  </a:cubicBezTo>
                  <a:cubicBezTo>
                    <a:pt x="3955" y="6927"/>
                    <a:pt x="4011" y="6583"/>
                    <a:pt x="4033" y="6238"/>
                  </a:cubicBezTo>
                  <a:cubicBezTo>
                    <a:pt x="4078" y="5438"/>
                    <a:pt x="3999" y="4639"/>
                    <a:pt x="4055" y="3850"/>
                  </a:cubicBezTo>
                  <a:cubicBezTo>
                    <a:pt x="4087" y="3417"/>
                    <a:pt x="4701" y="1"/>
                    <a:pt x="3883" y="1"/>
                  </a:cubicBezTo>
                  <a:close/>
                </a:path>
              </a:pathLst>
            </a:custGeom>
            <a:solidFill>
              <a:srgbClr val="C3D8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1">
              <a:extLst>
                <a:ext uri="{FF2B5EF4-FFF2-40B4-BE49-F238E27FC236}">
                  <a16:creationId xmlns:a16="http://schemas.microsoft.com/office/drawing/2014/main" id="{3E28F451-F346-C028-3081-48B9884F2A73}"/>
                </a:ext>
              </a:extLst>
            </p:cNvPr>
            <p:cNvSpPr/>
            <p:nvPr/>
          </p:nvSpPr>
          <p:spPr>
            <a:xfrm>
              <a:off x="1922325" y="3230050"/>
              <a:ext cx="381050" cy="497600"/>
            </a:xfrm>
            <a:custGeom>
              <a:avLst/>
              <a:gdLst/>
              <a:ahLst/>
              <a:cxnLst/>
              <a:rect l="l" t="t" r="r" b="b"/>
              <a:pathLst>
                <a:path w="15242" h="19904" extrusionOk="0">
                  <a:moveTo>
                    <a:pt x="11212" y="0"/>
                  </a:moveTo>
                  <a:cubicBezTo>
                    <a:pt x="11117" y="0"/>
                    <a:pt x="11006" y="7"/>
                    <a:pt x="10875" y="17"/>
                  </a:cubicBezTo>
                  <a:cubicBezTo>
                    <a:pt x="9265" y="128"/>
                    <a:pt x="7676" y="361"/>
                    <a:pt x="6143" y="728"/>
                  </a:cubicBezTo>
                  <a:cubicBezTo>
                    <a:pt x="5644" y="850"/>
                    <a:pt x="5155" y="950"/>
                    <a:pt x="4666" y="1061"/>
                  </a:cubicBezTo>
                  <a:cubicBezTo>
                    <a:pt x="4222" y="1172"/>
                    <a:pt x="3644" y="1250"/>
                    <a:pt x="3344" y="1594"/>
                  </a:cubicBezTo>
                  <a:cubicBezTo>
                    <a:pt x="2844" y="2183"/>
                    <a:pt x="2289" y="2994"/>
                    <a:pt x="2188" y="3783"/>
                  </a:cubicBezTo>
                  <a:cubicBezTo>
                    <a:pt x="2089" y="4694"/>
                    <a:pt x="2200" y="5671"/>
                    <a:pt x="2155" y="6593"/>
                  </a:cubicBezTo>
                  <a:cubicBezTo>
                    <a:pt x="2133" y="7215"/>
                    <a:pt x="2089" y="7837"/>
                    <a:pt x="2010" y="8459"/>
                  </a:cubicBezTo>
                  <a:cubicBezTo>
                    <a:pt x="1855" y="9659"/>
                    <a:pt x="1588" y="10848"/>
                    <a:pt x="1111" y="11970"/>
                  </a:cubicBezTo>
                  <a:cubicBezTo>
                    <a:pt x="1422" y="11948"/>
                    <a:pt x="1733" y="11814"/>
                    <a:pt x="1966" y="11592"/>
                  </a:cubicBezTo>
                  <a:lnTo>
                    <a:pt x="1966" y="11592"/>
                  </a:lnTo>
                  <a:cubicBezTo>
                    <a:pt x="1855" y="12214"/>
                    <a:pt x="1000" y="12525"/>
                    <a:pt x="988" y="13159"/>
                  </a:cubicBezTo>
                  <a:cubicBezTo>
                    <a:pt x="1333" y="13003"/>
                    <a:pt x="1677" y="12858"/>
                    <a:pt x="2022" y="12714"/>
                  </a:cubicBezTo>
                  <a:lnTo>
                    <a:pt x="2022" y="12714"/>
                  </a:lnTo>
                  <a:cubicBezTo>
                    <a:pt x="1022" y="14280"/>
                    <a:pt x="0" y="16435"/>
                    <a:pt x="1467" y="18057"/>
                  </a:cubicBezTo>
                  <a:cubicBezTo>
                    <a:pt x="2044" y="18691"/>
                    <a:pt x="2844" y="19091"/>
                    <a:pt x="3677" y="19324"/>
                  </a:cubicBezTo>
                  <a:cubicBezTo>
                    <a:pt x="4510" y="19558"/>
                    <a:pt x="5377" y="19635"/>
                    <a:pt x="6232" y="19724"/>
                  </a:cubicBezTo>
                  <a:cubicBezTo>
                    <a:pt x="7086" y="19815"/>
                    <a:pt x="7988" y="19904"/>
                    <a:pt x="8885" y="19904"/>
                  </a:cubicBezTo>
                  <a:cubicBezTo>
                    <a:pt x="10295" y="19904"/>
                    <a:pt x="11693" y="19683"/>
                    <a:pt x="12875" y="18902"/>
                  </a:cubicBezTo>
                  <a:cubicBezTo>
                    <a:pt x="13953" y="18202"/>
                    <a:pt x="14797" y="17158"/>
                    <a:pt x="15242" y="15947"/>
                  </a:cubicBezTo>
                  <a:lnTo>
                    <a:pt x="15242" y="15947"/>
                  </a:lnTo>
                  <a:lnTo>
                    <a:pt x="14975" y="16247"/>
                  </a:lnTo>
                  <a:cubicBezTo>
                    <a:pt x="15052" y="15625"/>
                    <a:pt x="15042" y="15014"/>
                    <a:pt x="15030" y="14391"/>
                  </a:cubicBezTo>
                  <a:cubicBezTo>
                    <a:pt x="15008" y="13703"/>
                    <a:pt x="14975" y="13014"/>
                    <a:pt x="15019" y="12337"/>
                  </a:cubicBezTo>
                  <a:cubicBezTo>
                    <a:pt x="15052" y="11748"/>
                    <a:pt x="14842" y="11204"/>
                    <a:pt x="14842" y="10626"/>
                  </a:cubicBezTo>
                  <a:lnTo>
                    <a:pt x="14842" y="10626"/>
                  </a:lnTo>
                  <a:cubicBezTo>
                    <a:pt x="14864" y="10792"/>
                    <a:pt x="15008" y="10925"/>
                    <a:pt x="15163" y="10948"/>
                  </a:cubicBezTo>
                  <a:cubicBezTo>
                    <a:pt x="15130" y="8837"/>
                    <a:pt x="14753" y="6726"/>
                    <a:pt x="14052" y="4738"/>
                  </a:cubicBezTo>
                  <a:cubicBezTo>
                    <a:pt x="13709" y="3749"/>
                    <a:pt x="13275" y="2783"/>
                    <a:pt x="12775" y="1850"/>
                  </a:cubicBezTo>
                  <a:cubicBezTo>
                    <a:pt x="12531" y="1383"/>
                    <a:pt x="12253" y="939"/>
                    <a:pt x="11964" y="495"/>
                  </a:cubicBezTo>
                  <a:cubicBezTo>
                    <a:pt x="11711" y="93"/>
                    <a:pt x="11561" y="0"/>
                    <a:pt x="11212" y="0"/>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1">
              <a:extLst>
                <a:ext uri="{FF2B5EF4-FFF2-40B4-BE49-F238E27FC236}">
                  <a16:creationId xmlns:a16="http://schemas.microsoft.com/office/drawing/2014/main" id="{55EA8F34-90DD-550D-C73C-B8919215A5BC}"/>
                </a:ext>
              </a:extLst>
            </p:cNvPr>
            <p:cNvSpPr/>
            <p:nvPr/>
          </p:nvSpPr>
          <p:spPr>
            <a:xfrm>
              <a:off x="2236975" y="3267950"/>
              <a:ext cx="66400" cy="368300"/>
            </a:xfrm>
            <a:custGeom>
              <a:avLst/>
              <a:gdLst/>
              <a:ahLst/>
              <a:cxnLst/>
              <a:rect l="l" t="t" r="r" b="b"/>
              <a:pathLst>
                <a:path w="2656" h="14732" extrusionOk="0">
                  <a:moveTo>
                    <a:pt x="2656" y="14431"/>
                  </a:moveTo>
                  <a:lnTo>
                    <a:pt x="2389" y="14731"/>
                  </a:lnTo>
                  <a:lnTo>
                    <a:pt x="2389" y="14731"/>
                  </a:lnTo>
                  <a:lnTo>
                    <a:pt x="2656" y="14431"/>
                  </a:lnTo>
                  <a:lnTo>
                    <a:pt x="2656" y="14431"/>
                  </a:lnTo>
                  <a:close/>
                  <a:moveTo>
                    <a:pt x="2256" y="9110"/>
                  </a:moveTo>
                  <a:cubicBezTo>
                    <a:pt x="2256" y="9688"/>
                    <a:pt x="2466" y="10232"/>
                    <a:pt x="2433" y="10821"/>
                  </a:cubicBezTo>
                  <a:cubicBezTo>
                    <a:pt x="2389" y="11498"/>
                    <a:pt x="2422" y="12187"/>
                    <a:pt x="2444" y="12875"/>
                  </a:cubicBezTo>
                  <a:cubicBezTo>
                    <a:pt x="2444" y="13109"/>
                    <a:pt x="2456" y="13342"/>
                    <a:pt x="2456" y="13576"/>
                  </a:cubicBezTo>
                  <a:cubicBezTo>
                    <a:pt x="2456" y="13342"/>
                    <a:pt x="2444" y="13109"/>
                    <a:pt x="2444" y="12875"/>
                  </a:cubicBezTo>
                  <a:cubicBezTo>
                    <a:pt x="2422" y="12187"/>
                    <a:pt x="2389" y="11498"/>
                    <a:pt x="2433" y="10821"/>
                  </a:cubicBezTo>
                  <a:cubicBezTo>
                    <a:pt x="2466" y="10232"/>
                    <a:pt x="2256" y="9688"/>
                    <a:pt x="2256" y="9110"/>
                  </a:cubicBezTo>
                  <a:lnTo>
                    <a:pt x="2256" y="9110"/>
                  </a:lnTo>
                  <a:close/>
                  <a:moveTo>
                    <a:pt x="1711" y="3955"/>
                  </a:moveTo>
                  <a:lnTo>
                    <a:pt x="1711" y="3955"/>
                  </a:lnTo>
                  <a:cubicBezTo>
                    <a:pt x="2256" y="5733"/>
                    <a:pt x="2555" y="7577"/>
                    <a:pt x="2577" y="9432"/>
                  </a:cubicBezTo>
                  <a:lnTo>
                    <a:pt x="2577" y="9432"/>
                  </a:lnTo>
                  <a:cubicBezTo>
                    <a:pt x="2555" y="7577"/>
                    <a:pt x="2256" y="5733"/>
                    <a:pt x="1711" y="3955"/>
                  </a:cubicBezTo>
                  <a:close/>
                  <a:moveTo>
                    <a:pt x="0" y="1"/>
                  </a:moveTo>
                  <a:cubicBezTo>
                    <a:pt x="67" y="112"/>
                    <a:pt x="133" y="223"/>
                    <a:pt x="189" y="334"/>
                  </a:cubicBezTo>
                  <a:cubicBezTo>
                    <a:pt x="634" y="1167"/>
                    <a:pt x="1022" y="2023"/>
                    <a:pt x="1355" y="2900"/>
                  </a:cubicBezTo>
                  <a:lnTo>
                    <a:pt x="1355" y="2900"/>
                  </a:lnTo>
                  <a:cubicBezTo>
                    <a:pt x="1022" y="2023"/>
                    <a:pt x="634" y="1167"/>
                    <a:pt x="189" y="334"/>
                  </a:cubicBezTo>
                  <a:cubicBezTo>
                    <a:pt x="133" y="223"/>
                    <a:pt x="67" y="112"/>
                    <a:pt x="0" y="1"/>
                  </a:cubicBezTo>
                  <a:close/>
                </a:path>
              </a:pathLst>
            </a:custGeom>
            <a:solidFill>
              <a:srgbClr val="E2EC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1">
              <a:extLst>
                <a:ext uri="{FF2B5EF4-FFF2-40B4-BE49-F238E27FC236}">
                  <a16:creationId xmlns:a16="http://schemas.microsoft.com/office/drawing/2014/main" id="{8BCD87E9-18BE-DD5A-B7C5-8251B0613416}"/>
                </a:ext>
              </a:extLst>
            </p:cNvPr>
            <p:cNvSpPr/>
            <p:nvPr/>
          </p:nvSpPr>
          <p:spPr>
            <a:xfrm>
              <a:off x="2062300" y="3713125"/>
              <a:ext cx="162750" cy="11150"/>
            </a:xfrm>
            <a:custGeom>
              <a:avLst/>
              <a:gdLst/>
              <a:ahLst/>
              <a:cxnLst/>
              <a:rect l="l" t="t" r="r" b="b"/>
              <a:pathLst>
                <a:path w="6510" h="446" extrusionOk="0">
                  <a:moveTo>
                    <a:pt x="0" y="334"/>
                  </a:moveTo>
                  <a:lnTo>
                    <a:pt x="633" y="401"/>
                  </a:lnTo>
                  <a:cubicBezTo>
                    <a:pt x="644" y="401"/>
                    <a:pt x="667" y="401"/>
                    <a:pt x="677" y="412"/>
                  </a:cubicBezTo>
                  <a:lnTo>
                    <a:pt x="677" y="412"/>
                  </a:lnTo>
                  <a:cubicBezTo>
                    <a:pt x="667" y="401"/>
                    <a:pt x="644" y="401"/>
                    <a:pt x="633" y="401"/>
                  </a:cubicBezTo>
                  <a:lnTo>
                    <a:pt x="0" y="334"/>
                  </a:lnTo>
                  <a:close/>
                  <a:moveTo>
                    <a:pt x="6498" y="12"/>
                  </a:moveTo>
                  <a:cubicBezTo>
                    <a:pt x="6021" y="212"/>
                    <a:pt x="5532" y="356"/>
                    <a:pt x="5021" y="445"/>
                  </a:cubicBezTo>
                  <a:lnTo>
                    <a:pt x="5021" y="445"/>
                  </a:lnTo>
                  <a:cubicBezTo>
                    <a:pt x="5532" y="356"/>
                    <a:pt x="6021" y="212"/>
                    <a:pt x="6498" y="12"/>
                  </a:cubicBezTo>
                  <a:close/>
                  <a:moveTo>
                    <a:pt x="6510" y="1"/>
                  </a:moveTo>
                  <a:lnTo>
                    <a:pt x="6498" y="1"/>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1">
              <a:extLst>
                <a:ext uri="{FF2B5EF4-FFF2-40B4-BE49-F238E27FC236}">
                  <a16:creationId xmlns:a16="http://schemas.microsoft.com/office/drawing/2014/main" id="{0C45E826-6E03-EE0A-7440-D3385E52476F}"/>
                </a:ext>
              </a:extLst>
            </p:cNvPr>
            <p:cNvSpPr/>
            <p:nvPr/>
          </p:nvSpPr>
          <p:spPr>
            <a:xfrm>
              <a:off x="1957875" y="3680350"/>
              <a:ext cx="31675" cy="23650"/>
            </a:xfrm>
            <a:custGeom>
              <a:avLst/>
              <a:gdLst/>
              <a:ahLst/>
              <a:cxnLst/>
              <a:rect l="l" t="t" r="r" b="b"/>
              <a:pathLst>
                <a:path w="1267" h="946" extrusionOk="0">
                  <a:moveTo>
                    <a:pt x="67" y="68"/>
                  </a:moveTo>
                  <a:cubicBezTo>
                    <a:pt x="400" y="435"/>
                    <a:pt x="822" y="723"/>
                    <a:pt x="1267" y="946"/>
                  </a:cubicBezTo>
                  <a:cubicBezTo>
                    <a:pt x="822" y="723"/>
                    <a:pt x="400" y="435"/>
                    <a:pt x="67" y="68"/>
                  </a:cubicBezTo>
                  <a:close/>
                  <a:moveTo>
                    <a:pt x="33" y="35"/>
                  </a:moveTo>
                  <a:lnTo>
                    <a:pt x="33" y="35"/>
                  </a:lnTo>
                  <a:lnTo>
                    <a:pt x="33" y="35"/>
                  </a:lnTo>
                  <a:close/>
                  <a:moveTo>
                    <a:pt x="33" y="35"/>
                  </a:moveTo>
                  <a:lnTo>
                    <a:pt x="33" y="35"/>
                  </a:lnTo>
                  <a:lnTo>
                    <a:pt x="33" y="35"/>
                  </a:lnTo>
                  <a:close/>
                  <a:moveTo>
                    <a:pt x="22" y="23"/>
                  </a:moveTo>
                  <a:lnTo>
                    <a:pt x="22" y="23"/>
                  </a:lnTo>
                  <a:lnTo>
                    <a:pt x="22" y="23"/>
                  </a:lnTo>
                  <a:close/>
                  <a:moveTo>
                    <a:pt x="22" y="23"/>
                  </a:moveTo>
                  <a:lnTo>
                    <a:pt x="22" y="23"/>
                  </a:lnTo>
                  <a:lnTo>
                    <a:pt x="22" y="23"/>
                  </a:lnTo>
                  <a:close/>
                  <a:moveTo>
                    <a:pt x="22" y="12"/>
                  </a:moveTo>
                  <a:lnTo>
                    <a:pt x="22" y="12"/>
                  </a:lnTo>
                  <a:lnTo>
                    <a:pt x="22" y="12"/>
                  </a:lnTo>
                  <a:close/>
                  <a:moveTo>
                    <a:pt x="11" y="12"/>
                  </a:moveTo>
                  <a:lnTo>
                    <a:pt x="11" y="12"/>
                  </a:lnTo>
                  <a:lnTo>
                    <a:pt x="11" y="12"/>
                  </a:lnTo>
                  <a:close/>
                  <a:moveTo>
                    <a:pt x="11" y="1"/>
                  </a:moveTo>
                  <a:lnTo>
                    <a:pt x="11" y="1"/>
                  </a:lnTo>
                  <a:lnTo>
                    <a:pt x="11" y="1"/>
                  </a:lnTo>
                  <a:close/>
                  <a:moveTo>
                    <a:pt x="0" y="1"/>
                  </a:moveTo>
                  <a:lnTo>
                    <a:pt x="0" y="1"/>
                  </a:ln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1">
              <a:extLst>
                <a:ext uri="{FF2B5EF4-FFF2-40B4-BE49-F238E27FC236}">
                  <a16:creationId xmlns:a16="http://schemas.microsoft.com/office/drawing/2014/main" id="{B8F6734B-E6EC-BDCB-28B4-F616A63967CB}"/>
                </a:ext>
              </a:extLst>
            </p:cNvPr>
            <p:cNvSpPr/>
            <p:nvPr/>
          </p:nvSpPr>
          <p:spPr>
            <a:xfrm>
              <a:off x="1937575" y="3259625"/>
              <a:ext cx="365800" cy="464650"/>
            </a:xfrm>
            <a:custGeom>
              <a:avLst/>
              <a:gdLst/>
              <a:ahLst/>
              <a:cxnLst/>
              <a:rect l="l" t="t" r="r" b="b"/>
              <a:pathLst>
                <a:path w="14632" h="18586" extrusionOk="0">
                  <a:moveTo>
                    <a:pt x="11332" y="0"/>
                  </a:moveTo>
                  <a:cubicBezTo>
                    <a:pt x="11343" y="45"/>
                    <a:pt x="11343" y="89"/>
                    <a:pt x="11343" y="144"/>
                  </a:cubicBezTo>
                  <a:cubicBezTo>
                    <a:pt x="11343" y="312"/>
                    <a:pt x="11299" y="489"/>
                    <a:pt x="11210" y="645"/>
                  </a:cubicBezTo>
                  <a:cubicBezTo>
                    <a:pt x="11110" y="589"/>
                    <a:pt x="10998" y="534"/>
                    <a:pt x="10887" y="489"/>
                  </a:cubicBezTo>
                  <a:lnTo>
                    <a:pt x="10887" y="489"/>
                  </a:lnTo>
                  <a:cubicBezTo>
                    <a:pt x="10899" y="500"/>
                    <a:pt x="10899" y="511"/>
                    <a:pt x="10899" y="522"/>
                  </a:cubicBezTo>
                  <a:cubicBezTo>
                    <a:pt x="10954" y="734"/>
                    <a:pt x="10976" y="944"/>
                    <a:pt x="10976" y="1156"/>
                  </a:cubicBezTo>
                  <a:cubicBezTo>
                    <a:pt x="10976" y="1245"/>
                    <a:pt x="10976" y="1334"/>
                    <a:pt x="10966" y="1411"/>
                  </a:cubicBezTo>
                  <a:cubicBezTo>
                    <a:pt x="10976" y="1478"/>
                    <a:pt x="10988" y="1534"/>
                    <a:pt x="10998" y="1600"/>
                  </a:cubicBezTo>
                  <a:cubicBezTo>
                    <a:pt x="11010" y="1611"/>
                    <a:pt x="11010" y="1622"/>
                    <a:pt x="11010" y="1633"/>
                  </a:cubicBezTo>
                  <a:cubicBezTo>
                    <a:pt x="11032" y="1622"/>
                    <a:pt x="11054" y="1622"/>
                    <a:pt x="11077" y="1622"/>
                  </a:cubicBezTo>
                  <a:lnTo>
                    <a:pt x="11188" y="1622"/>
                  </a:lnTo>
                  <a:cubicBezTo>
                    <a:pt x="11776" y="1622"/>
                    <a:pt x="12321" y="1944"/>
                    <a:pt x="12731" y="2366"/>
                  </a:cubicBezTo>
                  <a:cubicBezTo>
                    <a:pt x="12731" y="2378"/>
                    <a:pt x="12743" y="2388"/>
                    <a:pt x="12754" y="2400"/>
                  </a:cubicBezTo>
                  <a:lnTo>
                    <a:pt x="12765" y="2411"/>
                  </a:lnTo>
                  <a:lnTo>
                    <a:pt x="12776" y="2422"/>
                  </a:lnTo>
                  <a:cubicBezTo>
                    <a:pt x="13010" y="2667"/>
                    <a:pt x="13187" y="2944"/>
                    <a:pt x="13331" y="3233"/>
                  </a:cubicBezTo>
                  <a:cubicBezTo>
                    <a:pt x="12998" y="2356"/>
                    <a:pt x="12610" y="1500"/>
                    <a:pt x="12165" y="667"/>
                  </a:cubicBezTo>
                  <a:cubicBezTo>
                    <a:pt x="12109" y="556"/>
                    <a:pt x="12043" y="445"/>
                    <a:pt x="11976" y="334"/>
                  </a:cubicBezTo>
                  <a:cubicBezTo>
                    <a:pt x="11743" y="289"/>
                    <a:pt x="11521" y="156"/>
                    <a:pt x="11332" y="0"/>
                  </a:cubicBezTo>
                  <a:close/>
                  <a:moveTo>
                    <a:pt x="13565" y="11643"/>
                  </a:moveTo>
                  <a:lnTo>
                    <a:pt x="13565" y="11643"/>
                  </a:lnTo>
                  <a:cubicBezTo>
                    <a:pt x="13743" y="12897"/>
                    <a:pt x="13521" y="14198"/>
                    <a:pt x="12921" y="15319"/>
                  </a:cubicBezTo>
                  <a:cubicBezTo>
                    <a:pt x="12887" y="15375"/>
                    <a:pt x="12787" y="15575"/>
                    <a:pt x="12610" y="15575"/>
                  </a:cubicBezTo>
                  <a:lnTo>
                    <a:pt x="12576" y="15575"/>
                  </a:lnTo>
                  <a:lnTo>
                    <a:pt x="12565" y="15541"/>
                  </a:lnTo>
                  <a:cubicBezTo>
                    <a:pt x="12554" y="15497"/>
                    <a:pt x="12554" y="15452"/>
                    <a:pt x="12543" y="15408"/>
                  </a:cubicBezTo>
                  <a:cubicBezTo>
                    <a:pt x="12121" y="16219"/>
                    <a:pt x="11354" y="16874"/>
                    <a:pt x="10465" y="17141"/>
                  </a:cubicBezTo>
                  <a:lnTo>
                    <a:pt x="10443" y="17064"/>
                  </a:lnTo>
                  <a:cubicBezTo>
                    <a:pt x="11388" y="16785"/>
                    <a:pt x="12188" y="16052"/>
                    <a:pt x="12576" y="15153"/>
                  </a:cubicBezTo>
                  <a:cubicBezTo>
                    <a:pt x="12598" y="15109"/>
                    <a:pt x="12610" y="15064"/>
                    <a:pt x="12632" y="15020"/>
                  </a:cubicBezTo>
                  <a:lnTo>
                    <a:pt x="12709" y="15053"/>
                  </a:lnTo>
                  <a:cubicBezTo>
                    <a:pt x="12687" y="15097"/>
                    <a:pt x="12676" y="15141"/>
                    <a:pt x="12654" y="15186"/>
                  </a:cubicBezTo>
                  <a:cubicBezTo>
                    <a:pt x="12620" y="15286"/>
                    <a:pt x="12620" y="15386"/>
                    <a:pt x="12632" y="15497"/>
                  </a:cubicBezTo>
                  <a:cubicBezTo>
                    <a:pt x="12709" y="15475"/>
                    <a:pt x="12787" y="15408"/>
                    <a:pt x="12854" y="15275"/>
                  </a:cubicBezTo>
                  <a:cubicBezTo>
                    <a:pt x="13442" y="14175"/>
                    <a:pt x="13665" y="12887"/>
                    <a:pt x="13487" y="11653"/>
                  </a:cubicBezTo>
                  <a:lnTo>
                    <a:pt x="13565" y="11643"/>
                  </a:lnTo>
                  <a:close/>
                  <a:moveTo>
                    <a:pt x="13687" y="4288"/>
                  </a:moveTo>
                  <a:lnTo>
                    <a:pt x="13687" y="4288"/>
                  </a:lnTo>
                  <a:cubicBezTo>
                    <a:pt x="13776" y="4699"/>
                    <a:pt x="13832" y="5121"/>
                    <a:pt x="13865" y="5543"/>
                  </a:cubicBezTo>
                  <a:cubicBezTo>
                    <a:pt x="13876" y="5688"/>
                    <a:pt x="13887" y="5844"/>
                    <a:pt x="13898" y="5999"/>
                  </a:cubicBezTo>
                  <a:cubicBezTo>
                    <a:pt x="13987" y="7165"/>
                    <a:pt x="14032" y="8354"/>
                    <a:pt x="13921" y="9510"/>
                  </a:cubicBezTo>
                  <a:cubicBezTo>
                    <a:pt x="13898" y="9787"/>
                    <a:pt x="13854" y="10065"/>
                    <a:pt x="13809" y="10342"/>
                  </a:cubicBezTo>
                  <a:cubicBezTo>
                    <a:pt x="13776" y="10542"/>
                    <a:pt x="13731" y="10742"/>
                    <a:pt x="13687" y="10932"/>
                  </a:cubicBezTo>
                  <a:cubicBezTo>
                    <a:pt x="13531" y="11564"/>
                    <a:pt x="13309" y="12164"/>
                    <a:pt x="12998" y="12731"/>
                  </a:cubicBezTo>
                  <a:cubicBezTo>
                    <a:pt x="12832" y="13031"/>
                    <a:pt x="12632" y="13320"/>
                    <a:pt x="12343" y="13509"/>
                  </a:cubicBezTo>
                  <a:cubicBezTo>
                    <a:pt x="12243" y="13575"/>
                    <a:pt x="12132" y="13642"/>
                    <a:pt x="12010" y="13687"/>
                  </a:cubicBezTo>
                  <a:cubicBezTo>
                    <a:pt x="11798" y="14230"/>
                    <a:pt x="11510" y="14741"/>
                    <a:pt x="11132" y="15208"/>
                  </a:cubicBezTo>
                  <a:cubicBezTo>
                    <a:pt x="10199" y="16341"/>
                    <a:pt x="8877" y="16886"/>
                    <a:pt x="7488" y="16886"/>
                  </a:cubicBezTo>
                  <a:cubicBezTo>
                    <a:pt x="7110" y="16886"/>
                    <a:pt x="6744" y="16852"/>
                    <a:pt x="6367" y="16775"/>
                  </a:cubicBezTo>
                  <a:lnTo>
                    <a:pt x="6367" y="16941"/>
                  </a:lnTo>
                  <a:cubicBezTo>
                    <a:pt x="6367" y="16997"/>
                    <a:pt x="6333" y="17041"/>
                    <a:pt x="6278" y="17041"/>
                  </a:cubicBezTo>
                  <a:lnTo>
                    <a:pt x="6255" y="17041"/>
                  </a:lnTo>
                  <a:cubicBezTo>
                    <a:pt x="5200" y="16941"/>
                    <a:pt x="4200" y="16497"/>
                    <a:pt x="3367" y="15830"/>
                  </a:cubicBezTo>
                  <a:lnTo>
                    <a:pt x="3367" y="15830"/>
                  </a:lnTo>
                  <a:cubicBezTo>
                    <a:pt x="3467" y="16042"/>
                    <a:pt x="3567" y="16252"/>
                    <a:pt x="3634" y="16486"/>
                  </a:cubicBezTo>
                  <a:cubicBezTo>
                    <a:pt x="3656" y="16530"/>
                    <a:pt x="3622" y="16608"/>
                    <a:pt x="3567" y="16608"/>
                  </a:cubicBezTo>
                  <a:lnTo>
                    <a:pt x="3545" y="16608"/>
                  </a:lnTo>
                  <a:cubicBezTo>
                    <a:pt x="2767" y="16608"/>
                    <a:pt x="2056" y="16075"/>
                    <a:pt x="1512" y="15564"/>
                  </a:cubicBezTo>
                  <a:cubicBezTo>
                    <a:pt x="1023" y="15097"/>
                    <a:pt x="556" y="14542"/>
                    <a:pt x="279" y="13909"/>
                  </a:cubicBezTo>
                  <a:lnTo>
                    <a:pt x="279" y="13909"/>
                  </a:lnTo>
                  <a:cubicBezTo>
                    <a:pt x="1" y="14919"/>
                    <a:pt x="45" y="15953"/>
                    <a:pt x="812" y="16830"/>
                  </a:cubicBezTo>
                  <a:lnTo>
                    <a:pt x="823" y="16830"/>
                  </a:lnTo>
                  <a:lnTo>
                    <a:pt x="823" y="16841"/>
                  </a:lnTo>
                  <a:lnTo>
                    <a:pt x="834" y="16841"/>
                  </a:lnTo>
                  <a:lnTo>
                    <a:pt x="834" y="16852"/>
                  </a:lnTo>
                  <a:cubicBezTo>
                    <a:pt x="845" y="16852"/>
                    <a:pt x="845" y="16852"/>
                    <a:pt x="845" y="16864"/>
                  </a:cubicBezTo>
                  <a:cubicBezTo>
                    <a:pt x="845" y="16864"/>
                    <a:pt x="857" y="16864"/>
                    <a:pt x="857" y="16874"/>
                  </a:cubicBezTo>
                  <a:lnTo>
                    <a:pt x="879" y="16897"/>
                  </a:lnTo>
                  <a:cubicBezTo>
                    <a:pt x="1212" y="17264"/>
                    <a:pt x="1634" y="17552"/>
                    <a:pt x="2079" y="17775"/>
                  </a:cubicBezTo>
                  <a:cubicBezTo>
                    <a:pt x="2400" y="17919"/>
                    <a:pt x="2734" y="18041"/>
                    <a:pt x="3067" y="18141"/>
                  </a:cubicBezTo>
                  <a:cubicBezTo>
                    <a:pt x="3700" y="18319"/>
                    <a:pt x="4345" y="18397"/>
                    <a:pt x="4989" y="18474"/>
                  </a:cubicBezTo>
                  <a:lnTo>
                    <a:pt x="5622" y="18541"/>
                  </a:lnTo>
                  <a:cubicBezTo>
                    <a:pt x="5633" y="18541"/>
                    <a:pt x="5656" y="18541"/>
                    <a:pt x="5666" y="18552"/>
                  </a:cubicBezTo>
                  <a:cubicBezTo>
                    <a:pt x="5678" y="18496"/>
                    <a:pt x="5678" y="18441"/>
                    <a:pt x="5688" y="18397"/>
                  </a:cubicBezTo>
                  <a:cubicBezTo>
                    <a:pt x="6044" y="18452"/>
                    <a:pt x="6399" y="18474"/>
                    <a:pt x="6744" y="18474"/>
                  </a:cubicBezTo>
                  <a:cubicBezTo>
                    <a:pt x="7611" y="18474"/>
                    <a:pt x="8477" y="18341"/>
                    <a:pt x="9322" y="18263"/>
                  </a:cubicBezTo>
                  <a:lnTo>
                    <a:pt x="10021" y="18197"/>
                  </a:lnTo>
                  <a:lnTo>
                    <a:pt x="10021" y="18241"/>
                  </a:lnTo>
                  <a:cubicBezTo>
                    <a:pt x="10010" y="18352"/>
                    <a:pt x="10010" y="18474"/>
                    <a:pt x="10010" y="18585"/>
                  </a:cubicBezTo>
                  <a:cubicBezTo>
                    <a:pt x="10521" y="18496"/>
                    <a:pt x="11010" y="18352"/>
                    <a:pt x="11487" y="18152"/>
                  </a:cubicBezTo>
                  <a:lnTo>
                    <a:pt x="11487" y="18141"/>
                  </a:lnTo>
                  <a:lnTo>
                    <a:pt x="11499" y="18141"/>
                  </a:lnTo>
                  <a:cubicBezTo>
                    <a:pt x="11765" y="18030"/>
                    <a:pt x="12021" y="17886"/>
                    <a:pt x="12265" y="17719"/>
                  </a:cubicBezTo>
                  <a:cubicBezTo>
                    <a:pt x="13343" y="17019"/>
                    <a:pt x="14187" y="15975"/>
                    <a:pt x="14632" y="14764"/>
                  </a:cubicBezTo>
                  <a:lnTo>
                    <a:pt x="14632" y="14764"/>
                  </a:lnTo>
                  <a:lnTo>
                    <a:pt x="14365" y="15064"/>
                  </a:lnTo>
                  <a:cubicBezTo>
                    <a:pt x="14409" y="14675"/>
                    <a:pt x="14432" y="14286"/>
                    <a:pt x="14432" y="13909"/>
                  </a:cubicBezTo>
                  <a:cubicBezTo>
                    <a:pt x="14432" y="13675"/>
                    <a:pt x="14420" y="13442"/>
                    <a:pt x="14420" y="13208"/>
                  </a:cubicBezTo>
                  <a:cubicBezTo>
                    <a:pt x="14398" y="12520"/>
                    <a:pt x="14365" y="11831"/>
                    <a:pt x="14409" y="11154"/>
                  </a:cubicBezTo>
                  <a:cubicBezTo>
                    <a:pt x="14442" y="10565"/>
                    <a:pt x="14232" y="10021"/>
                    <a:pt x="14232" y="9443"/>
                  </a:cubicBezTo>
                  <a:lnTo>
                    <a:pt x="14232" y="9443"/>
                  </a:lnTo>
                  <a:cubicBezTo>
                    <a:pt x="14254" y="9609"/>
                    <a:pt x="14398" y="9742"/>
                    <a:pt x="14553" y="9765"/>
                  </a:cubicBezTo>
                  <a:cubicBezTo>
                    <a:pt x="14531" y="7910"/>
                    <a:pt x="14232" y="6066"/>
                    <a:pt x="13687" y="4288"/>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1">
              <a:extLst>
                <a:ext uri="{FF2B5EF4-FFF2-40B4-BE49-F238E27FC236}">
                  <a16:creationId xmlns:a16="http://schemas.microsoft.com/office/drawing/2014/main" id="{FF613380-EFA0-5E60-2008-F80C09F612A3}"/>
                </a:ext>
              </a:extLst>
            </p:cNvPr>
            <p:cNvSpPr/>
            <p:nvPr/>
          </p:nvSpPr>
          <p:spPr>
            <a:xfrm>
              <a:off x="2221975" y="3306825"/>
              <a:ext cx="10025" cy="16400"/>
            </a:xfrm>
            <a:custGeom>
              <a:avLst/>
              <a:gdLst/>
              <a:ahLst/>
              <a:cxnLst/>
              <a:rect l="l" t="t" r="r" b="b"/>
              <a:pathLst>
                <a:path w="401" h="656" extrusionOk="0">
                  <a:moveTo>
                    <a:pt x="56" y="1"/>
                  </a:moveTo>
                  <a:lnTo>
                    <a:pt x="0" y="45"/>
                  </a:lnTo>
                  <a:cubicBezTo>
                    <a:pt x="145" y="234"/>
                    <a:pt x="245" y="434"/>
                    <a:pt x="323" y="656"/>
                  </a:cubicBezTo>
                  <a:lnTo>
                    <a:pt x="400" y="634"/>
                  </a:lnTo>
                  <a:cubicBezTo>
                    <a:pt x="323" y="401"/>
                    <a:pt x="212" y="189"/>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1">
              <a:extLst>
                <a:ext uri="{FF2B5EF4-FFF2-40B4-BE49-F238E27FC236}">
                  <a16:creationId xmlns:a16="http://schemas.microsoft.com/office/drawing/2014/main" id="{8C30F24A-8396-5738-6511-B81C48C6EE77}"/>
                </a:ext>
              </a:extLst>
            </p:cNvPr>
            <p:cNvSpPr/>
            <p:nvPr/>
          </p:nvSpPr>
          <p:spPr>
            <a:xfrm>
              <a:off x="2225025" y="3288500"/>
              <a:ext cx="6700" cy="8375"/>
            </a:xfrm>
            <a:custGeom>
              <a:avLst/>
              <a:gdLst/>
              <a:ahLst/>
              <a:cxnLst/>
              <a:rect l="l" t="t" r="r" b="b"/>
              <a:pathLst>
                <a:path w="268" h="335" extrusionOk="0">
                  <a:moveTo>
                    <a:pt x="56" y="1"/>
                  </a:moveTo>
                  <a:lnTo>
                    <a:pt x="1" y="56"/>
                  </a:lnTo>
                  <a:cubicBezTo>
                    <a:pt x="90" y="134"/>
                    <a:pt x="156" y="223"/>
                    <a:pt x="201" y="334"/>
                  </a:cubicBezTo>
                  <a:lnTo>
                    <a:pt x="267" y="312"/>
                  </a:lnTo>
                  <a:cubicBezTo>
                    <a:pt x="223" y="189"/>
                    <a:pt x="156" y="78"/>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1">
              <a:extLst>
                <a:ext uri="{FF2B5EF4-FFF2-40B4-BE49-F238E27FC236}">
                  <a16:creationId xmlns:a16="http://schemas.microsoft.com/office/drawing/2014/main" id="{D6AE9DCF-D51B-9BFF-A4A3-963347A03BAA}"/>
                </a:ext>
              </a:extLst>
            </p:cNvPr>
            <p:cNvSpPr/>
            <p:nvPr/>
          </p:nvSpPr>
          <p:spPr>
            <a:xfrm>
              <a:off x="2240300" y="3320725"/>
              <a:ext cx="7250" cy="13900"/>
            </a:xfrm>
            <a:custGeom>
              <a:avLst/>
              <a:gdLst/>
              <a:ahLst/>
              <a:cxnLst/>
              <a:rect l="l" t="t" r="r" b="b"/>
              <a:pathLst>
                <a:path w="290" h="556" extrusionOk="0">
                  <a:moveTo>
                    <a:pt x="67" y="0"/>
                  </a:moveTo>
                  <a:lnTo>
                    <a:pt x="0" y="45"/>
                  </a:lnTo>
                  <a:cubicBezTo>
                    <a:pt x="101" y="200"/>
                    <a:pt x="178" y="367"/>
                    <a:pt x="212" y="556"/>
                  </a:cubicBezTo>
                  <a:lnTo>
                    <a:pt x="289" y="534"/>
                  </a:lnTo>
                  <a:cubicBezTo>
                    <a:pt x="245" y="344"/>
                    <a:pt x="167" y="156"/>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1">
              <a:extLst>
                <a:ext uri="{FF2B5EF4-FFF2-40B4-BE49-F238E27FC236}">
                  <a16:creationId xmlns:a16="http://schemas.microsoft.com/office/drawing/2014/main" id="{9102D0A1-2072-E607-C591-282C83493BC3}"/>
                </a:ext>
              </a:extLst>
            </p:cNvPr>
            <p:cNvSpPr/>
            <p:nvPr/>
          </p:nvSpPr>
          <p:spPr>
            <a:xfrm>
              <a:off x="2220025" y="3340175"/>
              <a:ext cx="7525" cy="14450"/>
            </a:xfrm>
            <a:custGeom>
              <a:avLst/>
              <a:gdLst/>
              <a:ahLst/>
              <a:cxnLst/>
              <a:rect l="l" t="t" r="r" b="b"/>
              <a:pathLst>
                <a:path w="301" h="578" extrusionOk="0">
                  <a:moveTo>
                    <a:pt x="68" y="0"/>
                  </a:moveTo>
                  <a:lnTo>
                    <a:pt x="1" y="44"/>
                  </a:lnTo>
                  <a:cubicBezTo>
                    <a:pt x="123" y="200"/>
                    <a:pt x="201" y="378"/>
                    <a:pt x="223" y="578"/>
                  </a:cubicBezTo>
                  <a:lnTo>
                    <a:pt x="300" y="566"/>
                  </a:lnTo>
                  <a:cubicBezTo>
                    <a:pt x="278" y="356"/>
                    <a:pt x="189" y="156"/>
                    <a:pt x="6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1">
              <a:extLst>
                <a:ext uri="{FF2B5EF4-FFF2-40B4-BE49-F238E27FC236}">
                  <a16:creationId xmlns:a16="http://schemas.microsoft.com/office/drawing/2014/main" id="{042D048E-A5D9-8DC7-5BC1-7EA4FD1D8E0F}"/>
                </a:ext>
              </a:extLst>
            </p:cNvPr>
            <p:cNvSpPr/>
            <p:nvPr/>
          </p:nvSpPr>
          <p:spPr>
            <a:xfrm>
              <a:off x="2241700" y="3359050"/>
              <a:ext cx="6125" cy="21400"/>
            </a:xfrm>
            <a:custGeom>
              <a:avLst/>
              <a:gdLst/>
              <a:ahLst/>
              <a:cxnLst/>
              <a:rect l="l" t="t" r="r" b="b"/>
              <a:pathLst>
                <a:path w="245" h="856" extrusionOk="0">
                  <a:moveTo>
                    <a:pt x="67" y="0"/>
                  </a:moveTo>
                  <a:lnTo>
                    <a:pt x="0" y="33"/>
                  </a:lnTo>
                  <a:cubicBezTo>
                    <a:pt x="100" y="289"/>
                    <a:pt x="156" y="567"/>
                    <a:pt x="167" y="855"/>
                  </a:cubicBezTo>
                  <a:lnTo>
                    <a:pt x="245" y="855"/>
                  </a:lnTo>
                  <a:cubicBezTo>
                    <a:pt x="233" y="556"/>
                    <a:pt x="178" y="267"/>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1">
              <a:extLst>
                <a:ext uri="{FF2B5EF4-FFF2-40B4-BE49-F238E27FC236}">
                  <a16:creationId xmlns:a16="http://schemas.microsoft.com/office/drawing/2014/main" id="{3917B2E8-32A5-6119-DF5E-71FD662CF1EB}"/>
                </a:ext>
              </a:extLst>
            </p:cNvPr>
            <p:cNvSpPr/>
            <p:nvPr/>
          </p:nvSpPr>
          <p:spPr>
            <a:xfrm>
              <a:off x="1971750" y="3084050"/>
              <a:ext cx="268575" cy="316350"/>
            </a:xfrm>
            <a:custGeom>
              <a:avLst/>
              <a:gdLst/>
              <a:ahLst/>
              <a:cxnLst/>
              <a:rect l="l" t="t" r="r" b="b"/>
              <a:pathLst>
                <a:path w="10743" h="12654" extrusionOk="0">
                  <a:moveTo>
                    <a:pt x="3747" y="0"/>
                  </a:moveTo>
                  <a:cubicBezTo>
                    <a:pt x="3631" y="0"/>
                    <a:pt x="3515" y="4"/>
                    <a:pt x="3400" y="13"/>
                  </a:cubicBezTo>
                  <a:cubicBezTo>
                    <a:pt x="2867" y="58"/>
                    <a:pt x="2245" y="191"/>
                    <a:pt x="1789" y="480"/>
                  </a:cubicBezTo>
                  <a:cubicBezTo>
                    <a:pt x="1633" y="580"/>
                    <a:pt x="1500" y="736"/>
                    <a:pt x="1423" y="914"/>
                  </a:cubicBezTo>
                  <a:cubicBezTo>
                    <a:pt x="1322" y="1158"/>
                    <a:pt x="1344" y="1435"/>
                    <a:pt x="1611" y="1625"/>
                  </a:cubicBezTo>
                  <a:cubicBezTo>
                    <a:pt x="1378" y="1736"/>
                    <a:pt x="1178" y="1913"/>
                    <a:pt x="1023" y="2124"/>
                  </a:cubicBezTo>
                  <a:cubicBezTo>
                    <a:pt x="1122" y="2213"/>
                    <a:pt x="1267" y="2269"/>
                    <a:pt x="1400" y="2269"/>
                  </a:cubicBezTo>
                  <a:cubicBezTo>
                    <a:pt x="445" y="3158"/>
                    <a:pt x="1" y="4557"/>
                    <a:pt x="267" y="5834"/>
                  </a:cubicBezTo>
                  <a:cubicBezTo>
                    <a:pt x="312" y="6012"/>
                    <a:pt x="389" y="6135"/>
                    <a:pt x="567" y="6179"/>
                  </a:cubicBezTo>
                  <a:cubicBezTo>
                    <a:pt x="500" y="6990"/>
                    <a:pt x="456" y="7812"/>
                    <a:pt x="389" y="8623"/>
                  </a:cubicBezTo>
                  <a:cubicBezTo>
                    <a:pt x="689" y="8501"/>
                    <a:pt x="978" y="8323"/>
                    <a:pt x="1211" y="8101"/>
                  </a:cubicBezTo>
                  <a:lnTo>
                    <a:pt x="1211" y="8101"/>
                  </a:lnTo>
                  <a:cubicBezTo>
                    <a:pt x="856" y="9078"/>
                    <a:pt x="700" y="10122"/>
                    <a:pt x="778" y="11156"/>
                  </a:cubicBezTo>
                  <a:cubicBezTo>
                    <a:pt x="811" y="11700"/>
                    <a:pt x="956" y="12311"/>
                    <a:pt x="1445" y="12544"/>
                  </a:cubicBezTo>
                  <a:cubicBezTo>
                    <a:pt x="1593" y="12623"/>
                    <a:pt x="1754" y="12653"/>
                    <a:pt x="1917" y="12653"/>
                  </a:cubicBezTo>
                  <a:cubicBezTo>
                    <a:pt x="2170" y="12653"/>
                    <a:pt x="2431" y="12581"/>
                    <a:pt x="2667" y="12500"/>
                  </a:cubicBezTo>
                  <a:cubicBezTo>
                    <a:pt x="3511" y="12200"/>
                    <a:pt x="4299" y="11756"/>
                    <a:pt x="4988" y="11200"/>
                  </a:cubicBezTo>
                  <a:cubicBezTo>
                    <a:pt x="5216" y="11014"/>
                    <a:pt x="5474" y="10808"/>
                    <a:pt x="5760" y="10808"/>
                  </a:cubicBezTo>
                  <a:cubicBezTo>
                    <a:pt x="5780" y="10808"/>
                    <a:pt x="5801" y="10809"/>
                    <a:pt x="5822" y="10811"/>
                  </a:cubicBezTo>
                  <a:cubicBezTo>
                    <a:pt x="5955" y="10833"/>
                    <a:pt x="6088" y="10889"/>
                    <a:pt x="6222" y="10934"/>
                  </a:cubicBezTo>
                  <a:cubicBezTo>
                    <a:pt x="6302" y="10954"/>
                    <a:pt x="6382" y="10964"/>
                    <a:pt x="6461" y="10964"/>
                  </a:cubicBezTo>
                  <a:cubicBezTo>
                    <a:pt x="6900" y="10964"/>
                    <a:pt x="7325" y="10676"/>
                    <a:pt x="7654" y="10356"/>
                  </a:cubicBezTo>
                  <a:cubicBezTo>
                    <a:pt x="8199" y="9789"/>
                    <a:pt x="8599" y="9078"/>
                    <a:pt x="8799" y="8323"/>
                  </a:cubicBezTo>
                  <a:cubicBezTo>
                    <a:pt x="9043" y="8478"/>
                    <a:pt x="9288" y="8645"/>
                    <a:pt x="9532" y="8801"/>
                  </a:cubicBezTo>
                  <a:cubicBezTo>
                    <a:pt x="9643" y="8379"/>
                    <a:pt x="9631" y="7934"/>
                    <a:pt x="9520" y="7512"/>
                  </a:cubicBezTo>
                  <a:lnTo>
                    <a:pt x="9520" y="7512"/>
                  </a:lnTo>
                  <a:cubicBezTo>
                    <a:pt x="9631" y="7557"/>
                    <a:pt x="9743" y="7612"/>
                    <a:pt x="9843" y="7668"/>
                  </a:cubicBezTo>
                  <a:cubicBezTo>
                    <a:pt x="9954" y="7468"/>
                    <a:pt x="9999" y="7234"/>
                    <a:pt x="9965" y="7023"/>
                  </a:cubicBezTo>
                  <a:lnTo>
                    <a:pt x="9965" y="7023"/>
                  </a:lnTo>
                  <a:cubicBezTo>
                    <a:pt x="10187" y="7201"/>
                    <a:pt x="10465" y="7357"/>
                    <a:pt x="10742" y="7367"/>
                  </a:cubicBezTo>
                  <a:cubicBezTo>
                    <a:pt x="10398" y="6145"/>
                    <a:pt x="9754" y="4790"/>
                    <a:pt x="9120" y="3679"/>
                  </a:cubicBezTo>
                  <a:cubicBezTo>
                    <a:pt x="8765" y="3057"/>
                    <a:pt x="8054" y="1546"/>
                    <a:pt x="7299" y="1391"/>
                  </a:cubicBezTo>
                  <a:cubicBezTo>
                    <a:pt x="7555" y="1102"/>
                    <a:pt x="7699" y="736"/>
                    <a:pt x="7699" y="358"/>
                  </a:cubicBezTo>
                  <a:cubicBezTo>
                    <a:pt x="7699" y="269"/>
                    <a:pt x="7654" y="191"/>
                    <a:pt x="7587" y="147"/>
                  </a:cubicBezTo>
                  <a:cubicBezTo>
                    <a:pt x="7555" y="127"/>
                    <a:pt x="7524" y="119"/>
                    <a:pt x="7495" y="119"/>
                  </a:cubicBezTo>
                  <a:cubicBezTo>
                    <a:pt x="7425" y="119"/>
                    <a:pt x="7365" y="166"/>
                    <a:pt x="7310" y="213"/>
                  </a:cubicBezTo>
                  <a:cubicBezTo>
                    <a:pt x="7143" y="380"/>
                    <a:pt x="6988" y="580"/>
                    <a:pt x="6866" y="791"/>
                  </a:cubicBezTo>
                  <a:cubicBezTo>
                    <a:pt x="6921" y="591"/>
                    <a:pt x="6832" y="358"/>
                    <a:pt x="6654" y="258"/>
                  </a:cubicBezTo>
                  <a:cubicBezTo>
                    <a:pt x="6477" y="447"/>
                    <a:pt x="6577" y="758"/>
                    <a:pt x="6477" y="969"/>
                  </a:cubicBezTo>
                  <a:cubicBezTo>
                    <a:pt x="6555" y="803"/>
                    <a:pt x="5255" y="258"/>
                    <a:pt x="5111" y="213"/>
                  </a:cubicBezTo>
                  <a:cubicBezTo>
                    <a:pt x="4675" y="71"/>
                    <a:pt x="4211" y="0"/>
                    <a:pt x="3747"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1">
              <a:extLst>
                <a:ext uri="{FF2B5EF4-FFF2-40B4-BE49-F238E27FC236}">
                  <a16:creationId xmlns:a16="http://schemas.microsoft.com/office/drawing/2014/main" id="{89C9C92C-C046-98E4-0EA2-5C235C92EFC1}"/>
                </a:ext>
              </a:extLst>
            </p:cNvPr>
            <p:cNvSpPr/>
            <p:nvPr/>
          </p:nvSpPr>
          <p:spPr>
            <a:xfrm>
              <a:off x="2056725" y="3084100"/>
              <a:ext cx="183600" cy="184150"/>
            </a:xfrm>
            <a:custGeom>
              <a:avLst/>
              <a:gdLst/>
              <a:ahLst/>
              <a:cxnLst/>
              <a:rect l="l" t="t" r="r" b="b"/>
              <a:pathLst>
                <a:path w="7344" h="7366" extrusionOk="0">
                  <a:moveTo>
                    <a:pt x="5388" y="3077"/>
                  </a:moveTo>
                  <a:cubicBezTo>
                    <a:pt x="5522" y="3311"/>
                    <a:pt x="5633" y="3522"/>
                    <a:pt x="5721" y="3677"/>
                  </a:cubicBezTo>
                  <a:cubicBezTo>
                    <a:pt x="6355" y="4788"/>
                    <a:pt x="6999" y="6143"/>
                    <a:pt x="7343" y="7365"/>
                  </a:cubicBezTo>
                  <a:lnTo>
                    <a:pt x="7343" y="7365"/>
                  </a:lnTo>
                  <a:cubicBezTo>
                    <a:pt x="6999" y="6143"/>
                    <a:pt x="6355" y="4788"/>
                    <a:pt x="5721" y="3677"/>
                  </a:cubicBezTo>
                  <a:cubicBezTo>
                    <a:pt x="5633" y="3522"/>
                    <a:pt x="5522" y="3311"/>
                    <a:pt x="5388" y="3077"/>
                  </a:cubicBezTo>
                  <a:close/>
                  <a:moveTo>
                    <a:pt x="4100" y="112"/>
                  </a:moveTo>
                  <a:lnTo>
                    <a:pt x="4100" y="112"/>
                  </a:lnTo>
                  <a:cubicBezTo>
                    <a:pt x="4122" y="112"/>
                    <a:pt x="4156" y="122"/>
                    <a:pt x="4188" y="145"/>
                  </a:cubicBezTo>
                  <a:cubicBezTo>
                    <a:pt x="4255" y="189"/>
                    <a:pt x="4300" y="267"/>
                    <a:pt x="4300" y="356"/>
                  </a:cubicBezTo>
                  <a:lnTo>
                    <a:pt x="4300" y="389"/>
                  </a:lnTo>
                  <a:lnTo>
                    <a:pt x="4300" y="356"/>
                  </a:lnTo>
                  <a:cubicBezTo>
                    <a:pt x="4300" y="267"/>
                    <a:pt x="4255" y="189"/>
                    <a:pt x="4188" y="145"/>
                  </a:cubicBezTo>
                  <a:cubicBezTo>
                    <a:pt x="4156" y="122"/>
                    <a:pt x="4122" y="112"/>
                    <a:pt x="4100" y="112"/>
                  </a:cubicBezTo>
                  <a:close/>
                  <a:moveTo>
                    <a:pt x="367" y="1"/>
                  </a:moveTo>
                  <a:cubicBezTo>
                    <a:pt x="245" y="1"/>
                    <a:pt x="123" y="1"/>
                    <a:pt x="1" y="11"/>
                  </a:cubicBezTo>
                  <a:lnTo>
                    <a:pt x="1" y="11"/>
                  </a:lnTo>
                  <a:lnTo>
                    <a:pt x="1" y="11"/>
                  </a:lnTo>
                  <a:cubicBezTo>
                    <a:pt x="123" y="1"/>
                    <a:pt x="245" y="1"/>
                    <a:pt x="367" y="1"/>
                  </a:cubicBezTo>
                  <a:cubicBezTo>
                    <a:pt x="823" y="1"/>
                    <a:pt x="1278" y="67"/>
                    <a:pt x="1712" y="211"/>
                  </a:cubicBezTo>
                  <a:cubicBezTo>
                    <a:pt x="1845" y="256"/>
                    <a:pt x="3078" y="767"/>
                    <a:pt x="3078" y="945"/>
                  </a:cubicBezTo>
                  <a:cubicBezTo>
                    <a:pt x="3078" y="767"/>
                    <a:pt x="1845" y="256"/>
                    <a:pt x="1712" y="211"/>
                  </a:cubicBezTo>
                  <a:cubicBezTo>
                    <a:pt x="1278" y="67"/>
                    <a:pt x="823" y="1"/>
                    <a:pt x="367" y="1"/>
                  </a:cubicBezTo>
                  <a:close/>
                </a:path>
              </a:pathLst>
            </a:custGeom>
            <a:solidFill>
              <a:srgbClr val="EEF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1">
              <a:extLst>
                <a:ext uri="{FF2B5EF4-FFF2-40B4-BE49-F238E27FC236}">
                  <a16:creationId xmlns:a16="http://schemas.microsoft.com/office/drawing/2014/main" id="{650B93ED-DCFD-242A-1CBA-C0956A02054E}"/>
                </a:ext>
              </a:extLst>
            </p:cNvPr>
            <p:cNvSpPr/>
            <p:nvPr/>
          </p:nvSpPr>
          <p:spPr>
            <a:xfrm>
              <a:off x="2006750" y="3294875"/>
              <a:ext cx="204975" cy="102800"/>
            </a:xfrm>
            <a:custGeom>
              <a:avLst/>
              <a:gdLst/>
              <a:ahLst/>
              <a:cxnLst/>
              <a:rect l="l" t="t" r="r" b="b"/>
              <a:pathLst>
                <a:path w="8199" h="4112" extrusionOk="0">
                  <a:moveTo>
                    <a:pt x="33" y="4111"/>
                  </a:moveTo>
                  <a:lnTo>
                    <a:pt x="45" y="4111"/>
                  </a:lnTo>
                  <a:lnTo>
                    <a:pt x="33" y="4111"/>
                  </a:lnTo>
                  <a:close/>
                  <a:moveTo>
                    <a:pt x="33" y="4111"/>
                  </a:moveTo>
                  <a:lnTo>
                    <a:pt x="33" y="4111"/>
                  </a:lnTo>
                  <a:lnTo>
                    <a:pt x="33" y="4111"/>
                  </a:lnTo>
                  <a:close/>
                  <a:moveTo>
                    <a:pt x="23" y="4111"/>
                  </a:moveTo>
                  <a:lnTo>
                    <a:pt x="33" y="4111"/>
                  </a:lnTo>
                  <a:lnTo>
                    <a:pt x="23" y="4111"/>
                  </a:lnTo>
                  <a:close/>
                  <a:moveTo>
                    <a:pt x="23" y="4100"/>
                  </a:moveTo>
                  <a:lnTo>
                    <a:pt x="23" y="4111"/>
                  </a:lnTo>
                  <a:lnTo>
                    <a:pt x="23" y="4100"/>
                  </a:lnTo>
                  <a:close/>
                  <a:moveTo>
                    <a:pt x="11" y="4100"/>
                  </a:moveTo>
                  <a:lnTo>
                    <a:pt x="23" y="4100"/>
                  </a:lnTo>
                  <a:lnTo>
                    <a:pt x="11" y="4100"/>
                  </a:lnTo>
                  <a:close/>
                  <a:moveTo>
                    <a:pt x="11" y="4100"/>
                  </a:moveTo>
                  <a:lnTo>
                    <a:pt x="11" y="4100"/>
                  </a:lnTo>
                  <a:lnTo>
                    <a:pt x="11" y="4100"/>
                  </a:lnTo>
                  <a:close/>
                  <a:moveTo>
                    <a:pt x="0" y="4100"/>
                  </a:moveTo>
                  <a:lnTo>
                    <a:pt x="0" y="4100"/>
                  </a:lnTo>
                  <a:lnTo>
                    <a:pt x="0" y="4100"/>
                  </a:lnTo>
                  <a:close/>
                  <a:moveTo>
                    <a:pt x="0" y="4089"/>
                  </a:moveTo>
                  <a:lnTo>
                    <a:pt x="0" y="4100"/>
                  </a:lnTo>
                  <a:lnTo>
                    <a:pt x="0" y="4089"/>
                  </a:lnTo>
                  <a:close/>
                  <a:moveTo>
                    <a:pt x="4355" y="2378"/>
                  </a:moveTo>
                  <a:lnTo>
                    <a:pt x="4355" y="2378"/>
                  </a:lnTo>
                  <a:lnTo>
                    <a:pt x="4422" y="2378"/>
                  </a:lnTo>
                  <a:lnTo>
                    <a:pt x="4355" y="2378"/>
                  </a:lnTo>
                  <a:close/>
                  <a:moveTo>
                    <a:pt x="6254" y="1923"/>
                  </a:moveTo>
                  <a:cubicBezTo>
                    <a:pt x="6110" y="2067"/>
                    <a:pt x="5943" y="2200"/>
                    <a:pt x="5765" y="2312"/>
                  </a:cubicBezTo>
                  <a:cubicBezTo>
                    <a:pt x="5943" y="2200"/>
                    <a:pt x="6110" y="2067"/>
                    <a:pt x="6254" y="1923"/>
                  </a:cubicBezTo>
                  <a:close/>
                  <a:moveTo>
                    <a:pt x="8199" y="1"/>
                  </a:moveTo>
                  <a:cubicBezTo>
                    <a:pt x="8187" y="79"/>
                    <a:pt x="8176" y="156"/>
                    <a:pt x="8165" y="223"/>
                  </a:cubicBezTo>
                  <a:lnTo>
                    <a:pt x="8165" y="223"/>
                  </a:lnTo>
                  <a:cubicBezTo>
                    <a:pt x="8176" y="156"/>
                    <a:pt x="8187" y="79"/>
                    <a:pt x="8199" y="1"/>
                  </a:cubicBezTo>
                  <a:close/>
                </a:path>
              </a:pathLst>
            </a:custGeom>
            <a:solidFill>
              <a:srgbClr val="C2D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1">
              <a:extLst>
                <a:ext uri="{FF2B5EF4-FFF2-40B4-BE49-F238E27FC236}">
                  <a16:creationId xmlns:a16="http://schemas.microsoft.com/office/drawing/2014/main" id="{2BE23A1C-25B2-03F3-2E1C-924CFCF9155B}"/>
                </a:ext>
              </a:extLst>
            </p:cNvPr>
            <p:cNvSpPr/>
            <p:nvPr/>
          </p:nvSpPr>
          <p:spPr>
            <a:xfrm>
              <a:off x="2211700" y="3288500"/>
              <a:ext cx="300" cy="6400"/>
            </a:xfrm>
            <a:custGeom>
              <a:avLst/>
              <a:gdLst/>
              <a:ahLst/>
              <a:cxnLst/>
              <a:rect l="l" t="t" r="r" b="b"/>
              <a:pathLst>
                <a:path w="12" h="256" extrusionOk="0">
                  <a:moveTo>
                    <a:pt x="11" y="1"/>
                  </a:moveTo>
                  <a:cubicBezTo>
                    <a:pt x="11" y="90"/>
                    <a:pt x="11" y="179"/>
                    <a:pt x="1" y="256"/>
                  </a:cubicBezTo>
                  <a:lnTo>
                    <a:pt x="1" y="256"/>
                  </a:lnTo>
                  <a:cubicBezTo>
                    <a:pt x="11" y="179"/>
                    <a:pt x="11" y="90"/>
                    <a:pt x="11" y="1"/>
                  </a:cubicBezTo>
                  <a:close/>
                </a:path>
              </a:pathLst>
            </a:custGeom>
            <a:solidFill>
              <a:srgbClr val="B6D1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1">
              <a:extLst>
                <a:ext uri="{FF2B5EF4-FFF2-40B4-BE49-F238E27FC236}">
                  <a16:creationId xmlns:a16="http://schemas.microsoft.com/office/drawing/2014/main" id="{467465F2-8A91-D87D-60DF-36FEA549CB9C}"/>
                </a:ext>
              </a:extLst>
            </p:cNvPr>
            <p:cNvSpPr/>
            <p:nvPr/>
          </p:nvSpPr>
          <p:spPr>
            <a:xfrm>
              <a:off x="1993675" y="3084100"/>
              <a:ext cx="246650" cy="316350"/>
            </a:xfrm>
            <a:custGeom>
              <a:avLst/>
              <a:gdLst/>
              <a:ahLst/>
              <a:cxnLst/>
              <a:rect l="l" t="t" r="r" b="b"/>
              <a:pathLst>
                <a:path w="9866" h="12654" extrusionOk="0">
                  <a:moveTo>
                    <a:pt x="2889" y="1"/>
                  </a:moveTo>
                  <a:cubicBezTo>
                    <a:pt x="2767" y="1"/>
                    <a:pt x="2645" y="1"/>
                    <a:pt x="2523" y="11"/>
                  </a:cubicBezTo>
                  <a:cubicBezTo>
                    <a:pt x="2245" y="34"/>
                    <a:pt x="1945" y="90"/>
                    <a:pt x="1645" y="167"/>
                  </a:cubicBezTo>
                  <a:cubicBezTo>
                    <a:pt x="1756" y="156"/>
                    <a:pt x="1867" y="145"/>
                    <a:pt x="1978" y="145"/>
                  </a:cubicBezTo>
                  <a:cubicBezTo>
                    <a:pt x="2223" y="145"/>
                    <a:pt x="2478" y="167"/>
                    <a:pt x="2711" y="211"/>
                  </a:cubicBezTo>
                  <a:cubicBezTo>
                    <a:pt x="3556" y="345"/>
                    <a:pt x="4333" y="722"/>
                    <a:pt x="5011" y="1245"/>
                  </a:cubicBezTo>
                  <a:cubicBezTo>
                    <a:pt x="6255" y="2211"/>
                    <a:pt x="6922" y="3622"/>
                    <a:pt x="7466" y="5066"/>
                  </a:cubicBezTo>
                  <a:lnTo>
                    <a:pt x="7488" y="5066"/>
                  </a:lnTo>
                  <a:cubicBezTo>
                    <a:pt x="7510" y="5066"/>
                    <a:pt x="7544" y="5077"/>
                    <a:pt x="7566" y="5099"/>
                  </a:cubicBezTo>
                  <a:cubicBezTo>
                    <a:pt x="8155" y="5877"/>
                    <a:pt x="7877" y="7454"/>
                    <a:pt x="7155" y="8054"/>
                  </a:cubicBezTo>
                  <a:cubicBezTo>
                    <a:pt x="7133" y="8076"/>
                    <a:pt x="7110" y="8076"/>
                    <a:pt x="7100" y="8076"/>
                  </a:cubicBezTo>
                  <a:cubicBezTo>
                    <a:pt x="7078" y="8076"/>
                    <a:pt x="7066" y="8076"/>
                    <a:pt x="7055" y="8066"/>
                  </a:cubicBezTo>
                  <a:cubicBezTo>
                    <a:pt x="6999" y="8044"/>
                    <a:pt x="6966" y="8021"/>
                    <a:pt x="6922" y="7988"/>
                  </a:cubicBezTo>
                  <a:cubicBezTo>
                    <a:pt x="6844" y="8521"/>
                    <a:pt x="6710" y="9098"/>
                    <a:pt x="6344" y="9498"/>
                  </a:cubicBezTo>
                  <a:cubicBezTo>
                    <a:pt x="6144" y="9710"/>
                    <a:pt x="5911" y="9787"/>
                    <a:pt x="5666" y="9787"/>
                  </a:cubicBezTo>
                  <a:cubicBezTo>
                    <a:pt x="5444" y="9787"/>
                    <a:pt x="5211" y="9720"/>
                    <a:pt x="5000" y="9621"/>
                  </a:cubicBezTo>
                  <a:cubicBezTo>
                    <a:pt x="4222" y="10932"/>
                    <a:pt x="2578" y="11932"/>
                    <a:pt x="1012" y="11932"/>
                  </a:cubicBezTo>
                  <a:cubicBezTo>
                    <a:pt x="667" y="11932"/>
                    <a:pt x="334" y="11887"/>
                    <a:pt x="1" y="11787"/>
                  </a:cubicBezTo>
                  <a:lnTo>
                    <a:pt x="1" y="11787"/>
                  </a:lnTo>
                  <a:cubicBezTo>
                    <a:pt x="90" y="12098"/>
                    <a:pt x="257" y="12376"/>
                    <a:pt x="523" y="12520"/>
                  </a:cubicBezTo>
                  <a:lnTo>
                    <a:pt x="523" y="12531"/>
                  </a:lnTo>
                  <a:lnTo>
                    <a:pt x="546" y="12531"/>
                  </a:lnTo>
                  <a:lnTo>
                    <a:pt x="546" y="12542"/>
                  </a:lnTo>
                  <a:lnTo>
                    <a:pt x="568" y="12542"/>
                  </a:lnTo>
                  <a:cubicBezTo>
                    <a:pt x="712" y="12620"/>
                    <a:pt x="867" y="12653"/>
                    <a:pt x="1034" y="12653"/>
                  </a:cubicBezTo>
                  <a:cubicBezTo>
                    <a:pt x="1289" y="12653"/>
                    <a:pt x="1556" y="12576"/>
                    <a:pt x="1790" y="12498"/>
                  </a:cubicBezTo>
                  <a:cubicBezTo>
                    <a:pt x="2634" y="12198"/>
                    <a:pt x="3422" y="11754"/>
                    <a:pt x="4111" y="11198"/>
                  </a:cubicBezTo>
                  <a:cubicBezTo>
                    <a:pt x="4345" y="11021"/>
                    <a:pt x="4600" y="10809"/>
                    <a:pt x="4878" y="10809"/>
                  </a:cubicBezTo>
                  <a:lnTo>
                    <a:pt x="4945" y="10809"/>
                  </a:lnTo>
                  <a:cubicBezTo>
                    <a:pt x="5078" y="10831"/>
                    <a:pt x="5211" y="10887"/>
                    <a:pt x="5345" y="10932"/>
                  </a:cubicBezTo>
                  <a:cubicBezTo>
                    <a:pt x="5422" y="10954"/>
                    <a:pt x="5511" y="10965"/>
                    <a:pt x="5589" y="10965"/>
                  </a:cubicBezTo>
                  <a:cubicBezTo>
                    <a:pt x="5833" y="10965"/>
                    <a:pt x="6066" y="10876"/>
                    <a:pt x="6288" y="10743"/>
                  </a:cubicBezTo>
                  <a:cubicBezTo>
                    <a:pt x="6466" y="10631"/>
                    <a:pt x="6633" y="10498"/>
                    <a:pt x="6777" y="10354"/>
                  </a:cubicBezTo>
                  <a:cubicBezTo>
                    <a:pt x="7322" y="9787"/>
                    <a:pt x="7722" y="9076"/>
                    <a:pt x="7922" y="8321"/>
                  </a:cubicBezTo>
                  <a:cubicBezTo>
                    <a:pt x="8122" y="8443"/>
                    <a:pt x="8310" y="8577"/>
                    <a:pt x="8510" y="8698"/>
                  </a:cubicBezTo>
                  <a:cubicBezTo>
                    <a:pt x="8566" y="8688"/>
                    <a:pt x="8621" y="8666"/>
                    <a:pt x="8688" y="8654"/>
                  </a:cubicBezTo>
                  <a:cubicBezTo>
                    <a:pt x="8699" y="8587"/>
                    <a:pt x="8710" y="8510"/>
                    <a:pt x="8722" y="8432"/>
                  </a:cubicBezTo>
                  <a:cubicBezTo>
                    <a:pt x="8732" y="8355"/>
                    <a:pt x="8732" y="8266"/>
                    <a:pt x="8732" y="8177"/>
                  </a:cubicBezTo>
                  <a:cubicBezTo>
                    <a:pt x="8732" y="7965"/>
                    <a:pt x="8710" y="7755"/>
                    <a:pt x="8655" y="7543"/>
                  </a:cubicBezTo>
                  <a:cubicBezTo>
                    <a:pt x="8655" y="7532"/>
                    <a:pt x="8655" y="7521"/>
                    <a:pt x="8643" y="7510"/>
                  </a:cubicBezTo>
                  <a:lnTo>
                    <a:pt x="8643" y="7510"/>
                  </a:lnTo>
                  <a:cubicBezTo>
                    <a:pt x="8754" y="7555"/>
                    <a:pt x="8866" y="7610"/>
                    <a:pt x="8966" y="7666"/>
                  </a:cubicBezTo>
                  <a:cubicBezTo>
                    <a:pt x="9055" y="7510"/>
                    <a:pt x="9099" y="7333"/>
                    <a:pt x="9099" y="7165"/>
                  </a:cubicBezTo>
                  <a:cubicBezTo>
                    <a:pt x="9099" y="7110"/>
                    <a:pt x="9099" y="7066"/>
                    <a:pt x="9088" y="7021"/>
                  </a:cubicBezTo>
                  <a:lnTo>
                    <a:pt x="9088" y="7021"/>
                  </a:lnTo>
                  <a:cubicBezTo>
                    <a:pt x="9310" y="7199"/>
                    <a:pt x="9588" y="7355"/>
                    <a:pt x="9865" y="7365"/>
                  </a:cubicBezTo>
                  <a:cubicBezTo>
                    <a:pt x="9521" y="6143"/>
                    <a:pt x="8877" y="4788"/>
                    <a:pt x="8243" y="3677"/>
                  </a:cubicBezTo>
                  <a:cubicBezTo>
                    <a:pt x="8155" y="3522"/>
                    <a:pt x="8044" y="3311"/>
                    <a:pt x="7910" y="3077"/>
                  </a:cubicBezTo>
                  <a:cubicBezTo>
                    <a:pt x="7544" y="2411"/>
                    <a:pt x="7033" y="1578"/>
                    <a:pt x="6500" y="1400"/>
                  </a:cubicBezTo>
                  <a:cubicBezTo>
                    <a:pt x="6478" y="1400"/>
                    <a:pt x="6455" y="1389"/>
                    <a:pt x="6422" y="1389"/>
                  </a:cubicBezTo>
                  <a:cubicBezTo>
                    <a:pt x="6678" y="1112"/>
                    <a:pt x="6822" y="756"/>
                    <a:pt x="6822" y="389"/>
                  </a:cubicBezTo>
                  <a:lnTo>
                    <a:pt x="6822" y="356"/>
                  </a:lnTo>
                  <a:cubicBezTo>
                    <a:pt x="6822" y="267"/>
                    <a:pt x="6777" y="189"/>
                    <a:pt x="6710" y="145"/>
                  </a:cubicBezTo>
                  <a:cubicBezTo>
                    <a:pt x="6678" y="122"/>
                    <a:pt x="6644" y="112"/>
                    <a:pt x="6622" y="112"/>
                  </a:cubicBezTo>
                  <a:cubicBezTo>
                    <a:pt x="6544" y="112"/>
                    <a:pt x="6488" y="167"/>
                    <a:pt x="6444" y="211"/>
                  </a:cubicBezTo>
                  <a:lnTo>
                    <a:pt x="6433" y="211"/>
                  </a:lnTo>
                  <a:cubicBezTo>
                    <a:pt x="6266" y="378"/>
                    <a:pt x="6111" y="578"/>
                    <a:pt x="5989" y="789"/>
                  </a:cubicBezTo>
                  <a:cubicBezTo>
                    <a:pt x="6000" y="745"/>
                    <a:pt x="6011" y="712"/>
                    <a:pt x="6011" y="667"/>
                  </a:cubicBezTo>
                  <a:cubicBezTo>
                    <a:pt x="6011" y="500"/>
                    <a:pt x="5922" y="345"/>
                    <a:pt x="5777" y="256"/>
                  </a:cubicBezTo>
                  <a:cubicBezTo>
                    <a:pt x="5600" y="445"/>
                    <a:pt x="5700" y="756"/>
                    <a:pt x="5600" y="967"/>
                  </a:cubicBezTo>
                  <a:lnTo>
                    <a:pt x="5600" y="945"/>
                  </a:lnTo>
                  <a:cubicBezTo>
                    <a:pt x="5600" y="767"/>
                    <a:pt x="4367" y="256"/>
                    <a:pt x="4234" y="211"/>
                  </a:cubicBezTo>
                  <a:cubicBezTo>
                    <a:pt x="3800" y="67"/>
                    <a:pt x="3345" y="1"/>
                    <a:pt x="2889" y="1"/>
                  </a:cubicBezTo>
                  <a:close/>
                </a:path>
              </a:pathLst>
            </a:custGeom>
            <a:solidFill>
              <a:srgbClr val="D7E8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1">
              <a:extLst>
                <a:ext uri="{FF2B5EF4-FFF2-40B4-BE49-F238E27FC236}">
                  <a16:creationId xmlns:a16="http://schemas.microsoft.com/office/drawing/2014/main" id="{81837CB0-BC64-277E-81F5-4F53DC226645}"/>
                </a:ext>
              </a:extLst>
            </p:cNvPr>
            <p:cNvSpPr/>
            <p:nvPr/>
          </p:nvSpPr>
          <p:spPr>
            <a:xfrm>
              <a:off x="2000625" y="3154100"/>
              <a:ext cx="137500" cy="114425"/>
            </a:xfrm>
            <a:custGeom>
              <a:avLst/>
              <a:gdLst/>
              <a:ahLst/>
              <a:cxnLst/>
              <a:rect l="l" t="t" r="r" b="b"/>
              <a:pathLst>
                <a:path w="5500" h="4577" extrusionOk="0">
                  <a:moveTo>
                    <a:pt x="2344" y="0"/>
                  </a:moveTo>
                  <a:cubicBezTo>
                    <a:pt x="2223" y="0"/>
                    <a:pt x="2100" y="22"/>
                    <a:pt x="1978" y="55"/>
                  </a:cubicBezTo>
                  <a:cubicBezTo>
                    <a:pt x="1345" y="245"/>
                    <a:pt x="789" y="700"/>
                    <a:pt x="456" y="1277"/>
                  </a:cubicBezTo>
                  <a:cubicBezTo>
                    <a:pt x="123" y="1855"/>
                    <a:pt x="1" y="2544"/>
                    <a:pt x="68" y="3199"/>
                  </a:cubicBezTo>
                  <a:cubicBezTo>
                    <a:pt x="112" y="3533"/>
                    <a:pt x="189" y="3877"/>
                    <a:pt x="401" y="4133"/>
                  </a:cubicBezTo>
                  <a:cubicBezTo>
                    <a:pt x="500" y="4244"/>
                    <a:pt x="589" y="4365"/>
                    <a:pt x="678" y="4477"/>
                  </a:cubicBezTo>
                  <a:cubicBezTo>
                    <a:pt x="734" y="4543"/>
                    <a:pt x="789" y="4577"/>
                    <a:pt x="856" y="4577"/>
                  </a:cubicBezTo>
                  <a:cubicBezTo>
                    <a:pt x="890" y="4577"/>
                    <a:pt x="934" y="4565"/>
                    <a:pt x="967" y="4555"/>
                  </a:cubicBezTo>
                  <a:cubicBezTo>
                    <a:pt x="1034" y="4533"/>
                    <a:pt x="1100" y="4499"/>
                    <a:pt x="1178" y="4477"/>
                  </a:cubicBezTo>
                  <a:cubicBezTo>
                    <a:pt x="1367" y="4388"/>
                    <a:pt x="1567" y="4299"/>
                    <a:pt x="1767" y="4210"/>
                  </a:cubicBezTo>
                  <a:cubicBezTo>
                    <a:pt x="2156" y="4044"/>
                    <a:pt x="2544" y="3854"/>
                    <a:pt x="2922" y="3632"/>
                  </a:cubicBezTo>
                  <a:cubicBezTo>
                    <a:pt x="3922" y="3044"/>
                    <a:pt x="5499" y="1922"/>
                    <a:pt x="4855" y="566"/>
                  </a:cubicBezTo>
                  <a:cubicBezTo>
                    <a:pt x="4855" y="556"/>
                    <a:pt x="4844" y="544"/>
                    <a:pt x="4844" y="533"/>
                  </a:cubicBezTo>
                  <a:cubicBezTo>
                    <a:pt x="4588" y="277"/>
                    <a:pt x="4289" y="100"/>
                    <a:pt x="3922" y="11"/>
                  </a:cubicBezTo>
                  <a:lnTo>
                    <a:pt x="3911" y="11"/>
                  </a:lnTo>
                  <a:cubicBezTo>
                    <a:pt x="3789" y="156"/>
                    <a:pt x="3622" y="289"/>
                    <a:pt x="3489" y="366"/>
                  </a:cubicBezTo>
                  <a:cubicBezTo>
                    <a:pt x="3422" y="411"/>
                    <a:pt x="3334" y="455"/>
                    <a:pt x="3245" y="455"/>
                  </a:cubicBezTo>
                  <a:cubicBezTo>
                    <a:pt x="3200" y="455"/>
                    <a:pt x="3166" y="455"/>
                    <a:pt x="3134" y="433"/>
                  </a:cubicBezTo>
                  <a:cubicBezTo>
                    <a:pt x="3055" y="388"/>
                    <a:pt x="3033" y="311"/>
                    <a:pt x="3045" y="233"/>
                  </a:cubicBezTo>
                  <a:lnTo>
                    <a:pt x="3033" y="233"/>
                  </a:lnTo>
                  <a:cubicBezTo>
                    <a:pt x="2978" y="300"/>
                    <a:pt x="2922" y="366"/>
                    <a:pt x="2867" y="422"/>
                  </a:cubicBezTo>
                  <a:cubicBezTo>
                    <a:pt x="2756" y="544"/>
                    <a:pt x="2589" y="733"/>
                    <a:pt x="2400" y="733"/>
                  </a:cubicBezTo>
                  <a:cubicBezTo>
                    <a:pt x="2389" y="733"/>
                    <a:pt x="2378" y="733"/>
                    <a:pt x="2367" y="722"/>
                  </a:cubicBezTo>
                  <a:cubicBezTo>
                    <a:pt x="2200" y="700"/>
                    <a:pt x="2156" y="566"/>
                    <a:pt x="2189" y="444"/>
                  </a:cubicBezTo>
                  <a:cubicBezTo>
                    <a:pt x="2189" y="433"/>
                    <a:pt x="2189" y="411"/>
                    <a:pt x="2200" y="388"/>
                  </a:cubicBezTo>
                  <a:cubicBezTo>
                    <a:pt x="2211" y="322"/>
                    <a:pt x="2256" y="267"/>
                    <a:pt x="2312" y="222"/>
                  </a:cubicBezTo>
                  <a:cubicBezTo>
                    <a:pt x="2334" y="189"/>
                    <a:pt x="2356" y="166"/>
                    <a:pt x="2378" y="144"/>
                  </a:cubicBezTo>
                  <a:cubicBezTo>
                    <a:pt x="2467" y="45"/>
                    <a:pt x="2522" y="0"/>
                    <a:pt x="2367"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1">
              <a:extLst>
                <a:ext uri="{FF2B5EF4-FFF2-40B4-BE49-F238E27FC236}">
                  <a16:creationId xmlns:a16="http://schemas.microsoft.com/office/drawing/2014/main" id="{01EB55DF-2267-2E9B-180F-8F59CBCD964F}"/>
                </a:ext>
              </a:extLst>
            </p:cNvPr>
            <p:cNvSpPr/>
            <p:nvPr/>
          </p:nvSpPr>
          <p:spPr>
            <a:xfrm>
              <a:off x="1990350" y="3155625"/>
              <a:ext cx="155550" cy="122050"/>
            </a:xfrm>
            <a:custGeom>
              <a:avLst/>
              <a:gdLst/>
              <a:ahLst/>
              <a:cxnLst/>
              <a:rect l="l" t="t" r="r" b="b"/>
              <a:pathLst>
                <a:path w="6222" h="4882" extrusionOk="0">
                  <a:moveTo>
                    <a:pt x="4386" y="1"/>
                  </a:moveTo>
                  <a:cubicBezTo>
                    <a:pt x="4339" y="1"/>
                    <a:pt x="4295" y="22"/>
                    <a:pt x="4244" y="83"/>
                  </a:cubicBezTo>
                  <a:cubicBezTo>
                    <a:pt x="4111" y="216"/>
                    <a:pt x="3977" y="350"/>
                    <a:pt x="3822" y="472"/>
                  </a:cubicBezTo>
                  <a:cubicBezTo>
                    <a:pt x="3764" y="515"/>
                    <a:pt x="3671" y="552"/>
                    <a:pt x="3590" y="552"/>
                  </a:cubicBezTo>
                  <a:cubicBezTo>
                    <a:pt x="3501" y="552"/>
                    <a:pt x="3427" y="506"/>
                    <a:pt x="3434" y="372"/>
                  </a:cubicBezTo>
                  <a:lnTo>
                    <a:pt x="3434" y="250"/>
                  </a:lnTo>
                  <a:cubicBezTo>
                    <a:pt x="3256" y="416"/>
                    <a:pt x="3111" y="583"/>
                    <a:pt x="2889" y="695"/>
                  </a:cubicBezTo>
                  <a:cubicBezTo>
                    <a:pt x="2825" y="730"/>
                    <a:pt x="2757" y="756"/>
                    <a:pt x="2690" y="756"/>
                  </a:cubicBezTo>
                  <a:cubicBezTo>
                    <a:pt x="2652" y="756"/>
                    <a:pt x="2614" y="748"/>
                    <a:pt x="2578" y="727"/>
                  </a:cubicBezTo>
                  <a:cubicBezTo>
                    <a:pt x="2533" y="683"/>
                    <a:pt x="2500" y="628"/>
                    <a:pt x="2489" y="561"/>
                  </a:cubicBezTo>
                  <a:lnTo>
                    <a:pt x="2489" y="472"/>
                  </a:lnTo>
                  <a:cubicBezTo>
                    <a:pt x="2500" y="383"/>
                    <a:pt x="2555" y="305"/>
                    <a:pt x="2622" y="239"/>
                  </a:cubicBezTo>
                  <a:cubicBezTo>
                    <a:pt x="2678" y="184"/>
                    <a:pt x="2745" y="139"/>
                    <a:pt x="2800" y="72"/>
                  </a:cubicBezTo>
                  <a:cubicBezTo>
                    <a:pt x="2782" y="66"/>
                    <a:pt x="2762" y="63"/>
                    <a:pt x="2742" y="63"/>
                  </a:cubicBezTo>
                  <a:cubicBezTo>
                    <a:pt x="2629" y="63"/>
                    <a:pt x="2494" y="156"/>
                    <a:pt x="2400" y="194"/>
                  </a:cubicBezTo>
                  <a:cubicBezTo>
                    <a:pt x="2267" y="261"/>
                    <a:pt x="2123" y="327"/>
                    <a:pt x="1989" y="406"/>
                  </a:cubicBezTo>
                  <a:cubicBezTo>
                    <a:pt x="1745" y="550"/>
                    <a:pt x="1523" y="739"/>
                    <a:pt x="1345" y="972"/>
                  </a:cubicBezTo>
                  <a:cubicBezTo>
                    <a:pt x="612" y="1917"/>
                    <a:pt x="0" y="4082"/>
                    <a:pt x="1467" y="4660"/>
                  </a:cubicBezTo>
                  <a:cubicBezTo>
                    <a:pt x="1622" y="4727"/>
                    <a:pt x="1789" y="4760"/>
                    <a:pt x="1956" y="4783"/>
                  </a:cubicBezTo>
                  <a:cubicBezTo>
                    <a:pt x="2332" y="4841"/>
                    <a:pt x="2714" y="4881"/>
                    <a:pt x="3095" y="4881"/>
                  </a:cubicBezTo>
                  <a:cubicBezTo>
                    <a:pt x="3433" y="4881"/>
                    <a:pt x="3770" y="4850"/>
                    <a:pt x="4100" y="4771"/>
                  </a:cubicBezTo>
                  <a:cubicBezTo>
                    <a:pt x="4911" y="4583"/>
                    <a:pt x="5866" y="4038"/>
                    <a:pt x="6144" y="3138"/>
                  </a:cubicBezTo>
                  <a:cubicBezTo>
                    <a:pt x="6211" y="2927"/>
                    <a:pt x="6221" y="2705"/>
                    <a:pt x="6211" y="2483"/>
                  </a:cubicBezTo>
                  <a:cubicBezTo>
                    <a:pt x="6211" y="2405"/>
                    <a:pt x="6199" y="2339"/>
                    <a:pt x="6199" y="2260"/>
                  </a:cubicBezTo>
                  <a:cubicBezTo>
                    <a:pt x="6122" y="1717"/>
                    <a:pt x="5900" y="1183"/>
                    <a:pt x="5544" y="750"/>
                  </a:cubicBezTo>
                  <a:cubicBezTo>
                    <a:pt x="5366" y="550"/>
                    <a:pt x="5166" y="372"/>
                    <a:pt x="4944" y="228"/>
                  </a:cubicBezTo>
                  <a:cubicBezTo>
                    <a:pt x="4822" y="161"/>
                    <a:pt x="4711" y="105"/>
                    <a:pt x="4589" y="61"/>
                  </a:cubicBezTo>
                  <a:cubicBezTo>
                    <a:pt x="4504" y="31"/>
                    <a:pt x="4443" y="1"/>
                    <a:pt x="43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1">
              <a:extLst>
                <a:ext uri="{FF2B5EF4-FFF2-40B4-BE49-F238E27FC236}">
                  <a16:creationId xmlns:a16="http://schemas.microsoft.com/office/drawing/2014/main" id="{6AF18553-F58B-28F2-3ADE-8E7F47A1E9D4}"/>
                </a:ext>
              </a:extLst>
            </p:cNvPr>
            <p:cNvSpPr/>
            <p:nvPr/>
          </p:nvSpPr>
          <p:spPr>
            <a:xfrm>
              <a:off x="2060900" y="3225650"/>
              <a:ext cx="14200" cy="8250"/>
            </a:xfrm>
            <a:custGeom>
              <a:avLst/>
              <a:gdLst/>
              <a:ahLst/>
              <a:cxnLst/>
              <a:rect l="l" t="t" r="r" b="b"/>
              <a:pathLst>
                <a:path w="568" h="330" extrusionOk="0">
                  <a:moveTo>
                    <a:pt x="323" y="0"/>
                  </a:moveTo>
                  <a:cubicBezTo>
                    <a:pt x="234" y="0"/>
                    <a:pt x="142" y="17"/>
                    <a:pt x="56" y="59"/>
                  </a:cubicBezTo>
                  <a:cubicBezTo>
                    <a:pt x="45" y="71"/>
                    <a:pt x="22" y="82"/>
                    <a:pt x="12" y="104"/>
                  </a:cubicBezTo>
                  <a:cubicBezTo>
                    <a:pt x="0" y="126"/>
                    <a:pt x="0" y="160"/>
                    <a:pt x="12" y="182"/>
                  </a:cubicBezTo>
                  <a:cubicBezTo>
                    <a:pt x="41" y="260"/>
                    <a:pt x="70" y="330"/>
                    <a:pt x="145" y="330"/>
                  </a:cubicBezTo>
                  <a:cubicBezTo>
                    <a:pt x="155" y="330"/>
                    <a:pt x="166" y="329"/>
                    <a:pt x="178" y="326"/>
                  </a:cubicBezTo>
                  <a:cubicBezTo>
                    <a:pt x="289" y="315"/>
                    <a:pt x="400" y="281"/>
                    <a:pt x="500" y="249"/>
                  </a:cubicBezTo>
                  <a:cubicBezTo>
                    <a:pt x="533" y="237"/>
                    <a:pt x="556" y="226"/>
                    <a:pt x="567" y="193"/>
                  </a:cubicBezTo>
                  <a:lnTo>
                    <a:pt x="567" y="148"/>
                  </a:lnTo>
                  <a:cubicBezTo>
                    <a:pt x="556" y="104"/>
                    <a:pt x="545" y="59"/>
                    <a:pt x="500" y="26"/>
                  </a:cubicBezTo>
                  <a:cubicBezTo>
                    <a:pt x="478" y="4"/>
                    <a:pt x="434" y="4"/>
                    <a:pt x="400" y="4"/>
                  </a:cubicBezTo>
                  <a:cubicBezTo>
                    <a:pt x="375" y="2"/>
                    <a:pt x="349" y="0"/>
                    <a:pt x="32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1">
              <a:extLst>
                <a:ext uri="{FF2B5EF4-FFF2-40B4-BE49-F238E27FC236}">
                  <a16:creationId xmlns:a16="http://schemas.microsoft.com/office/drawing/2014/main" id="{2B561B75-1BF4-56C2-784F-F48FB4C31247}"/>
                </a:ext>
              </a:extLst>
            </p:cNvPr>
            <p:cNvSpPr/>
            <p:nvPr/>
          </p:nvSpPr>
          <p:spPr>
            <a:xfrm>
              <a:off x="2013400" y="3168800"/>
              <a:ext cx="35575" cy="20300"/>
            </a:xfrm>
            <a:custGeom>
              <a:avLst/>
              <a:gdLst/>
              <a:ahLst/>
              <a:cxnLst/>
              <a:rect l="l" t="t" r="r" b="b"/>
              <a:pathLst>
                <a:path w="1423" h="812" extrusionOk="0">
                  <a:moveTo>
                    <a:pt x="1290" y="0"/>
                  </a:moveTo>
                  <a:cubicBezTo>
                    <a:pt x="1090" y="23"/>
                    <a:pt x="890" y="101"/>
                    <a:pt x="723" y="190"/>
                  </a:cubicBezTo>
                  <a:cubicBezTo>
                    <a:pt x="445" y="323"/>
                    <a:pt x="201" y="511"/>
                    <a:pt x="1" y="745"/>
                  </a:cubicBezTo>
                  <a:cubicBezTo>
                    <a:pt x="12" y="767"/>
                    <a:pt x="23" y="790"/>
                    <a:pt x="45" y="812"/>
                  </a:cubicBezTo>
                  <a:cubicBezTo>
                    <a:pt x="423" y="590"/>
                    <a:pt x="878" y="511"/>
                    <a:pt x="1312" y="423"/>
                  </a:cubicBezTo>
                  <a:cubicBezTo>
                    <a:pt x="1345" y="423"/>
                    <a:pt x="1389" y="412"/>
                    <a:pt x="1423" y="390"/>
                  </a:cubicBezTo>
                  <a:cubicBezTo>
                    <a:pt x="1367" y="267"/>
                    <a:pt x="1322" y="134"/>
                    <a:pt x="12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1">
              <a:extLst>
                <a:ext uri="{FF2B5EF4-FFF2-40B4-BE49-F238E27FC236}">
                  <a16:creationId xmlns:a16="http://schemas.microsoft.com/office/drawing/2014/main" id="{44000838-FB14-C067-0FB1-BB461CE5A8CD}"/>
                </a:ext>
              </a:extLst>
            </p:cNvPr>
            <p:cNvSpPr/>
            <p:nvPr/>
          </p:nvSpPr>
          <p:spPr>
            <a:xfrm>
              <a:off x="2083675" y="3169900"/>
              <a:ext cx="40300" cy="19475"/>
            </a:xfrm>
            <a:custGeom>
              <a:avLst/>
              <a:gdLst/>
              <a:ahLst/>
              <a:cxnLst/>
              <a:rect l="l" t="t" r="r" b="b"/>
              <a:pathLst>
                <a:path w="1612" h="779" extrusionOk="0">
                  <a:moveTo>
                    <a:pt x="111" y="1"/>
                  </a:moveTo>
                  <a:cubicBezTo>
                    <a:pt x="78" y="156"/>
                    <a:pt x="34" y="301"/>
                    <a:pt x="0" y="457"/>
                  </a:cubicBezTo>
                  <a:cubicBezTo>
                    <a:pt x="34" y="467"/>
                    <a:pt x="78" y="479"/>
                    <a:pt x="123" y="479"/>
                  </a:cubicBezTo>
                  <a:cubicBezTo>
                    <a:pt x="611" y="534"/>
                    <a:pt x="1122" y="579"/>
                    <a:pt x="1567" y="779"/>
                  </a:cubicBezTo>
                  <a:cubicBezTo>
                    <a:pt x="1577" y="756"/>
                    <a:pt x="1600" y="723"/>
                    <a:pt x="1611" y="701"/>
                  </a:cubicBezTo>
                  <a:cubicBezTo>
                    <a:pt x="1355" y="467"/>
                    <a:pt x="1066" y="279"/>
                    <a:pt x="745" y="156"/>
                  </a:cubicBezTo>
                  <a:cubicBezTo>
                    <a:pt x="555" y="79"/>
                    <a:pt x="323" y="1"/>
                    <a:pt x="11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1">
              <a:extLst>
                <a:ext uri="{FF2B5EF4-FFF2-40B4-BE49-F238E27FC236}">
                  <a16:creationId xmlns:a16="http://schemas.microsoft.com/office/drawing/2014/main" id="{65BE37AB-FDF1-6CFA-1963-A189248648CA}"/>
                </a:ext>
              </a:extLst>
            </p:cNvPr>
            <p:cNvSpPr/>
            <p:nvPr/>
          </p:nvSpPr>
          <p:spPr>
            <a:xfrm>
              <a:off x="2078725" y="3211625"/>
              <a:ext cx="12175" cy="17375"/>
            </a:xfrm>
            <a:custGeom>
              <a:avLst/>
              <a:gdLst/>
              <a:ahLst/>
              <a:cxnLst/>
              <a:rect l="l" t="t" r="r" b="b"/>
              <a:pathLst>
                <a:path w="487" h="695" extrusionOk="0">
                  <a:moveTo>
                    <a:pt x="188" y="1"/>
                  </a:moveTo>
                  <a:cubicBezTo>
                    <a:pt x="170" y="1"/>
                    <a:pt x="154" y="16"/>
                    <a:pt x="154" y="32"/>
                  </a:cubicBezTo>
                  <a:cubicBezTo>
                    <a:pt x="143" y="143"/>
                    <a:pt x="98" y="309"/>
                    <a:pt x="98" y="343"/>
                  </a:cubicBezTo>
                  <a:cubicBezTo>
                    <a:pt x="76" y="443"/>
                    <a:pt x="42" y="543"/>
                    <a:pt x="10" y="643"/>
                  </a:cubicBezTo>
                  <a:cubicBezTo>
                    <a:pt x="1" y="669"/>
                    <a:pt x="19" y="694"/>
                    <a:pt x="43" y="694"/>
                  </a:cubicBezTo>
                  <a:cubicBezTo>
                    <a:pt x="50" y="694"/>
                    <a:pt x="57" y="692"/>
                    <a:pt x="65" y="687"/>
                  </a:cubicBezTo>
                  <a:cubicBezTo>
                    <a:pt x="176" y="632"/>
                    <a:pt x="287" y="543"/>
                    <a:pt x="410" y="487"/>
                  </a:cubicBezTo>
                  <a:cubicBezTo>
                    <a:pt x="442" y="476"/>
                    <a:pt x="476" y="454"/>
                    <a:pt x="487" y="420"/>
                  </a:cubicBezTo>
                  <a:cubicBezTo>
                    <a:pt x="487" y="398"/>
                    <a:pt x="476" y="376"/>
                    <a:pt x="465" y="354"/>
                  </a:cubicBezTo>
                  <a:cubicBezTo>
                    <a:pt x="398" y="232"/>
                    <a:pt x="309" y="109"/>
                    <a:pt x="210" y="10"/>
                  </a:cubicBezTo>
                  <a:cubicBezTo>
                    <a:pt x="203" y="3"/>
                    <a:pt x="196" y="1"/>
                    <a:pt x="18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1">
              <a:extLst>
                <a:ext uri="{FF2B5EF4-FFF2-40B4-BE49-F238E27FC236}">
                  <a16:creationId xmlns:a16="http://schemas.microsoft.com/office/drawing/2014/main" id="{074ACB1F-0EA6-0234-7463-ECF4AF3E1BC7}"/>
                </a:ext>
              </a:extLst>
            </p:cNvPr>
            <p:cNvSpPr/>
            <p:nvPr/>
          </p:nvSpPr>
          <p:spPr>
            <a:xfrm>
              <a:off x="2024525" y="3218550"/>
              <a:ext cx="13300" cy="15875"/>
            </a:xfrm>
            <a:custGeom>
              <a:avLst/>
              <a:gdLst/>
              <a:ahLst/>
              <a:cxnLst/>
              <a:rect l="l" t="t" r="r" b="b"/>
              <a:pathLst>
                <a:path w="532" h="635" extrusionOk="0">
                  <a:moveTo>
                    <a:pt x="207" y="0"/>
                  </a:moveTo>
                  <a:cubicBezTo>
                    <a:pt x="194" y="0"/>
                    <a:pt x="183" y="6"/>
                    <a:pt x="178" y="22"/>
                  </a:cubicBezTo>
                  <a:cubicBezTo>
                    <a:pt x="100" y="143"/>
                    <a:pt x="45" y="277"/>
                    <a:pt x="11" y="422"/>
                  </a:cubicBezTo>
                  <a:cubicBezTo>
                    <a:pt x="11" y="444"/>
                    <a:pt x="0" y="466"/>
                    <a:pt x="11" y="477"/>
                  </a:cubicBezTo>
                  <a:cubicBezTo>
                    <a:pt x="22" y="510"/>
                    <a:pt x="55" y="521"/>
                    <a:pt x="89" y="533"/>
                  </a:cubicBezTo>
                  <a:cubicBezTo>
                    <a:pt x="222" y="555"/>
                    <a:pt x="356" y="610"/>
                    <a:pt x="478" y="632"/>
                  </a:cubicBezTo>
                  <a:cubicBezTo>
                    <a:pt x="482" y="634"/>
                    <a:pt x="487" y="634"/>
                    <a:pt x="491" y="634"/>
                  </a:cubicBezTo>
                  <a:cubicBezTo>
                    <a:pt x="517" y="634"/>
                    <a:pt x="532" y="605"/>
                    <a:pt x="522" y="577"/>
                  </a:cubicBezTo>
                  <a:cubicBezTo>
                    <a:pt x="467" y="488"/>
                    <a:pt x="411" y="399"/>
                    <a:pt x="366" y="310"/>
                  </a:cubicBezTo>
                  <a:cubicBezTo>
                    <a:pt x="356" y="277"/>
                    <a:pt x="278" y="121"/>
                    <a:pt x="245" y="22"/>
                  </a:cubicBezTo>
                  <a:cubicBezTo>
                    <a:pt x="238" y="9"/>
                    <a:pt x="222" y="0"/>
                    <a:pt x="20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1">
              <a:extLst>
                <a:ext uri="{FF2B5EF4-FFF2-40B4-BE49-F238E27FC236}">
                  <a16:creationId xmlns:a16="http://schemas.microsoft.com/office/drawing/2014/main" id="{551256A9-18B8-B928-D257-67CA3148ABA8}"/>
                </a:ext>
              </a:extLst>
            </p:cNvPr>
            <p:cNvSpPr/>
            <p:nvPr/>
          </p:nvSpPr>
          <p:spPr>
            <a:xfrm>
              <a:off x="2070075" y="3291000"/>
              <a:ext cx="115825" cy="55575"/>
            </a:xfrm>
            <a:custGeom>
              <a:avLst/>
              <a:gdLst/>
              <a:ahLst/>
              <a:cxnLst/>
              <a:rect l="l" t="t" r="r" b="b"/>
              <a:pathLst>
                <a:path w="4633" h="2223" extrusionOk="0">
                  <a:moveTo>
                    <a:pt x="3743" y="167"/>
                  </a:moveTo>
                  <a:lnTo>
                    <a:pt x="3743" y="167"/>
                  </a:lnTo>
                  <a:cubicBezTo>
                    <a:pt x="3822" y="289"/>
                    <a:pt x="3854" y="456"/>
                    <a:pt x="3854" y="622"/>
                  </a:cubicBezTo>
                  <a:cubicBezTo>
                    <a:pt x="3766" y="501"/>
                    <a:pt x="3721" y="334"/>
                    <a:pt x="3743" y="167"/>
                  </a:cubicBezTo>
                  <a:close/>
                  <a:moveTo>
                    <a:pt x="2388" y="456"/>
                  </a:moveTo>
                  <a:lnTo>
                    <a:pt x="2388" y="456"/>
                  </a:lnTo>
                  <a:cubicBezTo>
                    <a:pt x="2400" y="523"/>
                    <a:pt x="2410" y="590"/>
                    <a:pt x="2400" y="656"/>
                  </a:cubicBezTo>
                  <a:cubicBezTo>
                    <a:pt x="2388" y="600"/>
                    <a:pt x="2388" y="523"/>
                    <a:pt x="2388" y="456"/>
                  </a:cubicBezTo>
                  <a:close/>
                  <a:moveTo>
                    <a:pt x="1966" y="567"/>
                  </a:moveTo>
                  <a:cubicBezTo>
                    <a:pt x="1977" y="645"/>
                    <a:pt x="1966" y="723"/>
                    <a:pt x="1966" y="800"/>
                  </a:cubicBezTo>
                  <a:cubicBezTo>
                    <a:pt x="1955" y="790"/>
                    <a:pt x="1955" y="778"/>
                    <a:pt x="1944" y="756"/>
                  </a:cubicBezTo>
                  <a:cubicBezTo>
                    <a:pt x="1933" y="701"/>
                    <a:pt x="1933" y="622"/>
                    <a:pt x="1966" y="567"/>
                  </a:cubicBezTo>
                  <a:close/>
                  <a:moveTo>
                    <a:pt x="1289" y="845"/>
                  </a:moveTo>
                  <a:cubicBezTo>
                    <a:pt x="1299" y="845"/>
                    <a:pt x="1333" y="901"/>
                    <a:pt x="1333" y="945"/>
                  </a:cubicBezTo>
                  <a:cubicBezTo>
                    <a:pt x="1333" y="1078"/>
                    <a:pt x="1311" y="1200"/>
                    <a:pt x="1277" y="1323"/>
                  </a:cubicBezTo>
                  <a:cubicBezTo>
                    <a:pt x="1222" y="1189"/>
                    <a:pt x="1222" y="1022"/>
                    <a:pt x="1267" y="878"/>
                  </a:cubicBezTo>
                  <a:cubicBezTo>
                    <a:pt x="1267" y="867"/>
                    <a:pt x="1277" y="856"/>
                    <a:pt x="1289" y="845"/>
                  </a:cubicBezTo>
                  <a:close/>
                  <a:moveTo>
                    <a:pt x="3688" y="0"/>
                  </a:moveTo>
                  <a:lnTo>
                    <a:pt x="3677" y="67"/>
                  </a:lnTo>
                  <a:cubicBezTo>
                    <a:pt x="3622" y="323"/>
                    <a:pt x="3699" y="590"/>
                    <a:pt x="3854" y="745"/>
                  </a:cubicBezTo>
                  <a:lnTo>
                    <a:pt x="3854" y="778"/>
                  </a:lnTo>
                  <a:cubicBezTo>
                    <a:pt x="3854" y="945"/>
                    <a:pt x="3854" y="1167"/>
                    <a:pt x="3766" y="1333"/>
                  </a:cubicBezTo>
                  <a:cubicBezTo>
                    <a:pt x="3665" y="1492"/>
                    <a:pt x="3477" y="1588"/>
                    <a:pt x="3277" y="1588"/>
                  </a:cubicBezTo>
                  <a:cubicBezTo>
                    <a:pt x="3211" y="1588"/>
                    <a:pt x="3143" y="1578"/>
                    <a:pt x="3077" y="1556"/>
                  </a:cubicBezTo>
                  <a:cubicBezTo>
                    <a:pt x="2855" y="1478"/>
                    <a:pt x="2655" y="1278"/>
                    <a:pt x="2511" y="1000"/>
                  </a:cubicBezTo>
                  <a:cubicBezTo>
                    <a:pt x="2488" y="945"/>
                    <a:pt x="2466" y="889"/>
                    <a:pt x="2433" y="822"/>
                  </a:cubicBezTo>
                  <a:cubicBezTo>
                    <a:pt x="2499" y="656"/>
                    <a:pt x="2499" y="456"/>
                    <a:pt x="2422" y="301"/>
                  </a:cubicBezTo>
                  <a:lnTo>
                    <a:pt x="2388" y="212"/>
                  </a:lnTo>
                  <a:lnTo>
                    <a:pt x="2355" y="301"/>
                  </a:lnTo>
                  <a:cubicBezTo>
                    <a:pt x="2277" y="478"/>
                    <a:pt x="2299" y="667"/>
                    <a:pt x="2355" y="822"/>
                  </a:cubicBezTo>
                  <a:cubicBezTo>
                    <a:pt x="2333" y="878"/>
                    <a:pt x="2299" y="923"/>
                    <a:pt x="2266" y="967"/>
                  </a:cubicBezTo>
                  <a:cubicBezTo>
                    <a:pt x="2247" y="987"/>
                    <a:pt x="2219" y="1014"/>
                    <a:pt x="2198" y="1014"/>
                  </a:cubicBezTo>
                  <a:cubicBezTo>
                    <a:pt x="2194" y="1014"/>
                    <a:pt x="2191" y="1013"/>
                    <a:pt x="2188" y="1012"/>
                  </a:cubicBezTo>
                  <a:cubicBezTo>
                    <a:pt x="2166" y="1012"/>
                    <a:pt x="2155" y="1000"/>
                    <a:pt x="2133" y="989"/>
                  </a:cubicBezTo>
                  <a:cubicBezTo>
                    <a:pt x="2089" y="956"/>
                    <a:pt x="2055" y="923"/>
                    <a:pt x="2022" y="889"/>
                  </a:cubicBezTo>
                  <a:cubicBezTo>
                    <a:pt x="2055" y="756"/>
                    <a:pt x="2055" y="622"/>
                    <a:pt x="2044" y="489"/>
                  </a:cubicBezTo>
                  <a:lnTo>
                    <a:pt x="2044" y="434"/>
                  </a:lnTo>
                  <a:lnTo>
                    <a:pt x="1988" y="456"/>
                  </a:lnTo>
                  <a:cubicBezTo>
                    <a:pt x="1866" y="511"/>
                    <a:pt x="1833" y="667"/>
                    <a:pt x="1877" y="790"/>
                  </a:cubicBezTo>
                  <a:cubicBezTo>
                    <a:pt x="1889" y="834"/>
                    <a:pt x="1911" y="878"/>
                    <a:pt x="1944" y="911"/>
                  </a:cubicBezTo>
                  <a:cubicBezTo>
                    <a:pt x="1899" y="1133"/>
                    <a:pt x="1788" y="1345"/>
                    <a:pt x="1644" y="1511"/>
                  </a:cubicBezTo>
                  <a:cubicBezTo>
                    <a:pt x="1610" y="1545"/>
                    <a:pt x="1578" y="1578"/>
                    <a:pt x="1544" y="1578"/>
                  </a:cubicBezTo>
                  <a:cubicBezTo>
                    <a:pt x="1538" y="1579"/>
                    <a:pt x="1532" y="1579"/>
                    <a:pt x="1526" y="1579"/>
                  </a:cubicBezTo>
                  <a:cubicBezTo>
                    <a:pt x="1465" y="1579"/>
                    <a:pt x="1408" y="1530"/>
                    <a:pt x="1388" y="1500"/>
                  </a:cubicBezTo>
                  <a:cubicBezTo>
                    <a:pt x="1366" y="1478"/>
                    <a:pt x="1344" y="1456"/>
                    <a:pt x="1333" y="1434"/>
                  </a:cubicBezTo>
                  <a:cubicBezTo>
                    <a:pt x="1388" y="1278"/>
                    <a:pt x="1410" y="1111"/>
                    <a:pt x="1410" y="945"/>
                  </a:cubicBezTo>
                  <a:cubicBezTo>
                    <a:pt x="1410" y="889"/>
                    <a:pt x="1378" y="800"/>
                    <a:pt x="1322" y="778"/>
                  </a:cubicBezTo>
                  <a:cubicBezTo>
                    <a:pt x="1313" y="774"/>
                    <a:pt x="1302" y="771"/>
                    <a:pt x="1290" y="771"/>
                  </a:cubicBezTo>
                  <a:cubicBezTo>
                    <a:pt x="1272" y="771"/>
                    <a:pt x="1253" y="776"/>
                    <a:pt x="1233" y="790"/>
                  </a:cubicBezTo>
                  <a:cubicBezTo>
                    <a:pt x="1211" y="800"/>
                    <a:pt x="1200" y="822"/>
                    <a:pt x="1200" y="856"/>
                  </a:cubicBezTo>
                  <a:cubicBezTo>
                    <a:pt x="1133" y="1045"/>
                    <a:pt x="1144" y="1267"/>
                    <a:pt x="1244" y="1434"/>
                  </a:cubicBezTo>
                  <a:cubicBezTo>
                    <a:pt x="1166" y="1644"/>
                    <a:pt x="1044" y="1834"/>
                    <a:pt x="889" y="1978"/>
                  </a:cubicBezTo>
                  <a:cubicBezTo>
                    <a:pt x="815" y="2042"/>
                    <a:pt x="689" y="2136"/>
                    <a:pt x="547" y="2136"/>
                  </a:cubicBezTo>
                  <a:cubicBezTo>
                    <a:pt x="517" y="2136"/>
                    <a:pt x="486" y="2132"/>
                    <a:pt x="455" y="2123"/>
                  </a:cubicBezTo>
                  <a:cubicBezTo>
                    <a:pt x="289" y="2067"/>
                    <a:pt x="211" y="1867"/>
                    <a:pt x="166" y="1711"/>
                  </a:cubicBezTo>
                  <a:cubicBezTo>
                    <a:pt x="77" y="1345"/>
                    <a:pt x="77" y="956"/>
                    <a:pt x="178" y="590"/>
                  </a:cubicBezTo>
                  <a:lnTo>
                    <a:pt x="100" y="578"/>
                  </a:lnTo>
                  <a:cubicBezTo>
                    <a:pt x="0" y="945"/>
                    <a:pt x="0" y="1345"/>
                    <a:pt x="89" y="1723"/>
                  </a:cubicBezTo>
                  <a:cubicBezTo>
                    <a:pt x="156" y="1989"/>
                    <a:pt x="277" y="2145"/>
                    <a:pt x="433" y="2200"/>
                  </a:cubicBezTo>
                  <a:cubicBezTo>
                    <a:pt x="477" y="2211"/>
                    <a:pt x="511" y="2222"/>
                    <a:pt x="544" y="2222"/>
                  </a:cubicBezTo>
                  <a:cubicBezTo>
                    <a:pt x="711" y="2222"/>
                    <a:pt x="855" y="2111"/>
                    <a:pt x="944" y="2034"/>
                  </a:cubicBezTo>
                  <a:cubicBezTo>
                    <a:pt x="1099" y="1889"/>
                    <a:pt x="1222" y="1711"/>
                    <a:pt x="1299" y="1523"/>
                  </a:cubicBezTo>
                  <a:cubicBezTo>
                    <a:pt x="1311" y="1533"/>
                    <a:pt x="1311" y="1545"/>
                    <a:pt x="1322" y="1556"/>
                  </a:cubicBezTo>
                  <a:cubicBezTo>
                    <a:pt x="1386" y="1620"/>
                    <a:pt x="1450" y="1662"/>
                    <a:pt x="1515" y="1662"/>
                  </a:cubicBezTo>
                  <a:cubicBezTo>
                    <a:pt x="1528" y="1662"/>
                    <a:pt x="1542" y="1660"/>
                    <a:pt x="1555" y="1656"/>
                  </a:cubicBezTo>
                  <a:cubicBezTo>
                    <a:pt x="1622" y="1644"/>
                    <a:pt x="1666" y="1600"/>
                    <a:pt x="1699" y="1556"/>
                  </a:cubicBezTo>
                  <a:cubicBezTo>
                    <a:pt x="1844" y="1400"/>
                    <a:pt x="1955" y="1200"/>
                    <a:pt x="2010" y="989"/>
                  </a:cubicBezTo>
                  <a:cubicBezTo>
                    <a:pt x="2033" y="1012"/>
                    <a:pt x="2055" y="1034"/>
                    <a:pt x="2089" y="1045"/>
                  </a:cubicBezTo>
                  <a:cubicBezTo>
                    <a:pt x="2111" y="1067"/>
                    <a:pt x="2144" y="1089"/>
                    <a:pt x="2177" y="1101"/>
                  </a:cubicBezTo>
                  <a:cubicBezTo>
                    <a:pt x="2233" y="1101"/>
                    <a:pt x="2277" y="1078"/>
                    <a:pt x="2333" y="1012"/>
                  </a:cubicBezTo>
                  <a:cubicBezTo>
                    <a:pt x="2355" y="989"/>
                    <a:pt x="2377" y="956"/>
                    <a:pt x="2388" y="923"/>
                  </a:cubicBezTo>
                  <a:cubicBezTo>
                    <a:pt x="2410" y="967"/>
                    <a:pt x="2422" y="1000"/>
                    <a:pt x="2444" y="1034"/>
                  </a:cubicBezTo>
                  <a:cubicBezTo>
                    <a:pt x="2588" y="1333"/>
                    <a:pt x="2810" y="1545"/>
                    <a:pt x="3055" y="1622"/>
                  </a:cubicBezTo>
                  <a:cubicBezTo>
                    <a:pt x="3134" y="1652"/>
                    <a:pt x="3215" y="1665"/>
                    <a:pt x="3295" y="1665"/>
                  </a:cubicBezTo>
                  <a:cubicBezTo>
                    <a:pt x="3518" y="1665"/>
                    <a:pt x="3726" y="1558"/>
                    <a:pt x="3832" y="1378"/>
                  </a:cubicBezTo>
                  <a:cubicBezTo>
                    <a:pt x="3933" y="1200"/>
                    <a:pt x="3943" y="989"/>
                    <a:pt x="3943" y="812"/>
                  </a:cubicBezTo>
                  <a:cubicBezTo>
                    <a:pt x="4015" y="855"/>
                    <a:pt x="4105" y="879"/>
                    <a:pt x="4199" y="879"/>
                  </a:cubicBezTo>
                  <a:cubicBezTo>
                    <a:pt x="4251" y="879"/>
                    <a:pt x="4303" y="872"/>
                    <a:pt x="4355" y="856"/>
                  </a:cubicBezTo>
                  <a:cubicBezTo>
                    <a:pt x="4488" y="812"/>
                    <a:pt x="4588" y="711"/>
                    <a:pt x="4632" y="590"/>
                  </a:cubicBezTo>
                  <a:lnTo>
                    <a:pt x="4555" y="567"/>
                  </a:lnTo>
                  <a:cubicBezTo>
                    <a:pt x="4521" y="667"/>
                    <a:pt x="4444" y="745"/>
                    <a:pt x="4333" y="778"/>
                  </a:cubicBezTo>
                  <a:cubicBezTo>
                    <a:pt x="4287" y="794"/>
                    <a:pt x="4241" y="802"/>
                    <a:pt x="4195" y="802"/>
                  </a:cubicBezTo>
                  <a:cubicBezTo>
                    <a:pt x="4116" y="802"/>
                    <a:pt x="4040" y="780"/>
                    <a:pt x="3977" y="745"/>
                  </a:cubicBezTo>
                  <a:lnTo>
                    <a:pt x="3943" y="711"/>
                  </a:lnTo>
                  <a:cubicBezTo>
                    <a:pt x="3933" y="456"/>
                    <a:pt x="3910" y="212"/>
                    <a:pt x="3743" y="45"/>
                  </a:cubicBezTo>
                  <a:lnTo>
                    <a:pt x="368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1">
              <a:extLst>
                <a:ext uri="{FF2B5EF4-FFF2-40B4-BE49-F238E27FC236}">
                  <a16:creationId xmlns:a16="http://schemas.microsoft.com/office/drawing/2014/main" id="{17028AA0-1616-21B3-C2FC-9E73F23FED22}"/>
                </a:ext>
              </a:extLst>
            </p:cNvPr>
            <p:cNvSpPr/>
            <p:nvPr/>
          </p:nvSpPr>
          <p:spPr>
            <a:xfrm>
              <a:off x="2136425" y="3092400"/>
              <a:ext cx="25325" cy="33650"/>
            </a:xfrm>
            <a:custGeom>
              <a:avLst/>
              <a:gdLst/>
              <a:ahLst/>
              <a:cxnLst/>
              <a:rect l="l" t="t" r="r" b="b"/>
              <a:pathLst>
                <a:path w="1013" h="1346" extrusionOk="0">
                  <a:moveTo>
                    <a:pt x="308" y="1"/>
                  </a:moveTo>
                  <a:cubicBezTo>
                    <a:pt x="287" y="1"/>
                    <a:pt x="266" y="10"/>
                    <a:pt x="245" y="24"/>
                  </a:cubicBezTo>
                  <a:cubicBezTo>
                    <a:pt x="190" y="69"/>
                    <a:pt x="168" y="135"/>
                    <a:pt x="156" y="213"/>
                  </a:cubicBezTo>
                  <a:lnTo>
                    <a:pt x="1" y="780"/>
                  </a:lnTo>
                  <a:lnTo>
                    <a:pt x="79" y="802"/>
                  </a:lnTo>
                  <a:lnTo>
                    <a:pt x="223" y="235"/>
                  </a:lnTo>
                  <a:cubicBezTo>
                    <a:pt x="245" y="168"/>
                    <a:pt x="257" y="113"/>
                    <a:pt x="301" y="91"/>
                  </a:cubicBezTo>
                  <a:cubicBezTo>
                    <a:pt x="301" y="79"/>
                    <a:pt x="312" y="79"/>
                    <a:pt x="312" y="79"/>
                  </a:cubicBezTo>
                  <a:cubicBezTo>
                    <a:pt x="312" y="79"/>
                    <a:pt x="312" y="91"/>
                    <a:pt x="323" y="113"/>
                  </a:cubicBezTo>
                  <a:cubicBezTo>
                    <a:pt x="345" y="324"/>
                    <a:pt x="356" y="546"/>
                    <a:pt x="323" y="768"/>
                  </a:cubicBezTo>
                  <a:lnTo>
                    <a:pt x="312" y="924"/>
                  </a:lnTo>
                  <a:lnTo>
                    <a:pt x="823" y="190"/>
                  </a:lnTo>
                  <a:cubicBezTo>
                    <a:pt x="834" y="157"/>
                    <a:pt x="867" y="124"/>
                    <a:pt x="889" y="124"/>
                  </a:cubicBezTo>
                  <a:cubicBezTo>
                    <a:pt x="912" y="568"/>
                    <a:pt x="701" y="1024"/>
                    <a:pt x="345" y="1279"/>
                  </a:cubicBezTo>
                  <a:lnTo>
                    <a:pt x="390" y="1346"/>
                  </a:lnTo>
                  <a:cubicBezTo>
                    <a:pt x="778" y="1068"/>
                    <a:pt x="1012" y="568"/>
                    <a:pt x="968" y="79"/>
                  </a:cubicBezTo>
                  <a:lnTo>
                    <a:pt x="968" y="46"/>
                  </a:lnTo>
                  <a:lnTo>
                    <a:pt x="945" y="46"/>
                  </a:lnTo>
                  <a:cubicBezTo>
                    <a:pt x="932" y="42"/>
                    <a:pt x="919" y="40"/>
                    <a:pt x="905" y="40"/>
                  </a:cubicBezTo>
                  <a:cubicBezTo>
                    <a:pt x="852" y="40"/>
                    <a:pt x="801" y="75"/>
                    <a:pt x="756" y="146"/>
                  </a:cubicBezTo>
                  <a:lnTo>
                    <a:pt x="423" y="624"/>
                  </a:lnTo>
                  <a:cubicBezTo>
                    <a:pt x="434" y="446"/>
                    <a:pt x="423" y="269"/>
                    <a:pt x="401" y="102"/>
                  </a:cubicBezTo>
                  <a:cubicBezTo>
                    <a:pt x="390" y="79"/>
                    <a:pt x="390" y="24"/>
                    <a:pt x="345" y="13"/>
                  </a:cubicBezTo>
                  <a:cubicBezTo>
                    <a:pt x="333" y="4"/>
                    <a:pt x="320" y="1"/>
                    <a:pt x="30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1">
              <a:extLst>
                <a:ext uri="{FF2B5EF4-FFF2-40B4-BE49-F238E27FC236}">
                  <a16:creationId xmlns:a16="http://schemas.microsoft.com/office/drawing/2014/main" id="{55C356A6-1919-0714-C560-E8C521ED3D2C}"/>
                </a:ext>
              </a:extLst>
            </p:cNvPr>
            <p:cNvSpPr/>
            <p:nvPr/>
          </p:nvSpPr>
          <p:spPr>
            <a:xfrm>
              <a:off x="1984800" y="3150750"/>
              <a:ext cx="35575" cy="56950"/>
            </a:xfrm>
            <a:custGeom>
              <a:avLst/>
              <a:gdLst/>
              <a:ahLst/>
              <a:cxnLst/>
              <a:rect l="l" t="t" r="r" b="b"/>
              <a:pathLst>
                <a:path w="1423" h="2278" extrusionOk="0">
                  <a:moveTo>
                    <a:pt x="645" y="1600"/>
                  </a:moveTo>
                  <a:lnTo>
                    <a:pt x="645" y="1600"/>
                  </a:lnTo>
                  <a:cubicBezTo>
                    <a:pt x="567" y="1689"/>
                    <a:pt x="478" y="1789"/>
                    <a:pt x="367" y="1845"/>
                  </a:cubicBezTo>
                  <a:cubicBezTo>
                    <a:pt x="434" y="1734"/>
                    <a:pt x="533" y="1633"/>
                    <a:pt x="645" y="1600"/>
                  </a:cubicBezTo>
                  <a:close/>
                  <a:moveTo>
                    <a:pt x="1145" y="1"/>
                  </a:moveTo>
                  <a:cubicBezTo>
                    <a:pt x="923" y="112"/>
                    <a:pt x="723" y="256"/>
                    <a:pt x="556" y="434"/>
                  </a:cubicBezTo>
                  <a:cubicBezTo>
                    <a:pt x="467" y="522"/>
                    <a:pt x="412" y="656"/>
                    <a:pt x="489" y="734"/>
                  </a:cubicBezTo>
                  <a:cubicBezTo>
                    <a:pt x="533" y="778"/>
                    <a:pt x="578" y="778"/>
                    <a:pt x="622" y="789"/>
                  </a:cubicBezTo>
                  <a:lnTo>
                    <a:pt x="711" y="789"/>
                  </a:lnTo>
                  <a:cubicBezTo>
                    <a:pt x="400" y="1001"/>
                    <a:pt x="167" y="1322"/>
                    <a:pt x="45" y="1700"/>
                  </a:cubicBezTo>
                  <a:cubicBezTo>
                    <a:pt x="34" y="1734"/>
                    <a:pt x="0" y="1833"/>
                    <a:pt x="67" y="1900"/>
                  </a:cubicBezTo>
                  <a:cubicBezTo>
                    <a:pt x="89" y="1934"/>
                    <a:pt x="134" y="1944"/>
                    <a:pt x="156" y="1944"/>
                  </a:cubicBezTo>
                  <a:cubicBezTo>
                    <a:pt x="178" y="1956"/>
                    <a:pt x="200" y="1956"/>
                    <a:pt x="212" y="1956"/>
                  </a:cubicBezTo>
                  <a:lnTo>
                    <a:pt x="212" y="1967"/>
                  </a:lnTo>
                  <a:cubicBezTo>
                    <a:pt x="190" y="2023"/>
                    <a:pt x="167" y="2078"/>
                    <a:pt x="167" y="2134"/>
                  </a:cubicBezTo>
                  <a:cubicBezTo>
                    <a:pt x="167" y="2200"/>
                    <a:pt x="222" y="2278"/>
                    <a:pt x="301" y="2278"/>
                  </a:cubicBezTo>
                  <a:lnTo>
                    <a:pt x="301" y="2200"/>
                  </a:lnTo>
                  <a:cubicBezTo>
                    <a:pt x="278" y="2200"/>
                    <a:pt x="245" y="2167"/>
                    <a:pt x="245" y="2134"/>
                  </a:cubicBezTo>
                  <a:cubicBezTo>
                    <a:pt x="245" y="2089"/>
                    <a:pt x="267" y="2045"/>
                    <a:pt x="278" y="2000"/>
                  </a:cubicBezTo>
                  <a:cubicBezTo>
                    <a:pt x="289" y="1978"/>
                    <a:pt x="301" y="1967"/>
                    <a:pt x="311" y="1944"/>
                  </a:cubicBezTo>
                  <a:cubicBezTo>
                    <a:pt x="501" y="1900"/>
                    <a:pt x="656" y="1722"/>
                    <a:pt x="767" y="1578"/>
                  </a:cubicBezTo>
                  <a:lnTo>
                    <a:pt x="812" y="1512"/>
                  </a:lnTo>
                  <a:lnTo>
                    <a:pt x="745" y="1512"/>
                  </a:lnTo>
                  <a:cubicBezTo>
                    <a:pt x="737" y="1511"/>
                    <a:pt x="730" y="1511"/>
                    <a:pt x="722" y="1511"/>
                  </a:cubicBezTo>
                  <a:cubicBezTo>
                    <a:pt x="542" y="1511"/>
                    <a:pt x="384" y="1643"/>
                    <a:pt x="256" y="1878"/>
                  </a:cubicBezTo>
                  <a:cubicBezTo>
                    <a:pt x="234" y="1878"/>
                    <a:pt x="200" y="1878"/>
                    <a:pt x="178" y="1867"/>
                  </a:cubicBezTo>
                  <a:cubicBezTo>
                    <a:pt x="145" y="1867"/>
                    <a:pt x="134" y="1856"/>
                    <a:pt x="123" y="1845"/>
                  </a:cubicBezTo>
                  <a:cubicBezTo>
                    <a:pt x="101" y="1823"/>
                    <a:pt x="101" y="1789"/>
                    <a:pt x="123" y="1722"/>
                  </a:cubicBezTo>
                  <a:cubicBezTo>
                    <a:pt x="256" y="1312"/>
                    <a:pt x="533" y="956"/>
                    <a:pt x="901" y="756"/>
                  </a:cubicBezTo>
                  <a:cubicBezTo>
                    <a:pt x="1000" y="734"/>
                    <a:pt x="1100" y="690"/>
                    <a:pt x="1178" y="634"/>
                  </a:cubicBezTo>
                  <a:lnTo>
                    <a:pt x="1422" y="467"/>
                  </a:lnTo>
                  <a:lnTo>
                    <a:pt x="1145" y="567"/>
                  </a:lnTo>
                  <a:cubicBezTo>
                    <a:pt x="1056" y="589"/>
                    <a:pt x="956" y="634"/>
                    <a:pt x="867" y="678"/>
                  </a:cubicBezTo>
                  <a:cubicBezTo>
                    <a:pt x="810" y="694"/>
                    <a:pt x="753" y="705"/>
                    <a:pt x="697" y="705"/>
                  </a:cubicBezTo>
                  <a:cubicBezTo>
                    <a:pt x="676" y="705"/>
                    <a:pt x="655" y="703"/>
                    <a:pt x="634" y="700"/>
                  </a:cubicBezTo>
                  <a:cubicBezTo>
                    <a:pt x="600" y="700"/>
                    <a:pt x="567" y="700"/>
                    <a:pt x="545" y="678"/>
                  </a:cubicBezTo>
                  <a:cubicBezTo>
                    <a:pt x="501" y="634"/>
                    <a:pt x="556" y="534"/>
                    <a:pt x="612" y="490"/>
                  </a:cubicBezTo>
                  <a:cubicBezTo>
                    <a:pt x="778" y="312"/>
                    <a:pt x="967" y="179"/>
                    <a:pt x="1178" y="78"/>
                  </a:cubicBezTo>
                  <a:lnTo>
                    <a:pt x="11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1">
              <a:extLst>
                <a:ext uri="{FF2B5EF4-FFF2-40B4-BE49-F238E27FC236}">
                  <a16:creationId xmlns:a16="http://schemas.microsoft.com/office/drawing/2014/main" id="{74FCE409-82A9-D603-FA83-C51B04AF0CCA}"/>
                </a:ext>
              </a:extLst>
            </p:cNvPr>
            <p:cNvSpPr/>
            <p:nvPr/>
          </p:nvSpPr>
          <p:spPr>
            <a:xfrm>
              <a:off x="2179200" y="3186850"/>
              <a:ext cx="26125" cy="50300"/>
            </a:xfrm>
            <a:custGeom>
              <a:avLst/>
              <a:gdLst/>
              <a:ahLst/>
              <a:cxnLst/>
              <a:rect l="l" t="t" r="r" b="b"/>
              <a:pathLst>
                <a:path w="1045" h="2012" extrusionOk="0">
                  <a:moveTo>
                    <a:pt x="367" y="1145"/>
                  </a:moveTo>
                  <a:lnTo>
                    <a:pt x="367" y="1145"/>
                  </a:lnTo>
                  <a:cubicBezTo>
                    <a:pt x="445" y="1211"/>
                    <a:pt x="501" y="1278"/>
                    <a:pt x="545" y="1356"/>
                  </a:cubicBezTo>
                  <a:cubicBezTo>
                    <a:pt x="534" y="1345"/>
                    <a:pt x="511" y="1334"/>
                    <a:pt x="501" y="1322"/>
                  </a:cubicBezTo>
                  <a:cubicBezTo>
                    <a:pt x="434" y="1278"/>
                    <a:pt x="390" y="1211"/>
                    <a:pt x="367" y="1145"/>
                  </a:cubicBezTo>
                  <a:close/>
                  <a:moveTo>
                    <a:pt x="245" y="1"/>
                  </a:moveTo>
                  <a:lnTo>
                    <a:pt x="200" y="68"/>
                  </a:lnTo>
                  <a:cubicBezTo>
                    <a:pt x="501" y="245"/>
                    <a:pt x="689" y="579"/>
                    <a:pt x="822" y="900"/>
                  </a:cubicBezTo>
                  <a:cubicBezTo>
                    <a:pt x="889" y="1034"/>
                    <a:pt x="956" y="1201"/>
                    <a:pt x="911" y="1345"/>
                  </a:cubicBezTo>
                  <a:cubicBezTo>
                    <a:pt x="911" y="1367"/>
                    <a:pt x="889" y="1411"/>
                    <a:pt x="867" y="1423"/>
                  </a:cubicBezTo>
                  <a:cubicBezTo>
                    <a:pt x="856" y="1428"/>
                    <a:pt x="845" y="1431"/>
                    <a:pt x="834" y="1431"/>
                  </a:cubicBezTo>
                  <a:cubicBezTo>
                    <a:pt x="822" y="1431"/>
                    <a:pt x="811" y="1428"/>
                    <a:pt x="800" y="1423"/>
                  </a:cubicBezTo>
                  <a:cubicBezTo>
                    <a:pt x="767" y="1423"/>
                    <a:pt x="711" y="1411"/>
                    <a:pt x="667" y="1401"/>
                  </a:cubicBezTo>
                  <a:cubicBezTo>
                    <a:pt x="590" y="1256"/>
                    <a:pt x="479" y="1123"/>
                    <a:pt x="345" y="1023"/>
                  </a:cubicBezTo>
                  <a:lnTo>
                    <a:pt x="289" y="989"/>
                  </a:lnTo>
                  <a:lnTo>
                    <a:pt x="279" y="1056"/>
                  </a:lnTo>
                  <a:cubicBezTo>
                    <a:pt x="279" y="1179"/>
                    <a:pt x="345" y="1312"/>
                    <a:pt x="456" y="1389"/>
                  </a:cubicBezTo>
                  <a:cubicBezTo>
                    <a:pt x="501" y="1423"/>
                    <a:pt x="556" y="1456"/>
                    <a:pt x="612" y="1467"/>
                  </a:cubicBezTo>
                  <a:cubicBezTo>
                    <a:pt x="656" y="1567"/>
                    <a:pt x="689" y="1690"/>
                    <a:pt x="701" y="1801"/>
                  </a:cubicBezTo>
                  <a:cubicBezTo>
                    <a:pt x="701" y="1833"/>
                    <a:pt x="701" y="1900"/>
                    <a:pt x="667" y="1922"/>
                  </a:cubicBezTo>
                  <a:cubicBezTo>
                    <a:pt x="660" y="1926"/>
                    <a:pt x="651" y="1927"/>
                    <a:pt x="642" y="1927"/>
                  </a:cubicBezTo>
                  <a:cubicBezTo>
                    <a:pt x="623" y="1927"/>
                    <a:pt x="601" y="1922"/>
                    <a:pt x="578" y="1922"/>
                  </a:cubicBezTo>
                  <a:cubicBezTo>
                    <a:pt x="378" y="1845"/>
                    <a:pt x="190" y="1712"/>
                    <a:pt x="67" y="1534"/>
                  </a:cubicBezTo>
                  <a:lnTo>
                    <a:pt x="0" y="1578"/>
                  </a:lnTo>
                  <a:cubicBezTo>
                    <a:pt x="134" y="1778"/>
                    <a:pt x="334" y="1922"/>
                    <a:pt x="556" y="1989"/>
                  </a:cubicBezTo>
                  <a:cubicBezTo>
                    <a:pt x="578" y="2001"/>
                    <a:pt x="612" y="2011"/>
                    <a:pt x="634" y="2011"/>
                  </a:cubicBezTo>
                  <a:cubicBezTo>
                    <a:pt x="667" y="2011"/>
                    <a:pt x="689" y="2001"/>
                    <a:pt x="711" y="1989"/>
                  </a:cubicBezTo>
                  <a:cubicBezTo>
                    <a:pt x="745" y="1967"/>
                    <a:pt x="790" y="1912"/>
                    <a:pt x="778" y="1789"/>
                  </a:cubicBezTo>
                  <a:cubicBezTo>
                    <a:pt x="767" y="1690"/>
                    <a:pt x="745" y="1589"/>
                    <a:pt x="701" y="1490"/>
                  </a:cubicBezTo>
                  <a:lnTo>
                    <a:pt x="701" y="1490"/>
                  </a:lnTo>
                  <a:cubicBezTo>
                    <a:pt x="734" y="1500"/>
                    <a:pt x="767" y="1500"/>
                    <a:pt x="790" y="1500"/>
                  </a:cubicBezTo>
                  <a:cubicBezTo>
                    <a:pt x="806" y="1506"/>
                    <a:pt x="823" y="1509"/>
                    <a:pt x="841" y="1509"/>
                  </a:cubicBezTo>
                  <a:cubicBezTo>
                    <a:pt x="859" y="1509"/>
                    <a:pt x="878" y="1506"/>
                    <a:pt x="901" y="1500"/>
                  </a:cubicBezTo>
                  <a:cubicBezTo>
                    <a:pt x="945" y="1478"/>
                    <a:pt x="978" y="1434"/>
                    <a:pt x="990" y="1367"/>
                  </a:cubicBezTo>
                  <a:cubicBezTo>
                    <a:pt x="1045" y="1189"/>
                    <a:pt x="967" y="1011"/>
                    <a:pt x="901" y="867"/>
                  </a:cubicBezTo>
                  <a:cubicBezTo>
                    <a:pt x="756" y="545"/>
                    <a:pt x="556" y="189"/>
                    <a:pt x="24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1">
              <a:extLst>
                <a:ext uri="{FF2B5EF4-FFF2-40B4-BE49-F238E27FC236}">
                  <a16:creationId xmlns:a16="http://schemas.microsoft.com/office/drawing/2014/main" id="{9C12A8F8-4AC4-A5E5-4471-B6129FD3FB9D}"/>
                </a:ext>
              </a:extLst>
            </p:cNvPr>
            <p:cNvSpPr/>
            <p:nvPr/>
          </p:nvSpPr>
          <p:spPr>
            <a:xfrm>
              <a:off x="2023675" y="3220750"/>
              <a:ext cx="68350" cy="16400"/>
            </a:xfrm>
            <a:custGeom>
              <a:avLst/>
              <a:gdLst/>
              <a:ahLst/>
              <a:cxnLst/>
              <a:rect l="l" t="t" r="r" b="b"/>
              <a:pathLst>
                <a:path w="2734" h="656" extrusionOk="0">
                  <a:moveTo>
                    <a:pt x="2700" y="0"/>
                  </a:moveTo>
                  <a:cubicBezTo>
                    <a:pt x="2224" y="386"/>
                    <a:pt x="1632" y="585"/>
                    <a:pt x="1039" y="585"/>
                  </a:cubicBezTo>
                  <a:cubicBezTo>
                    <a:pt x="693" y="585"/>
                    <a:pt x="347" y="517"/>
                    <a:pt x="23" y="378"/>
                  </a:cubicBezTo>
                  <a:lnTo>
                    <a:pt x="0" y="445"/>
                  </a:lnTo>
                  <a:cubicBezTo>
                    <a:pt x="323" y="589"/>
                    <a:pt x="689" y="655"/>
                    <a:pt x="1045" y="655"/>
                  </a:cubicBezTo>
                  <a:cubicBezTo>
                    <a:pt x="1645" y="655"/>
                    <a:pt x="2256" y="455"/>
                    <a:pt x="2733" y="55"/>
                  </a:cubicBezTo>
                  <a:lnTo>
                    <a:pt x="2700"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1">
              <a:extLst>
                <a:ext uri="{FF2B5EF4-FFF2-40B4-BE49-F238E27FC236}">
                  <a16:creationId xmlns:a16="http://schemas.microsoft.com/office/drawing/2014/main" id="{3BD877CC-9B96-A822-4AD7-08308FC674C9}"/>
                </a:ext>
              </a:extLst>
            </p:cNvPr>
            <p:cNvSpPr/>
            <p:nvPr/>
          </p:nvSpPr>
          <p:spPr>
            <a:xfrm>
              <a:off x="2046175" y="3212125"/>
              <a:ext cx="23625" cy="13900"/>
            </a:xfrm>
            <a:custGeom>
              <a:avLst/>
              <a:gdLst/>
              <a:ahLst/>
              <a:cxnLst/>
              <a:rect l="l" t="t" r="r" b="b"/>
              <a:pathLst>
                <a:path w="945" h="556" extrusionOk="0">
                  <a:moveTo>
                    <a:pt x="1" y="0"/>
                  </a:moveTo>
                  <a:cubicBezTo>
                    <a:pt x="11" y="168"/>
                    <a:pt x="45" y="323"/>
                    <a:pt x="123" y="456"/>
                  </a:cubicBezTo>
                  <a:cubicBezTo>
                    <a:pt x="145" y="489"/>
                    <a:pt x="178" y="534"/>
                    <a:pt x="211" y="545"/>
                  </a:cubicBezTo>
                  <a:cubicBezTo>
                    <a:pt x="234" y="556"/>
                    <a:pt x="256" y="556"/>
                    <a:pt x="267" y="556"/>
                  </a:cubicBezTo>
                  <a:cubicBezTo>
                    <a:pt x="322" y="556"/>
                    <a:pt x="378" y="534"/>
                    <a:pt x="423" y="479"/>
                  </a:cubicBezTo>
                  <a:lnTo>
                    <a:pt x="522" y="378"/>
                  </a:lnTo>
                  <a:cubicBezTo>
                    <a:pt x="556" y="323"/>
                    <a:pt x="601" y="279"/>
                    <a:pt x="645" y="245"/>
                  </a:cubicBezTo>
                  <a:cubicBezTo>
                    <a:pt x="713" y="186"/>
                    <a:pt x="806" y="154"/>
                    <a:pt x="896" y="154"/>
                  </a:cubicBezTo>
                  <a:cubicBezTo>
                    <a:pt x="909" y="154"/>
                    <a:pt x="921" y="155"/>
                    <a:pt x="934" y="156"/>
                  </a:cubicBezTo>
                  <a:lnTo>
                    <a:pt x="945" y="79"/>
                  </a:lnTo>
                  <a:cubicBezTo>
                    <a:pt x="929" y="77"/>
                    <a:pt x="913" y="76"/>
                    <a:pt x="897" y="76"/>
                  </a:cubicBezTo>
                  <a:cubicBezTo>
                    <a:pt x="789" y="76"/>
                    <a:pt x="678" y="111"/>
                    <a:pt x="601" y="178"/>
                  </a:cubicBezTo>
                  <a:cubicBezTo>
                    <a:pt x="545" y="223"/>
                    <a:pt x="500" y="279"/>
                    <a:pt x="467" y="323"/>
                  </a:cubicBezTo>
                  <a:cubicBezTo>
                    <a:pt x="434" y="356"/>
                    <a:pt x="411" y="390"/>
                    <a:pt x="378" y="423"/>
                  </a:cubicBezTo>
                  <a:cubicBezTo>
                    <a:pt x="360" y="441"/>
                    <a:pt x="317" y="484"/>
                    <a:pt x="272" y="484"/>
                  </a:cubicBezTo>
                  <a:cubicBezTo>
                    <a:pt x="263" y="484"/>
                    <a:pt x="254" y="482"/>
                    <a:pt x="245" y="479"/>
                  </a:cubicBezTo>
                  <a:cubicBezTo>
                    <a:pt x="223" y="467"/>
                    <a:pt x="201" y="445"/>
                    <a:pt x="189" y="412"/>
                  </a:cubicBezTo>
                  <a:cubicBezTo>
                    <a:pt x="123" y="289"/>
                    <a:pt x="78" y="145"/>
                    <a:pt x="7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1">
              <a:extLst>
                <a:ext uri="{FF2B5EF4-FFF2-40B4-BE49-F238E27FC236}">
                  <a16:creationId xmlns:a16="http://schemas.microsoft.com/office/drawing/2014/main" id="{7FBBD48D-57C6-18FA-B56D-AF2682FE8DD2}"/>
                </a:ext>
              </a:extLst>
            </p:cNvPr>
            <p:cNvSpPr/>
            <p:nvPr/>
          </p:nvSpPr>
          <p:spPr>
            <a:xfrm>
              <a:off x="1965900" y="3581225"/>
              <a:ext cx="92225" cy="115000"/>
            </a:xfrm>
            <a:custGeom>
              <a:avLst/>
              <a:gdLst/>
              <a:ahLst/>
              <a:cxnLst/>
              <a:rect l="l" t="t" r="r" b="b"/>
              <a:pathLst>
                <a:path w="3689" h="4600" extrusionOk="0">
                  <a:moveTo>
                    <a:pt x="445" y="1"/>
                  </a:moveTo>
                  <a:cubicBezTo>
                    <a:pt x="79" y="267"/>
                    <a:pt x="23" y="767"/>
                    <a:pt x="12" y="1045"/>
                  </a:cubicBezTo>
                  <a:cubicBezTo>
                    <a:pt x="1" y="1911"/>
                    <a:pt x="423" y="2800"/>
                    <a:pt x="1101" y="3344"/>
                  </a:cubicBezTo>
                  <a:lnTo>
                    <a:pt x="1146" y="3378"/>
                  </a:lnTo>
                  <a:lnTo>
                    <a:pt x="1168" y="3322"/>
                  </a:lnTo>
                  <a:cubicBezTo>
                    <a:pt x="1190" y="3244"/>
                    <a:pt x="1212" y="3155"/>
                    <a:pt x="1223" y="3067"/>
                  </a:cubicBezTo>
                  <a:cubicBezTo>
                    <a:pt x="1323" y="3299"/>
                    <a:pt x="1501" y="3499"/>
                    <a:pt x="1657" y="3644"/>
                  </a:cubicBezTo>
                  <a:cubicBezTo>
                    <a:pt x="2112" y="4055"/>
                    <a:pt x="2701" y="4344"/>
                    <a:pt x="3301" y="4444"/>
                  </a:cubicBezTo>
                  <a:cubicBezTo>
                    <a:pt x="3422" y="4466"/>
                    <a:pt x="3567" y="4488"/>
                    <a:pt x="3622" y="4600"/>
                  </a:cubicBezTo>
                  <a:lnTo>
                    <a:pt x="3689" y="4555"/>
                  </a:lnTo>
                  <a:cubicBezTo>
                    <a:pt x="3622" y="4422"/>
                    <a:pt x="3445" y="4388"/>
                    <a:pt x="3311" y="4366"/>
                  </a:cubicBezTo>
                  <a:cubicBezTo>
                    <a:pt x="2723" y="4266"/>
                    <a:pt x="2156" y="3988"/>
                    <a:pt x="1712" y="3588"/>
                  </a:cubicBezTo>
                  <a:cubicBezTo>
                    <a:pt x="1523" y="3410"/>
                    <a:pt x="1301" y="3155"/>
                    <a:pt x="1245" y="2855"/>
                  </a:cubicBezTo>
                  <a:cubicBezTo>
                    <a:pt x="1257" y="2788"/>
                    <a:pt x="1245" y="2711"/>
                    <a:pt x="1245" y="2633"/>
                  </a:cubicBezTo>
                  <a:lnTo>
                    <a:pt x="1212" y="2267"/>
                  </a:lnTo>
                  <a:lnTo>
                    <a:pt x="1168" y="2633"/>
                  </a:lnTo>
                  <a:cubicBezTo>
                    <a:pt x="1156" y="2711"/>
                    <a:pt x="1156" y="2788"/>
                    <a:pt x="1168" y="2867"/>
                  </a:cubicBezTo>
                  <a:cubicBezTo>
                    <a:pt x="1168" y="2988"/>
                    <a:pt x="1146" y="3122"/>
                    <a:pt x="1112" y="3244"/>
                  </a:cubicBezTo>
                  <a:cubicBezTo>
                    <a:pt x="467" y="2711"/>
                    <a:pt x="79" y="1867"/>
                    <a:pt x="90" y="1045"/>
                  </a:cubicBezTo>
                  <a:cubicBezTo>
                    <a:pt x="101" y="778"/>
                    <a:pt x="156" y="312"/>
                    <a:pt x="490" y="67"/>
                  </a:cubicBezTo>
                  <a:lnTo>
                    <a:pt x="4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1">
              <a:extLst>
                <a:ext uri="{FF2B5EF4-FFF2-40B4-BE49-F238E27FC236}">
                  <a16:creationId xmlns:a16="http://schemas.microsoft.com/office/drawing/2014/main" id="{57B7BC52-C712-F292-7C0B-61A4F71DBE6B}"/>
                </a:ext>
              </a:extLst>
            </p:cNvPr>
            <p:cNvSpPr/>
            <p:nvPr/>
          </p:nvSpPr>
          <p:spPr>
            <a:xfrm>
              <a:off x="2198650" y="3550675"/>
              <a:ext cx="82500" cy="137475"/>
            </a:xfrm>
            <a:custGeom>
              <a:avLst/>
              <a:gdLst/>
              <a:ahLst/>
              <a:cxnLst/>
              <a:rect l="l" t="t" r="r" b="b"/>
              <a:pathLst>
                <a:path w="3300" h="5499" extrusionOk="0">
                  <a:moveTo>
                    <a:pt x="3122" y="1"/>
                  </a:moveTo>
                  <a:lnTo>
                    <a:pt x="3044" y="11"/>
                  </a:lnTo>
                  <a:cubicBezTo>
                    <a:pt x="3222" y="1245"/>
                    <a:pt x="2999" y="2533"/>
                    <a:pt x="2411" y="3633"/>
                  </a:cubicBezTo>
                  <a:cubicBezTo>
                    <a:pt x="2344" y="3766"/>
                    <a:pt x="2266" y="3833"/>
                    <a:pt x="2189" y="3855"/>
                  </a:cubicBezTo>
                  <a:cubicBezTo>
                    <a:pt x="2177" y="3744"/>
                    <a:pt x="2177" y="3644"/>
                    <a:pt x="2211" y="3544"/>
                  </a:cubicBezTo>
                  <a:cubicBezTo>
                    <a:pt x="2233" y="3499"/>
                    <a:pt x="2244" y="3455"/>
                    <a:pt x="2266" y="3411"/>
                  </a:cubicBezTo>
                  <a:lnTo>
                    <a:pt x="2189" y="3378"/>
                  </a:lnTo>
                  <a:cubicBezTo>
                    <a:pt x="2167" y="3422"/>
                    <a:pt x="2155" y="3467"/>
                    <a:pt x="2133" y="3511"/>
                  </a:cubicBezTo>
                  <a:cubicBezTo>
                    <a:pt x="1745" y="4410"/>
                    <a:pt x="945" y="5143"/>
                    <a:pt x="0" y="5422"/>
                  </a:cubicBezTo>
                  <a:lnTo>
                    <a:pt x="22" y="5499"/>
                  </a:lnTo>
                  <a:cubicBezTo>
                    <a:pt x="911" y="5232"/>
                    <a:pt x="1678" y="4577"/>
                    <a:pt x="2100" y="3766"/>
                  </a:cubicBezTo>
                  <a:cubicBezTo>
                    <a:pt x="2111" y="3810"/>
                    <a:pt x="2111" y="3855"/>
                    <a:pt x="2122" y="3899"/>
                  </a:cubicBezTo>
                  <a:lnTo>
                    <a:pt x="2133" y="3933"/>
                  </a:lnTo>
                  <a:lnTo>
                    <a:pt x="2167" y="3933"/>
                  </a:lnTo>
                  <a:cubicBezTo>
                    <a:pt x="2344" y="3933"/>
                    <a:pt x="2444" y="3733"/>
                    <a:pt x="2478" y="3677"/>
                  </a:cubicBezTo>
                  <a:cubicBezTo>
                    <a:pt x="3078" y="2556"/>
                    <a:pt x="3300" y="1255"/>
                    <a:pt x="312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1">
              <a:extLst>
                <a:ext uri="{FF2B5EF4-FFF2-40B4-BE49-F238E27FC236}">
                  <a16:creationId xmlns:a16="http://schemas.microsoft.com/office/drawing/2014/main" id="{1ACDF2FB-D780-15FD-BC83-DC609A3AC187}"/>
                </a:ext>
              </a:extLst>
            </p:cNvPr>
            <p:cNvSpPr/>
            <p:nvPr/>
          </p:nvSpPr>
          <p:spPr>
            <a:xfrm>
              <a:off x="2012300" y="3413200"/>
              <a:ext cx="17500" cy="52775"/>
            </a:xfrm>
            <a:custGeom>
              <a:avLst/>
              <a:gdLst/>
              <a:ahLst/>
              <a:cxnLst/>
              <a:rect l="l" t="t" r="r" b="b"/>
              <a:pathLst>
                <a:path w="700" h="2111" extrusionOk="0">
                  <a:moveTo>
                    <a:pt x="623" y="0"/>
                  </a:moveTo>
                  <a:cubicBezTo>
                    <a:pt x="300" y="656"/>
                    <a:pt x="89" y="1367"/>
                    <a:pt x="0" y="2100"/>
                  </a:cubicBezTo>
                  <a:lnTo>
                    <a:pt x="78" y="2111"/>
                  </a:lnTo>
                  <a:cubicBezTo>
                    <a:pt x="167" y="1389"/>
                    <a:pt x="367" y="689"/>
                    <a:pt x="700" y="34"/>
                  </a:cubicBezTo>
                  <a:lnTo>
                    <a:pt x="623"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1">
              <a:extLst>
                <a:ext uri="{FF2B5EF4-FFF2-40B4-BE49-F238E27FC236}">
                  <a16:creationId xmlns:a16="http://schemas.microsoft.com/office/drawing/2014/main" id="{21620F53-6389-2D17-75DA-FFB081A06A92}"/>
                </a:ext>
              </a:extLst>
            </p:cNvPr>
            <p:cNvSpPr/>
            <p:nvPr/>
          </p:nvSpPr>
          <p:spPr>
            <a:xfrm>
              <a:off x="2024775" y="3460700"/>
              <a:ext cx="6150" cy="27225"/>
            </a:xfrm>
            <a:custGeom>
              <a:avLst/>
              <a:gdLst/>
              <a:ahLst/>
              <a:cxnLst/>
              <a:rect l="l" t="t" r="r" b="b"/>
              <a:pathLst>
                <a:path w="246" h="1089" extrusionOk="0">
                  <a:moveTo>
                    <a:pt x="168" y="0"/>
                  </a:moveTo>
                  <a:cubicBezTo>
                    <a:pt x="45" y="344"/>
                    <a:pt x="1" y="722"/>
                    <a:pt x="23" y="1089"/>
                  </a:cubicBezTo>
                  <a:lnTo>
                    <a:pt x="112" y="1077"/>
                  </a:lnTo>
                  <a:cubicBezTo>
                    <a:pt x="79" y="722"/>
                    <a:pt x="124" y="356"/>
                    <a:pt x="245" y="23"/>
                  </a:cubicBezTo>
                  <a:lnTo>
                    <a:pt x="16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1">
              <a:extLst>
                <a:ext uri="{FF2B5EF4-FFF2-40B4-BE49-F238E27FC236}">
                  <a16:creationId xmlns:a16="http://schemas.microsoft.com/office/drawing/2014/main" id="{591E0A45-B29A-81F3-679D-3A572BDBE57F}"/>
                </a:ext>
              </a:extLst>
            </p:cNvPr>
            <p:cNvSpPr/>
            <p:nvPr/>
          </p:nvSpPr>
          <p:spPr>
            <a:xfrm>
              <a:off x="2040625" y="3479025"/>
              <a:ext cx="3350" cy="17250"/>
            </a:xfrm>
            <a:custGeom>
              <a:avLst/>
              <a:gdLst/>
              <a:ahLst/>
              <a:cxnLst/>
              <a:rect l="l" t="t" r="r" b="b"/>
              <a:pathLst>
                <a:path w="134" h="690" extrusionOk="0">
                  <a:moveTo>
                    <a:pt x="56" y="0"/>
                  </a:moveTo>
                  <a:cubicBezTo>
                    <a:pt x="11" y="223"/>
                    <a:pt x="1" y="467"/>
                    <a:pt x="33" y="689"/>
                  </a:cubicBezTo>
                  <a:lnTo>
                    <a:pt x="112" y="689"/>
                  </a:lnTo>
                  <a:cubicBezTo>
                    <a:pt x="78" y="455"/>
                    <a:pt x="89" y="233"/>
                    <a:pt x="134" y="11"/>
                  </a:cubicBezTo>
                  <a:lnTo>
                    <a:pt x="56"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1">
              <a:extLst>
                <a:ext uri="{FF2B5EF4-FFF2-40B4-BE49-F238E27FC236}">
                  <a16:creationId xmlns:a16="http://schemas.microsoft.com/office/drawing/2014/main" id="{D934A4BB-D237-0D1A-7140-A951FA3CA011}"/>
                </a:ext>
              </a:extLst>
            </p:cNvPr>
            <p:cNvSpPr/>
            <p:nvPr/>
          </p:nvSpPr>
          <p:spPr>
            <a:xfrm>
              <a:off x="1946750" y="3436250"/>
              <a:ext cx="95025" cy="114725"/>
            </a:xfrm>
            <a:custGeom>
              <a:avLst/>
              <a:gdLst/>
              <a:ahLst/>
              <a:cxnLst/>
              <a:rect l="l" t="t" r="r" b="b"/>
              <a:pathLst>
                <a:path w="3801" h="4589" extrusionOk="0">
                  <a:moveTo>
                    <a:pt x="1" y="1"/>
                  </a:moveTo>
                  <a:lnTo>
                    <a:pt x="1" y="4267"/>
                  </a:lnTo>
                  <a:lnTo>
                    <a:pt x="11" y="4267"/>
                  </a:lnTo>
                  <a:cubicBezTo>
                    <a:pt x="123" y="4444"/>
                    <a:pt x="922" y="4588"/>
                    <a:pt x="1900" y="4588"/>
                  </a:cubicBezTo>
                  <a:cubicBezTo>
                    <a:pt x="2878" y="4588"/>
                    <a:pt x="3689" y="4444"/>
                    <a:pt x="3788" y="4267"/>
                  </a:cubicBezTo>
                  <a:lnTo>
                    <a:pt x="3800" y="4267"/>
                  </a:lnTo>
                  <a:lnTo>
                    <a:pt x="380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1">
              <a:extLst>
                <a:ext uri="{FF2B5EF4-FFF2-40B4-BE49-F238E27FC236}">
                  <a16:creationId xmlns:a16="http://schemas.microsoft.com/office/drawing/2014/main" id="{F2DA9F1B-6F66-55A8-65DD-16EA4855C608}"/>
                </a:ext>
              </a:extLst>
            </p:cNvPr>
            <p:cNvSpPr/>
            <p:nvPr/>
          </p:nvSpPr>
          <p:spPr>
            <a:xfrm>
              <a:off x="1946750" y="3428200"/>
              <a:ext cx="95025" cy="17800"/>
            </a:xfrm>
            <a:custGeom>
              <a:avLst/>
              <a:gdLst/>
              <a:ahLst/>
              <a:cxnLst/>
              <a:rect l="l" t="t" r="r" b="b"/>
              <a:pathLst>
                <a:path w="3801" h="712" extrusionOk="0">
                  <a:moveTo>
                    <a:pt x="1900" y="0"/>
                  </a:moveTo>
                  <a:cubicBezTo>
                    <a:pt x="856" y="0"/>
                    <a:pt x="1" y="156"/>
                    <a:pt x="1" y="356"/>
                  </a:cubicBezTo>
                  <a:cubicBezTo>
                    <a:pt x="1" y="556"/>
                    <a:pt x="856" y="711"/>
                    <a:pt x="1900" y="711"/>
                  </a:cubicBezTo>
                  <a:cubicBezTo>
                    <a:pt x="2956" y="711"/>
                    <a:pt x="3800" y="556"/>
                    <a:pt x="3800" y="356"/>
                  </a:cubicBezTo>
                  <a:cubicBezTo>
                    <a:pt x="3800" y="156"/>
                    <a:pt x="2956" y="0"/>
                    <a:pt x="19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1">
              <a:extLst>
                <a:ext uri="{FF2B5EF4-FFF2-40B4-BE49-F238E27FC236}">
                  <a16:creationId xmlns:a16="http://schemas.microsoft.com/office/drawing/2014/main" id="{197D3226-3BB4-67C6-0367-70A9F5986840}"/>
                </a:ext>
              </a:extLst>
            </p:cNvPr>
            <p:cNvSpPr/>
            <p:nvPr/>
          </p:nvSpPr>
          <p:spPr>
            <a:xfrm>
              <a:off x="1946750" y="3428200"/>
              <a:ext cx="95025" cy="13900"/>
            </a:xfrm>
            <a:custGeom>
              <a:avLst/>
              <a:gdLst/>
              <a:ahLst/>
              <a:cxnLst/>
              <a:rect l="l" t="t" r="r" b="b"/>
              <a:pathLst>
                <a:path w="3801" h="556" extrusionOk="0">
                  <a:moveTo>
                    <a:pt x="1900" y="0"/>
                  </a:moveTo>
                  <a:cubicBezTo>
                    <a:pt x="856" y="0"/>
                    <a:pt x="1" y="156"/>
                    <a:pt x="1" y="356"/>
                  </a:cubicBezTo>
                  <a:cubicBezTo>
                    <a:pt x="1" y="434"/>
                    <a:pt x="123" y="500"/>
                    <a:pt x="323" y="556"/>
                  </a:cubicBezTo>
                  <a:cubicBezTo>
                    <a:pt x="667" y="456"/>
                    <a:pt x="1245" y="400"/>
                    <a:pt x="1900" y="400"/>
                  </a:cubicBezTo>
                  <a:cubicBezTo>
                    <a:pt x="2566" y="400"/>
                    <a:pt x="3144" y="456"/>
                    <a:pt x="3489" y="556"/>
                  </a:cubicBezTo>
                  <a:cubicBezTo>
                    <a:pt x="3689" y="500"/>
                    <a:pt x="3800" y="434"/>
                    <a:pt x="3800" y="356"/>
                  </a:cubicBezTo>
                  <a:cubicBezTo>
                    <a:pt x="3800" y="156"/>
                    <a:pt x="2956" y="0"/>
                    <a:pt x="1900"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1">
              <a:extLst>
                <a:ext uri="{FF2B5EF4-FFF2-40B4-BE49-F238E27FC236}">
                  <a16:creationId xmlns:a16="http://schemas.microsoft.com/office/drawing/2014/main" id="{239378CF-9968-28A1-E935-A6F53315373E}"/>
                </a:ext>
              </a:extLst>
            </p:cNvPr>
            <p:cNvSpPr/>
            <p:nvPr/>
          </p:nvSpPr>
          <p:spPr>
            <a:xfrm>
              <a:off x="1960650" y="3482350"/>
              <a:ext cx="89700" cy="98925"/>
            </a:xfrm>
            <a:custGeom>
              <a:avLst/>
              <a:gdLst/>
              <a:ahLst/>
              <a:cxnLst/>
              <a:rect l="l" t="t" r="r" b="b"/>
              <a:pathLst>
                <a:path w="3588" h="3957" extrusionOk="0">
                  <a:moveTo>
                    <a:pt x="1899" y="1"/>
                  </a:moveTo>
                  <a:cubicBezTo>
                    <a:pt x="1811" y="1"/>
                    <a:pt x="1699" y="56"/>
                    <a:pt x="1677" y="145"/>
                  </a:cubicBezTo>
                  <a:cubicBezTo>
                    <a:pt x="1633" y="345"/>
                    <a:pt x="1966" y="522"/>
                    <a:pt x="1877" y="712"/>
                  </a:cubicBezTo>
                  <a:cubicBezTo>
                    <a:pt x="1489" y="623"/>
                    <a:pt x="1089" y="545"/>
                    <a:pt x="700" y="467"/>
                  </a:cubicBezTo>
                  <a:cubicBezTo>
                    <a:pt x="634" y="453"/>
                    <a:pt x="562" y="441"/>
                    <a:pt x="492" y="441"/>
                  </a:cubicBezTo>
                  <a:cubicBezTo>
                    <a:pt x="398" y="441"/>
                    <a:pt x="309" y="463"/>
                    <a:pt x="245" y="534"/>
                  </a:cubicBezTo>
                  <a:cubicBezTo>
                    <a:pt x="156" y="645"/>
                    <a:pt x="189" y="833"/>
                    <a:pt x="300" y="934"/>
                  </a:cubicBezTo>
                  <a:cubicBezTo>
                    <a:pt x="411" y="1033"/>
                    <a:pt x="556" y="1078"/>
                    <a:pt x="700" y="1122"/>
                  </a:cubicBezTo>
                  <a:cubicBezTo>
                    <a:pt x="1055" y="1223"/>
                    <a:pt x="1400" y="1322"/>
                    <a:pt x="1755" y="1423"/>
                  </a:cubicBezTo>
                  <a:cubicBezTo>
                    <a:pt x="1766" y="1467"/>
                    <a:pt x="1699" y="1500"/>
                    <a:pt x="1644" y="1500"/>
                  </a:cubicBezTo>
                  <a:cubicBezTo>
                    <a:pt x="1455" y="1500"/>
                    <a:pt x="1267" y="1456"/>
                    <a:pt x="1089" y="1411"/>
                  </a:cubicBezTo>
                  <a:cubicBezTo>
                    <a:pt x="906" y="1369"/>
                    <a:pt x="728" y="1327"/>
                    <a:pt x="555" y="1327"/>
                  </a:cubicBezTo>
                  <a:cubicBezTo>
                    <a:pt x="453" y="1327"/>
                    <a:pt x="354" y="1341"/>
                    <a:pt x="255" y="1378"/>
                  </a:cubicBezTo>
                  <a:cubicBezTo>
                    <a:pt x="156" y="1411"/>
                    <a:pt x="45" y="1489"/>
                    <a:pt x="33" y="1600"/>
                  </a:cubicBezTo>
                  <a:cubicBezTo>
                    <a:pt x="0" y="1800"/>
                    <a:pt x="233" y="1911"/>
                    <a:pt x="422" y="1956"/>
                  </a:cubicBezTo>
                  <a:cubicBezTo>
                    <a:pt x="811" y="2055"/>
                    <a:pt x="1211" y="2144"/>
                    <a:pt x="1600" y="2223"/>
                  </a:cubicBezTo>
                  <a:cubicBezTo>
                    <a:pt x="1501" y="2338"/>
                    <a:pt x="1340" y="2380"/>
                    <a:pt x="1182" y="2380"/>
                  </a:cubicBezTo>
                  <a:cubicBezTo>
                    <a:pt x="1128" y="2380"/>
                    <a:pt x="1073" y="2375"/>
                    <a:pt x="1022" y="2367"/>
                  </a:cubicBezTo>
                  <a:cubicBezTo>
                    <a:pt x="851" y="2340"/>
                    <a:pt x="687" y="2291"/>
                    <a:pt x="519" y="2291"/>
                  </a:cubicBezTo>
                  <a:cubicBezTo>
                    <a:pt x="479" y="2291"/>
                    <a:pt x="440" y="2294"/>
                    <a:pt x="400" y="2300"/>
                  </a:cubicBezTo>
                  <a:cubicBezTo>
                    <a:pt x="245" y="2322"/>
                    <a:pt x="78" y="2455"/>
                    <a:pt x="111" y="2611"/>
                  </a:cubicBezTo>
                  <a:cubicBezTo>
                    <a:pt x="134" y="2711"/>
                    <a:pt x="233" y="2778"/>
                    <a:pt x="322" y="2822"/>
                  </a:cubicBezTo>
                  <a:cubicBezTo>
                    <a:pt x="700" y="3011"/>
                    <a:pt x="1122" y="3122"/>
                    <a:pt x="1544" y="3144"/>
                  </a:cubicBezTo>
                  <a:cubicBezTo>
                    <a:pt x="1445" y="3251"/>
                    <a:pt x="1314" y="3279"/>
                    <a:pt x="1169" y="3279"/>
                  </a:cubicBezTo>
                  <a:cubicBezTo>
                    <a:pt x="1104" y="3279"/>
                    <a:pt x="1035" y="3274"/>
                    <a:pt x="966" y="3267"/>
                  </a:cubicBezTo>
                  <a:cubicBezTo>
                    <a:pt x="900" y="3267"/>
                    <a:pt x="833" y="3262"/>
                    <a:pt x="767" y="3262"/>
                  </a:cubicBezTo>
                  <a:cubicBezTo>
                    <a:pt x="733" y="3262"/>
                    <a:pt x="700" y="3263"/>
                    <a:pt x="667" y="3267"/>
                  </a:cubicBezTo>
                  <a:cubicBezTo>
                    <a:pt x="600" y="3267"/>
                    <a:pt x="533" y="3289"/>
                    <a:pt x="489" y="3344"/>
                  </a:cubicBezTo>
                  <a:cubicBezTo>
                    <a:pt x="411" y="3467"/>
                    <a:pt x="556" y="3622"/>
                    <a:pt x="689" y="3689"/>
                  </a:cubicBezTo>
                  <a:cubicBezTo>
                    <a:pt x="1054" y="3875"/>
                    <a:pt x="1509" y="3957"/>
                    <a:pt x="1958" y="3957"/>
                  </a:cubicBezTo>
                  <a:cubicBezTo>
                    <a:pt x="2287" y="3957"/>
                    <a:pt x="2613" y="3913"/>
                    <a:pt x="2899" y="3833"/>
                  </a:cubicBezTo>
                  <a:cubicBezTo>
                    <a:pt x="3499" y="3667"/>
                    <a:pt x="3277" y="2700"/>
                    <a:pt x="3232" y="2223"/>
                  </a:cubicBezTo>
                  <a:cubicBezTo>
                    <a:pt x="3177" y="1712"/>
                    <a:pt x="3210" y="1122"/>
                    <a:pt x="3588" y="767"/>
                  </a:cubicBezTo>
                  <a:cubicBezTo>
                    <a:pt x="3121" y="534"/>
                    <a:pt x="2644" y="300"/>
                    <a:pt x="2166" y="78"/>
                  </a:cubicBezTo>
                  <a:cubicBezTo>
                    <a:pt x="2089" y="34"/>
                    <a:pt x="2000" y="1"/>
                    <a:pt x="18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1">
              <a:extLst>
                <a:ext uri="{FF2B5EF4-FFF2-40B4-BE49-F238E27FC236}">
                  <a16:creationId xmlns:a16="http://schemas.microsoft.com/office/drawing/2014/main" id="{2E40A58F-BC6C-E442-79BB-6885AD6D6836}"/>
                </a:ext>
              </a:extLst>
            </p:cNvPr>
            <p:cNvSpPr/>
            <p:nvPr/>
          </p:nvSpPr>
          <p:spPr>
            <a:xfrm>
              <a:off x="1974525" y="3564050"/>
              <a:ext cx="7575" cy="9425"/>
            </a:xfrm>
            <a:custGeom>
              <a:avLst/>
              <a:gdLst/>
              <a:ahLst/>
              <a:cxnLst/>
              <a:rect l="l" t="t" r="r" b="b"/>
              <a:pathLst>
                <a:path w="303" h="377" extrusionOk="0">
                  <a:moveTo>
                    <a:pt x="265" y="0"/>
                  </a:moveTo>
                  <a:cubicBezTo>
                    <a:pt x="247" y="0"/>
                    <a:pt x="224" y="12"/>
                    <a:pt x="201" y="21"/>
                  </a:cubicBezTo>
                  <a:cubicBezTo>
                    <a:pt x="145" y="54"/>
                    <a:pt x="90" y="76"/>
                    <a:pt x="23" y="98"/>
                  </a:cubicBezTo>
                  <a:cubicBezTo>
                    <a:pt x="11" y="98"/>
                    <a:pt x="1" y="110"/>
                    <a:pt x="1" y="132"/>
                  </a:cubicBezTo>
                  <a:cubicBezTo>
                    <a:pt x="1" y="143"/>
                    <a:pt x="11" y="143"/>
                    <a:pt x="11" y="154"/>
                  </a:cubicBezTo>
                  <a:cubicBezTo>
                    <a:pt x="78" y="254"/>
                    <a:pt x="145" y="332"/>
                    <a:pt x="234" y="376"/>
                  </a:cubicBezTo>
                  <a:cubicBezTo>
                    <a:pt x="256" y="288"/>
                    <a:pt x="278" y="199"/>
                    <a:pt x="290" y="98"/>
                  </a:cubicBezTo>
                  <a:cubicBezTo>
                    <a:pt x="302" y="21"/>
                    <a:pt x="289" y="0"/>
                    <a:pt x="265"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61">
              <a:extLst>
                <a:ext uri="{FF2B5EF4-FFF2-40B4-BE49-F238E27FC236}">
                  <a16:creationId xmlns:a16="http://schemas.microsoft.com/office/drawing/2014/main" id="{A36327D5-AA97-82A1-91C7-BEF79C868AB5}"/>
                </a:ext>
              </a:extLst>
            </p:cNvPr>
            <p:cNvSpPr/>
            <p:nvPr/>
          </p:nvSpPr>
          <p:spPr>
            <a:xfrm>
              <a:off x="1966750" y="3543625"/>
              <a:ext cx="7400" cy="9300"/>
            </a:xfrm>
            <a:custGeom>
              <a:avLst/>
              <a:gdLst/>
              <a:ahLst/>
              <a:cxnLst/>
              <a:rect l="l" t="t" r="r" b="b"/>
              <a:pathLst>
                <a:path w="296" h="372" extrusionOk="0">
                  <a:moveTo>
                    <a:pt x="261" y="1"/>
                  </a:moveTo>
                  <a:cubicBezTo>
                    <a:pt x="245" y="1"/>
                    <a:pt x="224" y="13"/>
                    <a:pt x="201" y="27"/>
                  </a:cubicBezTo>
                  <a:cubicBezTo>
                    <a:pt x="134" y="49"/>
                    <a:pt x="78" y="71"/>
                    <a:pt x="23" y="93"/>
                  </a:cubicBezTo>
                  <a:cubicBezTo>
                    <a:pt x="11" y="93"/>
                    <a:pt x="1" y="105"/>
                    <a:pt x="1" y="127"/>
                  </a:cubicBezTo>
                  <a:cubicBezTo>
                    <a:pt x="1" y="138"/>
                    <a:pt x="1" y="138"/>
                    <a:pt x="11" y="149"/>
                  </a:cubicBezTo>
                  <a:cubicBezTo>
                    <a:pt x="67" y="249"/>
                    <a:pt x="145" y="327"/>
                    <a:pt x="223" y="371"/>
                  </a:cubicBezTo>
                  <a:cubicBezTo>
                    <a:pt x="256" y="283"/>
                    <a:pt x="267" y="194"/>
                    <a:pt x="289" y="93"/>
                  </a:cubicBezTo>
                  <a:cubicBezTo>
                    <a:pt x="296" y="23"/>
                    <a:pt x="283" y="1"/>
                    <a:pt x="26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61">
              <a:extLst>
                <a:ext uri="{FF2B5EF4-FFF2-40B4-BE49-F238E27FC236}">
                  <a16:creationId xmlns:a16="http://schemas.microsoft.com/office/drawing/2014/main" id="{C88567EC-7D1B-FEBF-44E2-F8A86A5ECBE1}"/>
                </a:ext>
              </a:extLst>
            </p:cNvPr>
            <p:cNvSpPr/>
            <p:nvPr/>
          </p:nvSpPr>
          <p:spPr>
            <a:xfrm>
              <a:off x="1966750" y="3518475"/>
              <a:ext cx="7400" cy="9175"/>
            </a:xfrm>
            <a:custGeom>
              <a:avLst/>
              <a:gdLst/>
              <a:ahLst/>
              <a:cxnLst/>
              <a:rect l="l" t="t" r="r" b="b"/>
              <a:pathLst>
                <a:path w="296" h="367" extrusionOk="0">
                  <a:moveTo>
                    <a:pt x="263" y="0"/>
                  </a:moveTo>
                  <a:cubicBezTo>
                    <a:pt x="247" y="0"/>
                    <a:pt x="225" y="12"/>
                    <a:pt x="201" y="22"/>
                  </a:cubicBezTo>
                  <a:cubicBezTo>
                    <a:pt x="134" y="44"/>
                    <a:pt x="78" y="67"/>
                    <a:pt x="23" y="89"/>
                  </a:cubicBezTo>
                  <a:cubicBezTo>
                    <a:pt x="11" y="99"/>
                    <a:pt x="1" y="99"/>
                    <a:pt x="1" y="122"/>
                  </a:cubicBezTo>
                  <a:cubicBezTo>
                    <a:pt x="1" y="133"/>
                    <a:pt x="1" y="144"/>
                    <a:pt x="11" y="144"/>
                  </a:cubicBezTo>
                  <a:cubicBezTo>
                    <a:pt x="67" y="244"/>
                    <a:pt x="145" y="322"/>
                    <a:pt x="223" y="366"/>
                  </a:cubicBezTo>
                  <a:cubicBezTo>
                    <a:pt x="256" y="277"/>
                    <a:pt x="267" y="188"/>
                    <a:pt x="289" y="89"/>
                  </a:cubicBezTo>
                  <a:cubicBezTo>
                    <a:pt x="295" y="20"/>
                    <a:pt x="284" y="0"/>
                    <a:pt x="263"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1">
              <a:extLst>
                <a:ext uri="{FF2B5EF4-FFF2-40B4-BE49-F238E27FC236}">
                  <a16:creationId xmlns:a16="http://schemas.microsoft.com/office/drawing/2014/main" id="{008DD544-C835-A372-7E67-865F9FA94723}"/>
                </a:ext>
              </a:extLst>
            </p:cNvPr>
            <p:cNvSpPr/>
            <p:nvPr/>
          </p:nvSpPr>
          <p:spPr>
            <a:xfrm>
              <a:off x="1969800" y="3496275"/>
              <a:ext cx="7575" cy="9425"/>
            </a:xfrm>
            <a:custGeom>
              <a:avLst/>
              <a:gdLst/>
              <a:ahLst/>
              <a:cxnLst/>
              <a:rect l="l" t="t" r="r" b="b"/>
              <a:pathLst>
                <a:path w="303" h="377" extrusionOk="0">
                  <a:moveTo>
                    <a:pt x="265" y="1"/>
                  </a:moveTo>
                  <a:cubicBezTo>
                    <a:pt x="248" y="1"/>
                    <a:pt x="224" y="12"/>
                    <a:pt x="200" y="21"/>
                  </a:cubicBezTo>
                  <a:cubicBezTo>
                    <a:pt x="145" y="44"/>
                    <a:pt x="79" y="66"/>
                    <a:pt x="23" y="99"/>
                  </a:cubicBezTo>
                  <a:cubicBezTo>
                    <a:pt x="12" y="99"/>
                    <a:pt x="0" y="110"/>
                    <a:pt x="0" y="133"/>
                  </a:cubicBezTo>
                  <a:cubicBezTo>
                    <a:pt x="0" y="133"/>
                    <a:pt x="12" y="143"/>
                    <a:pt x="12" y="155"/>
                  </a:cubicBezTo>
                  <a:cubicBezTo>
                    <a:pt x="79" y="244"/>
                    <a:pt x="145" y="321"/>
                    <a:pt x="234" y="377"/>
                  </a:cubicBezTo>
                  <a:cubicBezTo>
                    <a:pt x="256" y="288"/>
                    <a:pt x="279" y="199"/>
                    <a:pt x="289" y="99"/>
                  </a:cubicBezTo>
                  <a:cubicBezTo>
                    <a:pt x="302" y="22"/>
                    <a:pt x="289" y="1"/>
                    <a:pt x="26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1">
              <a:extLst>
                <a:ext uri="{FF2B5EF4-FFF2-40B4-BE49-F238E27FC236}">
                  <a16:creationId xmlns:a16="http://schemas.microsoft.com/office/drawing/2014/main" id="{8B8AE81F-94E2-BE9F-7217-A32A73D35F28}"/>
                </a:ext>
              </a:extLst>
            </p:cNvPr>
            <p:cNvSpPr/>
            <p:nvPr/>
          </p:nvSpPr>
          <p:spPr>
            <a:xfrm>
              <a:off x="2006750" y="3483175"/>
              <a:ext cx="7500" cy="8650"/>
            </a:xfrm>
            <a:custGeom>
              <a:avLst/>
              <a:gdLst/>
              <a:ahLst/>
              <a:cxnLst/>
              <a:rect l="l" t="t" r="r" b="b"/>
              <a:pathLst>
                <a:path w="300" h="346" extrusionOk="0">
                  <a:moveTo>
                    <a:pt x="33" y="1"/>
                  </a:moveTo>
                  <a:cubicBezTo>
                    <a:pt x="23" y="1"/>
                    <a:pt x="11" y="12"/>
                    <a:pt x="0" y="23"/>
                  </a:cubicBezTo>
                  <a:lnTo>
                    <a:pt x="0" y="57"/>
                  </a:lnTo>
                  <a:cubicBezTo>
                    <a:pt x="23" y="168"/>
                    <a:pt x="55" y="267"/>
                    <a:pt x="111" y="345"/>
                  </a:cubicBezTo>
                  <a:cubicBezTo>
                    <a:pt x="166" y="279"/>
                    <a:pt x="222" y="201"/>
                    <a:pt x="278" y="123"/>
                  </a:cubicBezTo>
                  <a:cubicBezTo>
                    <a:pt x="289" y="90"/>
                    <a:pt x="300" y="67"/>
                    <a:pt x="300" y="57"/>
                  </a:cubicBezTo>
                  <a:cubicBezTo>
                    <a:pt x="300" y="45"/>
                    <a:pt x="289" y="45"/>
                    <a:pt x="278" y="34"/>
                  </a:cubicBezTo>
                  <a:cubicBezTo>
                    <a:pt x="255" y="34"/>
                    <a:pt x="245" y="23"/>
                    <a:pt x="233" y="12"/>
                  </a:cubicBezTo>
                  <a:lnTo>
                    <a:pt x="222" y="12"/>
                  </a:lnTo>
                  <a:cubicBezTo>
                    <a:pt x="166" y="12"/>
                    <a:pt x="100" y="12"/>
                    <a:pt x="3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1">
              <a:extLst>
                <a:ext uri="{FF2B5EF4-FFF2-40B4-BE49-F238E27FC236}">
                  <a16:creationId xmlns:a16="http://schemas.microsoft.com/office/drawing/2014/main" id="{77035E6E-F134-A251-8131-54409CC1F17D}"/>
                </a:ext>
              </a:extLst>
            </p:cNvPr>
            <p:cNvSpPr/>
            <p:nvPr/>
          </p:nvSpPr>
          <p:spPr>
            <a:xfrm>
              <a:off x="2016200" y="3300175"/>
              <a:ext cx="272450" cy="317450"/>
            </a:xfrm>
            <a:custGeom>
              <a:avLst/>
              <a:gdLst/>
              <a:ahLst/>
              <a:cxnLst/>
              <a:rect l="l" t="t" r="r" b="b"/>
              <a:pathLst>
                <a:path w="10898" h="12698" extrusionOk="0">
                  <a:moveTo>
                    <a:pt x="8039" y="0"/>
                  </a:moveTo>
                  <a:cubicBezTo>
                    <a:pt x="8029" y="0"/>
                    <a:pt x="8019" y="0"/>
                    <a:pt x="8009" y="0"/>
                  </a:cubicBezTo>
                  <a:cubicBezTo>
                    <a:pt x="7110" y="11"/>
                    <a:pt x="6910" y="700"/>
                    <a:pt x="6632" y="1389"/>
                  </a:cubicBezTo>
                  <a:cubicBezTo>
                    <a:pt x="6265" y="2311"/>
                    <a:pt x="6032" y="3289"/>
                    <a:pt x="5921" y="4266"/>
                  </a:cubicBezTo>
                  <a:cubicBezTo>
                    <a:pt x="5921" y="5310"/>
                    <a:pt x="5787" y="6355"/>
                    <a:pt x="5643" y="7399"/>
                  </a:cubicBezTo>
                  <a:cubicBezTo>
                    <a:pt x="5232" y="7466"/>
                    <a:pt x="4821" y="7521"/>
                    <a:pt x="4421" y="7554"/>
                  </a:cubicBezTo>
                  <a:cubicBezTo>
                    <a:pt x="3928" y="7600"/>
                    <a:pt x="3437" y="7625"/>
                    <a:pt x="2945" y="7625"/>
                  </a:cubicBezTo>
                  <a:cubicBezTo>
                    <a:pt x="2251" y="7625"/>
                    <a:pt x="1557" y="7576"/>
                    <a:pt x="855" y="7466"/>
                  </a:cubicBezTo>
                  <a:lnTo>
                    <a:pt x="855" y="7466"/>
                  </a:lnTo>
                  <a:cubicBezTo>
                    <a:pt x="922" y="7821"/>
                    <a:pt x="1144" y="8143"/>
                    <a:pt x="1444" y="8343"/>
                  </a:cubicBezTo>
                  <a:cubicBezTo>
                    <a:pt x="1294" y="8293"/>
                    <a:pt x="1136" y="8268"/>
                    <a:pt x="977" y="8268"/>
                  </a:cubicBezTo>
                  <a:cubicBezTo>
                    <a:pt x="819" y="8268"/>
                    <a:pt x="661" y="8293"/>
                    <a:pt x="511" y="8343"/>
                  </a:cubicBezTo>
                  <a:cubicBezTo>
                    <a:pt x="444" y="8365"/>
                    <a:pt x="388" y="8399"/>
                    <a:pt x="366" y="8465"/>
                  </a:cubicBezTo>
                  <a:cubicBezTo>
                    <a:pt x="333" y="8543"/>
                    <a:pt x="400" y="8631"/>
                    <a:pt x="477" y="8687"/>
                  </a:cubicBezTo>
                  <a:cubicBezTo>
                    <a:pt x="667" y="8865"/>
                    <a:pt x="889" y="9009"/>
                    <a:pt x="1122" y="9132"/>
                  </a:cubicBezTo>
                  <a:cubicBezTo>
                    <a:pt x="996" y="9100"/>
                    <a:pt x="871" y="9087"/>
                    <a:pt x="748" y="9087"/>
                  </a:cubicBezTo>
                  <a:cubicBezTo>
                    <a:pt x="653" y="9087"/>
                    <a:pt x="559" y="9095"/>
                    <a:pt x="467" y="9110"/>
                  </a:cubicBezTo>
                  <a:cubicBezTo>
                    <a:pt x="378" y="9120"/>
                    <a:pt x="289" y="9143"/>
                    <a:pt x="233" y="9221"/>
                  </a:cubicBezTo>
                  <a:cubicBezTo>
                    <a:pt x="156" y="9332"/>
                    <a:pt x="233" y="9498"/>
                    <a:pt x="333" y="9609"/>
                  </a:cubicBezTo>
                  <a:cubicBezTo>
                    <a:pt x="522" y="9809"/>
                    <a:pt x="766" y="9965"/>
                    <a:pt x="1033" y="10031"/>
                  </a:cubicBezTo>
                  <a:cubicBezTo>
                    <a:pt x="1002" y="10029"/>
                    <a:pt x="971" y="10028"/>
                    <a:pt x="940" y="10028"/>
                  </a:cubicBezTo>
                  <a:cubicBezTo>
                    <a:pt x="692" y="10028"/>
                    <a:pt x="442" y="10106"/>
                    <a:pt x="244" y="10253"/>
                  </a:cubicBezTo>
                  <a:cubicBezTo>
                    <a:pt x="111" y="10342"/>
                    <a:pt x="0" y="10476"/>
                    <a:pt x="0" y="10631"/>
                  </a:cubicBezTo>
                  <a:cubicBezTo>
                    <a:pt x="11" y="10798"/>
                    <a:pt x="156" y="10931"/>
                    <a:pt x="322" y="10976"/>
                  </a:cubicBezTo>
                  <a:cubicBezTo>
                    <a:pt x="388" y="10994"/>
                    <a:pt x="455" y="11001"/>
                    <a:pt x="521" y="11001"/>
                  </a:cubicBezTo>
                  <a:cubicBezTo>
                    <a:pt x="622" y="11001"/>
                    <a:pt x="722" y="10985"/>
                    <a:pt x="822" y="10964"/>
                  </a:cubicBezTo>
                  <a:lnTo>
                    <a:pt x="822" y="10964"/>
                  </a:lnTo>
                  <a:cubicBezTo>
                    <a:pt x="699" y="11154"/>
                    <a:pt x="366" y="11176"/>
                    <a:pt x="344" y="11398"/>
                  </a:cubicBezTo>
                  <a:cubicBezTo>
                    <a:pt x="333" y="11564"/>
                    <a:pt x="533" y="11653"/>
                    <a:pt x="699" y="11698"/>
                  </a:cubicBezTo>
                  <a:cubicBezTo>
                    <a:pt x="1377" y="11875"/>
                    <a:pt x="2066" y="11998"/>
                    <a:pt x="2766" y="12075"/>
                  </a:cubicBezTo>
                  <a:cubicBezTo>
                    <a:pt x="3032" y="12097"/>
                    <a:pt x="3277" y="12164"/>
                    <a:pt x="3543" y="12176"/>
                  </a:cubicBezTo>
                  <a:lnTo>
                    <a:pt x="3688" y="12176"/>
                  </a:lnTo>
                  <a:cubicBezTo>
                    <a:pt x="3877" y="12176"/>
                    <a:pt x="4088" y="12176"/>
                    <a:pt x="4232" y="12297"/>
                  </a:cubicBezTo>
                  <a:cubicBezTo>
                    <a:pt x="4132" y="12209"/>
                    <a:pt x="4032" y="12120"/>
                    <a:pt x="3921" y="12031"/>
                  </a:cubicBezTo>
                  <a:lnTo>
                    <a:pt x="3921" y="12031"/>
                  </a:lnTo>
                  <a:cubicBezTo>
                    <a:pt x="4821" y="12342"/>
                    <a:pt x="5743" y="12564"/>
                    <a:pt x="6676" y="12697"/>
                  </a:cubicBezTo>
                  <a:cubicBezTo>
                    <a:pt x="6454" y="12586"/>
                    <a:pt x="6221" y="12464"/>
                    <a:pt x="5999" y="12353"/>
                  </a:cubicBezTo>
                  <a:cubicBezTo>
                    <a:pt x="6510" y="12353"/>
                    <a:pt x="7031" y="12320"/>
                    <a:pt x="7542" y="12265"/>
                  </a:cubicBezTo>
                  <a:cubicBezTo>
                    <a:pt x="7542" y="12253"/>
                    <a:pt x="7532" y="12242"/>
                    <a:pt x="7532" y="12220"/>
                  </a:cubicBezTo>
                  <a:lnTo>
                    <a:pt x="7532" y="12220"/>
                  </a:lnTo>
                  <a:cubicBezTo>
                    <a:pt x="7634" y="12230"/>
                    <a:pt x="7738" y="12235"/>
                    <a:pt x="7841" y="12235"/>
                  </a:cubicBezTo>
                  <a:cubicBezTo>
                    <a:pt x="8075" y="12235"/>
                    <a:pt x="8308" y="12210"/>
                    <a:pt x="8532" y="12164"/>
                  </a:cubicBezTo>
                  <a:cubicBezTo>
                    <a:pt x="8764" y="12109"/>
                    <a:pt x="8998" y="12020"/>
                    <a:pt x="9198" y="11887"/>
                  </a:cubicBezTo>
                  <a:cubicBezTo>
                    <a:pt x="9487" y="11698"/>
                    <a:pt x="9687" y="11409"/>
                    <a:pt x="9853" y="11109"/>
                  </a:cubicBezTo>
                  <a:cubicBezTo>
                    <a:pt x="10164" y="10542"/>
                    <a:pt x="10386" y="9942"/>
                    <a:pt x="10542" y="9310"/>
                  </a:cubicBezTo>
                  <a:cubicBezTo>
                    <a:pt x="10653" y="8843"/>
                    <a:pt x="10731" y="8365"/>
                    <a:pt x="10776" y="7888"/>
                  </a:cubicBezTo>
                  <a:cubicBezTo>
                    <a:pt x="10897" y="6577"/>
                    <a:pt x="10831" y="5232"/>
                    <a:pt x="10720" y="3921"/>
                  </a:cubicBezTo>
                  <a:cubicBezTo>
                    <a:pt x="10620" y="2800"/>
                    <a:pt x="10420" y="1644"/>
                    <a:pt x="9631" y="800"/>
                  </a:cubicBezTo>
                  <a:cubicBezTo>
                    <a:pt x="9215" y="352"/>
                    <a:pt x="8649" y="0"/>
                    <a:pt x="8039"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1">
              <a:extLst>
                <a:ext uri="{FF2B5EF4-FFF2-40B4-BE49-F238E27FC236}">
                  <a16:creationId xmlns:a16="http://schemas.microsoft.com/office/drawing/2014/main" id="{ACA89507-BACE-8A39-6A53-B66441BE19B0}"/>
                </a:ext>
              </a:extLst>
            </p:cNvPr>
            <p:cNvSpPr/>
            <p:nvPr/>
          </p:nvSpPr>
          <p:spPr>
            <a:xfrm>
              <a:off x="2214475" y="3300175"/>
              <a:ext cx="42250" cy="19725"/>
            </a:xfrm>
            <a:custGeom>
              <a:avLst/>
              <a:gdLst/>
              <a:ahLst/>
              <a:cxnLst/>
              <a:rect l="l" t="t" r="r" b="b"/>
              <a:pathLst>
                <a:path w="1690" h="789" extrusionOk="0">
                  <a:moveTo>
                    <a:pt x="1678" y="778"/>
                  </a:moveTo>
                  <a:lnTo>
                    <a:pt x="1689" y="789"/>
                  </a:lnTo>
                  <a:lnTo>
                    <a:pt x="1678" y="778"/>
                  </a:lnTo>
                  <a:close/>
                  <a:moveTo>
                    <a:pt x="1655" y="744"/>
                  </a:moveTo>
                  <a:cubicBezTo>
                    <a:pt x="1655" y="756"/>
                    <a:pt x="1667" y="766"/>
                    <a:pt x="1678" y="778"/>
                  </a:cubicBezTo>
                  <a:cubicBezTo>
                    <a:pt x="1667" y="766"/>
                    <a:pt x="1655" y="756"/>
                    <a:pt x="1655" y="744"/>
                  </a:cubicBezTo>
                  <a:close/>
                  <a:moveTo>
                    <a:pt x="1" y="0"/>
                  </a:moveTo>
                  <a:lnTo>
                    <a:pt x="1" y="0"/>
                  </a:lnTo>
                  <a:lnTo>
                    <a:pt x="1" y="0"/>
                  </a:lnTo>
                  <a:close/>
                  <a:moveTo>
                    <a:pt x="1" y="0"/>
                  </a:moveTo>
                  <a:lnTo>
                    <a:pt x="1" y="0"/>
                  </a:lnTo>
                  <a:lnTo>
                    <a:pt x="1" y="0"/>
                  </a:lnTo>
                  <a:close/>
                  <a:moveTo>
                    <a:pt x="11" y="0"/>
                  </a:moveTo>
                  <a:lnTo>
                    <a:pt x="11" y="0"/>
                  </a:lnTo>
                  <a:lnTo>
                    <a:pt x="11" y="0"/>
                  </a:lnTo>
                  <a:close/>
                  <a:moveTo>
                    <a:pt x="11" y="0"/>
                  </a:moveTo>
                  <a:lnTo>
                    <a:pt x="11" y="0"/>
                  </a:lnTo>
                  <a:lnTo>
                    <a:pt x="11" y="0"/>
                  </a:lnTo>
                  <a:close/>
                  <a:moveTo>
                    <a:pt x="23" y="0"/>
                  </a:moveTo>
                  <a:lnTo>
                    <a:pt x="23" y="0"/>
                  </a:lnTo>
                  <a:lnTo>
                    <a:pt x="23" y="0"/>
                  </a:lnTo>
                  <a:close/>
                  <a:moveTo>
                    <a:pt x="23" y="0"/>
                  </a:moveTo>
                  <a:lnTo>
                    <a:pt x="23" y="0"/>
                  </a:lnTo>
                  <a:lnTo>
                    <a:pt x="23" y="0"/>
                  </a:lnTo>
                  <a:close/>
                  <a:moveTo>
                    <a:pt x="34" y="0"/>
                  </a:moveTo>
                  <a:lnTo>
                    <a:pt x="34" y="0"/>
                  </a:lnTo>
                  <a:lnTo>
                    <a:pt x="34" y="0"/>
                  </a:lnTo>
                  <a:close/>
                  <a:moveTo>
                    <a:pt x="34" y="0"/>
                  </a:moveTo>
                  <a:lnTo>
                    <a:pt x="34" y="0"/>
                  </a:lnTo>
                  <a:lnTo>
                    <a:pt x="34" y="0"/>
                  </a:lnTo>
                  <a:close/>
                  <a:moveTo>
                    <a:pt x="45" y="0"/>
                  </a:moveTo>
                  <a:lnTo>
                    <a:pt x="45" y="0"/>
                  </a:lnTo>
                  <a:lnTo>
                    <a:pt x="45" y="0"/>
                  </a:lnTo>
                  <a:close/>
                  <a:moveTo>
                    <a:pt x="45" y="0"/>
                  </a:moveTo>
                  <a:lnTo>
                    <a:pt x="45" y="0"/>
                  </a:lnTo>
                  <a:lnTo>
                    <a:pt x="45" y="0"/>
                  </a:lnTo>
                  <a:close/>
                  <a:moveTo>
                    <a:pt x="56" y="0"/>
                  </a:moveTo>
                  <a:lnTo>
                    <a:pt x="56" y="0"/>
                  </a:lnTo>
                  <a:lnTo>
                    <a:pt x="56" y="0"/>
                  </a:lnTo>
                  <a:close/>
                  <a:moveTo>
                    <a:pt x="56" y="0"/>
                  </a:moveTo>
                  <a:lnTo>
                    <a:pt x="56" y="0"/>
                  </a:lnTo>
                  <a:lnTo>
                    <a:pt x="56" y="0"/>
                  </a:lnTo>
                  <a:close/>
                  <a:moveTo>
                    <a:pt x="67" y="0"/>
                  </a:moveTo>
                  <a:lnTo>
                    <a:pt x="67" y="0"/>
                  </a:lnTo>
                  <a:lnTo>
                    <a:pt x="67" y="0"/>
                  </a:lnTo>
                  <a:close/>
                  <a:moveTo>
                    <a:pt x="67" y="0"/>
                  </a:moveTo>
                  <a:lnTo>
                    <a:pt x="67" y="0"/>
                  </a:lnTo>
                  <a:lnTo>
                    <a:pt x="67" y="0"/>
                  </a:lnTo>
                  <a:close/>
                  <a:moveTo>
                    <a:pt x="78" y="0"/>
                  </a:moveTo>
                  <a:lnTo>
                    <a:pt x="78" y="0"/>
                  </a:lnTo>
                  <a:lnTo>
                    <a:pt x="78" y="0"/>
                  </a:lnTo>
                  <a:close/>
                  <a:moveTo>
                    <a:pt x="112" y="0"/>
                  </a:moveTo>
                  <a:lnTo>
                    <a:pt x="78" y="0"/>
                  </a:lnTo>
                  <a:lnTo>
                    <a:pt x="78" y="0"/>
                  </a:lnTo>
                  <a:lnTo>
                    <a:pt x="78" y="0"/>
                  </a:lnTo>
                  <a:lnTo>
                    <a:pt x="112" y="0"/>
                  </a:lnTo>
                  <a:close/>
                  <a:moveTo>
                    <a:pt x="112" y="0"/>
                  </a:moveTo>
                  <a:lnTo>
                    <a:pt x="112" y="0"/>
                  </a:lnTo>
                  <a:lnTo>
                    <a:pt x="112" y="0"/>
                  </a:ln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1">
              <a:extLst>
                <a:ext uri="{FF2B5EF4-FFF2-40B4-BE49-F238E27FC236}">
                  <a16:creationId xmlns:a16="http://schemas.microsoft.com/office/drawing/2014/main" id="{C7468199-101E-DFCA-A6F1-1CB614C23751}"/>
                </a:ext>
              </a:extLst>
            </p:cNvPr>
            <p:cNvSpPr/>
            <p:nvPr/>
          </p:nvSpPr>
          <p:spPr>
            <a:xfrm>
              <a:off x="2279725" y="3518175"/>
              <a:ext cx="3100" cy="14750"/>
            </a:xfrm>
            <a:custGeom>
              <a:avLst/>
              <a:gdLst/>
              <a:ahLst/>
              <a:cxnLst/>
              <a:rect l="l" t="t" r="r" b="b"/>
              <a:pathLst>
                <a:path w="124" h="590" extrusionOk="0">
                  <a:moveTo>
                    <a:pt x="123" y="0"/>
                  </a:moveTo>
                  <a:cubicBezTo>
                    <a:pt x="90" y="200"/>
                    <a:pt x="45" y="400"/>
                    <a:pt x="1" y="590"/>
                  </a:cubicBezTo>
                  <a:cubicBezTo>
                    <a:pt x="45" y="400"/>
                    <a:pt x="90" y="200"/>
                    <a:pt x="123" y="0"/>
                  </a:cubicBez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1">
              <a:extLst>
                <a:ext uri="{FF2B5EF4-FFF2-40B4-BE49-F238E27FC236}">
                  <a16:creationId xmlns:a16="http://schemas.microsoft.com/office/drawing/2014/main" id="{5F1FEF1B-4483-436E-8144-331D12A4F62A}"/>
                </a:ext>
              </a:extLst>
            </p:cNvPr>
            <p:cNvSpPr/>
            <p:nvPr/>
          </p:nvSpPr>
          <p:spPr>
            <a:xfrm>
              <a:off x="2104775" y="3600925"/>
              <a:ext cx="124725" cy="16700"/>
            </a:xfrm>
            <a:custGeom>
              <a:avLst/>
              <a:gdLst/>
              <a:ahLst/>
              <a:cxnLst/>
              <a:rect l="l" t="t" r="r" b="b"/>
              <a:pathLst>
                <a:path w="4989" h="668" extrusionOk="0">
                  <a:moveTo>
                    <a:pt x="2456" y="323"/>
                  </a:moveTo>
                  <a:lnTo>
                    <a:pt x="2456" y="323"/>
                  </a:lnTo>
                  <a:cubicBezTo>
                    <a:pt x="2578" y="390"/>
                    <a:pt x="2711" y="457"/>
                    <a:pt x="2833" y="512"/>
                  </a:cubicBezTo>
                  <a:cubicBezTo>
                    <a:pt x="2711" y="457"/>
                    <a:pt x="2578" y="390"/>
                    <a:pt x="2456" y="323"/>
                  </a:cubicBezTo>
                  <a:close/>
                  <a:moveTo>
                    <a:pt x="4300" y="212"/>
                  </a:moveTo>
                  <a:lnTo>
                    <a:pt x="4300" y="212"/>
                  </a:lnTo>
                  <a:lnTo>
                    <a:pt x="4300" y="212"/>
                  </a:lnTo>
                  <a:lnTo>
                    <a:pt x="4300" y="212"/>
                  </a:lnTo>
                  <a:close/>
                  <a:moveTo>
                    <a:pt x="3989" y="190"/>
                  </a:moveTo>
                  <a:lnTo>
                    <a:pt x="4011" y="190"/>
                  </a:lnTo>
                  <a:lnTo>
                    <a:pt x="3989" y="190"/>
                  </a:lnTo>
                  <a:close/>
                  <a:moveTo>
                    <a:pt x="3989" y="190"/>
                  </a:moveTo>
                  <a:cubicBezTo>
                    <a:pt x="3989" y="212"/>
                    <a:pt x="3999" y="223"/>
                    <a:pt x="3999" y="235"/>
                  </a:cubicBezTo>
                  <a:cubicBezTo>
                    <a:pt x="3844" y="257"/>
                    <a:pt x="3688" y="267"/>
                    <a:pt x="3533" y="279"/>
                  </a:cubicBezTo>
                  <a:cubicBezTo>
                    <a:pt x="3688" y="267"/>
                    <a:pt x="3844" y="257"/>
                    <a:pt x="3999" y="235"/>
                  </a:cubicBezTo>
                  <a:cubicBezTo>
                    <a:pt x="3999" y="223"/>
                    <a:pt x="3989" y="212"/>
                    <a:pt x="3989" y="190"/>
                  </a:cubicBezTo>
                  <a:lnTo>
                    <a:pt x="3989" y="190"/>
                  </a:lnTo>
                  <a:close/>
                  <a:moveTo>
                    <a:pt x="556" y="190"/>
                  </a:moveTo>
                  <a:cubicBezTo>
                    <a:pt x="600" y="212"/>
                    <a:pt x="645" y="235"/>
                    <a:pt x="689" y="267"/>
                  </a:cubicBezTo>
                  <a:lnTo>
                    <a:pt x="689" y="267"/>
                  </a:lnTo>
                  <a:cubicBezTo>
                    <a:pt x="645" y="235"/>
                    <a:pt x="600" y="212"/>
                    <a:pt x="556" y="190"/>
                  </a:cubicBezTo>
                  <a:close/>
                  <a:moveTo>
                    <a:pt x="45" y="146"/>
                  </a:moveTo>
                  <a:lnTo>
                    <a:pt x="45" y="146"/>
                  </a:lnTo>
                  <a:lnTo>
                    <a:pt x="45" y="146"/>
                  </a:lnTo>
                  <a:close/>
                  <a:moveTo>
                    <a:pt x="34" y="146"/>
                  </a:moveTo>
                  <a:lnTo>
                    <a:pt x="45" y="146"/>
                  </a:lnTo>
                  <a:lnTo>
                    <a:pt x="34" y="146"/>
                  </a:lnTo>
                  <a:close/>
                  <a:moveTo>
                    <a:pt x="34" y="146"/>
                  </a:moveTo>
                  <a:lnTo>
                    <a:pt x="34" y="146"/>
                  </a:lnTo>
                  <a:lnTo>
                    <a:pt x="34" y="146"/>
                  </a:lnTo>
                  <a:close/>
                  <a:moveTo>
                    <a:pt x="22" y="146"/>
                  </a:moveTo>
                  <a:lnTo>
                    <a:pt x="34" y="146"/>
                  </a:lnTo>
                  <a:lnTo>
                    <a:pt x="22" y="146"/>
                  </a:lnTo>
                  <a:close/>
                  <a:moveTo>
                    <a:pt x="22" y="146"/>
                  </a:moveTo>
                  <a:lnTo>
                    <a:pt x="22" y="146"/>
                  </a:lnTo>
                  <a:lnTo>
                    <a:pt x="22" y="146"/>
                  </a:lnTo>
                  <a:close/>
                  <a:moveTo>
                    <a:pt x="12" y="146"/>
                  </a:moveTo>
                  <a:lnTo>
                    <a:pt x="22" y="146"/>
                  </a:lnTo>
                  <a:lnTo>
                    <a:pt x="12" y="146"/>
                  </a:lnTo>
                  <a:close/>
                  <a:moveTo>
                    <a:pt x="12" y="146"/>
                  </a:moveTo>
                  <a:lnTo>
                    <a:pt x="12" y="146"/>
                  </a:lnTo>
                  <a:lnTo>
                    <a:pt x="12" y="146"/>
                  </a:lnTo>
                  <a:close/>
                  <a:moveTo>
                    <a:pt x="0" y="146"/>
                  </a:moveTo>
                  <a:lnTo>
                    <a:pt x="12" y="146"/>
                  </a:lnTo>
                  <a:lnTo>
                    <a:pt x="0" y="146"/>
                  </a:lnTo>
                  <a:close/>
                  <a:moveTo>
                    <a:pt x="4966" y="134"/>
                  </a:moveTo>
                  <a:cubicBezTo>
                    <a:pt x="4744" y="179"/>
                    <a:pt x="4522" y="212"/>
                    <a:pt x="4300" y="212"/>
                  </a:cubicBezTo>
                  <a:cubicBezTo>
                    <a:pt x="4522" y="212"/>
                    <a:pt x="4744" y="179"/>
                    <a:pt x="4966" y="134"/>
                  </a:cubicBezTo>
                  <a:close/>
                  <a:moveTo>
                    <a:pt x="4977" y="134"/>
                  </a:moveTo>
                  <a:lnTo>
                    <a:pt x="4966" y="134"/>
                  </a:lnTo>
                  <a:lnTo>
                    <a:pt x="4977" y="134"/>
                  </a:lnTo>
                  <a:close/>
                  <a:moveTo>
                    <a:pt x="4989" y="134"/>
                  </a:moveTo>
                  <a:lnTo>
                    <a:pt x="4989" y="134"/>
                  </a:lnTo>
                  <a:lnTo>
                    <a:pt x="4989" y="134"/>
                  </a:lnTo>
                  <a:close/>
                  <a:moveTo>
                    <a:pt x="378" y="1"/>
                  </a:moveTo>
                  <a:lnTo>
                    <a:pt x="378" y="1"/>
                  </a:lnTo>
                  <a:cubicBezTo>
                    <a:pt x="1278" y="312"/>
                    <a:pt x="2200" y="534"/>
                    <a:pt x="3133" y="667"/>
                  </a:cubicBezTo>
                  <a:lnTo>
                    <a:pt x="3133" y="667"/>
                  </a:lnTo>
                  <a:cubicBezTo>
                    <a:pt x="2200" y="534"/>
                    <a:pt x="1278" y="312"/>
                    <a:pt x="378" y="1"/>
                  </a:cubicBezTo>
                  <a:close/>
                </a:path>
              </a:pathLst>
            </a:custGeom>
            <a:solidFill>
              <a:srgbClr val="C3D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1">
              <a:extLst>
                <a:ext uri="{FF2B5EF4-FFF2-40B4-BE49-F238E27FC236}">
                  <a16:creationId xmlns:a16="http://schemas.microsoft.com/office/drawing/2014/main" id="{DD000FDD-9FDE-4F51-8E07-4AF9F92EF42A}"/>
                </a:ext>
              </a:extLst>
            </p:cNvPr>
            <p:cNvSpPr/>
            <p:nvPr/>
          </p:nvSpPr>
          <p:spPr>
            <a:xfrm>
              <a:off x="2016200" y="3533450"/>
              <a:ext cx="25825" cy="45300"/>
            </a:xfrm>
            <a:custGeom>
              <a:avLst/>
              <a:gdLst/>
              <a:ahLst/>
              <a:cxnLst/>
              <a:rect l="l" t="t" r="r" b="b"/>
              <a:pathLst>
                <a:path w="1033" h="1812" extrusionOk="0">
                  <a:moveTo>
                    <a:pt x="511" y="1667"/>
                  </a:moveTo>
                  <a:lnTo>
                    <a:pt x="511" y="1667"/>
                  </a:lnTo>
                  <a:lnTo>
                    <a:pt x="511" y="1667"/>
                  </a:lnTo>
                  <a:lnTo>
                    <a:pt x="511" y="1667"/>
                  </a:lnTo>
                  <a:close/>
                  <a:moveTo>
                    <a:pt x="322" y="1645"/>
                  </a:moveTo>
                  <a:lnTo>
                    <a:pt x="333" y="1645"/>
                  </a:lnTo>
                  <a:lnTo>
                    <a:pt x="322" y="1645"/>
                  </a:lnTo>
                  <a:close/>
                  <a:moveTo>
                    <a:pt x="800" y="1645"/>
                  </a:moveTo>
                  <a:cubicBezTo>
                    <a:pt x="699" y="1656"/>
                    <a:pt x="611" y="1667"/>
                    <a:pt x="511" y="1667"/>
                  </a:cubicBezTo>
                  <a:cubicBezTo>
                    <a:pt x="611" y="1667"/>
                    <a:pt x="699" y="1656"/>
                    <a:pt x="800" y="1645"/>
                  </a:cubicBezTo>
                  <a:close/>
                  <a:moveTo>
                    <a:pt x="800" y="1645"/>
                  </a:moveTo>
                  <a:lnTo>
                    <a:pt x="800" y="1645"/>
                  </a:lnTo>
                  <a:lnTo>
                    <a:pt x="800" y="1645"/>
                  </a:lnTo>
                  <a:close/>
                  <a:moveTo>
                    <a:pt x="822" y="1633"/>
                  </a:moveTo>
                  <a:lnTo>
                    <a:pt x="811" y="1633"/>
                  </a:lnTo>
                  <a:lnTo>
                    <a:pt x="822" y="1633"/>
                  </a:lnTo>
                  <a:cubicBezTo>
                    <a:pt x="766" y="1712"/>
                    <a:pt x="689" y="1756"/>
                    <a:pt x="600" y="1811"/>
                  </a:cubicBezTo>
                  <a:lnTo>
                    <a:pt x="600" y="1811"/>
                  </a:lnTo>
                  <a:cubicBezTo>
                    <a:pt x="689" y="1756"/>
                    <a:pt x="766" y="1712"/>
                    <a:pt x="822" y="1633"/>
                  </a:cubicBezTo>
                  <a:close/>
                  <a:moveTo>
                    <a:pt x="244" y="922"/>
                  </a:moveTo>
                  <a:lnTo>
                    <a:pt x="244" y="922"/>
                  </a:lnTo>
                  <a:cubicBezTo>
                    <a:pt x="122" y="1011"/>
                    <a:pt x="0" y="1134"/>
                    <a:pt x="0" y="1289"/>
                  </a:cubicBezTo>
                  <a:cubicBezTo>
                    <a:pt x="0" y="1134"/>
                    <a:pt x="122" y="1011"/>
                    <a:pt x="244" y="922"/>
                  </a:cubicBezTo>
                  <a:lnTo>
                    <a:pt x="244" y="922"/>
                  </a:lnTo>
                  <a:close/>
                  <a:moveTo>
                    <a:pt x="255" y="912"/>
                  </a:moveTo>
                  <a:lnTo>
                    <a:pt x="244" y="912"/>
                  </a:lnTo>
                  <a:lnTo>
                    <a:pt x="255" y="912"/>
                  </a:lnTo>
                  <a:close/>
                  <a:moveTo>
                    <a:pt x="944" y="690"/>
                  </a:moveTo>
                  <a:cubicBezTo>
                    <a:pt x="699" y="690"/>
                    <a:pt x="455" y="767"/>
                    <a:pt x="255" y="900"/>
                  </a:cubicBezTo>
                  <a:cubicBezTo>
                    <a:pt x="455" y="767"/>
                    <a:pt x="699" y="690"/>
                    <a:pt x="944" y="690"/>
                  </a:cubicBezTo>
                  <a:lnTo>
                    <a:pt x="944" y="690"/>
                  </a:lnTo>
                  <a:close/>
                  <a:moveTo>
                    <a:pt x="800" y="611"/>
                  </a:moveTo>
                  <a:cubicBezTo>
                    <a:pt x="877" y="645"/>
                    <a:pt x="955" y="678"/>
                    <a:pt x="1033" y="700"/>
                  </a:cubicBezTo>
                  <a:lnTo>
                    <a:pt x="1033" y="700"/>
                  </a:lnTo>
                  <a:cubicBezTo>
                    <a:pt x="955" y="678"/>
                    <a:pt x="877" y="645"/>
                    <a:pt x="800" y="611"/>
                  </a:cubicBezTo>
                  <a:close/>
                  <a:moveTo>
                    <a:pt x="800" y="611"/>
                  </a:moveTo>
                  <a:lnTo>
                    <a:pt x="800" y="611"/>
                  </a:lnTo>
                  <a:lnTo>
                    <a:pt x="800" y="611"/>
                  </a:lnTo>
                  <a:close/>
                  <a:moveTo>
                    <a:pt x="200" y="1"/>
                  </a:moveTo>
                  <a:cubicBezTo>
                    <a:pt x="200" y="100"/>
                    <a:pt x="255" y="201"/>
                    <a:pt x="333" y="278"/>
                  </a:cubicBezTo>
                  <a:cubicBezTo>
                    <a:pt x="378" y="334"/>
                    <a:pt x="433" y="379"/>
                    <a:pt x="489" y="423"/>
                  </a:cubicBezTo>
                  <a:cubicBezTo>
                    <a:pt x="433" y="379"/>
                    <a:pt x="378" y="334"/>
                    <a:pt x="333" y="278"/>
                  </a:cubicBezTo>
                  <a:cubicBezTo>
                    <a:pt x="255" y="201"/>
                    <a:pt x="200" y="100"/>
                    <a:pt x="200" y="1"/>
                  </a:cubicBezTo>
                  <a:close/>
                </a:path>
              </a:pathLst>
            </a:custGeom>
            <a:solidFill>
              <a:srgbClr val="DB96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1">
              <a:extLst>
                <a:ext uri="{FF2B5EF4-FFF2-40B4-BE49-F238E27FC236}">
                  <a16:creationId xmlns:a16="http://schemas.microsoft.com/office/drawing/2014/main" id="{3580912F-F720-0BE7-7173-6FF4A47619F8}"/>
                </a:ext>
              </a:extLst>
            </p:cNvPr>
            <p:cNvSpPr/>
            <p:nvPr/>
          </p:nvSpPr>
          <p:spPr>
            <a:xfrm>
              <a:off x="2016200" y="3300175"/>
              <a:ext cx="272175" cy="317450"/>
            </a:xfrm>
            <a:custGeom>
              <a:avLst/>
              <a:gdLst/>
              <a:ahLst/>
              <a:cxnLst/>
              <a:rect l="l" t="t" r="r" b="b"/>
              <a:pathLst>
                <a:path w="10887" h="12698" extrusionOk="0">
                  <a:moveTo>
                    <a:pt x="7932" y="0"/>
                  </a:moveTo>
                  <a:cubicBezTo>
                    <a:pt x="7510" y="33"/>
                    <a:pt x="7243" y="223"/>
                    <a:pt x="7054" y="489"/>
                  </a:cubicBezTo>
                  <a:cubicBezTo>
                    <a:pt x="7898" y="778"/>
                    <a:pt x="8564" y="1455"/>
                    <a:pt x="9009" y="2233"/>
                  </a:cubicBezTo>
                  <a:cubicBezTo>
                    <a:pt x="10031" y="3988"/>
                    <a:pt x="10364" y="6699"/>
                    <a:pt x="9065" y="8421"/>
                  </a:cubicBezTo>
                  <a:cubicBezTo>
                    <a:pt x="8920" y="8621"/>
                    <a:pt x="8754" y="8799"/>
                    <a:pt x="8564" y="8943"/>
                  </a:cubicBezTo>
                  <a:cubicBezTo>
                    <a:pt x="8265" y="9176"/>
                    <a:pt x="7887" y="9132"/>
                    <a:pt x="7576" y="9332"/>
                  </a:cubicBezTo>
                  <a:cubicBezTo>
                    <a:pt x="7243" y="9532"/>
                    <a:pt x="6976" y="9809"/>
                    <a:pt x="6665" y="10031"/>
                  </a:cubicBezTo>
                  <a:cubicBezTo>
                    <a:pt x="6365" y="10253"/>
                    <a:pt x="6021" y="10398"/>
                    <a:pt x="5666" y="10509"/>
                  </a:cubicBezTo>
                  <a:cubicBezTo>
                    <a:pt x="5177" y="10665"/>
                    <a:pt x="4654" y="10764"/>
                    <a:pt x="4132" y="10764"/>
                  </a:cubicBezTo>
                  <a:cubicBezTo>
                    <a:pt x="3899" y="10764"/>
                    <a:pt x="3666" y="10742"/>
                    <a:pt x="3444" y="10698"/>
                  </a:cubicBezTo>
                  <a:cubicBezTo>
                    <a:pt x="2988" y="10620"/>
                    <a:pt x="2188" y="10342"/>
                    <a:pt x="2422" y="9787"/>
                  </a:cubicBezTo>
                  <a:cubicBezTo>
                    <a:pt x="1921" y="9609"/>
                    <a:pt x="1455" y="9431"/>
                    <a:pt x="1066" y="9120"/>
                  </a:cubicBezTo>
                  <a:cubicBezTo>
                    <a:pt x="955" y="9098"/>
                    <a:pt x="833" y="9087"/>
                    <a:pt x="722" y="9087"/>
                  </a:cubicBezTo>
                  <a:cubicBezTo>
                    <a:pt x="633" y="9087"/>
                    <a:pt x="555" y="9098"/>
                    <a:pt x="467" y="9110"/>
                  </a:cubicBezTo>
                  <a:cubicBezTo>
                    <a:pt x="378" y="9120"/>
                    <a:pt x="289" y="9143"/>
                    <a:pt x="233" y="9221"/>
                  </a:cubicBezTo>
                  <a:cubicBezTo>
                    <a:pt x="222" y="9231"/>
                    <a:pt x="222" y="9243"/>
                    <a:pt x="211" y="9254"/>
                  </a:cubicBezTo>
                  <a:cubicBezTo>
                    <a:pt x="200" y="9276"/>
                    <a:pt x="200" y="9310"/>
                    <a:pt x="200" y="9332"/>
                  </a:cubicBezTo>
                  <a:cubicBezTo>
                    <a:pt x="200" y="9431"/>
                    <a:pt x="255" y="9532"/>
                    <a:pt x="333" y="9609"/>
                  </a:cubicBezTo>
                  <a:cubicBezTo>
                    <a:pt x="378" y="9665"/>
                    <a:pt x="433" y="9710"/>
                    <a:pt x="489" y="9754"/>
                  </a:cubicBezTo>
                  <a:cubicBezTo>
                    <a:pt x="578" y="9831"/>
                    <a:pt x="689" y="9898"/>
                    <a:pt x="800" y="9942"/>
                  </a:cubicBezTo>
                  <a:cubicBezTo>
                    <a:pt x="873" y="9974"/>
                    <a:pt x="947" y="10005"/>
                    <a:pt x="1020" y="10027"/>
                  </a:cubicBezTo>
                  <a:lnTo>
                    <a:pt x="1020" y="10027"/>
                  </a:lnTo>
                  <a:cubicBezTo>
                    <a:pt x="994" y="10021"/>
                    <a:pt x="973" y="10021"/>
                    <a:pt x="944" y="10021"/>
                  </a:cubicBezTo>
                  <a:cubicBezTo>
                    <a:pt x="699" y="10021"/>
                    <a:pt x="455" y="10098"/>
                    <a:pt x="255" y="10231"/>
                  </a:cubicBezTo>
                  <a:lnTo>
                    <a:pt x="255" y="10243"/>
                  </a:lnTo>
                  <a:lnTo>
                    <a:pt x="244" y="10243"/>
                  </a:lnTo>
                  <a:lnTo>
                    <a:pt x="244" y="10253"/>
                  </a:lnTo>
                  <a:cubicBezTo>
                    <a:pt x="122" y="10342"/>
                    <a:pt x="0" y="10465"/>
                    <a:pt x="0" y="10620"/>
                  </a:cubicBezTo>
                  <a:lnTo>
                    <a:pt x="0" y="10631"/>
                  </a:lnTo>
                  <a:cubicBezTo>
                    <a:pt x="11" y="10798"/>
                    <a:pt x="156" y="10931"/>
                    <a:pt x="322" y="10976"/>
                  </a:cubicBezTo>
                  <a:lnTo>
                    <a:pt x="333" y="10976"/>
                  </a:lnTo>
                  <a:cubicBezTo>
                    <a:pt x="388" y="10998"/>
                    <a:pt x="455" y="10998"/>
                    <a:pt x="511" y="10998"/>
                  </a:cubicBezTo>
                  <a:cubicBezTo>
                    <a:pt x="611" y="10998"/>
                    <a:pt x="699" y="10987"/>
                    <a:pt x="800" y="10976"/>
                  </a:cubicBezTo>
                  <a:cubicBezTo>
                    <a:pt x="811" y="10976"/>
                    <a:pt x="811" y="10964"/>
                    <a:pt x="811" y="10964"/>
                  </a:cubicBezTo>
                  <a:lnTo>
                    <a:pt x="822" y="10964"/>
                  </a:lnTo>
                  <a:cubicBezTo>
                    <a:pt x="766" y="11043"/>
                    <a:pt x="689" y="11087"/>
                    <a:pt x="600" y="11142"/>
                  </a:cubicBezTo>
                  <a:cubicBezTo>
                    <a:pt x="477" y="11198"/>
                    <a:pt x="355" y="11265"/>
                    <a:pt x="344" y="11398"/>
                  </a:cubicBezTo>
                  <a:lnTo>
                    <a:pt x="344" y="11409"/>
                  </a:lnTo>
                  <a:cubicBezTo>
                    <a:pt x="344" y="11564"/>
                    <a:pt x="544" y="11653"/>
                    <a:pt x="699" y="11698"/>
                  </a:cubicBezTo>
                  <a:cubicBezTo>
                    <a:pt x="1377" y="11875"/>
                    <a:pt x="2066" y="11998"/>
                    <a:pt x="2766" y="12075"/>
                  </a:cubicBezTo>
                  <a:cubicBezTo>
                    <a:pt x="3032" y="12097"/>
                    <a:pt x="3277" y="12164"/>
                    <a:pt x="3543" y="12176"/>
                  </a:cubicBezTo>
                  <a:lnTo>
                    <a:pt x="3733" y="12176"/>
                  </a:lnTo>
                  <a:cubicBezTo>
                    <a:pt x="3854" y="12176"/>
                    <a:pt x="3988" y="12186"/>
                    <a:pt x="4099" y="12220"/>
                  </a:cubicBezTo>
                  <a:cubicBezTo>
                    <a:pt x="4143" y="12242"/>
                    <a:pt x="4188" y="12265"/>
                    <a:pt x="4232" y="12297"/>
                  </a:cubicBezTo>
                  <a:cubicBezTo>
                    <a:pt x="4132" y="12209"/>
                    <a:pt x="4021" y="12120"/>
                    <a:pt x="3921" y="12031"/>
                  </a:cubicBezTo>
                  <a:lnTo>
                    <a:pt x="3921" y="12031"/>
                  </a:lnTo>
                  <a:cubicBezTo>
                    <a:pt x="4821" y="12342"/>
                    <a:pt x="5743" y="12564"/>
                    <a:pt x="6676" y="12697"/>
                  </a:cubicBezTo>
                  <a:cubicBezTo>
                    <a:pt x="6576" y="12653"/>
                    <a:pt x="6476" y="12598"/>
                    <a:pt x="6376" y="12542"/>
                  </a:cubicBezTo>
                  <a:cubicBezTo>
                    <a:pt x="6254" y="12487"/>
                    <a:pt x="6121" y="12420"/>
                    <a:pt x="5999" y="12353"/>
                  </a:cubicBezTo>
                  <a:cubicBezTo>
                    <a:pt x="6354" y="12353"/>
                    <a:pt x="6720" y="12331"/>
                    <a:pt x="7076" y="12309"/>
                  </a:cubicBezTo>
                  <a:cubicBezTo>
                    <a:pt x="7231" y="12297"/>
                    <a:pt x="7387" y="12287"/>
                    <a:pt x="7542" y="12265"/>
                  </a:cubicBezTo>
                  <a:cubicBezTo>
                    <a:pt x="7542" y="12253"/>
                    <a:pt x="7532" y="12242"/>
                    <a:pt x="7532" y="12220"/>
                  </a:cubicBezTo>
                  <a:lnTo>
                    <a:pt x="7554" y="12220"/>
                  </a:lnTo>
                  <a:cubicBezTo>
                    <a:pt x="7643" y="12231"/>
                    <a:pt x="7742" y="12242"/>
                    <a:pt x="7843" y="12242"/>
                  </a:cubicBezTo>
                  <a:cubicBezTo>
                    <a:pt x="8065" y="12242"/>
                    <a:pt x="8287" y="12209"/>
                    <a:pt x="8509" y="12164"/>
                  </a:cubicBezTo>
                  <a:lnTo>
                    <a:pt x="8532" y="12164"/>
                  </a:lnTo>
                  <a:cubicBezTo>
                    <a:pt x="8764" y="12109"/>
                    <a:pt x="8998" y="12020"/>
                    <a:pt x="9198" y="11887"/>
                  </a:cubicBezTo>
                  <a:cubicBezTo>
                    <a:pt x="9487" y="11698"/>
                    <a:pt x="9687" y="11409"/>
                    <a:pt x="9853" y="11109"/>
                  </a:cubicBezTo>
                  <a:cubicBezTo>
                    <a:pt x="10164" y="10542"/>
                    <a:pt x="10386" y="9942"/>
                    <a:pt x="10542" y="9310"/>
                  </a:cubicBezTo>
                  <a:cubicBezTo>
                    <a:pt x="10586" y="9120"/>
                    <a:pt x="10631" y="8920"/>
                    <a:pt x="10664" y="8720"/>
                  </a:cubicBezTo>
                  <a:cubicBezTo>
                    <a:pt x="10709" y="8443"/>
                    <a:pt x="10753" y="8165"/>
                    <a:pt x="10776" y="7888"/>
                  </a:cubicBezTo>
                  <a:cubicBezTo>
                    <a:pt x="10887" y="6732"/>
                    <a:pt x="10842" y="5543"/>
                    <a:pt x="10753" y="4377"/>
                  </a:cubicBezTo>
                  <a:cubicBezTo>
                    <a:pt x="10742" y="4222"/>
                    <a:pt x="10731" y="4066"/>
                    <a:pt x="10720" y="3921"/>
                  </a:cubicBezTo>
                  <a:cubicBezTo>
                    <a:pt x="10620" y="2800"/>
                    <a:pt x="10420" y="1644"/>
                    <a:pt x="9631" y="800"/>
                  </a:cubicBezTo>
                  <a:lnTo>
                    <a:pt x="9620" y="789"/>
                  </a:lnTo>
                  <a:lnTo>
                    <a:pt x="9609" y="778"/>
                  </a:lnTo>
                  <a:cubicBezTo>
                    <a:pt x="9598" y="766"/>
                    <a:pt x="9586" y="756"/>
                    <a:pt x="9586" y="744"/>
                  </a:cubicBezTo>
                  <a:cubicBezTo>
                    <a:pt x="9176" y="322"/>
                    <a:pt x="8631" y="0"/>
                    <a:pt x="8043" y="0"/>
                  </a:cubicBezTo>
                  <a:close/>
                </a:path>
              </a:pathLst>
            </a:custGeom>
            <a:solidFill>
              <a:srgbClr val="D9EA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1">
              <a:extLst>
                <a:ext uri="{FF2B5EF4-FFF2-40B4-BE49-F238E27FC236}">
                  <a16:creationId xmlns:a16="http://schemas.microsoft.com/office/drawing/2014/main" id="{1C3323C3-1006-92E9-741B-18EFA1414CAE}"/>
                </a:ext>
              </a:extLst>
            </p:cNvPr>
            <p:cNvSpPr/>
            <p:nvPr/>
          </p:nvSpPr>
          <p:spPr>
            <a:xfrm>
              <a:off x="2028125" y="3517625"/>
              <a:ext cx="25" cy="25"/>
            </a:xfrm>
            <a:custGeom>
              <a:avLst/>
              <a:gdLst/>
              <a:ahLst/>
              <a:cxnLst/>
              <a:rect l="l" t="t" r="r" b="b"/>
              <a:pathLst>
                <a:path w="1" h="1" extrusionOk="0">
                  <a:moveTo>
                    <a:pt x="0" y="0"/>
                  </a:moveTo>
                  <a:lnTo>
                    <a:pt x="0" y="0"/>
                  </a:lnTo>
                  <a:close/>
                </a:path>
              </a:pathLst>
            </a:custGeom>
            <a:solidFill>
              <a:srgbClr val="CF9D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1">
              <a:extLst>
                <a:ext uri="{FF2B5EF4-FFF2-40B4-BE49-F238E27FC236}">
                  <a16:creationId xmlns:a16="http://schemas.microsoft.com/office/drawing/2014/main" id="{0560F3BA-03FD-4AD8-D6C7-9C4E57A80CC7}"/>
                </a:ext>
              </a:extLst>
            </p:cNvPr>
            <p:cNvSpPr/>
            <p:nvPr/>
          </p:nvSpPr>
          <p:spPr>
            <a:xfrm>
              <a:off x="2024525" y="3509025"/>
              <a:ext cx="16400" cy="17500"/>
            </a:xfrm>
            <a:custGeom>
              <a:avLst/>
              <a:gdLst/>
              <a:ahLst/>
              <a:cxnLst/>
              <a:rect l="l" t="t" r="r" b="b"/>
              <a:pathLst>
                <a:path w="656" h="700" extrusionOk="0">
                  <a:moveTo>
                    <a:pt x="178" y="0"/>
                  </a:moveTo>
                  <a:cubicBezTo>
                    <a:pt x="111" y="11"/>
                    <a:pt x="55" y="45"/>
                    <a:pt x="33" y="111"/>
                  </a:cubicBezTo>
                  <a:cubicBezTo>
                    <a:pt x="0" y="189"/>
                    <a:pt x="67" y="277"/>
                    <a:pt x="144" y="333"/>
                  </a:cubicBezTo>
                  <a:lnTo>
                    <a:pt x="144" y="344"/>
                  </a:lnTo>
                  <a:cubicBezTo>
                    <a:pt x="300" y="477"/>
                    <a:pt x="478" y="600"/>
                    <a:pt x="655" y="700"/>
                  </a:cubicBezTo>
                  <a:cubicBezTo>
                    <a:pt x="467" y="544"/>
                    <a:pt x="300" y="344"/>
                    <a:pt x="166" y="111"/>
                  </a:cubicBezTo>
                  <a:cubicBezTo>
                    <a:pt x="144" y="67"/>
                    <a:pt x="156" y="22"/>
                    <a:pt x="178"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1">
              <a:extLst>
                <a:ext uri="{FF2B5EF4-FFF2-40B4-BE49-F238E27FC236}">
                  <a16:creationId xmlns:a16="http://schemas.microsoft.com/office/drawing/2014/main" id="{3C63C95A-5D42-248B-B87D-53FCC9AB3109}"/>
                </a:ext>
              </a:extLst>
            </p:cNvPr>
            <p:cNvSpPr/>
            <p:nvPr/>
          </p:nvSpPr>
          <p:spPr>
            <a:xfrm>
              <a:off x="2055900" y="3490700"/>
              <a:ext cx="219975" cy="110825"/>
            </a:xfrm>
            <a:custGeom>
              <a:avLst/>
              <a:gdLst/>
              <a:ahLst/>
              <a:cxnLst/>
              <a:rect l="l" t="t" r="r" b="b"/>
              <a:pathLst>
                <a:path w="8799" h="4433" extrusionOk="0">
                  <a:moveTo>
                    <a:pt x="5455" y="3844"/>
                  </a:moveTo>
                  <a:cubicBezTo>
                    <a:pt x="5443" y="3877"/>
                    <a:pt x="5421" y="3899"/>
                    <a:pt x="5399" y="3933"/>
                  </a:cubicBezTo>
                  <a:cubicBezTo>
                    <a:pt x="5411" y="3899"/>
                    <a:pt x="5433" y="3866"/>
                    <a:pt x="5455" y="3844"/>
                  </a:cubicBezTo>
                  <a:close/>
                  <a:moveTo>
                    <a:pt x="8788" y="0"/>
                  </a:moveTo>
                  <a:lnTo>
                    <a:pt x="8665" y="11"/>
                  </a:lnTo>
                  <a:cubicBezTo>
                    <a:pt x="8687" y="356"/>
                    <a:pt x="8610" y="699"/>
                    <a:pt x="8532" y="988"/>
                  </a:cubicBezTo>
                  <a:cubicBezTo>
                    <a:pt x="8277" y="1933"/>
                    <a:pt x="7921" y="2644"/>
                    <a:pt x="7443" y="3166"/>
                  </a:cubicBezTo>
                  <a:cubicBezTo>
                    <a:pt x="6899" y="3752"/>
                    <a:pt x="6196" y="4092"/>
                    <a:pt x="5513" y="4092"/>
                  </a:cubicBezTo>
                  <a:cubicBezTo>
                    <a:pt x="5472" y="4092"/>
                    <a:pt x="5430" y="4091"/>
                    <a:pt x="5388" y="4088"/>
                  </a:cubicBezTo>
                  <a:cubicBezTo>
                    <a:pt x="5577" y="3965"/>
                    <a:pt x="5621" y="3821"/>
                    <a:pt x="5611" y="3710"/>
                  </a:cubicBezTo>
                  <a:lnTo>
                    <a:pt x="5611" y="3632"/>
                  </a:lnTo>
                  <a:lnTo>
                    <a:pt x="5532" y="3666"/>
                  </a:lnTo>
                  <a:cubicBezTo>
                    <a:pt x="5366" y="3721"/>
                    <a:pt x="5255" y="3877"/>
                    <a:pt x="5221" y="4044"/>
                  </a:cubicBezTo>
                  <a:cubicBezTo>
                    <a:pt x="5177" y="4077"/>
                    <a:pt x="5122" y="4099"/>
                    <a:pt x="5077" y="4110"/>
                  </a:cubicBezTo>
                  <a:cubicBezTo>
                    <a:pt x="4813" y="4207"/>
                    <a:pt x="4520" y="4311"/>
                    <a:pt x="4233" y="4311"/>
                  </a:cubicBezTo>
                  <a:cubicBezTo>
                    <a:pt x="4158" y="4311"/>
                    <a:pt x="4084" y="4304"/>
                    <a:pt x="4011" y="4288"/>
                  </a:cubicBezTo>
                  <a:cubicBezTo>
                    <a:pt x="3922" y="4266"/>
                    <a:pt x="3822" y="4232"/>
                    <a:pt x="3777" y="4143"/>
                  </a:cubicBezTo>
                  <a:cubicBezTo>
                    <a:pt x="3766" y="4110"/>
                    <a:pt x="3766" y="4054"/>
                    <a:pt x="3789" y="4021"/>
                  </a:cubicBezTo>
                  <a:cubicBezTo>
                    <a:pt x="3789" y="4021"/>
                    <a:pt x="3799" y="4021"/>
                    <a:pt x="3799" y="4010"/>
                  </a:cubicBezTo>
                  <a:cubicBezTo>
                    <a:pt x="3822" y="4010"/>
                    <a:pt x="3844" y="3999"/>
                    <a:pt x="3878" y="3988"/>
                  </a:cubicBezTo>
                  <a:lnTo>
                    <a:pt x="4122" y="3877"/>
                  </a:lnTo>
                  <a:lnTo>
                    <a:pt x="3855" y="3866"/>
                  </a:lnTo>
                  <a:cubicBezTo>
                    <a:pt x="3811" y="3866"/>
                    <a:pt x="3766" y="3888"/>
                    <a:pt x="3733" y="3910"/>
                  </a:cubicBezTo>
                  <a:cubicBezTo>
                    <a:pt x="3275" y="4094"/>
                    <a:pt x="2783" y="4184"/>
                    <a:pt x="2291" y="4184"/>
                  </a:cubicBezTo>
                  <a:cubicBezTo>
                    <a:pt x="1504" y="4184"/>
                    <a:pt x="716" y="3954"/>
                    <a:pt x="67" y="3510"/>
                  </a:cubicBezTo>
                  <a:lnTo>
                    <a:pt x="0" y="3610"/>
                  </a:lnTo>
                  <a:cubicBezTo>
                    <a:pt x="662" y="4068"/>
                    <a:pt x="1472" y="4302"/>
                    <a:pt x="2281" y="4302"/>
                  </a:cubicBezTo>
                  <a:cubicBezTo>
                    <a:pt x="2749" y="4302"/>
                    <a:pt x="3216" y="4224"/>
                    <a:pt x="3655" y="4066"/>
                  </a:cubicBezTo>
                  <a:lnTo>
                    <a:pt x="3655" y="4066"/>
                  </a:lnTo>
                  <a:cubicBezTo>
                    <a:pt x="3644" y="4110"/>
                    <a:pt x="3655" y="4165"/>
                    <a:pt x="3678" y="4199"/>
                  </a:cubicBezTo>
                  <a:cubicBezTo>
                    <a:pt x="3722" y="4299"/>
                    <a:pt x="3822" y="4365"/>
                    <a:pt x="3977" y="4399"/>
                  </a:cubicBezTo>
                  <a:cubicBezTo>
                    <a:pt x="4066" y="4421"/>
                    <a:pt x="4155" y="4432"/>
                    <a:pt x="4244" y="4432"/>
                  </a:cubicBezTo>
                  <a:cubicBezTo>
                    <a:pt x="4544" y="4432"/>
                    <a:pt x="4844" y="4321"/>
                    <a:pt x="5110" y="4221"/>
                  </a:cubicBezTo>
                  <a:cubicBezTo>
                    <a:pt x="5155" y="4210"/>
                    <a:pt x="5188" y="4199"/>
                    <a:pt x="5221" y="4177"/>
                  </a:cubicBezTo>
                  <a:lnTo>
                    <a:pt x="5221" y="4199"/>
                  </a:lnTo>
                  <a:lnTo>
                    <a:pt x="5277" y="4199"/>
                  </a:lnTo>
                  <a:cubicBezTo>
                    <a:pt x="5348" y="4206"/>
                    <a:pt x="5420" y="4210"/>
                    <a:pt x="5492" y="4210"/>
                  </a:cubicBezTo>
                  <a:cubicBezTo>
                    <a:pt x="6216" y="4210"/>
                    <a:pt x="6966" y="3860"/>
                    <a:pt x="7532" y="3244"/>
                  </a:cubicBezTo>
                  <a:cubicBezTo>
                    <a:pt x="8021" y="2711"/>
                    <a:pt x="8388" y="1977"/>
                    <a:pt x="8643" y="1022"/>
                  </a:cubicBezTo>
                  <a:cubicBezTo>
                    <a:pt x="8721" y="722"/>
                    <a:pt x="8798" y="366"/>
                    <a:pt x="878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1">
              <a:extLst>
                <a:ext uri="{FF2B5EF4-FFF2-40B4-BE49-F238E27FC236}">
                  <a16:creationId xmlns:a16="http://schemas.microsoft.com/office/drawing/2014/main" id="{0821503C-299E-8F8A-119D-1F394B5CF54F}"/>
                </a:ext>
              </a:extLst>
            </p:cNvPr>
            <p:cNvSpPr/>
            <p:nvPr/>
          </p:nvSpPr>
          <p:spPr>
            <a:xfrm>
              <a:off x="2167275" y="3487350"/>
              <a:ext cx="25575" cy="38625"/>
            </a:xfrm>
            <a:custGeom>
              <a:avLst/>
              <a:gdLst/>
              <a:ahLst/>
              <a:cxnLst/>
              <a:rect l="l" t="t" r="r" b="b"/>
              <a:pathLst>
                <a:path w="1023" h="1545" extrusionOk="0">
                  <a:moveTo>
                    <a:pt x="78" y="1"/>
                  </a:moveTo>
                  <a:lnTo>
                    <a:pt x="0" y="100"/>
                  </a:lnTo>
                  <a:cubicBezTo>
                    <a:pt x="356" y="389"/>
                    <a:pt x="645" y="801"/>
                    <a:pt x="800" y="1245"/>
                  </a:cubicBezTo>
                  <a:lnTo>
                    <a:pt x="778" y="1267"/>
                  </a:lnTo>
                  <a:lnTo>
                    <a:pt x="1022" y="1544"/>
                  </a:lnTo>
                  <a:lnTo>
                    <a:pt x="944" y="1278"/>
                  </a:lnTo>
                  <a:cubicBezTo>
                    <a:pt x="778" y="789"/>
                    <a:pt x="477" y="334"/>
                    <a:pt x="7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1">
              <a:extLst>
                <a:ext uri="{FF2B5EF4-FFF2-40B4-BE49-F238E27FC236}">
                  <a16:creationId xmlns:a16="http://schemas.microsoft.com/office/drawing/2014/main" id="{87390818-77B0-707C-C274-C32F25EB64CA}"/>
                </a:ext>
              </a:extLst>
            </p:cNvPr>
            <p:cNvSpPr/>
            <p:nvPr/>
          </p:nvSpPr>
          <p:spPr>
            <a:xfrm>
              <a:off x="2158925" y="3494300"/>
              <a:ext cx="13925" cy="28900"/>
            </a:xfrm>
            <a:custGeom>
              <a:avLst/>
              <a:gdLst/>
              <a:ahLst/>
              <a:cxnLst/>
              <a:rect l="l" t="t" r="r" b="b"/>
              <a:pathLst>
                <a:path w="557" h="1156" extrusionOk="0">
                  <a:moveTo>
                    <a:pt x="90" y="0"/>
                  </a:moveTo>
                  <a:lnTo>
                    <a:pt x="1" y="89"/>
                  </a:lnTo>
                  <a:cubicBezTo>
                    <a:pt x="268" y="378"/>
                    <a:pt x="423" y="767"/>
                    <a:pt x="434" y="1155"/>
                  </a:cubicBezTo>
                  <a:lnTo>
                    <a:pt x="556" y="1155"/>
                  </a:lnTo>
                  <a:cubicBezTo>
                    <a:pt x="545" y="733"/>
                    <a:pt x="379" y="311"/>
                    <a:pt x="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1">
              <a:extLst>
                <a:ext uri="{FF2B5EF4-FFF2-40B4-BE49-F238E27FC236}">
                  <a16:creationId xmlns:a16="http://schemas.microsoft.com/office/drawing/2014/main" id="{D708BDB7-C631-4264-257D-1A8B0DCFADE1}"/>
                </a:ext>
              </a:extLst>
            </p:cNvPr>
            <p:cNvSpPr/>
            <p:nvPr/>
          </p:nvSpPr>
          <p:spPr>
            <a:xfrm>
              <a:off x="1991200" y="3790675"/>
              <a:ext cx="146925" cy="76875"/>
            </a:xfrm>
            <a:custGeom>
              <a:avLst/>
              <a:gdLst/>
              <a:ahLst/>
              <a:cxnLst/>
              <a:rect l="l" t="t" r="r" b="b"/>
              <a:pathLst>
                <a:path w="5877" h="3075" extrusionOk="0">
                  <a:moveTo>
                    <a:pt x="4919" y="1"/>
                  </a:moveTo>
                  <a:cubicBezTo>
                    <a:pt x="4848" y="1"/>
                    <a:pt x="4787" y="10"/>
                    <a:pt x="4743" y="31"/>
                  </a:cubicBezTo>
                  <a:cubicBezTo>
                    <a:pt x="4477" y="154"/>
                    <a:pt x="4521" y="532"/>
                    <a:pt x="4488" y="831"/>
                  </a:cubicBezTo>
                  <a:cubicBezTo>
                    <a:pt x="4477" y="910"/>
                    <a:pt x="4466" y="987"/>
                    <a:pt x="4432" y="1053"/>
                  </a:cubicBezTo>
                  <a:cubicBezTo>
                    <a:pt x="4346" y="1191"/>
                    <a:pt x="4175" y="1229"/>
                    <a:pt x="4003" y="1229"/>
                  </a:cubicBezTo>
                  <a:cubicBezTo>
                    <a:pt x="3953" y="1229"/>
                    <a:pt x="3903" y="1226"/>
                    <a:pt x="3855" y="1221"/>
                  </a:cubicBezTo>
                  <a:cubicBezTo>
                    <a:pt x="3232" y="1154"/>
                    <a:pt x="2610" y="1076"/>
                    <a:pt x="1978" y="1009"/>
                  </a:cubicBezTo>
                  <a:cubicBezTo>
                    <a:pt x="1789" y="987"/>
                    <a:pt x="1595" y="968"/>
                    <a:pt x="1402" y="968"/>
                  </a:cubicBezTo>
                  <a:cubicBezTo>
                    <a:pt x="1207" y="968"/>
                    <a:pt x="1012" y="987"/>
                    <a:pt x="822" y="1043"/>
                  </a:cubicBezTo>
                  <a:cubicBezTo>
                    <a:pt x="433" y="1154"/>
                    <a:pt x="78" y="1465"/>
                    <a:pt x="11" y="1865"/>
                  </a:cubicBezTo>
                  <a:cubicBezTo>
                    <a:pt x="0" y="1964"/>
                    <a:pt x="22" y="2098"/>
                    <a:pt x="122" y="2098"/>
                  </a:cubicBezTo>
                  <a:cubicBezTo>
                    <a:pt x="156" y="2098"/>
                    <a:pt x="189" y="2087"/>
                    <a:pt x="222" y="2065"/>
                  </a:cubicBezTo>
                  <a:cubicBezTo>
                    <a:pt x="455" y="1942"/>
                    <a:pt x="677" y="1820"/>
                    <a:pt x="911" y="1698"/>
                  </a:cubicBezTo>
                  <a:lnTo>
                    <a:pt x="911" y="1698"/>
                  </a:lnTo>
                  <a:cubicBezTo>
                    <a:pt x="633" y="1853"/>
                    <a:pt x="411" y="2142"/>
                    <a:pt x="344" y="2453"/>
                  </a:cubicBezTo>
                  <a:cubicBezTo>
                    <a:pt x="333" y="2498"/>
                    <a:pt x="322" y="2564"/>
                    <a:pt x="356" y="2598"/>
                  </a:cubicBezTo>
                  <a:cubicBezTo>
                    <a:pt x="369" y="2608"/>
                    <a:pt x="384" y="2612"/>
                    <a:pt x="402" y="2612"/>
                  </a:cubicBezTo>
                  <a:cubicBezTo>
                    <a:pt x="443" y="2612"/>
                    <a:pt x="494" y="2588"/>
                    <a:pt x="533" y="2564"/>
                  </a:cubicBezTo>
                  <a:cubicBezTo>
                    <a:pt x="811" y="2376"/>
                    <a:pt x="1089" y="2176"/>
                    <a:pt x="1355" y="1987"/>
                  </a:cubicBezTo>
                  <a:lnTo>
                    <a:pt x="1355" y="1987"/>
                  </a:lnTo>
                  <a:cubicBezTo>
                    <a:pt x="1201" y="2110"/>
                    <a:pt x="395" y="3075"/>
                    <a:pt x="839" y="3075"/>
                  </a:cubicBezTo>
                  <a:cubicBezTo>
                    <a:pt x="876" y="3075"/>
                    <a:pt x="922" y="3068"/>
                    <a:pt x="978" y="3053"/>
                  </a:cubicBezTo>
                  <a:cubicBezTo>
                    <a:pt x="1077" y="3031"/>
                    <a:pt x="1166" y="2964"/>
                    <a:pt x="1267" y="2909"/>
                  </a:cubicBezTo>
                  <a:cubicBezTo>
                    <a:pt x="1598" y="2716"/>
                    <a:pt x="1972" y="2651"/>
                    <a:pt x="2351" y="2651"/>
                  </a:cubicBezTo>
                  <a:cubicBezTo>
                    <a:pt x="2583" y="2651"/>
                    <a:pt x="2817" y="2675"/>
                    <a:pt x="3044" y="2709"/>
                  </a:cubicBezTo>
                  <a:cubicBezTo>
                    <a:pt x="3539" y="2793"/>
                    <a:pt x="4034" y="2924"/>
                    <a:pt x="4543" y="2924"/>
                  </a:cubicBezTo>
                  <a:cubicBezTo>
                    <a:pt x="4639" y="2924"/>
                    <a:pt x="4735" y="2920"/>
                    <a:pt x="4832" y="2909"/>
                  </a:cubicBezTo>
                  <a:cubicBezTo>
                    <a:pt x="5410" y="2853"/>
                    <a:pt x="5488" y="2520"/>
                    <a:pt x="5565" y="2009"/>
                  </a:cubicBezTo>
                  <a:cubicBezTo>
                    <a:pt x="5666" y="1398"/>
                    <a:pt x="5777" y="787"/>
                    <a:pt x="5876" y="176"/>
                  </a:cubicBezTo>
                  <a:cubicBezTo>
                    <a:pt x="5672" y="149"/>
                    <a:pt x="5208" y="1"/>
                    <a:pt x="491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1">
              <a:extLst>
                <a:ext uri="{FF2B5EF4-FFF2-40B4-BE49-F238E27FC236}">
                  <a16:creationId xmlns:a16="http://schemas.microsoft.com/office/drawing/2014/main" id="{0193C3E7-0BF5-79D4-C084-E270CDAB8E90}"/>
                </a:ext>
              </a:extLst>
            </p:cNvPr>
            <p:cNvSpPr/>
            <p:nvPr/>
          </p:nvSpPr>
          <p:spPr>
            <a:xfrm>
              <a:off x="2100325" y="3817000"/>
              <a:ext cx="1425" cy="1700"/>
            </a:xfrm>
            <a:custGeom>
              <a:avLst/>
              <a:gdLst/>
              <a:ahLst/>
              <a:cxnLst/>
              <a:rect l="l" t="t" r="r" b="b"/>
              <a:pathLst>
                <a:path w="57" h="68" extrusionOk="0">
                  <a:moveTo>
                    <a:pt x="57" y="0"/>
                  </a:moveTo>
                  <a:cubicBezTo>
                    <a:pt x="45" y="23"/>
                    <a:pt x="23" y="45"/>
                    <a:pt x="1" y="67"/>
                  </a:cubicBezTo>
                  <a:lnTo>
                    <a:pt x="1" y="67"/>
                  </a:lnTo>
                  <a:cubicBezTo>
                    <a:pt x="23" y="45"/>
                    <a:pt x="45" y="23"/>
                    <a:pt x="57" y="0"/>
                  </a:cubicBezTo>
                  <a:close/>
                </a:path>
              </a:pathLst>
            </a:custGeom>
            <a:solidFill>
              <a:srgbClr val="6156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1">
              <a:extLst>
                <a:ext uri="{FF2B5EF4-FFF2-40B4-BE49-F238E27FC236}">
                  <a16:creationId xmlns:a16="http://schemas.microsoft.com/office/drawing/2014/main" id="{A8AB4130-B72D-1F9A-68E0-548526C5B56B}"/>
                </a:ext>
              </a:extLst>
            </p:cNvPr>
            <p:cNvSpPr/>
            <p:nvPr/>
          </p:nvSpPr>
          <p:spPr>
            <a:xfrm>
              <a:off x="2100325" y="3800625"/>
              <a:ext cx="34475" cy="34175"/>
            </a:xfrm>
            <a:custGeom>
              <a:avLst/>
              <a:gdLst/>
              <a:ahLst/>
              <a:cxnLst/>
              <a:rect l="l" t="t" r="r" b="b"/>
              <a:pathLst>
                <a:path w="1379" h="1367" extrusionOk="0">
                  <a:moveTo>
                    <a:pt x="223" y="1"/>
                  </a:moveTo>
                  <a:cubicBezTo>
                    <a:pt x="200" y="45"/>
                    <a:pt x="178" y="78"/>
                    <a:pt x="145" y="122"/>
                  </a:cubicBezTo>
                  <a:cubicBezTo>
                    <a:pt x="134" y="223"/>
                    <a:pt x="134" y="334"/>
                    <a:pt x="123" y="433"/>
                  </a:cubicBezTo>
                  <a:lnTo>
                    <a:pt x="123" y="445"/>
                  </a:lnTo>
                  <a:cubicBezTo>
                    <a:pt x="112" y="522"/>
                    <a:pt x="101" y="589"/>
                    <a:pt x="67" y="655"/>
                  </a:cubicBezTo>
                  <a:lnTo>
                    <a:pt x="57" y="655"/>
                  </a:lnTo>
                  <a:cubicBezTo>
                    <a:pt x="45" y="678"/>
                    <a:pt x="23" y="700"/>
                    <a:pt x="1" y="722"/>
                  </a:cubicBezTo>
                  <a:cubicBezTo>
                    <a:pt x="112" y="1045"/>
                    <a:pt x="301" y="1366"/>
                    <a:pt x="612" y="1366"/>
                  </a:cubicBezTo>
                  <a:lnTo>
                    <a:pt x="679" y="1366"/>
                  </a:lnTo>
                  <a:cubicBezTo>
                    <a:pt x="1034" y="1311"/>
                    <a:pt x="1223" y="878"/>
                    <a:pt x="1378" y="567"/>
                  </a:cubicBezTo>
                  <a:cubicBezTo>
                    <a:pt x="879" y="522"/>
                    <a:pt x="400" y="334"/>
                    <a:pt x="223"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1">
              <a:extLst>
                <a:ext uri="{FF2B5EF4-FFF2-40B4-BE49-F238E27FC236}">
                  <a16:creationId xmlns:a16="http://schemas.microsoft.com/office/drawing/2014/main" id="{C55CB615-4B31-8098-D1DD-CFE645491657}"/>
                </a:ext>
              </a:extLst>
            </p:cNvPr>
            <p:cNvSpPr/>
            <p:nvPr/>
          </p:nvSpPr>
          <p:spPr>
            <a:xfrm>
              <a:off x="2075325" y="3714525"/>
              <a:ext cx="121125" cy="100550"/>
            </a:xfrm>
            <a:custGeom>
              <a:avLst/>
              <a:gdLst/>
              <a:ahLst/>
              <a:cxnLst/>
              <a:rect l="l" t="t" r="r" b="b"/>
              <a:pathLst>
                <a:path w="4845" h="4022" extrusionOk="0">
                  <a:moveTo>
                    <a:pt x="4511" y="1"/>
                  </a:moveTo>
                  <a:lnTo>
                    <a:pt x="3812" y="67"/>
                  </a:lnTo>
                  <a:cubicBezTo>
                    <a:pt x="2960" y="146"/>
                    <a:pt x="2096" y="281"/>
                    <a:pt x="1234" y="281"/>
                  </a:cubicBezTo>
                  <a:cubicBezTo>
                    <a:pt x="882" y="281"/>
                    <a:pt x="530" y="259"/>
                    <a:pt x="178" y="201"/>
                  </a:cubicBezTo>
                  <a:cubicBezTo>
                    <a:pt x="67" y="922"/>
                    <a:pt x="101" y="1756"/>
                    <a:pt x="57" y="2245"/>
                  </a:cubicBezTo>
                  <a:cubicBezTo>
                    <a:pt x="35" y="2511"/>
                    <a:pt x="1" y="2789"/>
                    <a:pt x="67" y="3055"/>
                  </a:cubicBezTo>
                  <a:cubicBezTo>
                    <a:pt x="123" y="3322"/>
                    <a:pt x="279" y="3578"/>
                    <a:pt x="534" y="3677"/>
                  </a:cubicBezTo>
                  <a:cubicBezTo>
                    <a:pt x="602" y="3709"/>
                    <a:pt x="677" y="3724"/>
                    <a:pt x="753" y="3724"/>
                  </a:cubicBezTo>
                  <a:cubicBezTo>
                    <a:pt x="862" y="3724"/>
                    <a:pt x="971" y="3692"/>
                    <a:pt x="1057" y="3633"/>
                  </a:cubicBezTo>
                  <a:cubicBezTo>
                    <a:pt x="1134" y="3588"/>
                    <a:pt x="1190" y="3522"/>
                    <a:pt x="1223" y="3445"/>
                  </a:cubicBezTo>
                  <a:cubicBezTo>
                    <a:pt x="1422" y="3836"/>
                    <a:pt x="2024" y="4022"/>
                    <a:pt x="2603" y="4022"/>
                  </a:cubicBezTo>
                  <a:cubicBezTo>
                    <a:pt x="2992" y="4022"/>
                    <a:pt x="3371" y="3938"/>
                    <a:pt x="3612" y="3778"/>
                  </a:cubicBezTo>
                  <a:cubicBezTo>
                    <a:pt x="4089" y="3455"/>
                    <a:pt x="4589" y="3045"/>
                    <a:pt x="4666" y="2467"/>
                  </a:cubicBezTo>
                  <a:lnTo>
                    <a:pt x="4666" y="2467"/>
                  </a:lnTo>
                  <a:cubicBezTo>
                    <a:pt x="4533" y="2611"/>
                    <a:pt x="4378" y="2722"/>
                    <a:pt x="4211" y="2811"/>
                  </a:cubicBezTo>
                  <a:cubicBezTo>
                    <a:pt x="4589" y="2400"/>
                    <a:pt x="4822" y="1845"/>
                    <a:pt x="4844" y="1278"/>
                  </a:cubicBezTo>
                  <a:lnTo>
                    <a:pt x="4844" y="1278"/>
                  </a:lnTo>
                  <a:cubicBezTo>
                    <a:pt x="4711" y="1445"/>
                    <a:pt x="4545" y="1578"/>
                    <a:pt x="4367" y="1689"/>
                  </a:cubicBezTo>
                  <a:cubicBezTo>
                    <a:pt x="4444" y="1145"/>
                    <a:pt x="4500" y="589"/>
                    <a:pt x="4511" y="45"/>
                  </a:cubicBezTo>
                  <a:lnTo>
                    <a:pt x="4511" y="1"/>
                  </a:ln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1">
              <a:extLst>
                <a:ext uri="{FF2B5EF4-FFF2-40B4-BE49-F238E27FC236}">
                  <a16:creationId xmlns:a16="http://schemas.microsoft.com/office/drawing/2014/main" id="{436FBA4F-2FFF-26BD-B141-B6D959ACB099}"/>
                </a:ext>
              </a:extLst>
            </p:cNvPr>
            <p:cNvSpPr/>
            <p:nvPr/>
          </p:nvSpPr>
          <p:spPr>
            <a:xfrm>
              <a:off x="2108650" y="3743125"/>
              <a:ext cx="68900" cy="63800"/>
            </a:xfrm>
            <a:custGeom>
              <a:avLst/>
              <a:gdLst/>
              <a:ahLst/>
              <a:cxnLst/>
              <a:rect l="l" t="t" r="r" b="b"/>
              <a:pathLst>
                <a:path w="2756" h="2552" extrusionOk="0">
                  <a:moveTo>
                    <a:pt x="857" y="1311"/>
                  </a:moveTo>
                  <a:cubicBezTo>
                    <a:pt x="867" y="1311"/>
                    <a:pt x="879" y="1311"/>
                    <a:pt x="901" y="1323"/>
                  </a:cubicBezTo>
                  <a:lnTo>
                    <a:pt x="912" y="1334"/>
                  </a:lnTo>
                  <a:cubicBezTo>
                    <a:pt x="945" y="1367"/>
                    <a:pt x="934" y="1422"/>
                    <a:pt x="901" y="1511"/>
                  </a:cubicBezTo>
                  <a:cubicBezTo>
                    <a:pt x="879" y="1590"/>
                    <a:pt x="845" y="1667"/>
                    <a:pt x="801" y="1745"/>
                  </a:cubicBezTo>
                  <a:cubicBezTo>
                    <a:pt x="790" y="1723"/>
                    <a:pt x="790" y="1701"/>
                    <a:pt x="778" y="1678"/>
                  </a:cubicBezTo>
                  <a:cubicBezTo>
                    <a:pt x="734" y="1590"/>
                    <a:pt x="712" y="1489"/>
                    <a:pt x="746" y="1400"/>
                  </a:cubicBezTo>
                  <a:cubicBezTo>
                    <a:pt x="756" y="1356"/>
                    <a:pt x="812" y="1323"/>
                    <a:pt x="857" y="1311"/>
                  </a:cubicBezTo>
                  <a:close/>
                  <a:moveTo>
                    <a:pt x="2612" y="1"/>
                  </a:moveTo>
                  <a:lnTo>
                    <a:pt x="2534" y="12"/>
                  </a:lnTo>
                  <a:cubicBezTo>
                    <a:pt x="2678" y="778"/>
                    <a:pt x="2479" y="1612"/>
                    <a:pt x="2000" y="2234"/>
                  </a:cubicBezTo>
                  <a:cubicBezTo>
                    <a:pt x="1920" y="2343"/>
                    <a:pt x="1796" y="2472"/>
                    <a:pt x="1666" y="2472"/>
                  </a:cubicBezTo>
                  <a:cubicBezTo>
                    <a:pt x="1652" y="2472"/>
                    <a:pt x="1637" y="2470"/>
                    <a:pt x="1623" y="2467"/>
                  </a:cubicBezTo>
                  <a:cubicBezTo>
                    <a:pt x="1512" y="2444"/>
                    <a:pt x="1434" y="2333"/>
                    <a:pt x="1378" y="2111"/>
                  </a:cubicBezTo>
                  <a:cubicBezTo>
                    <a:pt x="1356" y="2022"/>
                    <a:pt x="1334" y="1911"/>
                    <a:pt x="1334" y="1812"/>
                  </a:cubicBezTo>
                  <a:cubicBezTo>
                    <a:pt x="1390" y="1711"/>
                    <a:pt x="1412" y="1600"/>
                    <a:pt x="1434" y="1511"/>
                  </a:cubicBezTo>
                  <a:lnTo>
                    <a:pt x="1479" y="1356"/>
                  </a:lnTo>
                  <a:lnTo>
                    <a:pt x="1479" y="1356"/>
                  </a:lnTo>
                  <a:lnTo>
                    <a:pt x="1368" y="1478"/>
                  </a:lnTo>
                  <a:cubicBezTo>
                    <a:pt x="1289" y="1567"/>
                    <a:pt x="1257" y="1667"/>
                    <a:pt x="1257" y="1789"/>
                  </a:cubicBezTo>
                  <a:cubicBezTo>
                    <a:pt x="1245" y="1789"/>
                    <a:pt x="1245" y="1800"/>
                    <a:pt x="1245" y="1812"/>
                  </a:cubicBezTo>
                  <a:cubicBezTo>
                    <a:pt x="1197" y="1879"/>
                    <a:pt x="1107" y="1938"/>
                    <a:pt x="1026" y="1938"/>
                  </a:cubicBezTo>
                  <a:cubicBezTo>
                    <a:pt x="1014" y="1938"/>
                    <a:pt x="1002" y="1936"/>
                    <a:pt x="990" y="1933"/>
                  </a:cubicBezTo>
                  <a:cubicBezTo>
                    <a:pt x="934" y="1923"/>
                    <a:pt x="890" y="1878"/>
                    <a:pt x="845" y="1822"/>
                  </a:cubicBezTo>
                  <a:cubicBezTo>
                    <a:pt x="901" y="1734"/>
                    <a:pt x="945" y="1634"/>
                    <a:pt x="978" y="1534"/>
                  </a:cubicBezTo>
                  <a:cubicBezTo>
                    <a:pt x="1012" y="1467"/>
                    <a:pt x="1034" y="1367"/>
                    <a:pt x="978" y="1289"/>
                  </a:cubicBezTo>
                  <a:cubicBezTo>
                    <a:pt x="945" y="1245"/>
                    <a:pt x="901" y="1234"/>
                    <a:pt x="845" y="1234"/>
                  </a:cubicBezTo>
                  <a:cubicBezTo>
                    <a:pt x="768" y="1245"/>
                    <a:pt x="690" y="1301"/>
                    <a:pt x="667" y="1378"/>
                  </a:cubicBezTo>
                  <a:cubicBezTo>
                    <a:pt x="623" y="1489"/>
                    <a:pt x="657" y="1600"/>
                    <a:pt x="701" y="1711"/>
                  </a:cubicBezTo>
                  <a:cubicBezTo>
                    <a:pt x="723" y="1745"/>
                    <a:pt x="734" y="1789"/>
                    <a:pt x="756" y="1834"/>
                  </a:cubicBezTo>
                  <a:cubicBezTo>
                    <a:pt x="701" y="1923"/>
                    <a:pt x="645" y="2022"/>
                    <a:pt x="578" y="2111"/>
                  </a:cubicBezTo>
                  <a:cubicBezTo>
                    <a:pt x="523" y="2189"/>
                    <a:pt x="457" y="2278"/>
                    <a:pt x="368" y="2323"/>
                  </a:cubicBezTo>
                  <a:cubicBezTo>
                    <a:pt x="331" y="2338"/>
                    <a:pt x="287" y="2349"/>
                    <a:pt x="244" y="2349"/>
                  </a:cubicBezTo>
                  <a:cubicBezTo>
                    <a:pt x="197" y="2349"/>
                    <a:pt x="152" y="2336"/>
                    <a:pt x="123" y="2301"/>
                  </a:cubicBezTo>
                  <a:cubicBezTo>
                    <a:pt x="101" y="2267"/>
                    <a:pt x="90" y="2222"/>
                    <a:pt x="90" y="2178"/>
                  </a:cubicBezTo>
                  <a:cubicBezTo>
                    <a:pt x="101" y="2133"/>
                    <a:pt x="123" y="2111"/>
                    <a:pt x="156" y="2089"/>
                  </a:cubicBezTo>
                  <a:lnTo>
                    <a:pt x="123" y="2022"/>
                  </a:lnTo>
                  <a:cubicBezTo>
                    <a:pt x="67" y="2045"/>
                    <a:pt x="35" y="2089"/>
                    <a:pt x="12" y="2156"/>
                  </a:cubicBezTo>
                  <a:cubicBezTo>
                    <a:pt x="1" y="2234"/>
                    <a:pt x="23" y="2311"/>
                    <a:pt x="67" y="2356"/>
                  </a:cubicBezTo>
                  <a:cubicBezTo>
                    <a:pt x="79" y="2367"/>
                    <a:pt x="101" y="2389"/>
                    <a:pt x="123" y="2400"/>
                  </a:cubicBezTo>
                  <a:cubicBezTo>
                    <a:pt x="159" y="2416"/>
                    <a:pt x="203" y="2424"/>
                    <a:pt x="248" y="2424"/>
                  </a:cubicBezTo>
                  <a:cubicBezTo>
                    <a:pt x="299" y="2424"/>
                    <a:pt x="353" y="2413"/>
                    <a:pt x="401" y="2389"/>
                  </a:cubicBezTo>
                  <a:cubicBezTo>
                    <a:pt x="501" y="2333"/>
                    <a:pt x="578" y="2245"/>
                    <a:pt x="645" y="2156"/>
                  </a:cubicBezTo>
                  <a:cubicBezTo>
                    <a:pt x="701" y="2078"/>
                    <a:pt x="756" y="1989"/>
                    <a:pt x="812" y="1901"/>
                  </a:cubicBezTo>
                  <a:cubicBezTo>
                    <a:pt x="845" y="1956"/>
                    <a:pt x="901" y="2000"/>
                    <a:pt x="968" y="2012"/>
                  </a:cubicBezTo>
                  <a:cubicBezTo>
                    <a:pt x="985" y="2015"/>
                    <a:pt x="1001" y="2017"/>
                    <a:pt x="1018" y="2017"/>
                  </a:cubicBezTo>
                  <a:cubicBezTo>
                    <a:pt x="1112" y="2017"/>
                    <a:pt x="1200" y="1968"/>
                    <a:pt x="1257" y="1911"/>
                  </a:cubicBezTo>
                  <a:cubicBezTo>
                    <a:pt x="1267" y="1989"/>
                    <a:pt x="1279" y="2067"/>
                    <a:pt x="1301" y="2123"/>
                  </a:cubicBezTo>
                  <a:cubicBezTo>
                    <a:pt x="1334" y="2289"/>
                    <a:pt x="1412" y="2511"/>
                    <a:pt x="1612" y="2545"/>
                  </a:cubicBezTo>
                  <a:cubicBezTo>
                    <a:pt x="1632" y="2549"/>
                    <a:pt x="1651" y="2552"/>
                    <a:pt x="1671" y="2552"/>
                  </a:cubicBezTo>
                  <a:cubicBezTo>
                    <a:pt x="1798" y="2552"/>
                    <a:pt x="1933" y="2462"/>
                    <a:pt x="2067" y="2289"/>
                  </a:cubicBezTo>
                  <a:cubicBezTo>
                    <a:pt x="2556" y="1634"/>
                    <a:pt x="2756" y="778"/>
                    <a:pt x="261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1">
              <a:extLst>
                <a:ext uri="{FF2B5EF4-FFF2-40B4-BE49-F238E27FC236}">
                  <a16:creationId xmlns:a16="http://schemas.microsoft.com/office/drawing/2014/main" id="{DC4116F8-B719-D854-DD86-C2FE44F9A570}"/>
                </a:ext>
              </a:extLst>
            </p:cNvPr>
            <p:cNvSpPr/>
            <p:nvPr/>
          </p:nvSpPr>
          <p:spPr>
            <a:xfrm>
              <a:off x="2076725" y="3790625"/>
              <a:ext cx="25300" cy="16950"/>
            </a:xfrm>
            <a:custGeom>
              <a:avLst/>
              <a:gdLst/>
              <a:ahLst/>
              <a:cxnLst/>
              <a:rect l="l" t="t" r="r" b="b"/>
              <a:pathLst>
                <a:path w="1012" h="678" extrusionOk="0">
                  <a:moveTo>
                    <a:pt x="1001" y="589"/>
                  </a:moveTo>
                  <a:cubicBezTo>
                    <a:pt x="912" y="645"/>
                    <a:pt x="801" y="678"/>
                    <a:pt x="689" y="678"/>
                  </a:cubicBezTo>
                  <a:cubicBezTo>
                    <a:pt x="623" y="678"/>
                    <a:pt x="545" y="667"/>
                    <a:pt x="478" y="633"/>
                  </a:cubicBezTo>
                  <a:cubicBezTo>
                    <a:pt x="545" y="667"/>
                    <a:pt x="623" y="678"/>
                    <a:pt x="689" y="678"/>
                  </a:cubicBezTo>
                  <a:cubicBezTo>
                    <a:pt x="801" y="678"/>
                    <a:pt x="912" y="645"/>
                    <a:pt x="1001" y="589"/>
                  </a:cubicBezTo>
                  <a:close/>
                  <a:moveTo>
                    <a:pt x="1001" y="589"/>
                  </a:moveTo>
                  <a:lnTo>
                    <a:pt x="1001" y="589"/>
                  </a:lnTo>
                  <a:lnTo>
                    <a:pt x="1001" y="589"/>
                  </a:lnTo>
                  <a:close/>
                  <a:moveTo>
                    <a:pt x="1011" y="589"/>
                  </a:moveTo>
                  <a:lnTo>
                    <a:pt x="1001" y="589"/>
                  </a:lnTo>
                  <a:lnTo>
                    <a:pt x="1011" y="589"/>
                  </a:lnTo>
                  <a:close/>
                  <a:moveTo>
                    <a:pt x="1011" y="578"/>
                  </a:moveTo>
                  <a:lnTo>
                    <a:pt x="1011" y="589"/>
                  </a:lnTo>
                  <a:lnTo>
                    <a:pt x="1011" y="578"/>
                  </a:lnTo>
                  <a:close/>
                  <a:moveTo>
                    <a:pt x="1011" y="578"/>
                  </a:moveTo>
                  <a:lnTo>
                    <a:pt x="1011" y="578"/>
                  </a:lnTo>
                  <a:lnTo>
                    <a:pt x="1011" y="578"/>
                  </a:lnTo>
                  <a:close/>
                  <a:moveTo>
                    <a:pt x="1" y="1"/>
                  </a:moveTo>
                  <a:cubicBezTo>
                    <a:pt x="11" y="1"/>
                    <a:pt x="11" y="11"/>
                    <a:pt x="11" y="11"/>
                  </a:cubicBezTo>
                  <a:cubicBezTo>
                    <a:pt x="11" y="11"/>
                    <a:pt x="11" y="1"/>
                    <a:pt x="1" y="1"/>
                  </a:cubicBezTo>
                  <a:close/>
                  <a:moveTo>
                    <a:pt x="1" y="1"/>
                  </a:moveTo>
                  <a:lnTo>
                    <a:pt x="1" y="1"/>
                  </a:lnTo>
                  <a:close/>
                </a:path>
              </a:pathLst>
            </a:custGeom>
            <a:solidFill>
              <a:srgbClr val="3157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1">
              <a:extLst>
                <a:ext uri="{FF2B5EF4-FFF2-40B4-BE49-F238E27FC236}">
                  <a16:creationId xmlns:a16="http://schemas.microsoft.com/office/drawing/2014/main" id="{87519393-66AB-08BF-0B25-34B0546A1B09}"/>
                </a:ext>
              </a:extLst>
            </p:cNvPr>
            <p:cNvSpPr/>
            <p:nvPr/>
          </p:nvSpPr>
          <p:spPr>
            <a:xfrm>
              <a:off x="2076450" y="3788400"/>
              <a:ext cx="28625" cy="19175"/>
            </a:xfrm>
            <a:custGeom>
              <a:avLst/>
              <a:gdLst/>
              <a:ahLst/>
              <a:cxnLst/>
              <a:rect l="l" t="t" r="r" b="b"/>
              <a:pathLst>
                <a:path w="1145" h="767" extrusionOk="0">
                  <a:moveTo>
                    <a:pt x="0" y="1"/>
                  </a:moveTo>
                  <a:cubicBezTo>
                    <a:pt x="0" y="23"/>
                    <a:pt x="12" y="56"/>
                    <a:pt x="12" y="90"/>
                  </a:cubicBezTo>
                  <a:cubicBezTo>
                    <a:pt x="22" y="90"/>
                    <a:pt x="22" y="100"/>
                    <a:pt x="22" y="100"/>
                  </a:cubicBezTo>
                  <a:cubicBezTo>
                    <a:pt x="78" y="367"/>
                    <a:pt x="234" y="623"/>
                    <a:pt x="489" y="722"/>
                  </a:cubicBezTo>
                  <a:cubicBezTo>
                    <a:pt x="556" y="756"/>
                    <a:pt x="634" y="767"/>
                    <a:pt x="700" y="767"/>
                  </a:cubicBezTo>
                  <a:cubicBezTo>
                    <a:pt x="812" y="767"/>
                    <a:pt x="923" y="734"/>
                    <a:pt x="1012" y="678"/>
                  </a:cubicBezTo>
                  <a:lnTo>
                    <a:pt x="1022" y="678"/>
                  </a:lnTo>
                  <a:lnTo>
                    <a:pt x="1022" y="667"/>
                  </a:lnTo>
                  <a:cubicBezTo>
                    <a:pt x="1078" y="633"/>
                    <a:pt x="1111" y="601"/>
                    <a:pt x="1145" y="545"/>
                  </a:cubicBezTo>
                  <a:cubicBezTo>
                    <a:pt x="723" y="467"/>
                    <a:pt x="333" y="278"/>
                    <a:pt x="0"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1">
              <a:extLst>
                <a:ext uri="{FF2B5EF4-FFF2-40B4-BE49-F238E27FC236}">
                  <a16:creationId xmlns:a16="http://schemas.microsoft.com/office/drawing/2014/main" id="{ABC1D780-10D3-31AA-4C90-0E8F9673BB6E}"/>
                </a:ext>
              </a:extLst>
            </p:cNvPr>
            <p:cNvSpPr/>
            <p:nvPr/>
          </p:nvSpPr>
          <p:spPr>
            <a:xfrm>
              <a:off x="1992300" y="3827250"/>
              <a:ext cx="10300" cy="10675"/>
            </a:xfrm>
            <a:custGeom>
              <a:avLst/>
              <a:gdLst/>
              <a:ahLst/>
              <a:cxnLst/>
              <a:rect l="l" t="t" r="r" b="b"/>
              <a:pathLst>
                <a:path w="412" h="427" extrusionOk="0">
                  <a:moveTo>
                    <a:pt x="267" y="0"/>
                  </a:moveTo>
                  <a:cubicBezTo>
                    <a:pt x="239" y="0"/>
                    <a:pt x="213" y="53"/>
                    <a:pt x="178" y="101"/>
                  </a:cubicBezTo>
                  <a:cubicBezTo>
                    <a:pt x="134" y="190"/>
                    <a:pt x="78" y="279"/>
                    <a:pt x="23" y="368"/>
                  </a:cubicBezTo>
                  <a:cubicBezTo>
                    <a:pt x="11" y="380"/>
                    <a:pt x="1" y="402"/>
                    <a:pt x="23" y="424"/>
                  </a:cubicBezTo>
                  <a:lnTo>
                    <a:pt x="45" y="424"/>
                  </a:lnTo>
                  <a:cubicBezTo>
                    <a:pt x="65" y="426"/>
                    <a:pt x="85" y="427"/>
                    <a:pt x="104" y="427"/>
                  </a:cubicBezTo>
                  <a:cubicBezTo>
                    <a:pt x="207" y="427"/>
                    <a:pt x="309" y="404"/>
                    <a:pt x="411" y="357"/>
                  </a:cubicBezTo>
                  <a:cubicBezTo>
                    <a:pt x="389" y="257"/>
                    <a:pt x="367" y="157"/>
                    <a:pt x="322" y="69"/>
                  </a:cubicBezTo>
                  <a:cubicBezTo>
                    <a:pt x="302" y="19"/>
                    <a:pt x="284" y="0"/>
                    <a:pt x="2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1">
              <a:extLst>
                <a:ext uri="{FF2B5EF4-FFF2-40B4-BE49-F238E27FC236}">
                  <a16:creationId xmlns:a16="http://schemas.microsoft.com/office/drawing/2014/main" id="{FEB155F4-52DE-63BC-6143-FC746142A4A7}"/>
                </a:ext>
              </a:extLst>
            </p:cNvPr>
            <p:cNvSpPr/>
            <p:nvPr/>
          </p:nvSpPr>
          <p:spPr>
            <a:xfrm>
              <a:off x="2001450" y="3843025"/>
              <a:ext cx="7800" cy="8850"/>
            </a:xfrm>
            <a:custGeom>
              <a:avLst/>
              <a:gdLst/>
              <a:ahLst/>
              <a:cxnLst/>
              <a:rect l="l" t="t" r="r" b="b"/>
              <a:pathLst>
                <a:path w="312" h="354" extrusionOk="0">
                  <a:moveTo>
                    <a:pt x="173" y="1"/>
                  </a:moveTo>
                  <a:cubicBezTo>
                    <a:pt x="151" y="1"/>
                    <a:pt x="134" y="49"/>
                    <a:pt x="112" y="93"/>
                  </a:cubicBezTo>
                  <a:cubicBezTo>
                    <a:pt x="79" y="159"/>
                    <a:pt x="45" y="237"/>
                    <a:pt x="12" y="315"/>
                  </a:cubicBezTo>
                  <a:cubicBezTo>
                    <a:pt x="12" y="326"/>
                    <a:pt x="1" y="337"/>
                    <a:pt x="12" y="349"/>
                  </a:cubicBezTo>
                  <a:cubicBezTo>
                    <a:pt x="16" y="352"/>
                    <a:pt x="18" y="353"/>
                    <a:pt x="20" y="353"/>
                  </a:cubicBezTo>
                  <a:cubicBezTo>
                    <a:pt x="24" y="353"/>
                    <a:pt x="27" y="349"/>
                    <a:pt x="35" y="349"/>
                  </a:cubicBezTo>
                  <a:cubicBezTo>
                    <a:pt x="134" y="349"/>
                    <a:pt x="223" y="315"/>
                    <a:pt x="312" y="260"/>
                  </a:cubicBezTo>
                  <a:cubicBezTo>
                    <a:pt x="290" y="193"/>
                    <a:pt x="257" y="115"/>
                    <a:pt x="212" y="48"/>
                  </a:cubicBezTo>
                  <a:cubicBezTo>
                    <a:pt x="197" y="14"/>
                    <a:pt x="184" y="1"/>
                    <a:pt x="1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1">
              <a:extLst>
                <a:ext uri="{FF2B5EF4-FFF2-40B4-BE49-F238E27FC236}">
                  <a16:creationId xmlns:a16="http://schemas.microsoft.com/office/drawing/2014/main" id="{44E8EBD5-B59B-F603-51E5-4F1D4D1D4DA8}"/>
                </a:ext>
              </a:extLst>
            </p:cNvPr>
            <p:cNvSpPr/>
            <p:nvPr/>
          </p:nvSpPr>
          <p:spPr>
            <a:xfrm>
              <a:off x="2008400" y="3855075"/>
              <a:ext cx="8925" cy="10275"/>
            </a:xfrm>
            <a:custGeom>
              <a:avLst/>
              <a:gdLst/>
              <a:ahLst/>
              <a:cxnLst/>
              <a:rect l="l" t="t" r="r" b="b"/>
              <a:pathLst>
                <a:path w="357" h="411" extrusionOk="0">
                  <a:moveTo>
                    <a:pt x="200" y="0"/>
                  </a:moveTo>
                  <a:cubicBezTo>
                    <a:pt x="172" y="0"/>
                    <a:pt x="156" y="53"/>
                    <a:pt x="134" y="111"/>
                  </a:cubicBezTo>
                  <a:cubicBezTo>
                    <a:pt x="90" y="188"/>
                    <a:pt x="56" y="277"/>
                    <a:pt x="23" y="355"/>
                  </a:cubicBezTo>
                  <a:cubicBezTo>
                    <a:pt x="12" y="378"/>
                    <a:pt x="1" y="400"/>
                    <a:pt x="23" y="410"/>
                  </a:cubicBezTo>
                  <a:lnTo>
                    <a:pt x="45" y="410"/>
                  </a:lnTo>
                  <a:cubicBezTo>
                    <a:pt x="156" y="400"/>
                    <a:pt x="268" y="366"/>
                    <a:pt x="356" y="299"/>
                  </a:cubicBezTo>
                  <a:cubicBezTo>
                    <a:pt x="334" y="222"/>
                    <a:pt x="300" y="133"/>
                    <a:pt x="256" y="55"/>
                  </a:cubicBezTo>
                  <a:cubicBezTo>
                    <a:pt x="233" y="16"/>
                    <a:pt x="215" y="0"/>
                    <a:pt x="20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1">
              <a:extLst>
                <a:ext uri="{FF2B5EF4-FFF2-40B4-BE49-F238E27FC236}">
                  <a16:creationId xmlns:a16="http://schemas.microsoft.com/office/drawing/2014/main" id="{DB6ABC89-CC90-6FEA-7FC8-CB12406E43DB}"/>
                </a:ext>
              </a:extLst>
            </p:cNvPr>
            <p:cNvSpPr/>
            <p:nvPr/>
          </p:nvSpPr>
          <p:spPr>
            <a:xfrm>
              <a:off x="2084500" y="3196025"/>
              <a:ext cx="28925" cy="16975"/>
            </a:xfrm>
            <a:custGeom>
              <a:avLst/>
              <a:gdLst/>
              <a:ahLst/>
              <a:cxnLst/>
              <a:rect l="l" t="t" r="r" b="b"/>
              <a:pathLst>
                <a:path w="1157" h="679" extrusionOk="0">
                  <a:moveTo>
                    <a:pt x="1089" y="0"/>
                  </a:moveTo>
                  <a:cubicBezTo>
                    <a:pt x="1056" y="189"/>
                    <a:pt x="1001" y="422"/>
                    <a:pt x="833" y="533"/>
                  </a:cubicBezTo>
                  <a:cubicBezTo>
                    <a:pt x="759" y="586"/>
                    <a:pt x="673" y="612"/>
                    <a:pt x="586" y="612"/>
                  </a:cubicBezTo>
                  <a:cubicBezTo>
                    <a:pt x="490" y="612"/>
                    <a:pt x="393" y="581"/>
                    <a:pt x="312" y="523"/>
                  </a:cubicBezTo>
                  <a:cubicBezTo>
                    <a:pt x="156" y="422"/>
                    <a:pt x="67" y="245"/>
                    <a:pt x="56" y="45"/>
                  </a:cubicBezTo>
                  <a:lnTo>
                    <a:pt x="1" y="45"/>
                  </a:lnTo>
                  <a:cubicBezTo>
                    <a:pt x="1" y="267"/>
                    <a:pt x="112" y="467"/>
                    <a:pt x="278" y="578"/>
                  </a:cubicBezTo>
                  <a:cubicBezTo>
                    <a:pt x="367" y="644"/>
                    <a:pt x="478" y="678"/>
                    <a:pt x="578" y="678"/>
                  </a:cubicBezTo>
                  <a:cubicBezTo>
                    <a:pt x="690" y="678"/>
                    <a:pt x="778" y="644"/>
                    <a:pt x="867" y="589"/>
                  </a:cubicBezTo>
                  <a:cubicBezTo>
                    <a:pt x="1056" y="456"/>
                    <a:pt x="1122" y="212"/>
                    <a:pt x="1156" y="12"/>
                  </a:cubicBezTo>
                  <a:lnTo>
                    <a:pt x="1089"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1">
              <a:extLst>
                <a:ext uri="{FF2B5EF4-FFF2-40B4-BE49-F238E27FC236}">
                  <a16:creationId xmlns:a16="http://schemas.microsoft.com/office/drawing/2014/main" id="{95F83286-3409-94AA-F202-9772E81EDED0}"/>
                </a:ext>
              </a:extLst>
            </p:cNvPr>
            <p:cNvSpPr/>
            <p:nvPr/>
          </p:nvSpPr>
          <p:spPr>
            <a:xfrm>
              <a:off x="2019225" y="3194350"/>
              <a:ext cx="22250" cy="18075"/>
            </a:xfrm>
            <a:custGeom>
              <a:avLst/>
              <a:gdLst/>
              <a:ahLst/>
              <a:cxnLst/>
              <a:rect l="l" t="t" r="r" b="b"/>
              <a:pathLst>
                <a:path w="890" h="723" extrusionOk="0">
                  <a:moveTo>
                    <a:pt x="35" y="0"/>
                  </a:moveTo>
                  <a:cubicBezTo>
                    <a:pt x="12" y="112"/>
                    <a:pt x="1" y="234"/>
                    <a:pt x="12" y="356"/>
                  </a:cubicBezTo>
                  <a:cubicBezTo>
                    <a:pt x="35" y="489"/>
                    <a:pt x="101" y="612"/>
                    <a:pt x="201" y="667"/>
                  </a:cubicBezTo>
                  <a:cubicBezTo>
                    <a:pt x="257" y="711"/>
                    <a:pt x="323" y="723"/>
                    <a:pt x="390" y="723"/>
                  </a:cubicBezTo>
                  <a:cubicBezTo>
                    <a:pt x="490" y="723"/>
                    <a:pt x="590" y="689"/>
                    <a:pt x="667" y="623"/>
                  </a:cubicBezTo>
                  <a:cubicBezTo>
                    <a:pt x="790" y="534"/>
                    <a:pt x="867" y="378"/>
                    <a:pt x="889" y="200"/>
                  </a:cubicBezTo>
                  <a:lnTo>
                    <a:pt x="823" y="190"/>
                  </a:lnTo>
                  <a:cubicBezTo>
                    <a:pt x="801" y="356"/>
                    <a:pt x="734" y="489"/>
                    <a:pt x="634" y="578"/>
                  </a:cubicBezTo>
                  <a:cubicBezTo>
                    <a:pt x="565" y="635"/>
                    <a:pt x="483" y="663"/>
                    <a:pt x="404" y="663"/>
                  </a:cubicBezTo>
                  <a:cubicBezTo>
                    <a:pt x="342" y="663"/>
                    <a:pt x="283" y="646"/>
                    <a:pt x="234" y="612"/>
                  </a:cubicBezTo>
                  <a:cubicBezTo>
                    <a:pt x="146" y="567"/>
                    <a:pt x="90" y="467"/>
                    <a:pt x="79" y="345"/>
                  </a:cubicBezTo>
                  <a:cubicBezTo>
                    <a:pt x="57" y="234"/>
                    <a:pt x="79" y="123"/>
                    <a:pt x="101" y="12"/>
                  </a:cubicBezTo>
                  <a:lnTo>
                    <a:pt x="35"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1">
              <a:extLst>
                <a:ext uri="{FF2B5EF4-FFF2-40B4-BE49-F238E27FC236}">
                  <a16:creationId xmlns:a16="http://schemas.microsoft.com/office/drawing/2014/main" id="{6BFF0C6D-5FCD-124E-2846-4DF38BE976B1}"/>
                </a:ext>
              </a:extLst>
            </p:cNvPr>
            <p:cNvSpPr/>
            <p:nvPr/>
          </p:nvSpPr>
          <p:spPr>
            <a:xfrm>
              <a:off x="1902875" y="3448925"/>
              <a:ext cx="98350" cy="98825"/>
            </a:xfrm>
            <a:custGeom>
              <a:avLst/>
              <a:gdLst/>
              <a:ahLst/>
              <a:cxnLst/>
              <a:rect l="l" t="t" r="r" b="b"/>
              <a:pathLst>
                <a:path w="3934" h="3953" extrusionOk="0">
                  <a:moveTo>
                    <a:pt x="1699" y="1"/>
                  </a:moveTo>
                  <a:cubicBezTo>
                    <a:pt x="1408" y="1"/>
                    <a:pt x="1146" y="91"/>
                    <a:pt x="856" y="393"/>
                  </a:cubicBezTo>
                  <a:cubicBezTo>
                    <a:pt x="423" y="849"/>
                    <a:pt x="122" y="1437"/>
                    <a:pt x="33" y="2059"/>
                  </a:cubicBezTo>
                  <a:cubicBezTo>
                    <a:pt x="1" y="2315"/>
                    <a:pt x="1" y="2582"/>
                    <a:pt x="78" y="2815"/>
                  </a:cubicBezTo>
                  <a:cubicBezTo>
                    <a:pt x="289" y="3471"/>
                    <a:pt x="1167" y="3871"/>
                    <a:pt x="1789" y="3948"/>
                  </a:cubicBezTo>
                  <a:cubicBezTo>
                    <a:pt x="1809" y="3951"/>
                    <a:pt x="1831" y="3953"/>
                    <a:pt x="1854" y="3953"/>
                  </a:cubicBezTo>
                  <a:cubicBezTo>
                    <a:pt x="1989" y="3953"/>
                    <a:pt x="2143" y="3894"/>
                    <a:pt x="2133" y="3770"/>
                  </a:cubicBezTo>
                  <a:cubicBezTo>
                    <a:pt x="2133" y="3704"/>
                    <a:pt x="2089" y="3648"/>
                    <a:pt x="2033" y="3604"/>
                  </a:cubicBezTo>
                  <a:cubicBezTo>
                    <a:pt x="1800" y="3415"/>
                    <a:pt x="1423" y="3326"/>
                    <a:pt x="1378" y="3015"/>
                  </a:cubicBezTo>
                  <a:lnTo>
                    <a:pt x="1378" y="3015"/>
                  </a:lnTo>
                  <a:cubicBezTo>
                    <a:pt x="1744" y="3237"/>
                    <a:pt x="2156" y="3382"/>
                    <a:pt x="2578" y="3437"/>
                  </a:cubicBezTo>
                  <a:cubicBezTo>
                    <a:pt x="2607" y="3440"/>
                    <a:pt x="2637" y="3443"/>
                    <a:pt x="2667" y="3443"/>
                  </a:cubicBezTo>
                  <a:cubicBezTo>
                    <a:pt x="2740" y="3443"/>
                    <a:pt x="2811" y="3429"/>
                    <a:pt x="2867" y="3382"/>
                  </a:cubicBezTo>
                  <a:cubicBezTo>
                    <a:pt x="2978" y="3271"/>
                    <a:pt x="2911" y="3071"/>
                    <a:pt x="2800" y="2960"/>
                  </a:cubicBezTo>
                  <a:cubicBezTo>
                    <a:pt x="2644" y="2815"/>
                    <a:pt x="2433" y="2760"/>
                    <a:pt x="2245" y="2671"/>
                  </a:cubicBezTo>
                  <a:cubicBezTo>
                    <a:pt x="2055" y="2570"/>
                    <a:pt x="1878" y="2426"/>
                    <a:pt x="1845" y="2226"/>
                  </a:cubicBezTo>
                  <a:lnTo>
                    <a:pt x="1845" y="2226"/>
                  </a:lnTo>
                  <a:cubicBezTo>
                    <a:pt x="2211" y="2382"/>
                    <a:pt x="2589" y="2526"/>
                    <a:pt x="2966" y="2659"/>
                  </a:cubicBezTo>
                  <a:cubicBezTo>
                    <a:pt x="3054" y="2690"/>
                    <a:pt x="3156" y="2714"/>
                    <a:pt x="3248" y="2714"/>
                  </a:cubicBezTo>
                  <a:cubicBezTo>
                    <a:pt x="3354" y="2714"/>
                    <a:pt x="3447" y="2682"/>
                    <a:pt x="3489" y="2593"/>
                  </a:cubicBezTo>
                  <a:cubicBezTo>
                    <a:pt x="3544" y="2482"/>
                    <a:pt x="3499" y="2360"/>
                    <a:pt x="3433" y="2271"/>
                  </a:cubicBezTo>
                  <a:cubicBezTo>
                    <a:pt x="3166" y="1893"/>
                    <a:pt x="2600" y="1871"/>
                    <a:pt x="2211" y="1604"/>
                  </a:cubicBezTo>
                  <a:cubicBezTo>
                    <a:pt x="2166" y="1571"/>
                    <a:pt x="2122" y="1504"/>
                    <a:pt x="2166" y="1471"/>
                  </a:cubicBezTo>
                  <a:lnTo>
                    <a:pt x="2166" y="1471"/>
                  </a:lnTo>
                  <a:cubicBezTo>
                    <a:pt x="2511" y="1582"/>
                    <a:pt x="2867" y="1704"/>
                    <a:pt x="3211" y="1815"/>
                  </a:cubicBezTo>
                  <a:cubicBezTo>
                    <a:pt x="3319" y="1851"/>
                    <a:pt x="3443" y="1888"/>
                    <a:pt x="3564" y="1888"/>
                  </a:cubicBezTo>
                  <a:cubicBezTo>
                    <a:pt x="3591" y="1888"/>
                    <a:pt x="3618" y="1886"/>
                    <a:pt x="3644" y="1882"/>
                  </a:cubicBezTo>
                  <a:cubicBezTo>
                    <a:pt x="3788" y="1849"/>
                    <a:pt x="3933" y="1726"/>
                    <a:pt x="3911" y="1571"/>
                  </a:cubicBezTo>
                  <a:cubicBezTo>
                    <a:pt x="3899" y="1415"/>
                    <a:pt x="3722" y="1326"/>
                    <a:pt x="3578" y="1271"/>
                  </a:cubicBezTo>
                  <a:cubicBezTo>
                    <a:pt x="3211" y="1116"/>
                    <a:pt x="2833" y="960"/>
                    <a:pt x="2467" y="815"/>
                  </a:cubicBezTo>
                  <a:cubicBezTo>
                    <a:pt x="2489" y="605"/>
                    <a:pt x="2867" y="649"/>
                    <a:pt x="2944" y="460"/>
                  </a:cubicBezTo>
                  <a:cubicBezTo>
                    <a:pt x="2978" y="371"/>
                    <a:pt x="2922" y="260"/>
                    <a:pt x="2844" y="205"/>
                  </a:cubicBezTo>
                  <a:cubicBezTo>
                    <a:pt x="2766" y="160"/>
                    <a:pt x="2667" y="138"/>
                    <a:pt x="2566" y="126"/>
                  </a:cubicBezTo>
                  <a:cubicBezTo>
                    <a:pt x="2230" y="70"/>
                    <a:pt x="1953" y="1"/>
                    <a:pt x="16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1">
              <a:extLst>
                <a:ext uri="{FF2B5EF4-FFF2-40B4-BE49-F238E27FC236}">
                  <a16:creationId xmlns:a16="http://schemas.microsoft.com/office/drawing/2014/main" id="{56076282-762A-AA25-8AAC-431CA0D603E1}"/>
                </a:ext>
              </a:extLst>
            </p:cNvPr>
            <p:cNvSpPr/>
            <p:nvPr/>
          </p:nvSpPr>
          <p:spPr>
            <a:xfrm>
              <a:off x="1944225" y="3539000"/>
              <a:ext cx="7550" cy="7050"/>
            </a:xfrm>
            <a:custGeom>
              <a:avLst/>
              <a:gdLst/>
              <a:ahLst/>
              <a:cxnLst/>
              <a:rect l="l" t="t" r="r" b="b"/>
              <a:pathLst>
                <a:path w="302" h="282" extrusionOk="0">
                  <a:moveTo>
                    <a:pt x="80" y="1"/>
                  </a:moveTo>
                  <a:cubicBezTo>
                    <a:pt x="46" y="68"/>
                    <a:pt x="24" y="134"/>
                    <a:pt x="13" y="212"/>
                  </a:cubicBezTo>
                  <a:cubicBezTo>
                    <a:pt x="1" y="267"/>
                    <a:pt x="12" y="282"/>
                    <a:pt x="34" y="282"/>
                  </a:cubicBezTo>
                  <a:cubicBezTo>
                    <a:pt x="52" y="282"/>
                    <a:pt x="77" y="272"/>
                    <a:pt x="102" y="268"/>
                  </a:cubicBezTo>
                  <a:cubicBezTo>
                    <a:pt x="157" y="245"/>
                    <a:pt x="213" y="223"/>
                    <a:pt x="280" y="212"/>
                  </a:cubicBezTo>
                  <a:cubicBezTo>
                    <a:pt x="290" y="201"/>
                    <a:pt x="302" y="201"/>
                    <a:pt x="302" y="179"/>
                  </a:cubicBezTo>
                  <a:lnTo>
                    <a:pt x="290" y="167"/>
                  </a:lnTo>
                  <a:cubicBezTo>
                    <a:pt x="235" y="90"/>
                    <a:pt x="157" y="34"/>
                    <a:pt x="80"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1">
              <a:extLst>
                <a:ext uri="{FF2B5EF4-FFF2-40B4-BE49-F238E27FC236}">
                  <a16:creationId xmlns:a16="http://schemas.microsoft.com/office/drawing/2014/main" id="{66A54C40-A788-4B2F-4452-2B8CEA6E14A0}"/>
                </a:ext>
              </a:extLst>
            </p:cNvPr>
            <p:cNvSpPr/>
            <p:nvPr/>
          </p:nvSpPr>
          <p:spPr>
            <a:xfrm>
              <a:off x="1966325" y="3524825"/>
              <a:ext cx="7675" cy="7075"/>
            </a:xfrm>
            <a:custGeom>
              <a:avLst/>
              <a:gdLst/>
              <a:ahLst/>
              <a:cxnLst/>
              <a:rect l="l" t="t" r="r" b="b"/>
              <a:pathLst>
                <a:path w="307" h="283" extrusionOk="0">
                  <a:moveTo>
                    <a:pt x="73" y="1"/>
                  </a:moveTo>
                  <a:cubicBezTo>
                    <a:pt x="51" y="68"/>
                    <a:pt x="28" y="134"/>
                    <a:pt x="6" y="212"/>
                  </a:cubicBezTo>
                  <a:cubicBezTo>
                    <a:pt x="0" y="268"/>
                    <a:pt x="11" y="282"/>
                    <a:pt x="32" y="282"/>
                  </a:cubicBezTo>
                  <a:cubicBezTo>
                    <a:pt x="48" y="282"/>
                    <a:pt x="70" y="273"/>
                    <a:pt x="95" y="268"/>
                  </a:cubicBezTo>
                  <a:cubicBezTo>
                    <a:pt x="162" y="245"/>
                    <a:pt x="218" y="223"/>
                    <a:pt x="273" y="201"/>
                  </a:cubicBezTo>
                  <a:cubicBezTo>
                    <a:pt x="284" y="201"/>
                    <a:pt x="306" y="190"/>
                    <a:pt x="295" y="179"/>
                  </a:cubicBezTo>
                  <a:lnTo>
                    <a:pt x="295" y="168"/>
                  </a:lnTo>
                  <a:cubicBezTo>
                    <a:pt x="228" y="90"/>
                    <a:pt x="151" y="35"/>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1">
              <a:extLst>
                <a:ext uri="{FF2B5EF4-FFF2-40B4-BE49-F238E27FC236}">
                  <a16:creationId xmlns:a16="http://schemas.microsoft.com/office/drawing/2014/main" id="{770483E7-001B-D077-BFAA-3BD6E3DF30E2}"/>
                </a:ext>
              </a:extLst>
            </p:cNvPr>
            <p:cNvSpPr/>
            <p:nvPr/>
          </p:nvSpPr>
          <p:spPr>
            <a:xfrm>
              <a:off x="1982150" y="3505950"/>
              <a:ext cx="7400" cy="6900"/>
            </a:xfrm>
            <a:custGeom>
              <a:avLst/>
              <a:gdLst/>
              <a:ahLst/>
              <a:cxnLst/>
              <a:rect l="l" t="t" r="r" b="b"/>
              <a:pathLst>
                <a:path w="296" h="276" extrusionOk="0">
                  <a:moveTo>
                    <a:pt x="73" y="1"/>
                  </a:moveTo>
                  <a:lnTo>
                    <a:pt x="7" y="201"/>
                  </a:lnTo>
                  <a:cubicBezTo>
                    <a:pt x="0" y="258"/>
                    <a:pt x="12" y="275"/>
                    <a:pt x="34" y="275"/>
                  </a:cubicBezTo>
                  <a:cubicBezTo>
                    <a:pt x="50" y="275"/>
                    <a:pt x="72" y="266"/>
                    <a:pt x="96" y="257"/>
                  </a:cubicBezTo>
                  <a:cubicBezTo>
                    <a:pt x="162" y="245"/>
                    <a:pt x="217" y="223"/>
                    <a:pt x="273" y="201"/>
                  </a:cubicBezTo>
                  <a:cubicBezTo>
                    <a:pt x="284" y="201"/>
                    <a:pt x="296" y="190"/>
                    <a:pt x="296" y="178"/>
                  </a:cubicBezTo>
                  <a:cubicBezTo>
                    <a:pt x="296" y="168"/>
                    <a:pt x="296" y="168"/>
                    <a:pt x="284" y="156"/>
                  </a:cubicBezTo>
                  <a:cubicBezTo>
                    <a:pt x="229" y="89"/>
                    <a:pt x="151" y="34"/>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1">
              <a:extLst>
                <a:ext uri="{FF2B5EF4-FFF2-40B4-BE49-F238E27FC236}">
                  <a16:creationId xmlns:a16="http://schemas.microsoft.com/office/drawing/2014/main" id="{56FAA560-1F1C-C1F5-E3A7-2CBFD5CB9728}"/>
                </a:ext>
              </a:extLst>
            </p:cNvPr>
            <p:cNvSpPr/>
            <p:nvPr/>
          </p:nvSpPr>
          <p:spPr>
            <a:xfrm>
              <a:off x="1990050" y="3483725"/>
              <a:ext cx="7550" cy="7075"/>
            </a:xfrm>
            <a:custGeom>
              <a:avLst/>
              <a:gdLst/>
              <a:ahLst/>
              <a:cxnLst/>
              <a:rect l="l" t="t" r="r" b="b"/>
              <a:pathLst>
                <a:path w="302" h="283" extrusionOk="0">
                  <a:moveTo>
                    <a:pt x="79" y="1"/>
                  </a:moveTo>
                  <a:cubicBezTo>
                    <a:pt x="46" y="68"/>
                    <a:pt x="24" y="134"/>
                    <a:pt x="12" y="212"/>
                  </a:cubicBezTo>
                  <a:cubicBezTo>
                    <a:pt x="0" y="268"/>
                    <a:pt x="8" y="282"/>
                    <a:pt x="29" y="282"/>
                  </a:cubicBezTo>
                  <a:cubicBezTo>
                    <a:pt x="46" y="282"/>
                    <a:pt x="72" y="273"/>
                    <a:pt x="101" y="267"/>
                  </a:cubicBezTo>
                  <a:cubicBezTo>
                    <a:pt x="157" y="245"/>
                    <a:pt x="212" y="223"/>
                    <a:pt x="279" y="212"/>
                  </a:cubicBezTo>
                  <a:cubicBezTo>
                    <a:pt x="291" y="201"/>
                    <a:pt x="301" y="201"/>
                    <a:pt x="301" y="179"/>
                  </a:cubicBezTo>
                  <a:lnTo>
                    <a:pt x="291" y="168"/>
                  </a:lnTo>
                  <a:cubicBezTo>
                    <a:pt x="224" y="90"/>
                    <a:pt x="157" y="35"/>
                    <a:pt x="7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1">
              <a:extLst>
                <a:ext uri="{FF2B5EF4-FFF2-40B4-BE49-F238E27FC236}">
                  <a16:creationId xmlns:a16="http://schemas.microsoft.com/office/drawing/2014/main" id="{36688AE0-FC31-8E8D-32FC-4B77AC077763}"/>
                </a:ext>
              </a:extLst>
            </p:cNvPr>
            <p:cNvSpPr/>
            <p:nvPr/>
          </p:nvSpPr>
          <p:spPr>
            <a:xfrm>
              <a:off x="1966750" y="3454850"/>
              <a:ext cx="6950" cy="7100"/>
            </a:xfrm>
            <a:custGeom>
              <a:avLst/>
              <a:gdLst/>
              <a:ahLst/>
              <a:cxnLst/>
              <a:rect l="l" t="t" r="r" b="b"/>
              <a:pathLst>
                <a:path w="278" h="284" extrusionOk="0">
                  <a:moveTo>
                    <a:pt x="1" y="1"/>
                  </a:moveTo>
                  <a:cubicBezTo>
                    <a:pt x="1" y="67"/>
                    <a:pt x="1" y="145"/>
                    <a:pt x="23" y="223"/>
                  </a:cubicBezTo>
                  <a:cubicBezTo>
                    <a:pt x="28" y="268"/>
                    <a:pt x="39" y="284"/>
                    <a:pt x="54" y="284"/>
                  </a:cubicBezTo>
                  <a:cubicBezTo>
                    <a:pt x="73" y="284"/>
                    <a:pt x="98" y="259"/>
                    <a:pt x="122" y="234"/>
                  </a:cubicBezTo>
                  <a:cubicBezTo>
                    <a:pt x="167" y="201"/>
                    <a:pt x="211" y="156"/>
                    <a:pt x="267" y="112"/>
                  </a:cubicBezTo>
                  <a:cubicBezTo>
                    <a:pt x="278" y="112"/>
                    <a:pt x="278" y="101"/>
                    <a:pt x="278" y="89"/>
                  </a:cubicBezTo>
                  <a:lnTo>
                    <a:pt x="256" y="67"/>
                  </a:lnTo>
                  <a:cubicBezTo>
                    <a:pt x="178" y="23"/>
                    <a:pt x="89" y="1"/>
                    <a:pt x="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2" name="Google Shape;2102;p61">
            <a:extLst>
              <a:ext uri="{FF2B5EF4-FFF2-40B4-BE49-F238E27FC236}">
                <a16:creationId xmlns:a16="http://schemas.microsoft.com/office/drawing/2014/main" id="{004A6F83-CDFA-F728-8E4D-D8AF888CE96F}"/>
              </a:ext>
            </a:extLst>
          </p:cNvPr>
          <p:cNvSpPr/>
          <p:nvPr/>
        </p:nvSpPr>
        <p:spPr>
          <a:xfrm>
            <a:off x="640926" y="4543550"/>
            <a:ext cx="3110249" cy="425526"/>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2103" name="Google Shape;2103;p61">
            <a:extLst>
              <a:ext uri="{FF2B5EF4-FFF2-40B4-BE49-F238E27FC236}">
                <a16:creationId xmlns:a16="http://schemas.microsoft.com/office/drawing/2014/main" id="{C6564676-DC09-E595-C0C2-AAFAB48F76B5}"/>
              </a:ext>
            </a:extLst>
          </p:cNvPr>
          <p:cNvSpPr txBox="1">
            <a:spLocks noGrp="1"/>
          </p:cNvSpPr>
          <p:nvPr>
            <p:ph type="subTitle" idx="1"/>
          </p:nvPr>
        </p:nvSpPr>
        <p:spPr>
          <a:xfrm>
            <a:off x="676125" y="4638900"/>
            <a:ext cx="3039600" cy="234600"/>
          </a:xfrm>
          <a:prstGeom prst="rect">
            <a:avLst/>
          </a:prstGeom>
        </p:spPr>
        <p:txBody>
          <a:bodyPr spcFirstLastPara="1" wrap="square" lIns="91425" tIns="91425" rIns="91425" bIns="91425" anchor="ctr" anchorCtr="0">
            <a:noAutofit/>
          </a:bodyPr>
          <a:lstStyle/>
          <a:p>
            <a:pPr marL="0" lvl="0" indent="0" algn="ctr" rtl="0">
              <a:lnSpc>
                <a:spcPct val="90000"/>
              </a:lnSpc>
              <a:spcBef>
                <a:spcPts val="0"/>
              </a:spcBef>
              <a:spcAft>
                <a:spcPts val="0"/>
              </a:spcAft>
              <a:buNone/>
            </a:pPr>
            <a:r>
              <a:rPr lang="en" sz="1800"/>
              <a:t>Bigfoot sasquatch is his bff!!</a:t>
            </a:r>
            <a:endParaRPr sz="1800"/>
          </a:p>
        </p:txBody>
      </p:sp>
    </p:spTree>
    <p:extLst>
      <p:ext uri="{BB962C8B-B14F-4D97-AF65-F5344CB8AC3E}">
        <p14:creationId xmlns:p14="http://schemas.microsoft.com/office/powerpoint/2010/main" val="2057059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606"/>
        <p:cNvGrpSpPr/>
        <p:nvPr/>
      </p:nvGrpSpPr>
      <p:grpSpPr>
        <a:xfrm>
          <a:off x="0" y="0"/>
          <a:ext cx="0" cy="0"/>
          <a:chOff x="0" y="0"/>
          <a:chExt cx="0" cy="0"/>
        </a:xfrm>
      </p:grpSpPr>
      <p:sp>
        <p:nvSpPr>
          <p:cNvPr id="607" name="Google Shape;607;p31"/>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08" name="Google Shape;608;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Contents of this template</a:t>
            </a:r>
            <a:endParaRPr>
              <a:solidFill>
                <a:schemeClr val="lt1"/>
              </a:solidFill>
            </a:endParaRPr>
          </a:p>
        </p:txBody>
      </p:sp>
      <p:sp>
        <p:nvSpPr>
          <p:cNvPr id="609" name="Google Shape;609;p31"/>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Here’s what you’ll find in this </a:t>
            </a:r>
            <a:r>
              <a:rPr lang="en" b="1">
                <a:uFill>
                  <a:noFill/>
                </a:uFill>
                <a:hlinkClick r:id="rId3"/>
              </a:rPr>
              <a:t>Slidesgo</a:t>
            </a:r>
            <a:r>
              <a:rPr lang="en"/>
              <a:t> template: </a:t>
            </a:r>
            <a:endParaRPr/>
          </a:p>
          <a:p>
            <a:pPr marL="457200" lvl="0" indent="-304800" algn="l" rtl="0">
              <a:spcBef>
                <a:spcPts val="0"/>
              </a:spcBef>
              <a:spcAft>
                <a:spcPts val="0"/>
              </a:spcAft>
              <a:buClr>
                <a:schemeClr val="dk1"/>
              </a:buClr>
              <a:buSzPts val="1200"/>
              <a:buAutoNum type="arabicPeriod"/>
            </a:pPr>
            <a:r>
              <a:rPr lang="en"/>
              <a:t>A slide structure based on a multi-purpose presentation for education, which you can easily adapt to your needs. For more info on how to edit the template, please visit </a:t>
            </a:r>
            <a:r>
              <a:rPr lang="en" b="1">
                <a:uFill>
                  <a:noFill/>
                </a:uFill>
                <a:hlinkClick r:id="rId4"/>
              </a:rPr>
              <a:t>Slidesgo School</a:t>
            </a:r>
            <a:r>
              <a:rPr lang="en"/>
              <a:t> or read our </a:t>
            </a:r>
            <a:r>
              <a:rPr lang="en" b="1">
                <a:uFill>
                  <a:noFill/>
                </a:uFill>
                <a:hlinkClick r:id="rId5"/>
              </a:rPr>
              <a:t>FAQs</a:t>
            </a:r>
            <a:r>
              <a:rPr lang="en"/>
              <a:t>.</a:t>
            </a:r>
            <a:endParaRPr/>
          </a:p>
          <a:p>
            <a:pPr marL="457200" lvl="0" indent="-304800" algn="l" rtl="0">
              <a:spcBef>
                <a:spcPts val="0"/>
              </a:spcBef>
              <a:spcAft>
                <a:spcPts val="0"/>
              </a:spcAft>
              <a:buClr>
                <a:schemeClr val="dk1"/>
              </a:buClr>
              <a:buSzPts val="1200"/>
              <a:buAutoNum type="arabicPeriod"/>
            </a:pPr>
            <a:r>
              <a:rPr lang="en"/>
              <a:t>An assortment of graphic resources that are suitable for use in the presentation can be found in the </a:t>
            </a:r>
            <a:r>
              <a:rPr lang="en" b="1">
                <a:uFill>
                  <a:noFill/>
                </a:uFill>
                <a:hlinkClick r:id="rId6" action="ppaction://hlinksldjump"/>
              </a:rPr>
              <a:t>alternative resources slide</a:t>
            </a:r>
            <a:r>
              <a:rPr lang="en"/>
              <a:t>.</a:t>
            </a:r>
            <a:endParaRPr/>
          </a:p>
          <a:p>
            <a:pPr marL="457200" lvl="0" indent="-304800" algn="l" rtl="0">
              <a:spcBef>
                <a:spcPts val="0"/>
              </a:spcBef>
              <a:spcAft>
                <a:spcPts val="0"/>
              </a:spcAft>
              <a:buClr>
                <a:schemeClr val="dk1"/>
              </a:buClr>
              <a:buSzPts val="1200"/>
              <a:buAutoNum type="arabicPeriod"/>
            </a:pPr>
            <a:r>
              <a:rPr lang="en"/>
              <a:t>A </a:t>
            </a:r>
            <a:r>
              <a:rPr lang="en" b="1">
                <a:uFill>
                  <a:noFill/>
                </a:uFill>
                <a:hlinkClick r:id="rId7" action="ppaction://hlinksldjump"/>
              </a:rPr>
              <a:t>thanks </a:t>
            </a:r>
            <a:r>
              <a:rPr lang="en" b="1"/>
              <a:t>slide</a:t>
            </a:r>
            <a:r>
              <a:rPr lang="en"/>
              <a:t>, which you must keep so that proper credits for our design are given.</a:t>
            </a:r>
            <a:endParaRPr/>
          </a:p>
          <a:p>
            <a:pPr marL="457200" lvl="0" indent="-304800" algn="l" rtl="0">
              <a:spcBef>
                <a:spcPts val="0"/>
              </a:spcBef>
              <a:spcAft>
                <a:spcPts val="0"/>
              </a:spcAft>
              <a:buClr>
                <a:schemeClr val="dk1"/>
              </a:buClr>
              <a:buSzPts val="1200"/>
              <a:buAutoNum type="arabicPeriod"/>
            </a:pPr>
            <a:r>
              <a:rPr lang="en"/>
              <a:t>A </a:t>
            </a:r>
            <a:r>
              <a:rPr lang="en" b="1">
                <a:uFill>
                  <a:noFill/>
                </a:uFill>
                <a:hlinkClick r:id="rId8" action="ppaction://hlinksldjump"/>
              </a:rPr>
              <a:t>resources </a:t>
            </a:r>
            <a:r>
              <a:rPr lang="en" b="1"/>
              <a:t>slide</a:t>
            </a:r>
            <a:r>
              <a:rPr lang="en"/>
              <a:t>, where you’ll find links to all the elements used in the template.</a:t>
            </a:r>
            <a:endParaRPr/>
          </a:p>
          <a:p>
            <a:pPr marL="457200" lvl="0" indent="-304800" algn="l" rtl="0">
              <a:spcBef>
                <a:spcPts val="0"/>
              </a:spcBef>
              <a:spcAft>
                <a:spcPts val="0"/>
              </a:spcAft>
              <a:buClr>
                <a:schemeClr val="dk1"/>
              </a:buClr>
              <a:buSzPts val="1200"/>
              <a:buAutoNum type="arabicPeriod"/>
            </a:pPr>
            <a:r>
              <a:rPr lang="en" b="1">
                <a:uFill>
                  <a:noFill/>
                </a:uFill>
                <a:hlinkClick r:id="" action="ppaction://noaction"/>
              </a:rPr>
              <a:t>Instructions for use</a:t>
            </a:r>
            <a:r>
              <a:rPr lang="en"/>
              <a:t>.</a:t>
            </a:r>
            <a:endParaRPr/>
          </a:p>
          <a:p>
            <a:pPr marL="457200" lvl="0" indent="-304800" algn="l" rtl="0">
              <a:spcBef>
                <a:spcPts val="0"/>
              </a:spcBef>
              <a:spcAft>
                <a:spcPts val="0"/>
              </a:spcAft>
              <a:buClr>
                <a:schemeClr val="dk1"/>
              </a:buClr>
              <a:buSzPts val="1200"/>
              <a:buAutoNum type="arabicPeriod"/>
            </a:pPr>
            <a:r>
              <a:rPr lang="en"/>
              <a:t>Final slides with:</a:t>
            </a:r>
            <a:endParaRPr/>
          </a:p>
          <a:p>
            <a:pPr marL="914400" lvl="0" indent="-304800" algn="l" rtl="0">
              <a:spcBef>
                <a:spcPts val="0"/>
              </a:spcBef>
              <a:spcAft>
                <a:spcPts val="0"/>
              </a:spcAft>
              <a:buClr>
                <a:schemeClr val="dk1"/>
              </a:buClr>
              <a:buSzPts val="1200"/>
              <a:buChar char="●"/>
            </a:pPr>
            <a:r>
              <a:rPr lang="en"/>
              <a:t>The</a:t>
            </a:r>
            <a:r>
              <a:rPr lang="en">
                <a:uFill>
                  <a:noFill/>
                </a:uFill>
                <a:hlinkClick r:id="rId9" action="ppaction://hlinksldjump"/>
              </a:rPr>
              <a:t> </a:t>
            </a:r>
            <a:r>
              <a:rPr lang="en" b="1">
                <a:uFill>
                  <a:noFill/>
                </a:uFill>
                <a:hlinkClick r:id="rId9" action="ppaction://hlinksldjump"/>
              </a:rPr>
              <a:t>fonts and colors</a:t>
            </a:r>
            <a:r>
              <a:rPr lang="en"/>
              <a:t> used in the template.</a:t>
            </a:r>
            <a:endParaRPr/>
          </a:p>
          <a:p>
            <a:pPr marL="914400" lvl="0" indent="-304800" algn="l" rtl="0">
              <a:spcBef>
                <a:spcPts val="0"/>
              </a:spcBef>
              <a:spcAft>
                <a:spcPts val="0"/>
              </a:spcAft>
              <a:buClr>
                <a:schemeClr val="dk1"/>
              </a:buClr>
              <a:buSzPts val="1200"/>
              <a:buChar char="●"/>
            </a:pPr>
            <a:r>
              <a:rPr lang="en"/>
              <a:t>A </a:t>
            </a:r>
            <a:r>
              <a:rPr lang="en" b="1">
                <a:uFill>
                  <a:noFill/>
                </a:uFill>
                <a:hlinkClick r:id="rId10" action="ppaction://hlinksldjump"/>
              </a:rPr>
              <a:t>selection of illustrations</a:t>
            </a:r>
            <a:r>
              <a:rPr lang="en"/>
              <a:t>. You can also customize and animate them as you wish with the online editor. Visit </a:t>
            </a:r>
            <a:r>
              <a:rPr lang="en" b="1">
                <a:uFill>
                  <a:noFill/>
                </a:uFill>
                <a:hlinkClick r:id="rId11"/>
              </a:rPr>
              <a:t>Storyset</a:t>
            </a:r>
            <a:r>
              <a:rPr lang="en"/>
              <a:t> to find more. </a:t>
            </a:r>
            <a:endParaRPr/>
          </a:p>
          <a:p>
            <a:pPr marL="914400" lvl="0" indent="-304800" algn="l" rtl="0">
              <a:spcBef>
                <a:spcPts val="0"/>
              </a:spcBef>
              <a:spcAft>
                <a:spcPts val="0"/>
              </a:spcAft>
              <a:buClr>
                <a:schemeClr val="dk1"/>
              </a:buClr>
              <a:buSzPts val="1200"/>
              <a:buChar char="●"/>
            </a:pPr>
            <a:r>
              <a:rPr lang="en"/>
              <a:t>More</a:t>
            </a:r>
            <a:r>
              <a:rPr lang="en">
                <a:uFill>
                  <a:noFill/>
                </a:uFill>
                <a:hlinkClick r:id="rId12" action="ppaction://hlinksldjump"/>
              </a:rPr>
              <a:t> </a:t>
            </a:r>
            <a:r>
              <a:rPr lang="en" b="1">
                <a:uFill>
                  <a:noFill/>
                </a:uFill>
                <a:hlinkClick r:id="rId12" action="ppaction://hlinksldjump"/>
              </a:rPr>
              <a:t>infographic resources</a:t>
            </a:r>
            <a:r>
              <a:rPr lang="en"/>
              <a:t>, whose size and color can be edited. </a:t>
            </a:r>
            <a:endParaRPr/>
          </a:p>
          <a:p>
            <a:pPr marL="914400" lvl="0" indent="-304800" algn="l" rtl="0">
              <a:spcBef>
                <a:spcPts val="0"/>
              </a:spcBef>
              <a:spcAft>
                <a:spcPts val="0"/>
              </a:spcAft>
              <a:buClr>
                <a:schemeClr val="dk1"/>
              </a:buClr>
              <a:buSzPts val="1200"/>
              <a:buChar char="●"/>
            </a:pPr>
            <a:r>
              <a:rPr lang="en"/>
              <a:t>Sets of </a:t>
            </a:r>
            <a:r>
              <a:rPr lang="en" b="1">
                <a:uFill>
                  <a:noFill/>
                </a:uFill>
                <a:hlinkClick r:id="rId13"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0"/>
              </a:spcBef>
              <a:spcAft>
                <a:spcPts val="0"/>
              </a:spcAft>
              <a:buNone/>
            </a:pPr>
            <a:r>
              <a:rPr lang="en"/>
              <a:t>You can delete this slide when you’re done editing the presentation.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613"/>
        <p:cNvGrpSpPr/>
        <p:nvPr/>
      </p:nvGrpSpPr>
      <p:grpSpPr>
        <a:xfrm>
          <a:off x="0" y="0"/>
          <a:ext cx="0" cy="0"/>
          <a:chOff x="0" y="0"/>
          <a:chExt cx="0" cy="0"/>
        </a:xfrm>
      </p:grpSpPr>
      <p:sp>
        <p:nvSpPr>
          <p:cNvPr id="614" name="Google Shape;614;p3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15" name="Google Shape;615;p32"/>
          <p:cNvSpPr/>
          <p:nvPr/>
        </p:nvSpPr>
        <p:spPr>
          <a:xfrm>
            <a:off x="74836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6" name="Google Shape;616;p32"/>
          <p:cNvSpPr/>
          <p:nvPr/>
        </p:nvSpPr>
        <p:spPr>
          <a:xfrm rot="10800000" flipH="1">
            <a:off x="4659013" y="1695738"/>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7" name="Google Shape;617;p32"/>
          <p:cNvSpPr/>
          <p:nvPr/>
        </p:nvSpPr>
        <p:spPr>
          <a:xfrm flipH="1">
            <a:off x="74836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8" name="Google Shape;618;p32"/>
          <p:cNvSpPr/>
          <p:nvPr/>
        </p:nvSpPr>
        <p:spPr>
          <a:xfrm rot="10800000">
            <a:off x="4659013" y="3177000"/>
            <a:ext cx="1307075" cy="117955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619" name="Google Shape;619;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620" name="Google Shape;620;p32"/>
          <p:cNvSpPr txBox="1">
            <a:spLocks noGrp="1"/>
          </p:cNvSpPr>
          <p:nvPr>
            <p:ph type="subTitle" idx="1"/>
          </p:nvPr>
        </p:nvSpPr>
        <p:spPr>
          <a:xfrm>
            <a:off x="210735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1" name="Google Shape;621;p32"/>
          <p:cNvSpPr txBox="1">
            <a:spLocks noGrp="1"/>
          </p:cNvSpPr>
          <p:nvPr>
            <p:ph type="title" idx="2"/>
          </p:nvPr>
        </p:nvSpPr>
        <p:spPr>
          <a:xfrm>
            <a:off x="82050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622" name="Google Shape;622;p32"/>
          <p:cNvSpPr txBox="1">
            <a:spLocks noGrp="1"/>
          </p:cNvSpPr>
          <p:nvPr>
            <p:ph type="subTitle" idx="3"/>
          </p:nvPr>
        </p:nvSpPr>
        <p:spPr>
          <a:xfrm>
            <a:off x="210735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A</a:t>
            </a:r>
            <a:endParaRPr/>
          </a:p>
        </p:txBody>
      </p:sp>
      <p:sp>
        <p:nvSpPr>
          <p:cNvPr id="623" name="Google Shape;623;p32"/>
          <p:cNvSpPr txBox="1">
            <a:spLocks noGrp="1"/>
          </p:cNvSpPr>
          <p:nvPr>
            <p:ph type="title" idx="4"/>
          </p:nvPr>
        </p:nvSpPr>
        <p:spPr>
          <a:xfrm>
            <a:off x="4731150" y="1880150"/>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624" name="Google Shape;624;p32"/>
          <p:cNvSpPr txBox="1">
            <a:spLocks noGrp="1"/>
          </p:cNvSpPr>
          <p:nvPr>
            <p:ph type="subTitle" idx="5"/>
          </p:nvPr>
        </p:nvSpPr>
        <p:spPr>
          <a:xfrm>
            <a:off x="6018000" y="22316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5" name="Google Shape;625;p32"/>
          <p:cNvSpPr txBox="1">
            <a:spLocks noGrp="1"/>
          </p:cNvSpPr>
          <p:nvPr>
            <p:ph type="subTitle" idx="6"/>
          </p:nvPr>
        </p:nvSpPr>
        <p:spPr>
          <a:xfrm>
            <a:off x="6018000" y="18096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B</a:t>
            </a:r>
            <a:endParaRPr/>
          </a:p>
        </p:txBody>
      </p:sp>
      <p:sp>
        <p:nvSpPr>
          <p:cNvPr id="626" name="Google Shape;626;p32"/>
          <p:cNvSpPr txBox="1">
            <a:spLocks noGrp="1"/>
          </p:cNvSpPr>
          <p:nvPr>
            <p:ph type="title" idx="7"/>
          </p:nvPr>
        </p:nvSpPr>
        <p:spPr>
          <a:xfrm>
            <a:off x="82050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27" name="Google Shape;627;p32"/>
          <p:cNvSpPr txBox="1">
            <a:spLocks noGrp="1"/>
          </p:cNvSpPr>
          <p:nvPr>
            <p:ph type="subTitle" idx="8"/>
          </p:nvPr>
        </p:nvSpPr>
        <p:spPr>
          <a:xfrm>
            <a:off x="210735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28" name="Google Shape;628;p32"/>
          <p:cNvSpPr txBox="1">
            <a:spLocks noGrp="1"/>
          </p:cNvSpPr>
          <p:nvPr>
            <p:ph type="subTitle" idx="9"/>
          </p:nvPr>
        </p:nvSpPr>
        <p:spPr>
          <a:xfrm>
            <a:off x="210735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C</a:t>
            </a:r>
            <a:endParaRPr/>
          </a:p>
        </p:txBody>
      </p:sp>
      <p:sp>
        <p:nvSpPr>
          <p:cNvPr id="629" name="Google Shape;629;p32"/>
          <p:cNvSpPr txBox="1">
            <a:spLocks noGrp="1"/>
          </p:cNvSpPr>
          <p:nvPr>
            <p:ph type="title" idx="13"/>
          </p:nvPr>
        </p:nvSpPr>
        <p:spPr>
          <a:xfrm>
            <a:off x="4731150" y="3411425"/>
            <a:ext cx="1162800" cy="71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630" name="Google Shape;630;p32"/>
          <p:cNvSpPr txBox="1">
            <a:spLocks noGrp="1"/>
          </p:cNvSpPr>
          <p:nvPr>
            <p:ph type="subTitle" idx="14"/>
          </p:nvPr>
        </p:nvSpPr>
        <p:spPr>
          <a:xfrm>
            <a:off x="6018000" y="3744850"/>
            <a:ext cx="23640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Here you can describe the topic of the section</a:t>
            </a:r>
            <a:endParaRPr/>
          </a:p>
        </p:txBody>
      </p:sp>
      <p:sp>
        <p:nvSpPr>
          <p:cNvPr id="631" name="Google Shape;631;p32"/>
          <p:cNvSpPr txBox="1">
            <a:spLocks noGrp="1"/>
          </p:cNvSpPr>
          <p:nvPr>
            <p:ph type="subTitle" idx="15"/>
          </p:nvPr>
        </p:nvSpPr>
        <p:spPr>
          <a:xfrm>
            <a:off x="6018000" y="3322825"/>
            <a:ext cx="2364000" cy="42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 D</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635"/>
        <p:cNvGrpSpPr/>
        <p:nvPr/>
      </p:nvGrpSpPr>
      <p:grpSpPr>
        <a:xfrm>
          <a:off x="0" y="0"/>
          <a:ext cx="0" cy="0"/>
          <a:chOff x="0" y="0"/>
          <a:chExt cx="0" cy="0"/>
        </a:xfrm>
      </p:grpSpPr>
      <p:sp>
        <p:nvSpPr>
          <p:cNvPr id="636" name="Google Shape;636;p33"/>
          <p:cNvSpPr/>
          <p:nvPr/>
        </p:nvSpPr>
        <p:spPr>
          <a:xfrm flipH="1">
            <a:off x="887600" y="1827850"/>
            <a:ext cx="3982187" cy="1277752"/>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637" name="Google Shape;637;p33"/>
          <p:cNvSpPr txBox="1">
            <a:spLocks noGrp="1"/>
          </p:cNvSpPr>
          <p:nvPr>
            <p:ph type="title"/>
          </p:nvPr>
        </p:nvSpPr>
        <p:spPr>
          <a:xfrm>
            <a:off x="845075" y="2133875"/>
            <a:ext cx="4045200" cy="6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Whoa!</a:t>
            </a:r>
            <a:endParaRPr/>
          </a:p>
        </p:txBody>
      </p:sp>
      <p:sp>
        <p:nvSpPr>
          <p:cNvPr id="638" name="Google Shape;638;p33"/>
          <p:cNvSpPr txBox="1">
            <a:spLocks noGrp="1"/>
          </p:cNvSpPr>
          <p:nvPr>
            <p:ph type="subTitle" idx="1"/>
          </p:nvPr>
        </p:nvSpPr>
        <p:spPr>
          <a:xfrm>
            <a:off x="968475" y="3061025"/>
            <a:ext cx="3798300" cy="1235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can be the part of the presentation where you can introduce yourself, write your email…</a:t>
            </a:r>
            <a:endParaRPr/>
          </a:p>
        </p:txBody>
      </p:sp>
      <p:grpSp>
        <p:nvGrpSpPr>
          <p:cNvPr id="639" name="Google Shape;639;p33"/>
          <p:cNvGrpSpPr/>
          <p:nvPr/>
        </p:nvGrpSpPr>
        <p:grpSpPr>
          <a:xfrm flipH="1">
            <a:off x="5763641" y="1669424"/>
            <a:ext cx="2098750" cy="3188031"/>
            <a:chOff x="4849750" y="3190150"/>
            <a:chExt cx="521325" cy="791900"/>
          </a:xfrm>
        </p:grpSpPr>
        <p:sp>
          <p:nvSpPr>
            <p:cNvPr id="640" name="Google Shape;640;p33"/>
            <p:cNvSpPr/>
            <p:nvPr/>
          </p:nvSpPr>
          <p:spPr>
            <a:xfrm>
              <a:off x="5266150" y="3385600"/>
              <a:ext cx="104925" cy="211325"/>
            </a:xfrm>
            <a:custGeom>
              <a:avLst/>
              <a:gdLst/>
              <a:ahLst/>
              <a:cxnLst/>
              <a:rect l="l" t="t" r="r" b="b"/>
              <a:pathLst>
                <a:path w="4197" h="8453" extrusionOk="0">
                  <a:moveTo>
                    <a:pt x="736" y="1"/>
                  </a:moveTo>
                  <a:cubicBezTo>
                    <a:pt x="0" y="1"/>
                    <a:pt x="543" y="3047"/>
                    <a:pt x="575" y="3426"/>
                  </a:cubicBezTo>
                  <a:cubicBezTo>
                    <a:pt x="630" y="4137"/>
                    <a:pt x="553" y="4848"/>
                    <a:pt x="597" y="5559"/>
                  </a:cubicBezTo>
                  <a:cubicBezTo>
                    <a:pt x="620" y="5870"/>
                    <a:pt x="664" y="6181"/>
                    <a:pt x="786" y="6459"/>
                  </a:cubicBezTo>
                  <a:cubicBezTo>
                    <a:pt x="975" y="6881"/>
                    <a:pt x="1319" y="7192"/>
                    <a:pt x="1686" y="7470"/>
                  </a:cubicBezTo>
                  <a:cubicBezTo>
                    <a:pt x="2185" y="7848"/>
                    <a:pt x="2741" y="8169"/>
                    <a:pt x="3330" y="8414"/>
                  </a:cubicBezTo>
                  <a:cubicBezTo>
                    <a:pt x="3373" y="8436"/>
                    <a:pt x="3426" y="8453"/>
                    <a:pt x="3476" y="8453"/>
                  </a:cubicBezTo>
                  <a:cubicBezTo>
                    <a:pt x="3503" y="8453"/>
                    <a:pt x="3529" y="8448"/>
                    <a:pt x="3552" y="8436"/>
                  </a:cubicBezTo>
                  <a:cubicBezTo>
                    <a:pt x="3607" y="8414"/>
                    <a:pt x="3630" y="8359"/>
                    <a:pt x="3652" y="8314"/>
                  </a:cubicBezTo>
                  <a:cubicBezTo>
                    <a:pt x="4019" y="7581"/>
                    <a:pt x="4197" y="6681"/>
                    <a:pt x="3852" y="5937"/>
                  </a:cubicBezTo>
                  <a:cubicBezTo>
                    <a:pt x="3663" y="5537"/>
                    <a:pt x="3341" y="5226"/>
                    <a:pt x="3086" y="4859"/>
                  </a:cubicBezTo>
                  <a:cubicBezTo>
                    <a:pt x="2708" y="4326"/>
                    <a:pt x="2464" y="3715"/>
                    <a:pt x="2252" y="3093"/>
                  </a:cubicBezTo>
                  <a:cubicBezTo>
                    <a:pt x="2064" y="2548"/>
                    <a:pt x="1908" y="1982"/>
                    <a:pt x="1697" y="1449"/>
                  </a:cubicBezTo>
                  <a:cubicBezTo>
                    <a:pt x="1553" y="1104"/>
                    <a:pt x="1242" y="171"/>
                    <a:pt x="864" y="27"/>
                  </a:cubicBezTo>
                  <a:cubicBezTo>
                    <a:pt x="818" y="9"/>
                    <a:pt x="775"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33"/>
            <p:cNvSpPr/>
            <p:nvPr/>
          </p:nvSpPr>
          <p:spPr>
            <a:xfrm>
              <a:off x="5191350" y="3850050"/>
              <a:ext cx="156675" cy="121125"/>
            </a:xfrm>
            <a:custGeom>
              <a:avLst/>
              <a:gdLst/>
              <a:ahLst/>
              <a:cxnLst/>
              <a:rect l="l" t="t" r="r" b="b"/>
              <a:pathLst>
                <a:path w="6267" h="4845" extrusionOk="0">
                  <a:moveTo>
                    <a:pt x="412" y="1"/>
                  </a:moveTo>
                  <a:cubicBezTo>
                    <a:pt x="312" y="890"/>
                    <a:pt x="134" y="2378"/>
                    <a:pt x="45" y="3267"/>
                  </a:cubicBezTo>
                  <a:cubicBezTo>
                    <a:pt x="23" y="3445"/>
                    <a:pt x="1" y="3622"/>
                    <a:pt x="79" y="3766"/>
                  </a:cubicBezTo>
                  <a:cubicBezTo>
                    <a:pt x="190" y="4011"/>
                    <a:pt x="479" y="4100"/>
                    <a:pt x="745" y="4133"/>
                  </a:cubicBezTo>
                  <a:cubicBezTo>
                    <a:pt x="988" y="4167"/>
                    <a:pt x="1234" y="4184"/>
                    <a:pt x="1479" y="4184"/>
                  </a:cubicBezTo>
                  <a:cubicBezTo>
                    <a:pt x="1794" y="4184"/>
                    <a:pt x="2110" y="4156"/>
                    <a:pt x="2422" y="4100"/>
                  </a:cubicBezTo>
                  <a:cubicBezTo>
                    <a:pt x="2812" y="4022"/>
                    <a:pt x="3189" y="3911"/>
                    <a:pt x="3578" y="3911"/>
                  </a:cubicBezTo>
                  <a:cubicBezTo>
                    <a:pt x="3967" y="3911"/>
                    <a:pt x="4378" y="4067"/>
                    <a:pt x="4567" y="4400"/>
                  </a:cubicBezTo>
                  <a:cubicBezTo>
                    <a:pt x="4634" y="4511"/>
                    <a:pt x="4666" y="4644"/>
                    <a:pt x="4755" y="4744"/>
                  </a:cubicBezTo>
                  <a:cubicBezTo>
                    <a:pt x="4809" y="4805"/>
                    <a:pt x="4892" y="4845"/>
                    <a:pt x="4970" y="4845"/>
                  </a:cubicBezTo>
                  <a:cubicBezTo>
                    <a:pt x="5022" y="4845"/>
                    <a:pt x="5072" y="4828"/>
                    <a:pt x="5111" y="4788"/>
                  </a:cubicBezTo>
                  <a:cubicBezTo>
                    <a:pt x="5177" y="4711"/>
                    <a:pt x="5177" y="4588"/>
                    <a:pt x="5155" y="4489"/>
                  </a:cubicBezTo>
                  <a:cubicBezTo>
                    <a:pt x="5100" y="4133"/>
                    <a:pt x="4945" y="3800"/>
                    <a:pt x="4711" y="3533"/>
                  </a:cubicBezTo>
                  <a:lnTo>
                    <a:pt x="4711" y="3533"/>
                  </a:lnTo>
                  <a:cubicBezTo>
                    <a:pt x="4955" y="3800"/>
                    <a:pt x="5200" y="4067"/>
                    <a:pt x="5433" y="4333"/>
                  </a:cubicBezTo>
                  <a:cubicBezTo>
                    <a:pt x="5477" y="4377"/>
                    <a:pt x="5528" y="4421"/>
                    <a:pt x="5580" y="4421"/>
                  </a:cubicBezTo>
                  <a:cubicBezTo>
                    <a:pt x="5594" y="4421"/>
                    <a:pt x="5608" y="4418"/>
                    <a:pt x="5622" y="4411"/>
                  </a:cubicBezTo>
                  <a:cubicBezTo>
                    <a:pt x="5666" y="4378"/>
                    <a:pt x="5678" y="4311"/>
                    <a:pt x="5678" y="4255"/>
                  </a:cubicBezTo>
                  <a:cubicBezTo>
                    <a:pt x="5700" y="3900"/>
                    <a:pt x="5545" y="3556"/>
                    <a:pt x="5289" y="3322"/>
                  </a:cubicBezTo>
                  <a:lnTo>
                    <a:pt x="5289" y="3322"/>
                  </a:lnTo>
                  <a:cubicBezTo>
                    <a:pt x="5500" y="3500"/>
                    <a:pt x="5711" y="3689"/>
                    <a:pt x="5933" y="3867"/>
                  </a:cubicBezTo>
                  <a:cubicBezTo>
                    <a:pt x="5955" y="3889"/>
                    <a:pt x="5989" y="3911"/>
                    <a:pt x="6022" y="3922"/>
                  </a:cubicBezTo>
                  <a:cubicBezTo>
                    <a:pt x="6029" y="3923"/>
                    <a:pt x="6037" y="3924"/>
                    <a:pt x="6044" y="3924"/>
                  </a:cubicBezTo>
                  <a:cubicBezTo>
                    <a:pt x="6143" y="3924"/>
                    <a:pt x="6212" y="3792"/>
                    <a:pt x="6222" y="3689"/>
                  </a:cubicBezTo>
                  <a:cubicBezTo>
                    <a:pt x="6266" y="3245"/>
                    <a:pt x="5967" y="2833"/>
                    <a:pt x="5589" y="2633"/>
                  </a:cubicBezTo>
                  <a:cubicBezTo>
                    <a:pt x="5211" y="2423"/>
                    <a:pt x="4767" y="2378"/>
                    <a:pt x="4323" y="2344"/>
                  </a:cubicBezTo>
                  <a:cubicBezTo>
                    <a:pt x="3622" y="2278"/>
                    <a:pt x="2923" y="2223"/>
                    <a:pt x="2212" y="2156"/>
                  </a:cubicBezTo>
                  <a:cubicBezTo>
                    <a:pt x="1978" y="2144"/>
                    <a:pt x="1701" y="2078"/>
                    <a:pt x="1645" y="1856"/>
                  </a:cubicBezTo>
                  <a:cubicBezTo>
                    <a:pt x="1623" y="1778"/>
                    <a:pt x="1634" y="1689"/>
                    <a:pt x="1645" y="1611"/>
                  </a:cubicBezTo>
                  <a:cubicBezTo>
                    <a:pt x="1701" y="1278"/>
                    <a:pt x="1867" y="878"/>
                    <a:pt x="1612" y="690"/>
                  </a:cubicBezTo>
                  <a:cubicBezTo>
                    <a:pt x="1400" y="523"/>
                    <a:pt x="690" y="12"/>
                    <a:pt x="41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33"/>
            <p:cNvSpPr/>
            <p:nvPr/>
          </p:nvSpPr>
          <p:spPr>
            <a:xfrm>
              <a:off x="5197475" y="3871425"/>
              <a:ext cx="35000" cy="24750"/>
            </a:xfrm>
            <a:custGeom>
              <a:avLst/>
              <a:gdLst/>
              <a:ahLst/>
              <a:cxnLst/>
              <a:rect l="l" t="t" r="r" b="b"/>
              <a:pathLst>
                <a:path w="1400" h="990" extrusionOk="0">
                  <a:moveTo>
                    <a:pt x="1400" y="756"/>
                  </a:moveTo>
                  <a:cubicBezTo>
                    <a:pt x="1389" y="834"/>
                    <a:pt x="1378" y="912"/>
                    <a:pt x="1400" y="990"/>
                  </a:cubicBezTo>
                  <a:lnTo>
                    <a:pt x="1400" y="990"/>
                  </a:lnTo>
                  <a:cubicBezTo>
                    <a:pt x="1378" y="912"/>
                    <a:pt x="1389" y="834"/>
                    <a:pt x="1400" y="756"/>
                  </a:cubicBezTo>
                  <a:close/>
                  <a:moveTo>
                    <a:pt x="67" y="1"/>
                  </a:moveTo>
                  <a:lnTo>
                    <a:pt x="67" y="1"/>
                  </a:lnTo>
                  <a:cubicBezTo>
                    <a:pt x="45" y="190"/>
                    <a:pt x="22" y="401"/>
                    <a:pt x="0" y="601"/>
                  </a:cubicBezTo>
                  <a:lnTo>
                    <a:pt x="0" y="601"/>
                  </a:lnTo>
                  <a:cubicBezTo>
                    <a:pt x="22" y="401"/>
                    <a:pt x="45" y="190"/>
                    <a:pt x="67"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33"/>
            <p:cNvSpPr/>
            <p:nvPr/>
          </p:nvSpPr>
          <p:spPr>
            <a:xfrm>
              <a:off x="5197475" y="3860625"/>
              <a:ext cx="37525" cy="35550"/>
            </a:xfrm>
            <a:custGeom>
              <a:avLst/>
              <a:gdLst/>
              <a:ahLst/>
              <a:cxnLst/>
              <a:rect l="l" t="t" r="r" b="b"/>
              <a:pathLst>
                <a:path w="1501" h="1422" extrusionOk="0">
                  <a:moveTo>
                    <a:pt x="456" y="0"/>
                  </a:moveTo>
                  <a:cubicBezTo>
                    <a:pt x="434" y="211"/>
                    <a:pt x="267" y="366"/>
                    <a:pt x="67" y="433"/>
                  </a:cubicBezTo>
                  <a:cubicBezTo>
                    <a:pt x="45" y="622"/>
                    <a:pt x="22" y="833"/>
                    <a:pt x="0" y="1033"/>
                  </a:cubicBezTo>
                  <a:cubicBezTo>
                    <a:pt x="111" y="933"/>
                    <a:pt x="222" y="822"/>
                    <a:pt x="333" y="699"/>
                  </a:cubicBezTo>
                  <a:cubicBezTo>
                    <a:pt x="367" y="667"/>
                    <a:pt x="400" y="655"/>
                    <a:pt x="445" y="655"/>
                  </a:cubicBezTo>
                  <a:cubicBezTo>
                    <a:pt x="489" y="655"/>
                    <a:pt x="533" y="677"/>
                    <a:pt x="556" y="733"/>
                  </a:cubicBezTo>
                  <a:cubicBezTo>
                    <a:pt x="733" y="1166"/>
                    <a:pt x="989" y="1422"/>
                    <a:pt x="1333" y="1422"/>
                  </a:cubicBezTo>
                  <a:lnTo>
                    <a:pt x="1400" y="1422"/>
                  </a:lnTo>
                  <a:cubicBezTo>
                    <a:pt x="1378" y="1344"/>
                    <a:pt x="1389" y="1266"/>
                    <a:pt x="1400" y="1188"/>
                  </a:cubicBezTo>
                  <a:cubicBezTo>
                    <a:pt x="1434" y="988"/>
                    <a:pt x="1500" y="766"/>
                    <a:pt x="1500" y="578"/>
                  </a:cubicBezTo>
                  <a:cubicBezTo>
                    <a:pt x="1500" y="522"/>
                    <a:pt x="1500" y="477"/>
                    <a:pt x="1489" y="433"/>
                  </a:cubicBezTo>
                  <a:cubicBezTo>
                    <a:pt x="1400" y="467"/>
                    <a:pt x="1311" y="489"/>
                    <a:pt x="1222" y="489"/>
                  </a:cubicBezTo>
                  <a:cubicBezTo>
                    <a:pt x="900" y="489"/>
                    <a:pt x="612" y="277"/>
                    <a:pt x="456"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33"/>
            <p:cNvSpPr/>
            <p:nvPr/>
          </p:nvSpPr>
          <p:spPr>
            <a:xfrm>
              <a:off x="5159975" y="3745625"/>
              <a:ext cx="124075" cy="127250"/>
            </a:xfrm>
            <a:custGeom>
              <a:avLst/>
              <a:gdLst/>
              <a:ahLst/>
              <a:cxnLst/>
              <a:rect l="l" t="t" r="r" b="b"/>
              <a:pathLst>
                <a:path w="4963" h="5090" extrusionOk="0">
                  <a:moveTo>
                    <a:pt x="4676" y="1"/>
                  </a:moveTo>
                  <a:cubicBezTo>
                    <a:pt x="4673" y="1"/>
                    <a:pt x="4670" y="1"/>
                    <a:pt x="4667" y="1"/>
                  </a:cubicBezTo>
                  <a:cubicBezTo>
                    <a:pt x="4588" y="1"/>
                    <a:pt x="4511" y="45"/>
                    <a:pt x="4433" y="78"/>
                  </a:cubicBezTo>
                  <a:cubicBezTo>
                    <a:pt x="3289" y="589"/>
                    <a:pt x="1922" y="345"/>
                    <a:pt x="723" y="745"/>
                  </a:cubicBezTo>
                  <a:cubicBezTo>
                    <a:pt x="678" y="767"/>
                    <a:pt x="634" y="789"/>
                    <a:pt x="611" y="823"/>
                  </a:cubicBezTo>
                  <a:cubicBezTo>
                    <a:pt x="601" y="856"/>
                    <a:pt x="601" y="890"/>
                    <a:pt x="601" y="912"/>
                  </a:cubicBezTo>
                  <a:cubicBezTo>
                    <a:pt x="645" y="1334"/>
                    <a:pt x="634" y="1767"/>
                    <a:pt x="567" y="2178"/>
                  </a:cubicBezTo>
                  <a:cubicBezTo>
                    <a:pt x="545" y="2277"/>
                    <a:pt x="513" y="2689"/>
                    <a:pt x="415" y="2689"/>
                  </a:cubicBezTo>
                  <a:cubicBezTo>
                    <a:pt x="414" y="2689"/>
                    <a:pt x="413" y="2689"/>
                    <a:pt x="411" y="2689"/>
                  </a:cubicBezTo>
                  <a:cubicBezTo>
                    <a:pt x="411" y="2689"/>
                    <a:pt x="323" y="2623"/>
                    <a:pt x="234" y="2544"/>
                  </a:cubicBezTo>
                  <a:cubicBezTo>
                    <a:pt x="145" y="2467"/>
                    <a:pt x="45" y="2389"/>
                    <a:pt x="45" y="2389"/>
                  </a:cubicBezTo>
                  <a:lnTo>
                    <a:pt x="45" y="2389"/>
                  </a:lnTo>
                  <a:cubicBezTo>
                    <a:pt x="134" y="2878"/>
                    <a:pt x="290" y="3344"/>
                    <a:pt x="512" y="3789"/>
                  </a:cubicBezTo>
                  <a:cubicBezTo>
                    <a:pt x="356" y="3622"/>
                    <a:pt x="189" y="3478"/>
                    <a:pt x="1" y="3366"/>
                  </a:cubicBezTo>
                  <a:lnTo>
                    <a:pt x="1" y="3366"/>
                  </a:lnTo>
                  <a:cubicBezTo>
                    <a:pt x="68" y="3789"/>
                    <a:pt x="245" y="4200"/>
                    <a:pt x="512" y="4544"/>
                  </a:cubicBezTo>
                  <a:cubicBezTo>
                    <a:pt x="700" y="4788"/>
                    <a:pt x="956" y="5011"/>
                    <a:pt x="1267" y="5055"/>
                  </a:cubicBezTo>
                  <a:cubicBezTo>
                    <a:pt x="1301" y="5061"/>
                    <a:pt x="1336" y="5064"/>
                    <a:pt x="1370" y="5064"/>
                  </a:cubicBezTo>
                  <a:cubicBezTo>
                    <a:pt x="1643" y="5064"/>
                    <a:pt x="1926" y="4876"/>
                    <a:pt x="1956" y="4600"/>
                  </a:cubicBezTo>
                  <a:cubicBezTo>
                    <a:pt x="2112" y="4877"/>
                    <a:pt x="2400" y="5089"/>
                    <a:pt x="2722" y="5089"/>
                  </a:cubicBezTo>
                  <a:cubicBezTo>
                    <a:pt x="2730" y="5089"/>
                    <a:pt x="2737" y="5089"/>
                    <a:pt x="2745" y="5089"/>
                  </a:cubicBezTo>
                  <a:cubicBezTo>
                    <a:pt x="2972" y="5089"/>
                    <a:pt x="3203" y="4937"/>
                    <a:pt x="3300" y="4733"/>
                  </a:cubicBezTo>
                  <a:cubicBezTo>
                    <a:pt x="3334" y="4667"/>
                    <a:pt x="3356" y="4600"/>
                    <a:pt x="3356" y="4522"/>
                  </a:cubicBezTo>
                  <a:cubicBezTo>
                    <a:pt x="3396" y="4736"/>
                    <a:pt x="3613" y="4893"/>
                    <a:pt x="3829" y="4893"/>
                  </a:cubicBezTo>
                  <a:cubicBezTo>
                    <a:pt x="3849" y="4893"/>
                    <a:pt x="3869" y="4892"/>
                    <a:pt x="3889" y="4889"/>
                  </a:cubicBezTo>
                  <a:cubicBezTo>
                    <a:pt x="4533" y="4800"/>
                    <a:pt x="4267" y="3778"/>
                    <a:pt x="4244" y="3356"/>
                  </a:cubicBezTo>
                  <a:cubicBezTo>
                    <a:pt x="4211" y="2800"/>
                    <a:pt x="4411" y="2211"/>
                    <a:pt x="4544" y="1667"/>
                  </a:cubicBezTo>
                  <a:cubicBezTo>
                    <a:pt x="4611" y="1345"/>
                    <a:pt x="4689" y="1023"/>
                    <a:pt x="4755" y="700"/>
                  </a:cubicBezTo>
                  <a:cubicBezTo>
                    <a:pt x="4788" y="525"/>
                    <a:pt x="4962" y="1"/>
                    <a:pt x="467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33"/>
            <p:cNvSpPr/>
            <p:nvPr/>
          </p:nvSpPr>
          <p:spPr>
            <a:xfrm>
              <a:off x="5175525" y="3825075"/>
              <a:ext cx="56125" cy="47500"/>
            </a:xfrm>
            <a:custGeom>
              <a:avLst/>
              <a:gdLst/>
              <a:ahLst/>
              <a:cxnLst/>
              <a:rect l="l" t="t" r="r" b="b"/>
              <a:pathLst>
                <a:path w="2245" h="1900" extrusionOk="0">
                  <a:moveTo>
                    <a:pt x="1478" y="433"/>
                  </a:moveTo>
                  <a:cubicBezTo>
                    <a:pt x="1522" y="500"/>
                    <a:pt x="1534" y="588"/>
                    <a:pt x="1522" y="655"/>
                  </a:cubicBezTo>
                  <a:cubicBezTo>
                    <a:pt x="1512" y="711"/>
                    <a:pt x="1500" y="755"/>
                    <a:pt x="1478" y="800"/>
                  </a:cubicBezTo>
                  <a:cubicBezTo>
                    <a:pt x="1467" y="677"/>
                    <a:pt x="1467" y="556"/>
                    <a:pt x="1478" y="433"/>
                  </a:cubicBezTo>
                  <a:close/>
                  <a:moveTo>
                    <a:pt x="101" y="0"/>
                  </a:moveTo>
                  <a:cubicBezTo>
                    <a:pt x="12" y="333"/>
                    <a:pt x="1" y="689"/>
                    <a:pt x="45" y="1022"/>
                  </a:cubicBezTo>
                  <a:cubicBezTo>
                    <a:pt x="68" y="1155"/>
                    <a:pt x="101" y="1322"/>
                    <a:pt x="223" y="1422"/>
                  </a:cubicBezTo>
                  <a:cubicBezTo>
                    <a:pt x="223" y="1422"/>
                    <a:pt x="234" y="1422"/>
                    <a:pt x="234" y="1433"/>
                  </a:cubicBezTo>
                  <a:cubicBezTo>
                    <a:pt x="292" y="1468"/>
                    <a:pt x="359" y="1486"/>
                    <a:pt x="427" y="1486"/>
                  </a:cubicBezTo>
                  <a:cubicBezTo>
                    <a:pt x="530" y="1486"/>
                    <a:pt x="636" y="1446"/>
                    <a:pt x="723" y="1366"/>
                  </a:cubicBezTo>
                  <a:cubicBezTo>
                    <a:pt x="756" y="1333"/>
                    <a:pt x="789" y="1289"/>
                    <a:pt x="823" y="1233"/>
                  </a:cubicBezTo>
                  <a:cubicBezTo>
                    <a:pt x="834" y="1255"/>
                    <a:pt x="856" y="1289"/>
                    <a:pt x="890" y="1299"/>
                  </a:cubicBezTo>
                  <a:cubicBezTo>
                    <a:pt x="929" y="1330"/>
                    <a:pt x="976" y="1344"/>
                    <a:pt x="1024" y="1344"/>
                  </a:cubicBezTo>
                  <a:cubicBezTo>
                    <a:pt x="1097" y="1344"/>
                    <a:pt x="1174" y="1313"/>
                    <a:pt x="1234" y="1266"/>
                  </a:cubicBezTo>
                  <a:cubicBezTo>
                    <a:pt x="1323" y="1200"/>
                    <a:pt x="1389" y="1099"/>
                    <a:pt x="1445" y="1011"/>
                  </a:cubicBezTo>
                  <a:cubicBezTo>
                    <a:pt x="1522" y="1355"/>
                    <a:pt x="1722" y="1666"/>
                    <a:pt x="2001" y="1866"/>
                  </a:cubicBezTo>
                  <a:lnTo>
                    <a:pt x="2045" y="1899"/>
                  </a:lnTo>
                  <a:lnTo>
                    <a:pt x="2245" y="1410"/>
                  </a:lnTo>
                  <a:lnTo>
                    <a:pt x="2178" y="1378"/>
                  </a:lnTo>
                  <a:lnTo>
                    <a:pt x="2011" y="1777"/>
                  </a:lnTo>
                  <a:cubicBezTo>
                    <a:pt x="1745" y="1566"/>
                    <a:pt x="1567" y="1255"/>
                    <a:pt x="1500" y="922"/>
                  </a:cubicBezTo>
                  <a:cubicBezTo>
                    <a:pt x="1545" y="844"/>
                    <a:pt x="1578" y="766"/>
                    <a:pt x="1601" y="667"/>
                  </a:cubicBezTo>
                  <a:cubicBezTo>
                    <a:pt x="1623" y="556"/>
                    <a:pt x="1589" y="400"/>
                    <a:pt x="1478" y="333"/>
                  </a:cubicBezTo>
                  <a:lnTo>
                    <a:pt x="1434" y="300"/>
                  </a:lnTo>
                  <a:lnTo>
                    <a:pt x="1423" y="356"/>
                  </a:lnTo>
                  <a:cubicBezTo>
                    <a:pt x="1389" y="533"/>
                    <a:pt x="1389" y="722"/>
                    <a:pt x="1423" y="911"/>
                  </a:cubicBezTo>
                  <a:cubicBezTo>
                    <a:pt x="1411" y="922"/>
                    <a:pt x="1401" y="944"/>
                    <a:pt x="1389" y="966"/>
                  </a:cubicBezTo>
                  <a:cubicBezTo>
                    <a:pt x="1334" y="1055"/>
                    <a:pt x="1267" y="1144"/>
                    <a:pt x="1189" y="1210"/>
                  </a:cubicBezTo>
                  <a:cubicBezTo>
                    <a:pt x="1140" y="1246"/>
                    <a:pt x="1082" y="1268"/>
                    <a:pt x="1026" y="1268"/>
                  </a:cubicBezTo>
                  <a:cubicBezTo>
                    <a:pt x="994" y="1268"/>
                    <a:pt x="962" y="1261"/>
                    <a:pt x="934" y="1244"/>
                  </a:cubicBezTo>
                  <a:lnTo>
                    <a:pt x="923" y="1244"/>
                  </a:lnTo>
                  <a:cubicBezTo>
                    <a:pt x="890" y="1210"/>
                    <a:pt x="867" y="1178"/>
                    <a:pt x="856" y="1122"/>
                  </a:cubicBezTo>
                  <a:cubicBezTo>
                    <a:pt x="878" y="1044"/>
                    <a:pt x="878" y="955"/>
                    <a:pt x="867" y="877"/>
                  </a:cubicBezTo>
                  <a:lnTo>
                    <a:pt x="834" y="689"/>
                  </a:lnTo>
                  <a:lnTo>
                    <a:pt x="789" y="877"/>
                  </a:lnTo>
                  <a:cubicBezTo>
                    <a:pt x="767" y="966"/>
                    <a:pt x="767" y="1055"/>
                    <a:pt x="779" y="1122"/>
                  </a:cubicBezTo>
                  <a:cubicBezTo>
                    <a:pt x="756" y="1200"/>
                    <a:pt x="723" y="1266"/>
                    <a:pt x="668" y="1311"/>
                  </a:cubicBezTo>
                  <a:cubicBezTo>
                    <a:pt x="603" y="1376"/>
                    <a:pt x="515" y="1410"/>
                    <a:pt x="432" y="1410"/>
                  </a:cubicBezTo>
                  <a:cubicBezTo>
                    <a:pt x="372" y="1410"/>
                    <a:pt x="314" y="1392"/>
                    <a:pt x="268" y="1355"/>
                  </a:cubicBezTo>
                  <a:cubicBezTo>
                    <a:pt x="167" y="1277"/>
                    <a:pt x="134" y="1133"/>
                    <a:pt x="123" y="1011"/>
                  </a:cubicBezTo>
                  <a:cubicBezTo>
                    <a:pt x="78" y="689"/>
                    <a:pt x="90" y="344"/>
                    <a:pt x="167" y="11"/>
                  </a:cubicBezTo>
                  <a:lnTo>
                    <a:pt x="10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33"/>
            <p:cNvSpPr/>
            <p:nvPr/>
          </p:nvSpPr>
          <p:spPr>
            <a:xfrm>
              <a:off x="5337175" y="3933400"/>
              <a:ext cx="10775" cy="13100"/>
            </a:xfrm>
            <a:custGeom>
              <a:avLst/>
              <a:gdLst/>
              <a:ahLst/>
              <a:cxnLst/>
              <a:rect l="l" t="t" r="r" b="b"/>
              <a:pathLst>
                <a:path w="431" h="524" extrusionOk="0">
                  <a:moveTo>
                    <a:pt x="373" y="0"/>
                  </a:moveTo>
                  <a:cubicBezTo>
                    <a:pt x="356" y="0"/>
                    <a:pt x="333" y="7"/>
                    <a:pt x="300" y="22"/>
                  </a:cubicBezTo>
                  <a:cubicBezTo>
                    <a:pt x="200" y="66"/>
                    <a:pt x="89" y="121"/>
                    <a:pt x="0" y="188"/>
                  </a:cubicBezTo>
                  <a:cubicBezTo>
                    <a:pt x="55" y="321"/>
                    <a:pt x="144" y="432"/>
                    <a:pt x="255" y="511"/>
                  </a:cubicBezTo>
                  <a:cubicBezTo>
                    <a:pt x="255" y="521"/>
                    <a:pt x="267" y="521"/>
                    <a:pt x="278" y="521"/>
                  </a:cubicBezTo>
                  <a:cubicBezTo>
                    <a:pt x="281" y="523"/>
                    <a:pt x="284" y="524"/>
                    <a:pt x="286" y="524"/>
                  </a:cubicBezTo>
                  <a:cubicBezTo>
                    <a:pt x="303" y="524"/>
                    <a:pt x="311" y="496"/>
                    <a:pt x="311" y="477"/>
                  </a:cubicBezTo>
                  <a:cubicBezTo>
                    <a:pt x="334" y="377"/>
                    <a:pt x="366" y="266"/>
                    <a:pt x="389" y="155"/>
                  </a:cubicBezTo>
                  <a:cubicBezTo>
                    <a:pt x="406" y="77"/>
                    <a:pt x="430" y="0"/>
                    <a:pt x="37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33"/>
            <p:cNvSpPr/>
            <p:nvPr/>
          </p:nvSpPr>
          <p:spPr>
            <a:xfrm>
              <a:off x="5325225" y="3946725"/>
              <a:ext cx="7375" cy="10550"/>
            </a:xfrm>
            <a:custGeom>
              <a:avLst/>
              <a:gdLst/>
              <a:ahLst/>
              <a:cxnLst/>
              <a:rect l="l" t="t" r="r" b="b"/>
              <a:pathLst>
                <a:path w="295" h="422" extrusionOk="0">
                  <a:moveTo>
                    <a:pt x="262" y="1"/>
                  </a:moveTo>
                  <a:cubicBezTo>
                    <a:pt x="249" y="1"/>
                    <a:pt x="229" y="10"/>
                    <a:pt x="200" y="33"/>
                  </a:cubicBezTo>
                  <a:cubicBezTo>
                    <a:pt x="134" y="89"/>
                    <a:pt x="67" y="144"/>
                    <a:pt x="0" y="210"/>
                  </a:cubicBezTo>
                  <a:cubicBezTo>
                    <a:pt x="67" y="299"/>
                    <a:pt x="145" y="377"/>
                    <a:pt x="245" y="422"/>
                  </a:cubicBezTo>
                  <a:lnTo>
                    <a:pt x="267" y="422"/>
                  </a:lnTo>
                  <a:cubicBezTo>
                    <a:pt x="278" y="422"/>
                    <a:pt x="289" y="400"/>
                    <a:pt x="289" y="377"/>
                  </a:cubicBezTo>
                  <a:lnTo>
                    <a:pt x="289" y="122"/>
                  </a:lnTo>
                  <a:cubicBezTo>
                    <a:pt x="289" y="58"/>
                    <a:pt x="295" y="1"/>
                    <a:pt x="26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33"/>
            <p:cNvSpPr/>
            <p:nvPr/>
          </p:nvSpPr>
          <p:spPr>
            <a:xfrm>
              <a:off x="5309400" y="3958275"/>
              <a:ext cx="8625" cy="12050"/>
            </a:xfrm>
            <a:custGeom>
              <a:avLst/>
              <a:gdLst/>
              <a:ahLst/>
              <a:cxnLst/>
              <a:rect l="l" t="t" r="r" b="b"/>
              <a:pathLst>
                <a:path w="345" h="482" extrusionOk="0">
                  <a:moveTo>
                    <a:pt x="307" y="1"/>
                  </a:moveTo>
                  <a:cubicBezTo>
                    <a:pt x="292" y="1"/>
                    <a:pt x="269" y="12"/>
                    <a:pt x="233" y="37"/>
                  </a:cubicBezTo>
                  <a:cubicBezTo>
                    <a:pt x="156" y="93"/>
                    <a:pt x="78" y="160"/>
                    <a:pt x="0" y="237"/>
                  </a:cubicBezTo>
                  <a:cubicBezTo>
                    <a:pt x="78" y="348"/>
                    <a:pt x="178" y="426"/>
                    <a:pt x="289" y="482"/>
                  </a:cubicBezTo>
                  <a:lnTo>
                    <a:pt x="311" y="482"/>
                  </a:lnTo>
                  <a:cubicBezTo>
                    <a:pt x="322" y="482"/>
                    <a:pt x="334" y="459"/>
                    <a:pt x="334" y="437"/>
                  </a:cubicBezTo>
                  <a:lnTo>
                    <a:pt x="334" y="138"/>
                  </a:lnTo>
                  <a:cubicBezTo>
                    <a:pt x="334" y="66"/>
                    <a:pt x="345" y="1"/>
                    <a:pt x="307"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33"/>
            <p:cNvSpPr/>
            <p:nvPr/>
          </p:nvSpPr>
          <p:spPr>
            <a:xfrm>
              <a:off x="4986950" y="3315500"/>
              <a:ext cx="339125" cy="457925"/>
            </a:xfrm>
            <a:custGeom>
              <a:avLst/>
              <a:gdLst/>
              <a:ahLst/>
              <a:cxnLst/>
              <a:rect l="l" t="t" r="r" b="b"/>
              <a:pathLst>
                <a:path w="13565" h="18317" extrusionOk="0">
                  <a:moveTo>
                    <a:pt x="7204" y="1"/>
                  </a:moveTo>
                  <a:cubicBezTo>
                    <a:pt x="6597" y="1"/>
                    <a:pt x="5996" y="100"/>
                    <a:pt x="5422" y="365"/>
                  </a:cubicBezTo>
                  <a:cubicBezTo>
                    <a:pt x="4555" y="765"/>
                    <a:pt x="3822" y="1398"/>
                    <a:pt x="3189" y="2109"/>
                  </a:cubicBezTo>
                  <a:cubicBezTo>
                    <a:pt x="1634" y="3819"/>
                    <a:pt x="601" y="6053"/>
                    <a:pt x="534" y="8363"/>
                  </a:cubicBezTo>
                  <a:cubicBezTo>
                    <a:pt x="523" y="8552"/>
                    <a:pt x="534" y="8752"/>
                    <a:pt x="623" y="8929"/>
                  </a:cubicBezTo>
                  <a:lnTo>
                    <a:pt x="990" y="8563"/>
                  </a:lnTo>
                  <a:lnTo>
                    <a:pt x="990" y="8563"/>
                  </a:lnTo>
                  <a:cubicBezTo>
                    <a:pt x="356" y="10018"/>
                    <a:pt x="1" y="11618"/>
                    <a:pt x="123" y="13207"/>
                  </a:cubicBezTo>
                  <a:cubicBezTo>
                    <a:pt x="178" y="13984"/>
                    <a:pt x="368" y="14750"/>
                    <a:pt x="679" y="15473"/>
                  </a:cubicBezTo>
                  <a:cubicBezTo>
                    <a:pt x="956" y="16117"/>
                    <a:pt x="1400" y="16994"/>
                    <a:pt x="1990" y="17406"/>
                  </a:cubicBezTo>
                  <a:cubicBezTo>
                    <a:pt x="3043" y="18129"/>
                    <a:pt x="4437" y="18317"/>
                    <a:pt x="5728" y="18317"/>
                  </a:cubicBezTo>
                  <a:cubicBezTo>
                    <a:pt x="6002" y="18317"/>
                    <a:pt x="6272" y="18308"/>
                    <a:pt x="6533" y="18295"/>
                  </a:cubicBezTo>
                  <a:cubicBezTo>
                    <a:pt x="7122" y="18261"/>
                    <a:pt x="7710" y="18206"/>
                    <a:pt x="8299" y="18139"/>
                  </a:cubicBezTo>
                  <a:cubicBezTo>
                    <a:pt x="9210" y="18050"/>
                    <a:pt x="10121" y="17861"/>
                    <a:pt x="11021" y="17794"/>
                  </a:cubicBezTo>
                  <a:cubicBezTo>
                    <a:pt x="11854" y="17728"/>
                    <a:pt x="12620" y="17350"/>
                    <a:pt x="13010" y="16595"/>
                  </a:cubicBezTo>
                  <a:cubicBezTo>
                    <a:pt x="13295" y="16032"/>
                    <a:pt x="13328" y="15386"/>
                    <a:pt x="13319" y="14750"/>
                  </a:cubicBezTo>
                  <a:lnTo>
                    <a:pt x="13319" y="14750"/>
                  </a:lnTo>
                  <a:cubicBezTo>
                    <a:pt x="13326" y="14769"/>
                    <a:pt x="13334" y="14788"/>
                    <a:pt x="13343" y="14806"/>
                  </a:cubicBezTo>
                  <a:cubicBezTo>
                    <a:pt x="13420" y="14629"/>
                    <a:pt x="13454" y="14417"/>
                    <a:pt x="13454" y="14217"/>
                  </a:cubicBezTo>
                  <a:cubicBezTo>
                    <a:pt x="13565" y="11807"/>
                    <a:pt x="11876" y="9774"/>
                    <a:pt x="11810" y="7430"/>
                  </a:cubicBezTo>
                  <a:cubicBezTo>
                    <a:pt x="11798" y="7063"/>
                    <a:pt x="11832" y="6697"/>
                    <a:pt x="11909" y="6308"/>
                  </a:cubicBezTo>
                  <a:cubicBezTo>
                    <a:pt x="11976" y="5997"/>
                    <a:pt x="12076" y="5686"/>
                    <a:pt x="12143" y="5375"/>
                  </a:cubicBezTo>
                  <a:cubicBezTo>
                    <a:pt x="12343" y="4275"/>
                    <a:pt x="11998" y="3131"/>
                    <a:pt x="11432" y="2165"/>
                  </a:cubicBezTo>
                  <a:cubicBezTo>
                    <a:pt x="10865" y="1165"/>
                    <a:pt x="10099" y="476"/>
                    <a:pt x="8977" y="220"/>
                  </a:cubicBezTo>
                  <a:cubicBezTo>
                    <a:pt x="8391" y="94"/>
                    <a:pt x="7794" y="1"/>
                    <a:pt x="720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33"/>
            <p:cNvSpPr/>
            <p:nvPr/>
          </p:nvSpPr>
          <p:spPr>
            <a:xfrm>
              <a:off x="5000275" y="3367925"/>
              <a:ext cx="321375" cy="388850"/>
            </a:xfrm>
            <a:custGeom>
              <a:avLst/>
              <a:gdLst/>
              <a:ahLst/>
              <a:cxnLst/>
              <a:rect l="l" t="t" r="r" b="b"/>
              <a:pathLst>
                <a:path w="12855" h="15554" extrusionOk="0">
                  <a:moveTo>
                    <a:pt x="12309" y="14776"/>
                  </a:moveTo>
                  <a:cubicBezTo>
                    <a:pt x="12021" y="15153"/>
                    <a:pt x="11632" y="15408"/>
                    <a:pt x="11199" y="15553"/>
                  </a:cubicBezTo>
                  <a:lnTo>
                    <a:pt x="11199" y="15553"/>
                  </a:lnTo>
                  <a:cubicBezTo>
                    <a:pt x="11632" y="15408"/>
                    <a:pt x="12021" y="15153"/>
                    <a:pt x="12309" y="14776"/>
                  </a:cubicBezTo>
                  <a:close/>
                  <a:moveTo>
                    <a:pt x="12487" y="14487"/>
                  </a:moveTo>
                  <a:cubicBezTo>
                    <a:pt x="12487" y="14487"/>
                    <a:pt x="12477" y="14487"/>
                    <a:pt x="12477" y="14498"/>
                  </a:cubicBezTo>
                  <a:cubicBezTo>
                    <a:pt x="12477" y="14487"/>
                    <a:pt x="12487" y="14487"/>
                    <a:pt x="12487" y="14487"/>
                  </a:cubicBezTo>
                  <a:close/>
                  <a:moveTo>
                    <a:pt x="12487" y="14475"/>
                  </a:moveTo>
                  <a:lnTo>
                    <a:pt x="12487" y="14487"/>
                  </a:lnTo>
                  <a:lnTo>
                    <a:pt x="12487" y="14475"/>
                  </a:lnTo>
                  <a:close/>
                  <a:moveTo>
                    <a:pt x="12487" y="14475"/>
                  </a:moveTo>
                  <a:lnTo>
                    <a:pt x="12487" y="14475"/>
                  </a:lnTo>
                  <a:lnTo>
                    <a:pt x="12487" y="14475"/>
                  </a:lnTo>
                  <a:close/>
                  <a:moveTo>
                    <a:pt x="12499" y="14465"/>
                  </a:moveTo>
                  <a:lnTo>
                    <a:pt x="12487" y="14465"/>
                  </a:lnTo>
                  <a:lnTo>
                    <a:pt x="12499" y="14465"/>
                  </a:lnTo>
                  <a:close/>
                  <a:moveTo>
                    <a:pt x="12499" y="14442"/>
                  </a:moveTo>
                  <a:lnTo>
                    <a:pt x="12499" y="14465"/>
                  </a:lnTo>
                  <a:lnTo>
                    <a:pt x="12499" y="14442"/>
                  </a:lnTo>
                  <a:close/>
                  <a:moveTo>
                    <a:pt x="12509" y="14442"/>
                  </a:moveTo>
                  <a:lnTo>
                    <a:pt x="12509" y="14442"/>
                  </a:lnTo>
                  <a:lnTo>
                    <a:pt x="12509" y="14442"/>
                  </a:lnTo>
                  <a:close/>
                  <a:moveTo>
                    <a:pt x="12509" y="14431"/>
                  </a:moveTo>
                  <a:lnTo>
                    <a:pt x="12509" y="14431"/>
                  </a:lnTo>
                  <a:lnTo>
                    <a:pt x="12509" y="14431"/>
                  </a:lnTo>
                  <a:close/>
                  <a:moveTo>
                    <a:pt x="12509" y="14420"/>
                  </a:moveTo>
                  <a:lnTo>
                    <a:pt x="12509" y="14431"/>
                  </a:lnTo>
                  <a:lnTo>
                    <a:pt x="12509" y="14420"/>
                  </a:lnTo>
                  <a:close/>
                  <a:moveTo>
                    <a:pt x="12521" y="14409"/>
                  </a:moveTo>
                  <a:lnTo>
                    <a:pt x="12521" y="14420"/>
                  </a:lnTo>
                  <a:lnTo>
                    <a:pt x="12521" y="14409"/>
                  </a:lnTo>
                  <a:close/>
                  <a:moveTo>
                    <a:pt x="12521" y="14409"/>
                  </a:moveTo>
                  <a:lnTo>
                    <a:pt x="12521" y="14409"/>
                  </a:lnTo>
                  <a:lnTo>
                    <a:pt x="12521" y="14409"/>
                  </a:lnTo>
                  <a:close/>
                  <a:moveTo>
                    <a:pt x="12521" y="14398"/>
                  </a:moveTo>
                  <a:lnTo>
                    <a:pt x="12521" y="14398"/>
                  </a:lnTo>
                  <a:lnTo>
                    <a:pt x="12521" y="14398"/>
                  </a:lnTo>
                  <a:close/>
                  <a:moveTo>
                    <a:pt x="12532" y="14386"/>
                  </a:moveTo>
                  <a:lnTo>
                    <a:pt x="12532" y="14398"/>
                  </a:lnTo>
                  <a:lnTo>
                    <a:pt x="12532" y="14386"/>
                  </a:lnTo>
                  <a:close/>
                  <a:moveTo>
                    <a:pt x="12532" y="14386"/>
                  </a:moveTo>
                  <a:lnTo>
                    <a:pt x="12532" y="14386"/>
                  </a:lnTo>
                  <a:lnTo>
                    <a:pt x="12532" y="14386"/>
                  </a:lnTo>
                  <a:close/>
                  <a:moveTo>
                    <a:pt x="12532" y="14376"/>
                  </a:moveTo>
                  <a:lnTo>
                    <a:pt x="12532" y="14376"/>
                  </a:lnTo>
                  <a:lnTo>
                    <a:pt x="12532" y="14376"/>
                  </a:lnTo>
                  <a:close/>
                  <a:moveTo>
                    <a:pt x="12543" y="14364"/>
                  </a:moveTo>
                  <a:lnTo>
                    <a:pt x="12543" y="14364"/>
                  </a:lnTo>
                  <a:lnTo>
                    <a:pt x="12543" y="14364"/>
                  </a:lnTo>
                  <a:close/>
                  <a:moveTo>
                    <a:pt x="12543" y="14354"/>
                  </a:moveTo>
                  <a:lnTo>
                    <a:pt x="12543" y="14364"/>
                  </a:lnTo>
                  <a:lnTo>
                    <a:pt x="12543" y="14354"/>
                  </a:lnTo>
                  <a:close/>
                  <a:moveTo>
                    <a:pt x="12543" y="14354"/>
                  </a:moveTo>
                  <a:lnTo>
                    <a:pt x="12543" y="14354"/>
                  </a:lnTo>
                  <a:lnTo>
                    <a:pt x="12543" y="14354"/>
                  </a:lnTo>
                  <a:close/>
                  <a:moveTo>
                    <a:pt x="12554" y="14342"/>
                  </a:moveTo>
                  <a:lnTo>
                    <a:pt x="12554" y="14342"/>
                  </a:lnTo>
                  <a:lnTo>
                    <a:pt x="12554" y="14342"/>
                  </a:lnTo>
                  <a:close/>
                  <a:moveTo>
                    <a:pt x="12554" y="14342"/>
                  </a:moveTo>
                  <a:lnTo>
                    <a:pt x="12554" y="14342"/>
                  </a:lnTo>
                  <a:lnTo>
                    <a:pt x="12554" y="14342"/>
                  </a:lnTo>
                  <a:close/>
                  <a:moveTo>
                    <a:pt x="12554" y="14331"/>
                  </a:moveTo>
                  <a:lnTo>
                    <a:pt x="12554" y="14331"/>
                  </a:lnTo>
                  <a:lnTo>
                    <a:pt x="12554" y="14331"/>
                  </a:lnTo>
                  <a:close/>
                  <a:moveTo>
                    <a:pt x="12565" y="14320"/>
                  </a:moveTo>
                  <a:lnTo>
                    <a:pt x="12565" y="14320"/>
                  </a:lnTo>
                  <a:lnTo>
                    <a:pt x="12565" y="14320"/>
                  </a:lnTo>
                  <a:close/>
                  <a:moveTo>
                    <a:pt x="12565" y="14309"/>
                  </a:moveTo>
                  <a:lnTo>
                    <a:pt x="12565" y="14309"/>
                  </a:lnTo>
                  <a:lnTo>
                    <a:pt x="12565" y="14309"/>
                  </a:lnTo>
                  <a:close/>
                  <a:moveTo>
                    <a:pt x="12565" y="14309"/>
                  </a:moveTo>
                  <a:lnTo>
                    <a:pt x="12565" y="14309"/>
                  </a:lnTo>
                  <a:lnTo>
                    <a:pt x="12565" y="14309"/>
                  </a:lnTo>
                  <a:close/>
                  <a:moveTo>
                    <a:pt x="12576" y="14275"/>
                  </a:moveTo>
                  <a:lnTo>
                    <a:pt x="12576" y="14275"/>
                  </a:lnTo>
                  <a:lnTo>
                    <a:pt x="12576" y="14275"/>
                  </a:lnTo>
                  <a:close/>
                  <a:moveTo>
                    <a:pt x="12854" y="12587"/>
                  </a:moveTo>
                  <a:cubicBezTo>
                    <a:pt x="12843" y="12631"/>
                    <a:pt x="12832" y="12676"/>
                    <a:pt x="12810" y="12709"/>
                  </a:cubicBezTo>
                  <a:cubicBezTo>
                    <a:pt x="12832" y="12676"/>
                    <a:pt x="12843" y="12631"/>
                    <a:pt x="12854" y="12587"/>
                  </a:cubicBezTo>
                  <a:close/>
                  <a:moveTo>
                    <a:pt x="2656" y="12"/>
                  </a:moveTo>
                  <a:lnTo>
                    <a:pt x="2656" y="12"/>
                  </a:lnTo>
                  <a:cubicBezTo>
                    <a:pt x="1101" y="1722"/>
                    <a:pt x="68" y="3956"/>
                    <a:pt x="1" y="6266"/>
                  </a:cubicBezTo>
                  <a:lnTo>
                    <a:pt x="1" y="6366"/>
                  </a:lnTo>
                  <a:lnTo>
                    <a:pt x="1" y="6266"/>
                  </a:lnTo>
                  <a:cubicBezTo>
                    <a:pt x="68" y="3956"/>
                    <a:pt x="1101" y="1722"/>
                    <a:pt x="2656" y="12"/>
                  </a:cubicBezTo>
                  <a:lnTo>
                    <a:pt x="2656" y="12"/>
                  </a:lnTo>
                  <a:close/>
                  <a:moveTo>
                    <a:pt x="2667" y="1"/>
                  </a:moveTo>
                  <a:lnTo>
                    <a:pt x="2667" y="1"/>
                  </a:ln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33"/>
            <p:cNvSpPr/>
            <p:nvPr/>
          </p:nvSpPr>
          <p:spPr>
            <a:xfrm>
              <a:off x="5251625" y="3756750"/>
              <a:ext cx="28625" cy="4475"/>
            </a:xfrm>
            <a:custGeom>
              <a:avLst/>
              <a:gdLst/>
              <a:ahLst/>
              <a:cxnLst/>
              <a:rect l="l" t="t" r="r" b="b"/>
              <a:pathLst>
                <a:path w="1145" h="179" extrusionOk="0">
                  <a:moveTo>
                    <a:pt x="1145" y="0"/>
                  </a:moveTo>
                  <a:cubicBezTo>
                    <a:pt x="922" y="78"/>
                    <a:pt x="678" y="122"/>
                    <a:pt x="434" y="144"/>
                  </a:cubicBezTo>
                  <a:lnTo>
                    <a:pt x="1" y="178"/>
                  </a:lnTo>
                  <a:lnTo>
                    <a:pt x="434" y="144"/>
                  </a:lnTo>
                  <a:cubicBezTo>
                    <a:pt x="678" y="122"/>
                    <a:pt x="922" y="78"/>
                    <a:pt x="1145" y="0"/>
                  </a:cubicBezTo>
                  <a:close/>
                </a:path>
              </a:pathLst>
            </a:custGeom>
            <a:solidFill>
              <a:srgbClr val="6534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33"/>
            <p:cNvSpPr/>
            <p:nvPr/>
          </p:nvSpPr>
          <p:spPr>
            <a:xfrm>
              <a:off x="5251625" y="3761200"/>
              <a:ext cx="25" cy="25"/>
            </a:xfrm>
            <a:custGeom>
              <a:avLst/>
              <a:gdLst/>
              <a:ahLst/>
              <a:cxnLst/>
              <a:rect l="l" t="t" r="r" b="b"/>
              <a:pathLst>
                <a:path w="1" h="1" extrusionOk="0">
                  <a:moveTo>
                    <a:pt x="1" y="0"/>
                  </a:moveTo>
                  <a:lnTo>
                    <a:pt x="1" y="0"/>
                  </a:lnTo>
                  <a:close/>
                </a:path>
              </a:pathLst>
            </a:custGeom>
            <a:solidFill>
              <a:srgbClr val="6534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33"/>
            <p:cNvSpPr/>
            <p:nvPr/>
          </p:nvSpPr>
          <p:spPr>
            <a:xfrm>
              <a:off x="5130250" y="3770900"/>
              <a:ext cx="45025" cy="2525"/>
            </a:xfrm>
            <a:custGeom>
              <a:avLst/>
              <a:gdLst/>
              <a:ahLst/>
              <a:cxnLst/>
              <a:rect l="l" t="t" r="r" b="b"/>
              <a:pathLst>
                <a:path w="1801" h="101" extrusionOk="0">
                  <a:moveTo>
                    <a:pt x="1800" y="0"/>
                  </a:moveTo>
                  <a:cubicBezTo>
                    <a:pt x="1467" y="34"/>
                    <a:pt x="1134" y="67"/>
                    <a:pt x="801" y="79"/>
                  </a:cubicBezTo>
                  <a:cubicBezTo>
                    <a:pt x="546" y="89"/>
                    <a:pt x="279" y="101"/>
                    <a:pt x="1" y="101"/>
                  </a:cubicBezTo>
                  <a:lnTo>
                    <a:pt x="1" y="101"/>
                  </a:lnTo>
                  <a:cubicBezTo>
                    <a:pt x="279" y="101"/>
                    <a:pt x="546" y="89"/>
                    <a:pt x="801" y="79"/>
                  </a:cubicBezTo>
                  <a:cubicBezTo>
                    <a:pt x="1134" y="67"/>
                    <a:pt x="1467" y="34"/>
                    <a:pt x="1800" y="0"/>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33"/>
            <p:cNvSpPr/>
            <p:nvPr/>
          </p:nvSpPr>
          <p:spPr>
            <a:xfrm>
              <a:off x="4989475" y="3334325"/>
              <a:ext cx="333825" cy="439100"/>
            </a:xfrm>
            <a:custGeom>
              <a:avLst/>
              <a:gdLst/>
              <a:ahLst/>
              <a:cxnLst/>
              <a:rect l="l" t="t" r="r" b="b"/>
              <a:pathLst>
                <a:path w="13353" h="17564" extrusionOk="0">
                  <a:moveTo>
                    <a:pt x="4632" y="0"/>
                  </a:moveTo>
                  <a:cubicBezTo>
                    <a:pt x="4066" y="367"/>
                    <a:pt x="3555" y="834"/>
                    <a:pt x="3099" y="1345"/>
                  </a:cubicBezTo>
                  <a:cubicBezTo>
                    <a:pt x="3088" y="1345"/>
                    <a:pt x="3088" y="1356"/>
                    <a:pt x="3088" y="1356"/>
                  </a:cubicBezTo>
                  <a:cubicBezTo>
                    <a:pt x="1533" y="3066"/>
                    <a:pt x="500" y="5300"/>
                    <a:pt x="433" y="7610"/>
                  </a:cubicBezTo>
                  <a:lnTo>
                    <a:pt x="433" y="7710"/>
                  </a:lnTo>
                  <a:cubicBezTo>
                    <a:pt x="433" y="7865"/>
                    <a:pt x="444" y="8032"/>
                    <a:pt x="522" y="8176"/>
                  </a:cubicBezTo>
                  <a:lnTo>
                    <a:pt x="889" y="7810"/>
                  </a:lnTo>
                  <a:lnTo>
                    <a:pt x="889" y="7810"/>
                  </a:lnTo>
                  <a:cubicBezTo>
                    <a:pt x="344" y="9077"/>
                    <a:pt x="0" y="10454"/>
                    <a:pt x="0" y="11832"/>
                  </a:cubicBezTo>
                  <a:cubicBezTo>
                    <a:pt x="0" y="12032"/>
                    <a:pt x="0" y="12242"/>
                    <a:pt x="22" y="12454"/>
                  </a:cubicBezTo>
                  <a:cubicBezTo>
                    <a:pt x="77" y="13231"/>
                    <a:pt x="267" y="13997"/>
                    <a:pt x="578" y="14720"/>
                  </a:cubicBezTo>
                  <a:cubicBezTo>
                    <a:pt x="855" y="15364"/>
                    <a:pt x="1299" y="16241"/>
                    <a:pt x="1889" y="16653"/>
                  </a:cubicBezTo>
                  <a:cubicBezTo>
                    <a:pt x="1899" y="16653"/>
                    <a:pt x="1899" y="16664"/>
                    <a:pt x="1899" y="16664"/>
                  </a:cubicBezTo>
                  <a:cubicBezTo>
                    <a:pt x="2943" y="17386"/>
                    <a:pt x="4343" y="17564"/>
                    <a:pt x="5632" y="17564"/>
                  </a:cubicBezTo>
                  <a:cubicBezTo>
                    <a:pt x="5910" y="17564"/>
                    <a:pt x="6177" y="17552"/>
                    <a:pt x="6432" y="17542"/>
                  </a:cubicBezTo>
                  <a:cubicBezTo>
                    <a:pt x="6765" y="17530"/>
                    <a:pt x="7098" y="17497"/>
                    <a:pt x="7431" y="17463"/>
                  </a:cubicBezTo>
                  <a:cubicBezTo>
                    <a:pt x="7587" y="17453"/>
                    <a:pt x="7742" y="17441"/>
                    <a:pt x="7898" y="17419"/>
                  </a:cubicBezTo>
                  <a:lnTo>
                    <a:pt x="8198" y="17386"/>
                  </a:lnTo>
                  <a:cubicBezTo>
                    <a:pt x="8964" y="17308"/>
                    <a:pt x="9731" y="17164"/>
                    <a:pt x="10487" y="17075"/>
                  </a:cubicBezTo>
                  <a:lnTo>
                    <a:pt x="10920" y="17041"/>
                  </a:lnTo>
                  <a:cubicBezTo>
                    <a:pt x="11164" y="17019"/>
                    <a:pt x="11408" y="16975"/>
                    <a:pt x="11631" y="16897"/>
                  </a:cubicBezTo>
                  <a:cubicBezTo>
                    <a:pt x="12064" y="16752"/>
                    <a:pt x="12453" y="16497"/>
                    <a:pt x="12741" y="16120"/>
                  </a:cubicBezTo>
                  <a:cubicBezTo>
                    <a:pt x="12797" y="16031"/>
                    <a:pt x="12864" y="15942"/>
                    <a:pt x="12909" y="15842"/>
                  </a:cubicBezTo>
                  <a:cubicBezTo>
                    <a:pt x="12909" y="15831"/>
                    <a:pt x="12919" y="15831"/>
                    <a:pt x="12919" y="15831"/>
                  </a:cubicBezTo>
                  <a:lnTo>
                    <a:pt x="12919" y="15819"/>
                  </a:lnTo>
                  <a:lnTo>
                    <a:pt x="12919" y="15809"/>
                  </a:lnTo>
                  <a:lnTo>
                    <a:pt x="12931" y="15809"/>
                  </a:lnTo>
                  <a:lnTo>
                    <a:pt x="12931" y="15786"/>
                  </a:lnTo>
                  <a:lnTo>
                    <a:pt x="12941" y="15786"/>
                  </a:lnTo>
                  <a:lnTo>
                    <a:pt x="12941" y="15775"/>
                  </a:lnTo>
                  <a:lnTo>
                    <a:pt x="12941" y="15764"/>
                  </a:lnTo>
                  <a:lnTo>
                    <a:pt x="12953" y="15764"/>
                  </a:lnTo>
                  <a:lnTo>
                    <a:pt x="12953" y="15753"/>
                  </a:lnTo>
                  <a:lnTo>
                    <a:pt x="12953" y="15742"/>
                  </a:lnTo>
                  <a:lnTo>
                    <a:pt x="12964" y="15742"/>
                  </a:lnTo>
                  <a:lnTo>
                    <a:pt x="12964" y="15730"/>
                  </a:lnTo>
                  <a:lnTo>
                    <a:pt x="12964" y="15720"/>
                  </a:lnTo>
                  <a:cubicBezTo>
                    <a:pt x="12964" y="15720"/>
                    <a:pt x="12975" y="15720"/>
                    <a:pt x="12975" y="15708"/>
                  </a:cubicBezTo>
                  <a:lnTo>
                    <a:pt x="12975" y="15698"/>
                  </a:lnTo>
                  <a:lnTo>
                    <a:pt x="12986" y="15686"/>
                  </a:lnTo>
                  <a:lnTo>
                    <a:pt x="12986" y="15675"/>
                  </a:lnTo>
                  <a:cubicBezTo>
                    <a:pt x="12986" y="15664"/>
                    <a:pt x="12986" y="15664"/>
                    <a:pt x="12997" y="15664"/>
                  </a:cubicBezTo>
                  <a:lnTo>
                    <a:pt x="12997" y="15653"/>
                  </a:lnTo>
                  <a:cubicBezTo>
                    <a:pt x="12997" y="15642"/>
                    <a:pt x="13008" y="15631"/>
                    <a:pt x="13008" y="15619"/>
                  </a:cubicBezTo>
                  <a:cubicBezTo>
                    <a:pt x="13208" y="15120"/>
                    <a:pt x="13230" y="14553"/>
                    <a:pt x="13220" y="13997"/>
                  </a:cubicBezTo>
                  <a:lnTo>
                    <a:pt x="13220" y="13997"/>
                  </a:lnTo>
                  <a:cubicBezTo>
                    <a:pt x="13230" y="14020"/>
                    <a:pt x="13230" y="14042"/>
                    <a:pt x="13242" y="14053"/>
                  </a:cubicBezTo>
                  <a:cubicBezTo>
                    <a:pt x="13264" y="14020"/>
                    <a:pt x="13275" y="13975"/>
                    <a:pt x="13286" y="13931"/>
                  </a:cubicBezTo>
                  <a:cubicBezTo>
                    <a:pt x="13331" y="13775"/>
                    <a:pt x="13353" y="13620"/>
                    <a:pt x="13353" y="13464"/>
                  </a:cubicBezTo>
                  <a:lnTo>
                    <a:pt x="13353" y="13409"/>
                  </a:lnTo>
                  <a:cubicBezTo>
                    <a:pt x="12786" y="14853"/>
                    <a:pt x="11564" y="16031"/>
                    <a:pt x="10098" y="16597"/>
                  </a:cubicBezTo>
                  <a:cubicBezTo>
                    <a:pt x="9443" y="16853"/>
                    <a:pt x="8742" y="16986"/>
                    <a:pt x="8043" y="16986"/>
                  </a:cubicBezTo>
                  <a:cubicBezTo>
                    <a:pt x="7865" y="16986"/>
                    <a:pt x="7676" y="16975"/>
                    <a:pt x="7498" y="16952"/>
                  </a:cubicBezTo>
                  <a:cubicBezTo>
                    <a:pt x="6621" y="16864"/>
                    <a:pt x="5587" y="16564"/>
                    <a:pt x="4921" y="15953"/>
                  </a:cubicBezTo>
                  <a:cubicBezTo>
                    <a:pt x="4510" y="15575"/>
                    <a:pt x="4288" y="15031"/>
                    <a:pt x="3822" y="14708"/>
                  </a:cubicBezTo>
                  <a:cubicBezTo>
                    <a:pt x="3422" y="14431"/>
                    <a:pt x="3010" y="14231"/>
                    <a:pt x="2688" y="13842"/>
                  </a:cubicBezTo>
                  <a:cubicBezTo>
                    <a:pt x="2010" y="13064"/>
                    <a:pt x="1833" y="11921"/>
                    <a:pt x="1899" y="10921"/>
                  </a:cubicBezTo>
                  <a:cubicBezTo>
                    <a:pt x="1955" y="10232"/>
                    <a:pt x="2133" y="9565"/>
                    <a:pt x="2321" y="8899"/>
                  </a:cubicBezTo>
                  <a:cubicBezTo>
                    <a:pt x="2410" y="8576"/>
                    <a:pt x="2533" y="8265"/>
                    <a:pt x="2600" y="7944"/>
                  </a:cubicBezTo>
                  <a:cubicBezTo>
                    <a:pt x="2632" y="7766"/>
                    <a:pt x="2644" y="7599"/>
                    <a:pt x="2477" y="7499"/>
                  </a:cubicBezTo>
                  <a:cubicBezTo>
                    <a:pt x="2400" y="7443"/>
                    <a:pt x="2333" y="7488"/>
                    <a:pt x="2266" y="7443"/>
                  </a:cubicBezTo>
                  <a:cubicBezTo>
                    <a:pt x="1633" y="7110"/>
                    <a:pt x="2699" y="6366"/>
                    <a:pt x="2933" y="6166"/>
                  </a:cubicBezTo>
                  <a:cubicBezTo>
                    <a:pt x="3521" y="5677"/>
                    <a:pt x="4010" y="5155"/>
                    <a:pt x="4365" y="4544"/>
                  </a:cubicBezTo>
                  <a:cubicBezTo>
                    <a:pt x="4343" y="4488"/>
                    <a:pt x="4310" y="4422"/>
                    <a:pt x="4266" y="4367"/>
                  </a:cubicBezTo>
                  <a:cubicBezTo>
                    <a:pt x="4165" y="4222"/>
                    <a:pt x="3999" y="4133"/>
                    <a:pt x="3888" y="4000"/>
                  </a:cubicBezTo>
                  <a:cubicBezTo>
                    <a:pt x="3743" y="3833"/>
                    <a:pt x="3677" y="3656"/>
                    <a:pt x="3533" y="3500"/>
                  </a:cubicBezTo>
                  <a:cubicBezTo>
                    <a:pt x="3311" y="3233"/>
                    <a:pt x="3177" y="2955"/>
                    <a:pt x="3155" y="2611"/>
                  </a:cubicBezTo>
                  <a:lnTo>
                    <a:pt x="3155" y="2222"/>
                  </a:lnTo>
                  <a:cubicBezTo>
                    <a:pt x="3577" y="1511"/>
                    <a:pt x="4155" y="901"/>
                    <a:pt x="4844" y="434"/>
                  </a:cubicBezTo>
                  <a:cubicBezTo>
                    <a:pt x="4777" y="289"/>
                    <a:pt x="4710" y="145"/>
                    <a:pt x="4632"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33"/>
            <p:cNvSpPr/>
            <p:nvPr/>
          </p:nvSpPr>
          <p:spPr>
            <a:xfrm>
              <a:off x="5098600" y="3323775"/>
              <a:ext cx="182200" cy="159425"/>
            </a:xfrm>
            <a:custGeom>
              <a:avLst/>
              <a:gdLst/>
              <a:ahLst/>
              <a:cxnLst/>
              <a:rect l="l" t="t" r="r" b="b"/>
              <a:pathLst>
                <a:path w="7288" h="6377" extrusionOk="0">
                  <a:moveTo>
                    <a:pt x="2811" y="0"/>
                  </a:moveTo>
                  <a:cubicBezTo>
                    <a:pt x="2345" y="0"/>
                    <a:pt x="1900" y="133"/>
                    <a:pt x="1412" y="345"/>
                  </a:cubicBezTo>
                  <a:cubicBezTo>
                    <a:pt x="1078" y="489"/>
                    <a:pt x="767" y="656"/>
                    <a:pt x="479" y="856"/>
                  </a:cubicBezTo>
                  <a:cubicBezTo>
                    <a:pt x="800" y="1711"/>
                    <a:pt x="778" y="2689"/>
                    <a:pt x="567" y="3577"/>
                  </a:cubicBezTo>
                  <a:cubicBezTo>
                    <a:pt x="445" y="4088"/>
                    <a:pt x="256" y="4555"/>
                    <a:pt x="0" y="4966"/>
                  </a:cubicBezTo>
                  <a:cubicBezTo>
                    <a:pt x="34" y="5033"/>
                    <a:pt x="56" y="5100"/>
                    <a:pt x="79" y="5166"/>
                  </a:cubicBezTo>
                  <a:cubicBezTo>
                    <a:pt x="289" y="5677"/>
                    <a:pt x="723" y="6088"/>
                    <a:pt x="1256" y="6277"/>
                  </a:cubicBezTo>
                  <a:cubicBezTo>
                    <a:pt x="1456" y="6344"/>
                    <a:pt x="1678" y="6377"/>
                    <a:pt x="1900" y="6377"/>
                  </a:cubicBezTo>
                  <a:cubicBezTo>
                    <a:pt x="2234" y="6377"/>
                    <a:pt x="2567" y="6299"/>
                    <a:pt x="2866" y="6132"/>
                  </a:cubicBezTo>
                  <a:cubicBezTo>
                    <a:pt x="3011" y="6055"/>
                    <a:pt x="3167" y="5944"/>
                    <a:pt x="3333" y="5944"/>
                  </a:cubicBezTo>
                  <a:lnTo>
                    <a:pt x="3355" y="5944"/>
                  </a:lnTo>
                  <a:cubicBezTo>
                    <a:pt x="3456" y="5955"/>
                    <a:pt x="3545" y="5988"/>
                    <a:pt x="3633" y="6021"/>
                  </a:cubicBezTo>
                  <a:cubicBezTo>
                    <a:pt x="3711" y="6043"/>
                    <a:pt x="3800" y="6055"/>
                    <a:pt x="3888" y="6055"/>
                  </a:cubicBezTo>
                  <a:cubicBezTo>
                    <a:pt x="4233" y="6055"/>
                    <a:pt x="4577" y="5877"/>
                    <a:pt x="4878" y="5677"/>
                  </a:cubicBezTo>
                  <a:cubicBezTo>
                    <a:pt x="5255" y="5433"/>
                    <a:pt x="5599" y="5144"/>
                    <a:pt x="5999" y="4944"/>
                  </a:cubicBezTo>
                  <a:cubicBezTo>
                    <a:pt x="6300" y="4789"/>
                    <a:pt x="6633" y="4677"/>
                    <a:pt x="6966" y="4677"/>
                  </a:cubicBezTo>
                  <a:cubicBezTo>
                    <a:pt x="7077" y="4677"/>
                    <a:pt x="7177" y="4688"/>
                    <a:pt x="7288" y="4722"/>
                  </a:cubicBezTo>
                  <a:cubicBezTo>
                    <a:pt x="7266" y="4422"/>
                    <a:pt x="7210" y="4122"/>
                    <a:pt x="7144" y="3833"/>
                  </a:cubicBezTo>
                  <a:cubicBezTo>
                    <a:pt x="6932" y="2989"/>
                    <a:pt x="6532" y="2189"/>
                    <a:pt x="5966" y="1533"/>
                  </a:cubicBezTo>
                  <a:cubicBezTo>
                    <a:pt x="5366" y="822"/>
                    <a:pt x="4522" y="400"/>
                    <a:pt x="3644" y="133"/>
                  </a:cubicBezTo>
                  <a:cubicBezTo>
                    <a:pt x="3355" y="45"/>
                    <a:pt x="3078" y="0"/>
                    <a:pt x="2811"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33"/>
            <p:cNvSpPr/>
            <p:nvPr/>
          </p:nvSpPr>
          <p:spPr>
            <a:xfrm>
              <a:off x="5068325" y="3345175"/>
              <a:ext cx="50300" cy="102775"/>
            </a:xfrm>
            <a:custGeom>
              <a:avLst/>
              <a:gdLst/>
              <a:ahLst/>
              <a:cxnLst/>
              <a:rect l="l" t="t" r="r" b="b"/>
              <a:pathLst>
                <a:path w="2012" h="4111" extrusionOk="0">
                  <a:moveTo>
                    <a:pt x="1690" y="0"/>
                  </a:moveTo>
                  <a:cubicBezTo>
                    <a:pt x="1001" y="467"/>
                    <a:pt x="423" y="1077"/>
                    <a:pt x="1" y="1788"/>
                  </a:cubicBezTo>
                  <a:lnTo>
                    <a:pt x="1" y="2177"/>
                  </a:lnTo>
                  <a:cubicBezTo>
                    <a:pt x="23" y="2521"/>
                    <a:pt x="157" y="2799"/>
                    <a:pt x="379" y="3066"/>
                  </a:cubicBezTo>
                  <a:cubicBezTo>
                    <a:pt x="523" y="3222"/>
                    <a:pt x="589" y="3399"/>
                    <a:pt x="734" y="3566"/>
                  </a:cubicBezTo>
                  <a:cubicBezTo>
                    <a:pt x="845" y="3699"/>
                    <a:pt x="1011" y="3788"/>
                    <a:pt x="1112" y="3933"/>
                  </a:cubicBezTo>
                  <a:cubicBezTo>
                    <a:pt x="1156" y="3988"/>
                    <a:pt x="1189" y="4054"/>
                    <a:pt x="1211" y="4110"/>
                  </a:cubicBezTo>
                  <a:cubicBezTo>
                    <a:pt x="1467" y="3699"/>
                    <a:pt x="1656" y="3232"/>
                    <a:pt x="1778" y="2721"/>
                  </a:cubicBezTo>
                  <a:cubicBezTo>
                    <a:pt x="1989" y="1833"/>
                    <a:pt x="2011" y="855"/>
                    <a:pt x="1690" y="0"/>
                  </a:cubicBezTo>
                  <a:close/>
                </a:path>
              </a:pathLst>
            </a:custGeom>
            <a:solidFill>
              <a:srgbClr val="6B38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33"/>
            <p:cNvSpPr/>
            <p:nvPr/>
          </p:nvSpPr>
          <p:spPr>
            <a:xfrm>
              <a:off x="5209675" y="3645650"/>
              <a:ext cx="87525" cy="97800"/>
            </a:xfrm>
            <a:custGeom>
              <a:avLst/>
              <a:gdLst/>
              <a:ahLst/>
              <a:cxnLst/>
              <a:rect l="l" t="t" r="r" b="b"/>
              <a:pathLst>
                <a:path w="3501" h="3912" extrusionOk="0">
                  <a:moveTo>
                    <a:pt x="3412" y="1"/>
                  </a:moveTo>
                  <a:cubicBezTo>
                    <a:pt x="3390" y="11"/>
                    <a:pt x="3356" y="11"/>
                    <a:pt x="3334" y="23"/>
                  </a:cubicBezTo>
                  <a:cubicBezTo>
                    <a:pt x="3400" y="211"/>
                    <a:pt x="3422" y="401"/>
                    <a:pt x="3422" y="534"/>
                  </a:cubicBezTo>
                  <a:cubicBezTo>
                    <a:pt x="3434" y="1322"/>
                    <a:pt x="3067" y="2122"/>
                    <a:pt x="2456" y="2622"/>
                  </a:cubicBezTo>
                  <a:cubicBezTo>
                    <a:pt x="2423" y="2511"/>
                    <a:pt x="2400" y="2389"/>
                    <a:pt x="2400" y="2267"/>
                  </a:cubicBezTo>
                  <a:cubicBezTo>
                    <a:pt x="2412" y="2200"/>
                    <a:pt x="2412" y="2122"/>
                    <a:pt x="2400" y="2045"/>
                  </a:cubicBezTo>
                  <a:lnTo>
                    <a:pt x="2356" y="1700"/>
                  </a:lnTo>
                  <a:lnTo>
                    <a:pt x="2334" y="2055"/>
                  </a:lnTo>
                  <a:cubicBezTo>
                    <a:pt x="2323" y="2122"/>
                    <a:pt x="2323" y="2189"/>
                    <a:pt x="2323" y="2255"/>
                  </a:cubicBezTo>
                  <a:cubicBezTo>
                    <a:pt x="2279" y="2544"/>
                    <a:pt x="2067" y="2789"/>
                    <a:pt x="1879" y="2956"/>
                  </a:cubicBezTo>
                  <a:cubicBezTo>
                    <a:pt x="1457" y="3333"/>
                    <a:pt x="923" y="3600"/>
                    <a:pt x="356" y="3689"/>
                  </a:cubicBezTo>
                  <a:cubicBezTo>
                    <a:pt x="235" y="3711"/>
                    <a:pt x="68" y="3744"/>
                    <a:pt x="1" y="3877"/>
                  </a:cubicBezTo>
                  <a:lnTo>
                    <a:pt x="68" y="3911"/>
                  </a:lnTo>
                  <a:cubicBezTo>
                    <a:pt x="124" y="3811"/>
                    <a:pt x="268" y="3788"/>
                    <a:pt x="379" y="3766"/>
                  </a:cubicBezTo>
                  <a:cubicBezTo>
                    <a:pt x="946" y="3667"/>
                    <a:pt x="1501" y="3400"/>
                    <a:pt x="1934" y="3011"/>
                  </a:cubicBezTo>
                  <a:cubicBezTo>
                    <a:pt x="2089" y="2867"/>
                    <a:pt x="2256" y="2678"/>
                    <a:pt x="2345" y="2455"/>
                  </a:cubicBezTo>
                  <a:cubicBezTo>
                    <a:pt x="2356" y="2544"/>
                    <a:pt x="2378" y="2622"/>
                    <a:pt x="2400" y="2700"/>
                  </a:cubicBezTo>
                  <a:lnTo>
                    <a:pt x="2423" y="2756"/>
                  </a:lnTo>
                  <a:lnTo>
                    <a:pt x="2467" y="2711"/>
                  </a:lnTo>
                  <a:cubicBezTo>
                    <a:pt x="3111" y="2200"/>
                    <a:pt x="3501" y="1367"/>
                    <a:pt x="3501" y="534"/>
                  </a:cubicBezTo>
                  <a:cubicBezTo>
                    <a:pt x="3489" y="389"/>
                    <a:pt x="3478" y="201"/>
                    <a:pt x="34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33"/>
            <p:cNvSpPr/>
            <p:nvPr/>
          </p:nvSpPr>
          <p:spPr>
            <a:xfrm>
              <a:off x="5060550" y="3190150"/>
              <a:ext cx="240550" cy="291400"/>
            </a:xfrm>
            <a:custGeom>
              <a:avLst/>
              <a:gdLst/>
              <a:ahLst/>
              <a:cxnLst/>
              <a:rect l="l" t="t" r="r" b="b"/>
              <a:pathLst>
                <a:path w="9622" h="11656" extrusionOk="0">
                  <a:moveTo>
                    <a:pt x="9621" y="7756"/>
                  </a:moveTo>
                  <a:cubicBezTo>
                    <a:pt x="9621" y="7756"/>
                    <a:pt x="9621" y="7756"/>
                    <a:pt x="9621" y="7756"/>
                  </a:cubicBezTo>
                  <a:cubicBezTo>
                    <a:pt x="9621" y="7756"/>
                    <a:pt x="9621" y="7756"/>
                    <a:pt x="9621" y="7756"/>
                  </a:cubicBezTo>
                  <a:close/>
                  <a:moveTo>
                    <a:pt x="6120" y="1"/>
                  </a:moveTo>
                  <a:cubicBezTo>
                    <a:pt x="6079" y="1"/>
                    <a:pt x="6039" y="1"/>
                    <a:pt x="6000" y="2"/>
                  </a:cubicBezTo>
                  <a:cubicBezTo>
                    <a:pt x="5466" y="2"/>
                    <a:pt x="4933" y="124"/>
                    <a:pt x="4444" y="336"/>
                  </a:cubicBezTo>
                  <a:cubicBezTo>
                    <a:pt x="4322" y="391"/>
                    <a:pt x="3178" y="1013"/>
                    <a:pt x="3267" y="1158"/>
                  </a:cubicBezTo>
                  <a:cubicBezTo>
                    <a:pt x="3156" y="980"/>
                    <a:pt x="3223" y="679"/>
                    <a:pt x="3033" y="536"/>
                  </a:cubicBezTo>
                  <a:cubicBezTo>
                    <a:pt x="2889" y="635"/>
                    <a:pt x="2823" y="857"/>
                    <a:pt x="2889" y="1035"/>
                  </a:cubicBezTo>
                  <a:cubicBezTo>
                    <a:pt x="2756" y="847"/>
                    <a:pt x="2600" y="691"/>
                    <a:pt x="2423" y="546"/>
                  </a:cubicBezTo>
                  <a:cubicBezTo>
                    <a:pt x="2353" y="493"/>
                    <a:pt x="2299" y="469"/>
                    <a:pt x="2258" y="469"/>
                  </a:cubicBezTo>
                  <a:cubicBezTo>
                    <a:pt x="1996" y="469"/>
                    <a:pt x="2279" y="1448"/>
                    <a:pt x="2211" y="1602"/>
                  </a:cubicBezTo>
                  <a:cubicBezTo>
                    <a:pt x="2122" y="1835"/>
                    <a:pt x="1712" y="2079"/>
                    <a:pt x="1534" y="2279"/>
                  </a:cubicBezTo>
                  <a:cubicBezTo>
                    <a:pt x="1300" y="2546"/>
                    <a:pt x="1090" y="2835"/>
                    <a:pt x="890" y="3135"/>
                  </a:cubicBezTo>
                  <a:cubicBezTo>
                    <a:pt x="401" y="3890"/>
                    <a:pt x="1" y="4834"/>
                    <a:pt x="323" y="5678"/>
                  </a:cubicBezTo>
                  <a:cubicBezTo>
                    <a:pt x="474" y="5517"/>
                    <a:pt x="615" y="5345"/>
                    <a:pt x="755" y="5172"/>
                  </a:cubicBezTo>
                  <a:lnTo>
                    <a:pt x="755" y="5172"/>
                  </a:lnTo>
                  <a:cubicBezTo>
                    <a:pt x="264" y="5797"/>
                    <a:pt x="762" y="7637"/>
                    <a:pt x="1423" y="8001"/>
                  </a:cubicBezTo>
                  <a:cubicBezTo>
                    <a:pt x="1445" y="8013"/>
                    <a:pt x="1469" y="8018"/>
                    <a:pt x="1493" y="8018"/>
                  </a:cubicBezTo>
                  <a:cubicBezTo>
                    <a:pt x="1582" y="8018"/>
                    <a:pt x="1679" y="7955"/>
                    <a:pt x="1747" y="7955"/>
                  </a:cubicBezTo>
                  <a:cubicBezTo>
                    <a:pt x="1763" y="7955"/>
                    <a:pt x="1777" y="7958"/>
                    <a:pt x="1789" y="7967"/>
                  </a:cubicBezTo>
                  <a:cubicBezTo>
                    <a:pt x="1934" y="8067"/>
                    <a:pt x="2011" y="8467"/>
                    <a:pt x="2100" y="8623"/>
                  </a:cubicBezTo>
                  <a:cubicBezTo>
                    <a:pt x="2400" y="9144"/>
                    <a:pt x="2855" y="9578"/>
                    <a:pt x="3311" y="9966"/>
                  </a:cubicBezTo>
                  <a:cubicBezTo>
                    <a:pt x="3489" y="10122"/>
                    <a:pt x="3689" y="10278"/>
                    <a:pt x="3922" y="10289"/>
                  </a:cubicBezTo>
                  <a:cubicBezTo>
                    <a:pt x="3928" y="10289"/>
                    <a:pt x="3934" y="10289"/>
                    <a:pt x="3940" y="10289"/>
                  </a:cubicBezTo>
                  <a:cubicBezTo>
                    <a:pt x="4158" y="10289"/>
                    <a:pt x="4399" y="10105"/>
                    <a:pt x="4366" y="9889"/>
                  </a:cubicBezTo>
                  <a:lnTo>
                    <a:pt x="4366" y="9889"/>
                  </a:lnTo>
                  <a:cubicBezTo>
                    <a:pt x="4667" y="10622"/>
                    <a:pt x="5222" y="11311"/>
                    <a:pt x="5977" y="11566"/>
                  </a:cubicBezTo>
                  <a:cubicBezTo>
                    <a:pt x="6158" y="11626"/>
                    <a:pt x="6350" y="11656"/>
                    <a:pt x="6541" y="11656"/>
                  </a:cubicBezTo>
                  <a:cubicBezTo>
                    <a:pt x="7163" y="11656"/>
                    <a:pt x="7784" y="11346"/>
                    <a:pt x="8022" y="10778"/>
                  </a:cubicBezTo>
                  <a:cubicBezTo>
                    <a:pt x="8100" y="10842"/>
                    <a:pt x="8196" y="10870"/>
                    <a:pt x="8294" y="10870"/>
                  </a:cubicBezTo>
                  <a:cubicBezTo>
                    <a:pt x="8487" y="10870"/>
                    <a:pt x="8692" y="10762"/>
                    <a:pt x="8810" y="10600"/>
                  </a:cubicBezTo>
                  <a:cubicBezTo>
                    <a:pt x="8999" y="10356"/>
                    <a:pt x="9032" y="10045"/>
                    <a:pt x="9066" y="9734"/>
                  </a:cubicBezTo>
                  <a:cubicBezTo>
                    <a:pt x="9132" y="9067"/>
                    <a:pt x="9199" y="8389"/>
                    <a:pt x="9276" y="7712"/>
                  </a:cubicBezTo>
                  <a:cubicBezTo>
                    <a:pt x="9387" y="7722"/>
                    <a:pt x="9510" y="7745"/>
                    <a:pt x="9621" y="7756"/>
                  </a:cubicBezTo>
                  <a:lnTo>
                    <a:pt x="9621" y="7756"/>
                  </a:lnTo>
                  <a:cubicBezTo>
                    <a:pt x="9487" y="7740"/>
                    <a:pt x="9221" y="5601"/>
                    <a:pt x="9177" y="5379"/>
                  </a:cubicBezTo>
                  <a:cubicBezTo>
                    <a:pt x="9332" y="5323"/>
                    <a:pt x="9399" y="5201"/>
                    <a:pt x="9421" y="5034"/>
                  </a:cubicBezTo>
                  <a:cubicBezTo>
                    <a:pt x="9543" y="3834"/>
                    <a:pt x="8999" y="2602"/>
                    <a:pt x="8044" y="1869"/>
                  </a:cubicBezTo>
                  <a:cubicBezTo>
                    <a:pt x="8165" y="1857"/>
                    <a:pt x="8288" y="1790"/>
                    <a:pt x="8377" y="1701"/>
                  </a:cubicBezTo>
                  <a:cubicBezTo>
                    <a:pt x="8210" y="1524"/>
                    <a:pt x="8010" y="1390"/>
                    <a:pt x="7788" y="1302"/>
                  </a:cubicBezTo>
                  <a:cubicBezTo>
                    <a:pt x="8022" y="1102"/>
                    <a:pt x="8010" y="847"/>
                    <a:pt x="7888" y="635"/>
                  </a:cubicBezTo>
                  <a:cubicBezTo>
                    <a:pt x="7799" y="480"/>
                    <a:pt x="7666" y="346"/>
                    <a:pt x="7511" y="269"/>
                  </a:cubicBezTo>
                  <a:cubicBezTo>
                    <a:pt x="7102" y="65"/>
                    <a:pt x="6581" y="1"/>
                    <a:pt x="6120"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33"/>
            <p:cNvSpPr/>
            <p:nvPr/>
          </p:nvSpPr>
          <p:spPr>
            <a:xfrm>
              <a:off x="5125550" y="3240750"/>
              <a:ext cx="153600" cy="127400"/>
            </a:xfrm>
            <a:custGeom>
              <a:avLst/>
              <a:gdLst/>
              <a:ahLst/>
              <a:cxnLst/>
              <a:rect l="l" t="t" r="r" b="b"/>
              <a:pathLst>
                <a:path w="6144" h="5096" extrusionOk="0">
                  <a:moveTo>
                    <a:pt x="2578" y="0"/>
                  </a:moveTo>
                  <a:cubicBezTo>
                    <a:pt x="1956" y="0"/>
                    <a:pt x="1333" y="333"/>
                    <a:pt x="1000" y="855"/>
                  </a:cubicBezTo>
                  <a:cubicBezTo>
                    <a:pt x="789" y="1188"/>
                    <a:pt x="689" y="1566"/>
                    <a:pt x="522" y="1921"/>
                  </a:cubicBezTo>
                  <a:cubicBezTo>
                    <a:pt x="423" y="2121"/>
                    <a:pt x="300" y="2333"/>
                    <a:pt x="211" y="2533"/>
                  </a:cubicBezTo>
                  <a:cubicBezTo>
                    <a:pt x="89" y="2788"/>
                    <a:pt x="0" y="3055"/>
                    <a:pt x="33" y="3321"/>
                  </a:cubicBezTo>
                  <a:cubicBezTo>
                    <a:pt x="78" y="3721"/>
                    <a:pt x="367" y="4054"/>
                    <a:pt x="689" y="4299"/>
                  </a:cubicBezTo>
                  <a:cubicBezTo>
                    <a:pt x="1300" y="4765"/>
                    <a:pt x="2055" y="5010"/>
                    <a:pt x="2822" y="5076"/>
                  </a:cubicBezTo>
                  <a:cubicBezTo>
                    <a:pt x="2974" y="5090"/>
                    <a:pt x="3126" y="5096"/>
                    <a:pt x="3278" y="5096"/>
                  </a:cubicBezTo>
                  <a:cubicBezTo>
                    <a:pt x="3892" y="5096"/>
                    <a:pt x="4503" y="4995"/>
                    <a:pt x="5099" y="4844"/>
                  </a:cubicBezTo>
                  <a:cubicBezTo>
                    <a:pt x="5343" y="4777"/>
                    <a:pt x="5599" y="4699"/>
                    <a:pt x="5777" y="4521"/>
                  </a:cubicBezTo>
                  <a:cubicBezTo>
                    <a:pt x="6143" y="4165"/>
                    <a:pt x="6076" y="3566"/>
                    <a:pt x="5965" y="3066"/>
                  </a:cubicBezTo>
                  <a:cubicBezTo>
                    <a:pt x="5799" y="2344"/>
                    <a:pt x="5555" y="1633"/>
                    <a:pt x="5266" y="944"/>
                  </a:cubicBezTo>
                  <a:cubicBezTo>
                    <a:pt x="5143" y="667"/>
                    <a:pt x="4999" y="388"/>
                    <a:pt x="4733" y="233"/>
                  </a:cubicBezTo>
                  <a:cubicBezTo>
                    <a:pt x="4637" y="177"/>
                    <a:pt x="4526" y="151"/>
                    <a:pt x="4413" y="151"/>
                  </a:cubicBezTo>
                  <a:cubicBezTo>
                    <a:pt x="4214" y="151"/>
                    <a:pt x="4008" y="232"/>
                    <a:pt x="3866" y="366"/>
                  </a:cubicBezTo>
                  <a:cubicBezTo>
                    <a:pt x="3775" y="457"/>
                    <a:pt x="3721" y="639"/>
                    <a:pt x="3604" y="639"/>
                  </a:cubicBezTo>
                  <a:cubicBezTo>
                    <a:pt x="3592" y="639"/>
                    <a:pt x="3579" y="637"/>
                    <a:pt x="3566" y="633"/>
                  </a:cubicBezTo>
                  <a:cubicBezTo>
                    <a:pt x="3455" y="600"/>
                    <a:pt x="3344" y="255"/>
                    <a:pt x="3222" y="178"/>
                  </a:cubicBezTo>
                  <a:cubicBezTo>
                    <a:pt x="3033" y="55"/>
                    <a:pt x="2800" y="0"/>
                    <a:pt x="257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33"/>
            <p:cNvSpPr/>
            <p:nvPr/>
          </p:nvSpPr>
          <p:spPr>
            <a:xfrm>
              <a:off x="5194425" y="3323275"/>
              <a:ext cx="14725" cy="10600"/>
            </a:xfrm>
            <a:custGeom>
              <a:avLst/>
              <a:gdLst/>
              <a:ahLst/>
              <a:cxnLst/>
              <a:rect l="l" t="t" r="r" b="b"/>
              <a:pathLst>
                <a:path w="589" h="424" extrusionOk="0">
                  <a:moveTo>
                    <a:pt x="167" y="1"/>
                  </a:moveTo>
                  <a:cubicBezTo>
                    <a:pt x="147" y="1"/>
                    <a:pt x="128" y="4"/>
                    <a:pt x="111" y="10"/>
                  </a:cubicBezTo>
                  <a:cubicBezTo>
                    <a:pt x="67" y="32"/>
                    <a:pt x="33" y="76"/>
                    <a:pt x="11" y="121"/>
                  </a:cubicBezTo>
                  <a:cubicBezTo>
                    <a:pt x="0" y="131"/>
                    <a:pt x="0" y="143"/>
                    <a:pt x="0" y="153"/>
                  </a:cubicBezTo>
                  <a:cubicBezTo>
                    <a:pt x="0" y="187"/>
                    <a:pt x="23" y="209"/>
                    <a:pt x="45" y="220"/>
                  </a:cubicBezTo>
                  <a:cubicBezTo>
                    <a:pt x="144" y="287"/>
                    <a:pt x="245" y="353"/>
                    <a:pt x="344" y="409"/>
                  </a:cubicBezTo>
                  <a:cubicBezTo>
                    <a:pt x="364" y="419"/>
                    <a:pt x="383" y="424"/>
                    <a:pt x="400" y="424"/>
                  </a:cubicBezTo>
                  <a:cubicBezTo>
                    <a:pt x="462" y="424"/>
                    <a:pt x="512" y="370"/>
                    <a:pt x="556" y="309"/>
                  </a:cubicBezTo>
                  <a:cubicBezTo>
                    <a:pt x="567" y="287"/>
                    <a:pt x="589" y="254"/>
                    <a:pt x="578" y="232"/>
                  </a:cubicBezTo>
                  <a:cubicBezTo>
                    <a:pt x="578" y="209"/>
                    <a:pt x="556" y="187"/>
                    <a:pt x="544" y="176"/>
                  </a:cubicBezTo>
                  <a:cubicBezTo>
                    <a:pt x="455" y="87"/>
                    <a:pt x="334" y="42"/>
                    <a:pt x="223" y="10"/>
                  </a:cubicBezTo>
                  <a:cubicBezTo>
                    <a:pt x="206" y="4"/>
                    <a:pt x="186" y="1"/>
                    <a:pt x="167"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33"/>
            <p:cNvSpPr/>
            <p:nvPr/>
          </p:nvSpPr>
          <p:spPr>
            <a:xfrm>
              <a:off x="5167200" y="3287950"/>
              <a:ext cx="33075" cy="20275"/>
            </a:xfrm>
            <a:custGeom>
              <a:avLst/>
              <a:gdLst/>
              <a:ahLst/>
              <a:cxnLst/>
              <a:rect l="l" t="t" r="r" b="b"/>
              <a:pathLst>
                <a:path w="1323" h="811" extrusionOk="0">
                  <a:moveTo>
                    <a:pt x="178" y="1"/>
                  </a:moveTo>
                  <a:cubicBezTo>
                    <a:pt x="1" y="145"/>
                    <a:pt x="112" y="544"/>
                    <a:pt x="267" y="689"/>
                  </a:cubicBezTo>
                  <a:cubicBezTo>
                    <a:pt x="322" y="744"/>
                    <a:pt x="401" y="778"/>
                    <a:pt x="490" y="789"/>
                  </a:cubicBezTo>
                  <a:cubicBezTo>
                    <a:pt x="547" y="802"/>
                    <a:pt x="607" y="810"/>
                    <a:pt x="668" y="810"/>
                  </a:cubicBezTo>
                  <a:cubicBezTo>
                    <a:pt x="761" y="810"/>
                    <a:pt x="853" y="792"/>
                    <a:pt x="934" y="744"/>
                  </a:cubicBezTo>
                  <a:cubicBezTo>
                    <a:pt x="1167" y="623"/>
                    <a:pt x="1256" y="345"/>
                    <a:pt x="1322" y="78"/>
                  </a:cubicBezTo>
                  <a:cubicBezTo>
                    <a:pt x="945" y="67"/>
                    <a:pt x="556" y="1"/>
                    <a:pt x="1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33"/>
            <p:cNvSpPr/>
            <p:nvPr/>
          </p:nvSpPr>
          <p:spPr>
            <a:xfrm>
              <a:off x="5236625" y="3289325"/>
              <a:ext cx="23925" cy="14550"/>
            </a:xfrm>
            <a:custGeom>
              <a:avLst/>
              <a:gdLst/>
              <a:ahLst/>
              <a:cxnLst/>
              <a:rect l="l" t="t" r="r" b="b"/>
              <a:pathLst>
                <a:path w="957" h="582" extrusionOk="0">
                  <a:moveTo>
                    <a:pt x="1" y="1"/>
                  </a:moveTo>
                  <a:cubicBezTo>
                    <a:pt x="23" y="201"/>
                    <a:pt x="68" y="401"/>
                    <a:pt x="223" y="512"/>
                  </a:cubicBezTo>
                  <a:cubicBezTo>
                    <a:pt x="297" y="558"/>
                    <a:pt x="393" y="581"/>
                    <a:pt x="487" y="581"/>
                  </a:cubicBezTo>
                  <a:cubicBezTo>
                    <a:pt x="507" y="581"/>
                    <a:pt x="526" y="580"/>
                    <a:pt x="545" y="578"/>
                  </a:cubicBezTo>
                  <a:cubicBezTo>
                    <a:pt x="611" y="568"/>
                    <a:pt x="667" y="556"/>
                    <a:pt x="712" y="512"/>
                  </a:cubicBezTo>
                  <a:cubicBezTo>
                    <a:pt x="834" y="423"/>
                    <a:pt x="956" y="146"/>
                    <a:pt x="834" y="23"/>
                  </a:cubicBezTo>
                  <a:cubicBezTo>
                    <a:pt x="700" y="12"/>
                    <a:pt x="561" y="12"/>
                    <a:pt x="421" y="12"/>
                  </a:cubicBezTo>
                  <a:cubicBezTo>
                    <a:pt x="281" y="12"/>
                    <a:pt x="140" y="12"/>
                    <a:pt x="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33"/>
            <p:cNvSpPr/>
            <p:nvPr/>
          </p:nvSpPr>
          <p:spPr>
            <a:xfrm>
              <a:off x="5227750" y="3267350"/>
              <a:ext cx="36125" cy="16450"/>
            </a:xfrm>
            <a:custGeom>
              <a:avLst/>
              <a:gdLst/>
              <a:ahLst/>
              <a:cxnLst/>
              <a:rect l="l" t="t" r="r" b="b"/>
              <a:pathLst>
                <a:path w="1445" h="658" extrusionOk="0">
                  <a:moveTo>
                    <a:pt x="150" y="1"/>
                  </a:moveTo>
                  <a:cubicBezTo>
                    <a:pt x="130" y="1"/>
                    <a:pt x="109" y="1"/>
                    <a:pt x="89" y="3"/>
                  </a:cubicBezTo>
                  <a:cubicBezTo>
                    <a:pt x="56" y="158"/>
                    <a:pt x="33" y="324"/>
                    <a:pt x="0" y="480"/>
                  </a:cubicBezTo>
                  <a:cubicBezTo>
                    <a:pt x="33" y="491"/>
                    <a:pt x="78" y="491"/>
                    <a:pt x="112" y="491"/>
                  </a:cubicBezTo>
                  <a:cubicBezTo>
                    <a:pt x="556" y="502"/>
                    <a:pt x="1011" y="491"/>
                    <a:pt x="1411" y="658"/>
                  </a:cubicBezTo>
                  <a:cubicBezTo>
                    <a:pt x="1422" y="625"/>
                    <a:pt x="1433" y="602"/>
                    <a:pt x="1445" y="569"/>
                  </a:cubicBezTo>
                  <a:cubicBezTo>
                    <a:pt x="1211" y="346"/>
                    <a:pt x="944" y="191"/>
                    <a:pt x="655" y="102"/>
                  </a:cubicBezTo>
                  <a:cubicBezTo>
                    <a:pt x="497" y="43"/>
                    <a:pt x="320" y="1"/>
                    <a:pt x="15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33"/>
            <p:cNvSpPr/>
            <p:nvPr/>
          </p:nvSpPr>
          <p:spPr>
            <a:xfrm>
              <a:off x="5164700" y="3262950"/>
              <a:ext cx="41125" cy="19475"/>
            </a:xfrm>
            <a:custGeom>
              <a:avLst/>
              <a:gdLst/>
              <a:ahLst/>
              <a:cxnLst/>
              <a:rect l="l" t="t" r="r" b="b"/>
              <a:pathLst>
                <a:path w="1645" h="779" extrusionOk="0">
                  <a:moveTo>
                    <a:pt x="1545" y="1"/>
                  </a:moveTo>
                  <a:cubicBezTo>
                    <a:pt x="1323" y="1"/>
                    <a:pt x="1089" y="78"/>
                    <a:pt x="889" y="145"/>
                  </a:cubicBezTo>
                  <a:cubicBezTo>
                    <a:pt x="567" y="267"/>
                    <a:pt x="256" y="456"/>
                    <a:pt x="0" y="690"/>
                  </a:cubicBezTo>
                  <a:cubicBezTo>
                    <a:pt x="12" y="722"/>
                    <a:pt x="23" y="745"/>
                    <a:pt x="45" y="778"/>
                  </a:cubicBezTo>
                  <a:cubicBezTo>
                    <a:pt x="489" y="567"/>
                    <a:pt x="1022" y="545"/>
                    <a:pt x="1523" y="490"/>
                  </a:cubicBezTo>
                  <a:cubicBezTo>
                    <a:pt x="1567" y="490"/>
                    <a:pt x="1612" y="478"/>
                    <a:pt x="1644" y="467"/>
                  </a:cubicBezTo>
                  <a:lnTo>
                    <a:pt x="15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33"/>
            <p:cNvSpPr/>
            <p:nvPr/>
          </p:nvSpPr>
          <p:spPr>
            <a:xfrm>
              <a:off x="5171100" y="3288475"/>
              <a:ext cx="10850" cy="11450"/>
            </a:xfrm>
            <a:custGeom>
              <a:avLst/>
              <a:gdLst/>
              <a:ahLst/>
              <a:cxnLst/>
              <a:rect l="l" t="t" r="r" b="b"/>
              <a:pathLst>
                <a:path w="434" h="458" extrusionOk="0">
                  <a:moveTo>
                    <a:pt x="216" y="1"/>
                  </a:moveTo>
                  <a:cubicBezTo>
                    <a:pt x="211" y="1"/>
                    <a:pt x="206" y="1"/>
                    <a:pt x="200" y="2"/>
                  </a:cubicBezTo>
                  <a:cubicBezTo>
                    <a:pt x="78" y="24"/>
                    <a:pt x="0" y="113"/>
                    <a:pt x="0" y="246"/>
                  </a:cubicBezTo>
                  <a:cubicBezTo>
                    <a:pt x="10" y="352"/>
                    <a:pt x="112" y="458"/>
                    <a:pt x="217" y="458"/>
                  </a:cubicBezTo>
                  <a:cubicBezTo>
                    <a:pt x="222" y="458"/>
                    <a:pt x="228" y="457"/>
                    <a:pt x="233" y="457"/>
                  </a:cubicBezTo>
                  <a:cubicBezTo>
                    <a:pt x="356" y="435"/>
                    <a:pt x="433" y="346"/>
                    <a:pt x="433" y="212"/>
                  </a:cubicBezTo>
                  <a:cubicBezTo>
                    <a:pt x="423" y="107"/>
                    <a:pt x="322" y="1"/>
                    <a:pt x="21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33"/>
            <p:cNvSpPr/>
            <p:nvPr/>
          </p:nvSpPr>
          <p:spPr>
            <a:xfrm>
              <a:off x="5237200" y="3290850"/>
              <a:ext cx="12225" cy="10850"/>
            </a:xfrm>
            <a:custGeom>
              <a:avLst/>
              <a:gdLst/>
              <a:ahLst/>
              <a:cxnLst/>
              <a:rect l="l" t="t" r="r" b="b"/>
              <a:pathLst>
                <a:path w="489" h="434" extrusionOk="0">
                  <a:moveTo>
                    <a:pt x="253" y="1"/>
                  </a:moveTo>
                  <a:cubicBezTo>
                    <a:pt x="174" y="1"/>
                    <a:pt x="97" y="47"/>
                    <a:pt x="55" y="129"/>
                  </a:cubicBezTo>
                  <a:cubicBezTo>
                    <a:pt x="0" y="229"/>
                    <a:pt x="55" y="373"/>
                    <a:pt x="156" y="418"/>
                  </a:cubicBezTo>
                  <a:cubicBezTo>
                    <a:pt x="182" y="428"/>
                    <a:pt x="208" y="433"/>
                    <a:pt x="233" y="433"/>
                  </a:cubicBezTo>
                  <a:cubicBezTo>
                    <a:pt x="316" y="433"/>
                    <a:pt x="391" y="380"/>
                    <a:pt x="433" y="295"/>
                  </a:cubicBezTo>
                  <a:cubicBezTo>
                    <a:pt x="489" y="196"/>
                    <a:pt x="433" y="62"/>
                    <a:pt x="333" y="18"/>
                  </a:cubicBezTo>
                  <a:cubicBezTo>
                    <a:pt x="307" y="6"/>
                    <a:pt x="280" y="1"/>
                    <a:pt x="25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33"/>
            <p:cNvSpPr/>
            <p:nvPr/>
          </p:nvSpPr>
          <p:spPr>
            <a:xfrm>
              <a:off x="5179700" y="3310625"/>
              <a:ext cx="10850" cy="17050"/>
            </a:xfrm>
            <a:custGeom>
              <a:avLst/>
              <a:gdLst/>
              <a:ahLst/>
              <a:cxnLst/>
              <a:rect l="l" t="t" r="r" b="b"/>
              <a:pathLst>
                <a:path w="434" h="682" extrusionOk="0">
                  <a:moveTo>
                    <a:pt x="369" y="0"/>
                  </a:moveTo>
                  <a:cubicBezTo>
                    <a:pt x="362" y="0"/>
                    <a:pt x="353" y="2"/>
                    <a:pt x="345" y="5"/>
                  </a:cubicBezTo>
                  <a:cubicBezTo>
                    <a:pt x="222" y="93"/>
                    <a:pt x="123" y="193"/>
                    <a:pt x="22" y="316"/>
                  </a:cubicBezTo>
                  <a:cubicBezTo>
                    <a:pt x="12" y="326"/>
                    <a:pt x="0" y="348"/>
                    <a:pt x="0" y="371"/>
                  </a:cubicBezTo>
                  <a:lnTo>
                    <a:pt x="12" y="371"/>
                  </a:lnTo>
                  <a:cubicBezTo>
                    <a:pt x="111" y="482"/>
                    <a:pt x="222" y="582"/>
                    <a:pt x="356" y="637"/>
                  </a:cubicBezTo>
                  <a:cubicBezTo>
                    <a:pt x="378" y="659"/>
                    <a:pt x="412" y="671"/>
                    <a:pt x="434" y="682"/>
                  </a:cubicBezTo>
                  <a:cubicBezTo>
                    <a:pt x="422" y="571"/>
                    <a:pt x="412" y="471"/>
                    <a:pt x="412" y="371"/>
                  </a:cubicBezTo>
                  <a:cubicBezTo>
                    <a:pt x="412" y="326"/>
                    <a:pt x="400" y="148"/>
                    <a:pt x="400" y="37"/>
                  </a:cubicBezTo>
                  <a:cubicBezTo>
                    <a:pt x="409" y="13"/>
                    <a:pt x="392" y="0"/>
                    <a:pt x="36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33"/>
            <p:cNvSpPr/>
            <p:nvPr/>
          </p:nvSpPr>
          <p:spPr>
            <a:xfrm>
              <a:off x="5213025" y="3323000"/>
              <a:ext cx="14450" cy="13850"/>
            </a:xfrm>
            <a:custGeom>
              <a:avLst/>
              <a:gdLst/>
              <a:ahLst/>
              <a:cxnLst/>
              <a:rect l="l" t="t" r="r" b="b"/>
              <a:pathLst>
                <a:path w="578" h="554" extrusionOk="0">
                  <a:moveTo>
                    <a:pt x="498" y="0"/>
                  </a:moveTo>
                  <a:cubicBezTo>
                    <a:pt x="487" y="0"/>
                    <a:pt x="476" y="6"/>
                    <a:pt x="467" y="21"/>
                  </a:cubicBezTo>
                  <a:cubicBezTo>
                    <a:pt x="400" y="98"/>
                    <a:pt x="278" y="231"/>
                    <a:pt x="245" y="253"/>
                  </a:cubicBezTo>
                  <a:cubicBezTo>
                    <a:pt x="178" y="332"/>
                    <a:pt x="101" y="409"/>
                    <a:pt x="12" y="476"/>
                  </a:cubicBezTo>
                  <a:cubicBezTo>
                    <a:pt x="12" y="487"/>
                    <a:pt x="0" y="487"/>
                    <a:pt x="0" y="498"/>
                  </a:cubicBezTo>
                  <a:cubicBezTo>
                    <a:pt x="17" y="496"/>
                    <a:pt x="33" y="495"/>
                    <a:pt x="50" y="495"/>
                  </a:cubicBezTo>
                  <a:cubicBezTo>
                    <a:pt x="122" y="495"/>
                    <a:pt x="192" y="511"/>
                    <a:pt x="256" y="520"/>
                  </a:cubicBezTo>
                  <a:cubicBezTo>
                    <a:pt x="356" y="532"/>
                    <a:pt x="445" y="542"/>
                    <a:pt x="533" y="554"/>
                  </a:cubicBezTo>
                  <a:cubicBezTo>
                    <a:pt x="545" y="554"/>
                    <a:pt x="545" y="542"/>
                    <a:pt x="556" y="542"/>
                  </a:cubicBezTo>
                  <a:cubicBezTo>
                    <a:pt x="567" y="520"/>
                    <a:pt x="567" y="498"/>
                    <a:pt x="567" y="476"/>
                  </a:cubicBezTo>
                  <a:cubicBezTo>
                    <a:pt x="578" y="332"/>
                    <a:pt x="567" y="176"/>
                    <a:pt x="533" y="31"/>
                  </a:cubicBezTo>
                  <a:cubicBezTo>
                    <a:pt x="527" y="12"/>
                    <a:pt x="513" y="0"/>
                    <a:pt x="49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33"/>
            <p:cNvSpPr/>
            <p:nvPr/>
          </p:nvSpPr>
          <p:spPr>
            <a:xfrm>
              <a:off x="5171350" y="3286275"/>
              <a:ext cx="29475" cy="4525"/>
            </a:xfrm>
            <a:custGeom>
              <a:avLst/>
              <a:gdLst/>
              <a:ahLst/>
              <a:cxnLst/>
              <a:rect l="l" t="t" r="r" b="b"/>
              <a:pathLst>
                <a:path w="1179" h="181" extrusionOk="0">
                  <a:moveTo>
                    <a:pt x="23" y="1"/>
                  </a:moveTo>
                  <a:lnTo>
                    <a:pt x="1" y="78"/>
                  </a:lnTo>
                  <a:cubicBezTo>
                    <a:pt x="343" y="147"/>
                    <a:pt x="684" y="181"/>
                    <a:pt x="1032" y="181"/>
                  </a:cubicBezTo>
                  <a:cubicBezTo>
                    <a:pt x="1081" y="181"/>
                    <a:pt x="1130" y="180"/>
                    <a:pt x="1178" y="179"/>
                  </a:cubicBezTo>
                  <a:lnTo>
                    <a:pt x="1168" y="112"/>
                  </a:lnTo>
                  <a:cubicBezTo>
                    <a:pt x="1122" y="113"/>
                    <a:pt x="1077" y="114"/>
                    <a:pt x="1031" y="114"/>
                  </a:cubicBezTo>
                  <a:cubicBezTo>
                    <a:pt x="697" y="114"/>
                    <a:pt x="355" y="79"/>
                    <a:pt x="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33"/>
            <p:cNvSpPr/>
            <p:nvPr/>
          </p:nvSpPr>
          <p:spPr>
            <a:xfrm>
              <a:off x="5235525" y="3288500"/>
              <a:ext cx="22500" cy="2600"/>
            </a:xfrm>
            <a:custGeom>
              <a:avLst/>
              <a:gdLst/>
              <a:ahLst/>
              <a:cxnLst/>
              <a:rect l="l" t="t" r="r" b="b"/>
              <a:pathLst>
                <a:path w="900" h="104" extrusionOk="0">
                  <a:moveTo>
                    <a:pt x="11" y="1"/>
                  </a:moveTo>
                  <a:lnTo>
                    <a:pt x="1" y="78"/>
                  </a:lnTo>
                  <a:cubicBezTo>
                    <a:pt x="150" y="95"/>
                    <a:pt x="300" y="103"/>
                    <a:pt x="450" y="103"/>
                  </a:cubicBezTo>
                  <a:cubicBezTo>
                    <a:pt x="600" y="103"/>
                    <a:pt x="750" y="95"/>
                    <a:pt x="900" y="78"/>
                  </a:cubicBezTo>
                  <a:lnTo>
                    <a:pt x="889" y="11"/>
                  </a:lnTo>
                  <a:cubicBezTo>
                    <a:pt x="768" y="26"/>
                    <a:pt x="645" y="32"/>
                    <a:pt x="522" y="32"/>
                  </a:cubicBezTo>
                  <a:cubicBezTo>
                    <a:pt x="351" y="32"/>
                    <a:pt x="179" y="20"/>
                    <a:pt x="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33"/>
            <p:cNvSpPr/>
            <p:nvPr/>
          </p:nvSpPr>
          <p:spPr>
            <a:xfrm>
              <a:off x="5202475" y="3295750"/>
              <a:ext cx="27775" cy="20275"/>
            </a:xfrm>
            <a:custGeom>
              <a:avLst/>
              <a:gdLst/>
              <a:ahLst/>
              <a:cxnLst/>
              <a:rect l="l" t="t" r="r" b="b"/>
              <a:pathLst>
                <a:path w="1111" h="811" extrusionOk="0">
                  <a:moveTo>
                    <a:pt x="871" y="0"/>
                  </a:moveTo>
                  <a:cubicBezTo>
                    <a:pt x="790" y="0"/>
                    <a:pt x="711" y="40"/>
                    <a:pt x="667" y="99"/>
                  </a:cubicBezTo>
                  <a:cubicBezTo>
                    <a:pt x="634" y="133"/>
                    <a:pt x="600" y="177"/>
                    <a:pt x="589" y="222"/>
                  </a:cubicBezTo>
                  <a:cubicBezTo>
                    <a:pt x="503" y="107"/>
                    <a:pt x="360" y="26"/>
                    <a:pt x="216" y="26"/>
                  </a:cubicBezTo>
                  <a:cubicBezTo>
                    <a:pt x="192" y="26"/>
                    <a:pt x="168" y="28"/>
                    <a:pt x="145" y="33"/>
                  </a:cubicBezTo>
                  <a:cubicBezTo>
                    <a:pt x="123" y="33"/>
                    <a:pt x="101" y="33"/>
                    <a:pt x="78" y="55"/>
                  </a:cubicBezTo>
                  <a:cubicBezTo>
                    <a:pt x="45" y="77"/>
                    <a:pt x="34" y="99"/>
                    <a:pt x="22" y="133"/>
                  </a:cubicBezTo>
                  <a:cubicBezTo>
                    <a:pt x="0" y="244"/>
                    <a:pt x="45" y="344"/>
                    <a:pt x="101" y="432"/>
                  </a:cubicBezTo>
                  <a:cubicBezTo>
                    <a:pt x="200" y="577"/>
                    <a:pt x="300" y="733"/>
                    <a:pt x="467" y="766"/>
                  </a:cubicBezTo>
                  <a:lnTo>
                    <a:pt x="500" y="655"/>
                  </a:lnTo>
                  <a:cubicBezTo>
                    <a:pt x="367" y="622"/>
                    <a:pt x="289" y="499"/>
                    <a:pt x="200" y="366"/>
                  </a:cubicBezTo>
                  <a:cubicBezTo>
                    <a:pt x="167" y="299"/>
                    <a:pt x="123" y="232"/>
                    <a:pt x="133" y="166"/>
                  </a:cubicBezTo>
                  <a:lnTo>
                    <a:pt x="145" y="155"/>
                  </a:lnTo>
                  <a:cubicBezTo>
                    <a:pt x="145" y="155"/>
                    <a:pt x="156" y="144"/>
                    <a:pt x="167" y="144"/>
                  </a:cubicBezTo>
                  <a:cubicBezTo>
                    <a:pt x="181" y="142"/>
                    <a:pt x="196" y="141"/>
                    <a:pt x="210" y="141"/>
                  </a:cubicBezTo>
                  <a:cubicBezTo>
                    <a:pt x="361" y="141"/>
                    <a:pt x="503" y="247"/>
                    <a:pt x="533" y="400"/>
                  </a:cubicBezTo>
                  <a:lnTo>
                    <a:pt x="589" y="632"/>
                  </a:lnTo>
                  <a:lnTo>
                    <a:pt x="656" y="400"/>
                  </a:lnTo>
                  <a:cubicBezTo>
                    <a:pt x="678" y="321"/>
                    <a:pt x="700" y="232"/>
                    <a:pt x="756" y="177"/>
                  </a:cubicBezTo>
                  <a:cubicBezTo>
                    <a:pt x="780" y="146"/>
                    <a:pt x="826" y="119"/>
                    <a:pt x="871" y="119"/>
                  </a:cubicBezTo>
                  <a:cubicBezTo>
                    <a:pt x="889" y="119"/>
                    <a:pt x="907" y="123"/>
                    <a:pt x="923" y="133"/>
                  </a:cubicBezTo>
                  <a:cubicBezTo>
                    <a:pt x="978" y="166"/>
                    <a:pt x="989" y="244"/>
                    <a:pt x="978" y="299"/>
                  </a:cubicBezTo>
                  <a:cubicBezTo>
                    <a:pt x="967" y="466"/>
                    <a:pt x="878" y="610"/>
                    <a:pt x="800" y="743"/>
                  </a:cubicBezTo>
                  <a:lnTo>
                    <a:pt x="900" y="810"/>
                  </a:lnTo>
                  <a:cubicBezTo>
                    <a:pt x="989" y="666"/>
                    <a:pt x="1089" y="499"/>
                    <a:pt x="1100" y="311"/>
                  </a:cubicBezTo>
                  <a:cubicBezTo>
                    <a:pt x="1111" y="188"/>
                    <a:pt x="1067" y="77"/>
                    <a:pt x="989" y="33"/>
                  </a:cubicBezTo>
                  <a:cubicBezTo>
                    <a:pt x="952" y="10"/>
                    <a:pt x="911" y="0"/>
                    <a:pt x="87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33"/>
            <p:cNvSpPr/>
            <p:nvPr/>
          </p:nvSpPr>
          <p:spPr>
            <a:xfrm>
              <a:off x="5178325" y="3318225"/>
              <a:ext cx="48600" cy="19800"/>
            </a:xfrm>
            <a:custGeom>
              <a:avLst/>
              <a:gdLst/>
              <a:ahLst/>
              <a:cxnLst/>
              <a:rect l="l" t="t" r="r" b="b"/>
              <a:pathLst>
                <a:path w="1944" h="792" extrusionOk="0">
                  <a:moveTo>
                    <a:pt x="55" y="0"/>
                  </a:moveTo>
                  <a:cubicBezTo>
                    <a:pt x="45" y="22"/>
                    <a:pt x="22" y="34"/>
                    <a:pt x="0" y="56"/>
                  </a:cubicBezTo>
                  <a:cubicBezTo>
                    <a:pt x="388" y="411"/>
                    <a:pt x="877" y="656"/>
                    <a:pt x="1388" y="745"/>
                  </a:cubicBezTo>
                  <a:cubicBezTo>
                    <a:pt x="1535" y="772"/>
                    <a:pt x="1690" y="792"/>
                    <a:pt x="1840" y="792"/>
                  </a:cubicBezTo>
                  <a:cubicBezTo>
                    <a:pt x="1871" y="792"/>
                    <a:pt x="1902" y="791"/>
                    <a:pt x="1933" y="789"/>
                  </a:cubicBezTo>
                  <a:cubicBezTo>
                    <a:pt x="1944" y="767"/>
                    <a:pt x="1944" y="745"/>
                    <a:pt x="1944" y="723"/>
                  </a:cubicBezTo>
                  <a:lnTo>
                    <a:pt x="1944" y="723"/>
                  </a:lnTo>
                  <a:cubicBezTo>
                    <a:pt x="1930" y="723"/>
                    <a:pt x="1916" y="723"/>
                    <a:pt x="1902" y="723"/>
                  </a:cubicBezTo>
                  <a:cubicBezTo>
                    <a:pt x="1228" y="723"/>
                    <a:pt x="567" y="469"/>
                    <a:pt x="5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33"/>
            <p:cNvSpPr/>
            <p:nvPr/>
          </p:nvSpPr>
          <p:spPr>
            <a:xfrm>
              <a:off x="5091925" y="3268775"/>
              <a:ext cx="43900" cy="59425"/>
            </a:xfrm>
            <a:custGeom>
              <a:avLst/>
              <a:gdLst/>
              <a:ahLst/>
              <a:cxnLst/>
              <a:rect l="l" t="t" r="r" b="b"/>
              <a:pathLst>
                <a:path w="1756" h="2377" extrusionOk="0">
                  <a:moveTo>
                    <a:pt x="634" y="1"/>
                  </a:moveTo>
                  <a:cubicBezTo>
                    <a:pt x="368" y="12"/>
                    <a:pt x="123" y="245"/>
                    <a:pt x="67" y="512"/>
                  </a:cubicBezTo>
                  <a:cubicBezTo>
                    <a:pt x="1" y="778"/>
                    <a:pt x="101" y="1067"/>
                    <a:pt x="257" y="1289"/>
                  </a:cubicBezTo>
                  <a:cubicBezTo>
                    <a:pt x="323" y="1378"/>
                    <a:pt x="401" y="1456"/>
                    <a:pt x="467" y="1545"/>
                  </a:cubicBezTo>
                  <a:cubicBezTo>
                    <a:pt x="590" y="1711"/>
                    <a:pt x="679" y="1889"/>
                    <a:pt x="801" y="2056"/>
                  </a:cubicBezTo>
                  <a:cubicBezTo>
                    <a:pt x="955" y="2255"/>
                    <a:pt x="1165" y="2377"/>
                    <a:pt x="1343" y="2377"/>
                  </a:cubicBezTo>
                  <a:cubicBezTo>
                    <a:pt x="1524" y="2377"/>
                    <a:pt x="1673" y="2252"/>
                    <a:pt x="1701" y="1956"/>
                  </a:cubicBezTo>
                  <a:cubicBezTo>
                    <a:pt x="1756" y="1390"/>
                    <a:pt x="1612" y="745"/>
                    <a:pt x="1234" y="323"/>
                  </a:cubicBezTo>
                  <a:cubicBezTo>
                    <a:pt x="1089" y="145"/>
                    <a:pt x="867" y="1"/>
                    <a:pt x="63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33"/>
            <p:cNvSpPr/>
            <p:nvPr/>
          </p:nvSpPr>
          <p:spPr>
            <a:xfrm>
              <a:off x="5098875" y="3277950"/>
              <a:ext cx="30300" cy="41025"/>
            </a:xfrm>
            <a:custGeom>
              <a:avLst/>
              <a:gdLst/>
              <a:ahLst/>
              <a:cxnLst/>
              <a:rect l="l" t="t" r="r" b="b"/>
              <a:pathLst>
                <a:path w="1212" h="1641" extrusionOk="0">
                  <a:moveTo>
                    <a:pt x="434" y="1"/>
                  </a:moveTo>
                  <a:cubicBezTo>
                    <a:pt x="245" y="11"/>
                    <a:pt x="78" y="167"/>
                    <a:pt x="45" y="356"/>
                  </a:cubicBezTo>
                  <a:cubicBezTo>
                    <a:pt x="1" y="534"/>
                    <a:pt x="68" y="734"/>
                    <a:pt x="179" y="889"/>
                  </a:cubicBezTo>
                  <a:cubicBezTo>
                    <a:pt x="223" y="956"/>
                    <a:pt x="268" y="1011"/>
                    <a:pt x="323" y="1067"/>
                  </a:cubicBezTo>
                  <a:cubicBezTo>
                    <a:pt x="401" y="1178"/>
                    <a:pt x="468" y="1300"/>
                    <a:pt x="545" y="1411"/>
                  </a:cubicBezTo>
                  <a:cubicBezTo>
                    <a:pt x="655" y="1554"/>
                    <a:pt x="801" y="1640"/>
                    <a:pt x="924" y="1640"/>
                  </a:cubicBezTo>
                  <a:cubicBezTo>
                    <a:pt x="1049" y="1640"/>
                    <a:pt x="1150" y="1552"/>
                    <a:pt x="1167" y="1344"/>
                  </a:cubicBezTo>
                  <a:cubicBezTo>
                    <a:pt x="1211" y="956"/>
                    <a:pt x="1112" y="512"/>
                    <a:pt x="856" y="223"/>
                  </a:cubicBezTo>
                  <a:cubicBezTo>
                    <a:pt x="745" y="100"/>
                    <a:pt x="601" y="1"/>
                    <a:pt x="434"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33"/>
            <p:cNvSpPr/>
            <p:nvPr/>
          </p:nvSpPr>
          <p:spPr>
            <a:xfrm>
              <a:off x="5106375" y="3282100"/>
              <a:ext cx="16425" cy="29750"/>
            </a:xfrm>
            <a:custGeom>
              <a:avLst/>
              <a:gdLst/>
              <a:ahLst/>
              <a:cxnLst/>
              <a:rect l="l" t="t" r="r" b="b"/>
              <a:pathLst>
                <a:path w="657" h="1190" extrusionOk="0">
                  <a:moveTo>
                    <a:pt x="578" y="1057"/>
                  </a:moveTo>
                  <a:cubicBezTo>
                    <a:pt x="590" y="1057"/>
                    <a:pt x="600" y="1057"/>
                    <a:pt x="612" y="1067"/>
                  </a:cubicBezTo>
                  <a:lnTo>
                    <a:pt x="578" y="1101"/>
                  </a:lnTo>
                  <a:lnTo>
                    <a:pt x="578" y="1057"/>
                  </a:lnTo>
                  <a:close/>
                  <a:moveTo>
                    <a:pt x="45" y="1"/>
                  </a:moveTo>
                  <a:lnTo>
                    <a:pt x="0" y="112"/>
                  </a:lnTo>
                  <a:cubicBezTo>
                    <a:pt x="79" y="146"/>
                    <a:pt x="134" y="212"/>
                    <a:pt x="190" y="290"/>
                  </a:cubicBezTo>
                  <a:cubicBezTo>
                    <a:pt x="356" y="512"/>
                    <a:pt x="467" y="768"/>
                    <a:pt x="523" y="1057"/>
                  </a:cubicBezTo>
                  <a:lnTo>
                    <a:pt x="511" y="1079"/>
                  </a:lnTo>
                  <a:cubicBezTo>
                    <a:pt x="511" y="1112"/>
                    <a:pt x="511" y="1134"/>
                    <a:pt x="534" y="1156"/>
                  </a:cubicBezTo>
                  <a:lnTo>
                    <a:pt x="578" y="1190"/>
                  </a:lnTo>
                  <a:lnTo>
                    <a:pt x="612" y="1168"/>
                  </a:lnTo>
                  <a:cubicBezTo>
                    <a:pt x="634" y="1156"/>
                    <a:pt x="656" y="1134"/>
                    <a:pt x="645" y="1067"/>
                  </a:cubicBezTo>
                  <a:cubicBezTo>
                    <a:pt x="590" y="756"/>
                    <a:pt x="467" y="467"/>
                    <a:pt x="289" y="212"/>
                  </a:cubicBezTo>
                  <a:cubicBezTo>
                    <a:pt x="223" y="134"/>
                    <a:pt x="156" y="45"/>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33"/>
            <p:cNvSpPr/>
            <p:nvPr/>
          </p:nvSpPr>
          <p:spPr>
            <a:xfrm>
              <a:off x="5107225" y="3293500"/>
              <a:ext cx="12500" cy="9175"/>
            </a:xfrm>
            <a:custGeom>
              <a:avLst/>
              <a:gdLst/>
              <a:ahLst/>
              <a:cxnLst/>
              <a:rect l="l" t="t" r="r" b="b"/>
              <a:pathLst>
                <a:path w="500" h="367" extrusionOk="0">
                  <a:moveTo>
                    <a:pt x="45" y="1"/>
                  </a:moveTo>
                  <a:lnTo>
                    <a:pt x="0" y="112"/>
                  </a:lnTo>
                  <a:cubicBezTo>
                    <a:pt x="156" y="167"/>
                    <a:pt x="289" y="256"/>
                    <a:pt x="422" y="367"/>
                  </a:cubicBezTo>
                  <a:lnTo>
                    <a:pt x="500" y="267"/>
                  </a:lnTo>
                  <a:cubicBezTo>
                    <a:pt x="356" y="156"/>
                    <a:pt x="211" y="67"/>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33"/>
            <p:cNvSpPr/>
            <p:nvPr/>
          </p:nvSpPr>
          <p:spPr>
            <a:xfrm>
              <a:off x="5093050" y="3334325"/>
              <a:ext cx="133050" cy="124450"/>
            </a:xfrm>
            <a:custGeom>
              <a:avLst/>
              <a:gdLst/>
              <a:ahLst/>
              <a:cxnLst/>
              <a:rect l="l" t="t" r="r" b="b"/>
              <a:pathLst>
                <a:path w="5322" h="4978" extrusionOk="0">
                  <a:moveTo>
                    <a:pt x="12" y="0"/>
                  </a:moveTo>
                  <a:cubicBezTo>
                    <a:pt x="0" y="534"/>
                    <a:pt x="156" y="1056"/>
                    <a:pt x="456" y="1489"/>
                  </a:cubicBezTo>
                  <a:cubicBezTo>
                    <a:pt x="489" y="1533"/>
                    <a:pt x="523" y="1589"/>
                    <a:pt x="578" y="1612"/>
                  </a:cubicBezTo>
                  <a:cubicBezTo>
                    <a:pt x="606" y="1628"/>
                    <a:pt x="637" y="1636"/>
                    <a:pt x="667" y="1636"/>
                  </a:cubicBezTo>
                  <a:cubicBezTo>
                    <a:pt x="698" y="1636"/>
                    <a:pt x="728" y="1628"/>
                    <a:pt x="756" y="1612"/>
                  </a:cubicBezTo>
                  <a:cubicBezTo>
                    <a:pt x="812" y="1600"/>
                    <a:pt x="845" y="1556"/>
                    <a:pt x="878" y="1523"/>
                  </a:cubicBezTo>
                  <a:cubicBezTo>
                    <a:pt x="1078" y="2244"/>
                    <a:pt x="1500" y="2922"/>
                    <a:pt x="2056" y="3422"/>
                  </a:cubicBezTo>
                  <a:cubicBezTo>
                    <a:pt x="2122" y="3479"/>
                    <a:pt x="2220" y="3552"/>
                    <a:pt x="2324" y="3552"/>
                  </a:cubicBezTo>
                  <a:cubicBezTo>
                    <a:pt x="2341" y="3552"/>
                    <a:pt x="2360" y="3549"/>
                    <a:pt x="2378" y="3544"/>
                  </a:cubicBezTo>
                  <a:cubicBezTo>
                    <a:pt x="2466" y="3522"/>
                    <a:pt x="2533" y="3444"/>
                    <a:pt x="2589" y="3311"/>
                  </a:cubicBezTo>
                  <a:cubicBezTo>
                    <a:pt x="2611" y="3244"/>
                    <a:pt x="2622" y="3177"/>
                    <a:pt x="2633" y="3111"/>
                  </a:cubicBezTo>
                  <a:cubicBezTo>
                    <a:pt x="2656" y="3155"/>
                    <a:pt x="2689" y="3200"/>
                    <a:pt x="2711" y="3233"/>
                  </a:cubicBezTo>
                  <a:cubicBezTo>
                    <a:pt x="3000" y="3700"/>
                    <a:pt x="3288" y="4177"/>
                    <a:pt x="3733" y="4533"/>
                  </a:cubicBezTo>
                  <a:cubicBezTo>
                    <a:pt x="4088" y="4822"/>
                    <a:pt x="4500" y="4977"/>
                    <a:pt x="4888" y="4977"/>
                  </a:cubicBezTo>
                  <a:cubicBezTo>
                    <a:pt x="5033" y="4977"/>
                    <a:pt x="5188" y="4955"/>
                    <a:pt x="5322" y="4900"/>
                  </a:cubicBezTo>
                  <a:lnTo>
                    <a:pt x="5288" y="4789"/>
                  </a:lnTo>
                  <a:cubicBezTo>
                    <a:pt x="5155" y="4835"/>
                    <a:pt x="5020" y="4855"/>
                    <a:pt x="4887" y="4855"/>
                  </a:cubicBezTo>
                  <a:cubicBezTo>
                    <a:pt x="4475" y="4855"/>
                    <a:pt x="4080" y="4662"/>
                    <a:pt x="3811" y="4444"/>
                  </a:cubicBezTo>
                  <a:cubicBezTo>
                    <a:pt x="3389" y="4100"/>
                    <a:pt x="3088" y="3633"/>
                    <a:pt x="2811" y="3177"/>
                  </a:cubicBezTo>
                  <a:cubicBezTo>
                    <a:pt x="2755" y="3089"/>
                    <a:pt x="2700" y="2989"/>
                    <a:pt x="2666" y="2900"/>
                  </a:cubicBezTo>
                  <a:cubicBezTo>
                    <a:pt x="2666" y="2778"/>
                    <a:pt x="2666" y="2656"/>
                    <a:pt x="2633" y="2545"/>
                  </a:cubicBezTo>
                  <a:lnTo>
                    <a:pt x="2589" y="2311"/>
                  </a:lnTo>
                  <a:lnTo>
                    <a:pt x="2522" y="2533"/>
                  </a:lnTo>
                  <a:cubicBezTo>
                    <a:pt x="2478" y="2666"/>
                    <a:pt x="2500" y="2789"/>
                    <a:pt x="2545" y="2911"/>
                  </a:cubicBezTo>
                  <a:cubicBezTo>
                    <a:pt x="2533" y="3033"/>
                    <a:pt x="2511" y="3155"/>
                    <a:pt x="2466" y="3266"/>
                  </a:cubicBezTo>
                  <a:cubicBezTo>
                    <a:pt x="2434" y="3367"/>
                    <a:pt x="2400" y="3411"/>
                    <a:pt x="2345" y="3422"/>
                  </a:cubicBezTo>
                  <a:cubicBezTo>
                    <a:pt x="2334" y="3425"/>
                    <a:pt x="2324" y="3427"/>
                    <a:pt x="2313" y="3427"/>
                  </a:cubicBezTo>
                  <a:cubicBezTo>
                    <a:pt x="2254" y="3427"/>
                    <a:pt x="2189" y="3380"/>
                    <a:pt x="2133" y="3333"/>
                  </a:cubicBezTo>
                  <a:cubicBezTo>
                    <a:pt x="1533" y="2800"/>
                    <a:pt x="1111" y="2056"/>
                    <a:pt x="945" y="1267"/>
                  </a:cubicBezTo>
                  <a:cubicBezTo>
                    <a:pt x="933" y="1200"/>
                    <a:pt x="923" y="1133"/>
                    <a:pt x="911" y="1078"/>
                  </a:cubicBezTo>
                  <a:lnTo>
                    <a:pt x="789" y="1101"/>
                  </a:lnTo>
                  <a:cubicBezTo>
                    <a:pt x="800" y="1156"/>
                    <a:pt x="812" y="1222"/>
                    <a:pt x="822" y="1278"/>
                  </a:cubicBezTo>
                  <a:cubicBezTo>
                    <a:pt x="822" y="1323"/>
                    <a:pt x="822" y="1367"/>
                    <a:pt x="812" y="1400"/>
                  </a:cubicBezTo>
                  <a:cubicBezTo>
                    <a:pt x="800" y="1444"/>
                    <a:pt x="756" y="1489"/>
                    <a:pt x="711" y="1500"/>
                  </a:cubicBezTo>
                  <a:cubicBezTo>
                    <a:pt x="696" y="1508"/>
                    <a:pt x="680" y="1516"/>
                    <a:pt x="660" y="1516"/>
                  </a:cubicBezTo>
                  <a:cubicBezTo>
                    <a:pt x="652" y="1516"/>
                    <a:pt x="644" y="1515"/>
                    <a:pt x="634" y="1511"/>
                  </a:cubicBezTo>
                  <a:cubicBezTo>
                    <a:pt x="600" y="1489"/>
                    <a:pt x="578" y="1456"/>
                    <a:pt x="556" y="1422"/>
                  </a:cubicBezTo>
                  <a:cubicBezTo>
                    <a:pt x="267" y="1012"/>
                    <a:pt x="123" y="511"/>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33"/>
            <p:cNvSpPr/>
            <p:nvPr/>
          </p:nvSpPr>
          <p:spPr>
            <a:xfrm>
              <a:off x="4875050" y="3868775"/>
              <a:ext cx="162775" cy="113275"/>
            </a:xfrm>
            <a:custGeom>
              <a:avLst/>
              <a:gdLst/>
              <a:ahLst/>
              <a:cxnLst/>
              <a:rect l="l" t="t" r="r" b="b"/>
              <a:pathLst>
                <a:path w="6511" h="4531" extrusionOk="0">
                  <a:moveTo>
                    <a:pt x="5696" y="0"/>
                  </a:moveTo>
                  <a:cubicBezTo>
                    <a:pt x="5434" y="0"/>
                    <a:pt x="5185" y="19"/>
                    <a:pt x="5077" y="96"/>
                  </a:cubicBezTo>
                  <a:cubicBezTo>
                    <a:pt x="4799" y="307"/>
                    <a:pt x="4943" y="729"/>
                    <a:pt x="4965" y="1084"/>
                  </a:cubicBezTo>
                  <a:cubicBezTo>
                    <a:pt x="4965" y="1173"/>
                    <a:pt x="4977" y="1262"/>
                    <a:pt x="4943" y="1351"/>
                  </a:cubicBezTo>
                  <a:cubicBezTo>
                    <a:pt x="4866" y="1595"/>
                    <a:pt x="4566" y="1651"/>
                    <a:pt x="4333" y="1674"/>
                  </a:cubicBezTo>
                  <a:lnTo>
                    <a:pt x="2099" y="1874"/>
                  </a:lnTo>
                  <a:cubicBezTo>
                    <a:pt x="1644" y="1906"/>
                    <a:pt x="1178" y="1951"/>
                    <a:pt x="766" y="2173"/>
                  </a:cubicBezTo>
                  <a:cubicBezTo>
                    <a:pt x="344" y="2395"/>
                    <a:pt x="0" y="2829"/>
                    <a:pt x="22" y="3306"/>
                  </a:cubicBezTo>
                  <a:cubicBezTo>
                    <a:pt x="22" y="3420"/>
                    <a:pt x="80" y="3553"/>
                    <a:pt x="178" y="3553"/>
                  </a:cubicBezTo>
                  <a:cubicBezTo>
                    <a:pt x="185" y="3553"/>
                    <a:pt x="192" y="3552"/>
                    <a:pt x="200" y="3551"/>
                  </a:cubicBezTo>
                  <a:cubicBezTo>
                    <a:pt x="245" y="3551"/>
                    <a:pt x="278" y="3518"/>
                    <a:pt x="311" y="3495"/>
                  </a:cubicBezTo>
                  <a:cubicBezTo>
                    <a:pt x="544" y="3306"/>
                    <a:pt x="789" y="3106"/>
                    <a:pt x="1022" y="2918"/>
                  </a:cubicBezTo>
                  <a:lnTo>
                    <a:pt x="1022" y="2918"/>
                  </a:lnTo>
                  <a:cubicBezTo>
                    <a:pt x="733" y="3162"/>
                    <a:pt x="544" y="3540"/>
                    <a:pt x="533" y="3918"/>
                  </a:cubicBezTo>
                  <a:cubicBezTo>
                    <a:pt x="533" y="3973"/>
                    <a:pt x="544" y="4051"/>
                    <a:pt x="589" y="4073"/>
                  </a:cubicBezTo>
                  <a:cubicBezTo>
                    <a:pt x="604" y="4083"/>
                    <a:pt x="620" y="4088"/>
                    <a:pt x="636" y="4088"/>
                  </a:cubicBezTo>
                  <a:cubicBezTo>
                    <a:pt x="690" y="4088"/>
                    <a:pt x="746" y="4038"/>
                    <a:pt x="789" y="3995"/>
                  </a:cubicBezTo>
                  <a:cubicBezTo>
                    <a:pt x="1055" y="3718"/>
                    <a:pt x="1333" y="3429"/>
                    <a:pt x="1610" y="3151"/>
                  </a:cubicBezTo>
                  <a:lnTo>
                    <a:pt x="1610" y="3151"/>
                  </a:lnTo>
                  <a:cubicBezTo>
                    <a:pt x="1451" y="3312"/>
                    <a:pt x="790" y="4530"/>
                    <a:pt x="1209" y="4530"/>
                  </a:cubicBezTo>
                  <a:cubicBezTo>
                    <a:pt x="1260" y="4530"/>
                    <a:pt x="1326" y="4512"/>
                    <a:pt x="1411" y="4473"/>
                  </a:cubicBezTo>
                  <a:cubicBezTo>
                    <a:pt x="1522" y="4417"/>
                    <a:pt x="1611" y="4318"/>
                    <a:pt x="1711" y="4229"/>
                  </a:cubicBezTo>
                  <a:cubicBezTo>
                    <a:pt x="2266" y="3751"/>
                    <a:pt x="3010" y="3629"/>
                    <a:pt x="3721" y="3595"/>
                  </a:cubicBezTo>
                  <a:cubicBezTo>
                    <a:pt x="4432" y="3573"/>
                    <a:pt x="5155" y="3629"/>
                    <a:pt x="5843" y="3417"/>
                  </a:cubicBezTo>
                  <a:cubicBezTo>
                    <a:pt x="6498" y="3217"/>
                    <a:pt x="6510" y="2807"/>
                    <a:pt x="6488" y="2207"/>
                  </a:cubicBezTo>
                  <a:cubicBezTo>
                    <a:pt x="6466" y="1474"/>
                    <a:pt x="6443" y="751"/>
                    <a:pt x="6421" y="18"/>
                  </a:cubicBezTo>
                  <a:cubicBezTo>
                    <a:pt x="6332" y="18"/>
                    <a:pt x="6187" y="18"/>
                    <a:pt x="6032" y="7"/>
                  </a:cubicBezTo>
                  <a:cubicBezTo>
                    <a:pt x="5925" y="4"/>
                    <a:pt x="5809" y="0"/>
                    <a:pt x="569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33"/>
            <p:cNvSpPr/>
            <p:nvPr/>
          </p:nvSpPr>
          <p:spPr>
            <a:xfrm>
              <a:off x="4902825" y="3966400"/>
              <a:ext cx="10275" cy="12550"/>
            </a:xfrm>
            <a:custGeom>
              <a:avLst/>
              <a:gdLst/>
              <a:ahLst/>
              <a:cxnLst/>
              <a:rect l="l" t="t" r="r" b="b"/>
              <a:pathLst>
                <a:path w="411" h="502" extrusionOk="0">
                  <a:moveTo>
                    <a:pt x="194" y="0"/>
                  </a:moveTo>
                  <a:cubicBezTo>
                    <a:pt x="162" y="0"/>
                    <a:pt x="145" y="68"/>
                    <a:pt x="122" y="134"/>
                  </a:cubicBezTo>
                  <a:cubicBezTo>
                    <a:pt x="89" y="235"/>
                    <a:pt x="45" y="334"/>
                    <a:pt x="11" y="445"/>
                  </a:cubicBezTo>
                  <a:cubicBezTo>
                    <a:pt x="11" y="457"/>
                    <a:pt x="0" y="490"/>
                    <a:pt x="22" y="501"/>
                  </a:cubicBezTo>
                  <a:lnTo>
                    <a:pt x="45" y="501"/>
                  </a:lnTo>
                  <a:cubicBezTo>
                    <a:pt x="178" y="479"/>
                    <a:pt x="300" y="423"/>
                    <a:pt x="411" y="346"/>
                  </a:cubicBezTo>
                  <a:cubicBezTo>
                    <a:pt x="366" y="245"/>
                    <a:pt x="322" y="146"/>
                    <a:pt x="255" y="57"/>
                  </a:cubicBezTo>
                  <a:cubicBezTo>
                    <a:pt x="230" y="17"/>
                    <a:pt x="210" y="0"/>
                    <a:pt x="194"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33"/>
            <p:cNvSpPr/>
            <p:nvPr/>
          </p:nvSpPr>
          <p:spPr>
            <a:xfrm>
              <a:off x="4997500" y="3868650"/>
              <a:ext cx="38925" cy="36425"/>
            </a:xfrm>
            <a:custGeom>
              <a:avLst/>
              <a:gdLst/>
              <a:ahLst/>
              <a:cxnLst/>
              <a:rect l="l" t="t" r="r" b="b"/>
              <a:pathLst>
                <a:path w="1557" h="1457" extrusionOk="0">
                  <a:moveTo>
                    <a:pt x="45" y="1368"/>
                  </a:moveTo>
                  <a:cubicBezTo>
                    <a:pt x="35" y="1400"/>
                    <a:pt x="12" y="1434"/>
                    <a:pt x="1" y="1456"/>
                  </a:cubicBezTo>
                  <a:lnTo>
                    <a:pt x="1" y="1456"/>
                  </a:lnTo>
                  <a:cubicBezTo>
                    <a:pt x="12" y="1434"/>
                    <a:pt x="35" y="1400"/>
                    <a:pt x="45" y="1368"/>
                  </a:cubicBezTo>
                  <a:close/>
                  <a:moveTo>
                    <a:pt x="45" y="1368"/>
                  </a:moveTo>
                  <a:lnTo>
                    <a:pt x="45" y="1368"/>
                  </a:lnTo>
                  <a:lnTo>
                    <a:pt x="45" y="1368"/>
                  </a:lnTo>
                  <a:close/>
                  <a:moveTo>
                    <a:pt x="67" y="1200"/>
                  </a:moveTo>
                  <a:lnTo>
                    <a:pt x="67" y="1267"/>
                  </a:lnTo>
                  <a:lnTo>
                    <a:pt x="67" y="1200"/>
                  </a:lnTo>
                  <a:close/>
                  <a:moveTo>
                    <a:pt x="768" y="1"/>
                  </a:moveTo>
                  <a:cubicBezTo>
                    <a:pt x="523" y="1"/>
                    <a:pt x="290" y="23"/>
                    <a:pt x="179" y="101"/>
                  </a:cubicBezTo>
                  <a:cubicBezTo>
                    <a:pt x="45" y="201"/>
                    <a:pt x="1" y="346"/>
                    <a:pt x="1" y="512"/>
                  </a:cubicBezTo>
                  <a:cubicBezTo>
                    <a:pt x="1" y="346"/>
                    <a:pt x="45" y="201"/>
                    <a:pt x="179" y="101"/>
                  </a:cubicBezTo>
                  <a:cubicBezTo>
                    <a:pt x="290" y="23"/>
                    <a:pt x="523" y="1"/>
                    <a:pt x="768" y="1"/>
                  </a:cubicBezTo>
                  <a:cubicBezTo>
                    <a:pt x="890" y="1"/>
                    <a:pt x="1023" y="12"/>
                    <a:pt x="1134" y="12"/>
                  </a:cubicBezTo>
                  <a:cubicBezTo>
                    <a:pt x="1245" y="23"/>
                    <a:pt x="1356" y="23"/>
                    <a:pt x="1445" y="23"/>
                  </a:cubicBezTo>
                  <a:lnTo>
                    <a:pt x="1523" y="23"/>
                  </a:lnTo>
                  <a:lnTo>
                    <a:pt x="1556" y="956"/>
                  </a:lnTo>
                  <a:lnTo>
                    <a:pt x="1556" y="956"/>
                  </a:lnTo>
                  <a:lnTo>
                    <a:pt x="1523" y="23"/>
                  </a:lnTo>
                  <a:lnTo>
                    <a:pt x="1445" y="23"/>
                  </a:lnTo>
                  <a:cubicBezTo>
                    <a:pt x="1356" y="23"/>
                    <a:pt x="1245" y="23"/>
                    <a:pt x="1134" y="12"/>
                  </a:cubicBezTo>
                  <a:cubicBezTo>
                    <a:pt x="1023" y="12"/>
                    <a:pt x="890" y="1"/>
                    <a:pt x="768"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33"/>
            <p:cNvSpPr/>
            <p:nvPr/>
          </p:nvSpPr>
          <p:spPr>
            <a:xfrm>
              <a:off x="4997500" y="3868650"/>
              <a:ext cx="38925" cy="51975"/>
            </a:xfrm>
            <a:custGeom>
              <a:avLst/>
              <a:gdLst/>
              <a:ahLst/>
              <a:cxnLst/>
              <a:rect l="l" t="t" r="r" b="b"/>
              <a:pathLst>
                <a:path w="1557" h="2079" extrusionOk="0">
                  <a:moveTo>
                    <a:pt x="768" y="1"/>
                  </a:moveTo>
                  <a:cubicBezTo>
                    <a:pt x="523" y="1"/>
                    <a:pt x="290" y="23"/>
                    <a:pt x="179" y="101"/>
                  </a:cubicBezTo>
                  <a:cubicBezTo>
                    <a:pt x="45" y="201"/>
                    <a:pt x="1" y="346"/>
                    <a:pt x="1" y="512"/>
                  </a:cubicBezTo>
                  <a:cubicBezTo>
                    <a:pt x="1" y="701"/>
                    <a:pt x="57" y="901"/>
                    <a:pt x="67" y="1089"/>
                  </a:cubicBezTo>
                  <a:lnTo>
                    <a:pt x="67" y="1200"/>
                  </a:lnTo>
                  <a:lnTo>
                    <a:pt x="67" y="1267"/>
                  </a:lnTo>
                  <a:cubicBezTo>
                    <a:pt x="67" y="1289"/>
                    <a:pt x="57" y="1323"/>
                    <a:pt x="45" y="1356"/>
                  </a:cubicBezTo>
                  <a:lnTo>
                    <a:pt x="45" y="1368"/>
                  </a:lnTo>
                  <a:cubicBezTo>
                    <a:pt x="35" y="1400"/>
                    <a:pt x="12" y="1434"/>
                    <a:pt x="1" y="1456"/>
                  </a:cubicBezTo>
                  <a:cubicBezTo>
                    <a:pt x="179" y="1778"/>
                    <a:pt x="434" y="2079"/>
                    <a:pt x="746" y="2079"/>
                  </a:cubicBezTo>
                  <a:cubicBezTo>
                    <a:pt x="812" y="2079"/>
                    <a:pt x="867" y="2067"/>
                    <a:pt x="934" y="2045"/>
                  </a:cubicBezTo>
                  <a:cubicBezTo>
                    <a:pt x="1323" y="1901"/>
                    <a:pt x="1445" y="1356"/>
                    <a:pt x="1556" y="956"/>
                  </a:cubicBezTo>
                  <a:lnTo>
                    <a:pt x="1523" y="23"/>
                  </a:lnTo>
                  <a:lnTo>
                    <a:pt x="1445" y="23"/>
                  </a:lnTo>
                  <a:cubicBezTo>
                    <a:pt x="1356" y="23"/>
                    <a:pt x="1245" y="23"/>
                    <a:pt x="1134" y="12"/>
                  </a:cubicBezTo>
                  <a:cubicBezTo>
                    <a:pt x="1023" y="12"/>
                    <a:pt x="890" y="1"/>
                    <a:pt x="76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33"/>
            <p:cNvSpPr/>
            <p:nvPr/>
          </p:nvSpPr>
          <p:spPr>
            <a:xfrm>
              <a:off x="4972800" y="3699125"/>
              <a:ext cx="139150" cy="190350"/>
            </a:xfrm>
            <a:custGeom>
              <a:avLst/>
              <a:gdLst/>
              <a:ahLst/>
              <a:cxnLst/>
              <a:rect l="l" t="t" r="r" b="b"/>
              <a:pathLst>
                <a:path w="5566" h="7614" extrusionOk="0">
                  <a:moveTo>
                    <a:pt x="4410" y="4560"/>
                  </a:moveTo>
                  <a:cubicBezTo>
                    <a:pt x="4410" y="4561"/>
                    <a:pt x="4411" y="4562"/>
                    <a:pt x="4411" y="4563"/>
                  </a:cubicBezTo>
                  <a:lnTo>
                    <a:pt x="4411" y="4563"/>
                  </a:lnTo>
                  <a:cubicBezTo>
                    <a:pt x="4411" y="4562"/>
                    <a:pt x="4410" y="4561"/>
                    <a:pt x="4410" y="4560"/>
                  </a:cubicBezTo>
                  <a:close/>
                  <a:moveTo>
                    <a:pt x="2681" y="1"/>
                  </a:moveTo>
                  <a:cubicBezTo>
                    <a:pt x="2489" y="1"/>
                    <a:pt x="2304" y="44"/>
                    <a:pt x="2144" y="150"/>
                  </a:cubicBezTo>
                  <a:cubicBezTo>
                    <a:pt x="2089" y="195"/>
                    <a:pt x="2045" y="250"/>
                    <a:pt x="1989" y="306"/>
                  </a:cubicBezTo>
                  <a:cubicBezTo>
                    <a:pt x="1322" y="1172"/>
                    <a:pt x="645" y="2039"/>
                    <a:pt x="156" y="3016"/>
                  </a:cubicBezTo>
                  <a:cubicBezTo>
                    <a:pt x="100" y="3127"/>
                    <a:pt x="45" y="3249"/>
                    <a:pt x="23" y="3372"/>
                  </a:cubicBezTo>
                  <a:cubicBezTo>
                    <a:pt x="1" y="3505"/>
                    <a:pt x="11" y="3638"/>
                    <a:pt x="23" y="3772"/>
                  </a:cubicBezTo>
                  <a:cubicBezTo>
                    <a:pt x="100" y="4594"/>
                    <a:pt x="178" y="5404"/>
                    <a:pt x="256" y="6226"/>
                  </a:cubicBezTo>
                  <a:cubicBezTo>
                    <a:pt x="312" y="6727"/>
                    <a:pt x="167" y="7460"/>
                    <a:pt x="833" y="7604"/>
                  </a:cubicBezTo>
                  <a:cubicBezTo>
                    <a:pt x="866" y="7610"/>
                    <a:pt x="899" y="7613"/>
                    <a:pt x="933" y="7613"/>
                  </a:cubicBezTo>
                  <a:cubicBezTo>
                    <a:pt x="1074" y="7613"/>
                    <a:pt x="1222" y="7558"/>
                    <a:pt x="1311" y="7460"/>
                  </a:cubicBezTo>
                  <a:cubicBezTo>
                    <a:pt x="1378" y="7404"/>
                    <a:pt x="1411" y="7327"/>
                    <a:pt x="1433" y="7248"/>
                  </a:cubicBezTo>
                  <a:cubicBezTo>
                    <a:pt x="1619" y="7481"/>
                    <a:pt x="1974" y="7582"/>
                    <a:pt x="2359" y="7582"/>
                  </a:cubicBezTo>
                  <a:cubicBezTo>
                    <a:pt x="2875" y="7582"/>
                    <a:pt x="3442" y="7401"/>
                    <a:pt x="3722" y="7115"/>
                  </a:cubicBezTo>
                  <a:cubicBezTo>
                    <a:pt x="4111" y="6727"/>
                    <a:pt x="4489" y="6260"/>
                    <a:pt x="4466" y="5705"/>
                  </a:cubicBezTo>
                  <a:lnTo>
                    <a:pt x="4466" y="5705"/>
                  </a:lnTo>
                  <a:cubicBezTo>
                    <a:pt x="4366" y="5860"/>
                    <a:pt x="4244" y="6004"/>
                    <a:pt x="4099" y="6115"/>
                  </a:cubicBezTo>
                  <a:cubicBezTo>
                    <a:pt x="4377" y="5650"/>
                    <a:pt x="4488" y="5095"/>
                    <a:pt x="4411" y="4563"/>
                  </a:cubicBezTo>
                  <a:lnTo>
                    <a:pt x="4411" y="4563"/>
                  </a:lnTo>
                  <a:cubicBezTo>
                    <a:pt x="4426" y="4680"/>
                    <a:pt x="4196" y="4935"/>
                    <a:pt x="4042" y="4935"/>
                  </a:cubicBezTo>
                  <a:cubicBezTo>
                    <a:pt x="4018" y="4935"/>
                    <a:pt x="3996" y="4929"/>
                    <a:pt x="3978" y="4915"/>
                  </a:cubicBezTo>
                  <a:cubicBezTo>
                    <a:pt x="3855" y="4838"/>
                    <a:pt x="3810" y="4271"/>
                    <a:pt x="3822" y="4127"/>
                  </a:cubicBezTo>
                  <a:cubicBezTo>
                    <a:pt x="3866" y="3816"/>
                    <a:pt x="4099" y="3572"/>
                    <a:pt x="4321" y="3372"/>
                  </a:cubicBezTo>
                  <a:cubicBezTo>
                    <a:pt x="4577" y="3150"/>
                    <a:pt x="4844" y="2950"/>
                    <a:pt x="5121" y="2772"/>
                  </a:cubicBezTo>
                  <a:cubicBezTo>
                    <a:pt x="5321" y="2639"/>
                    <a:pt x="5566" y="2471"/>
                    <a:pt x="5566" y="2216"/>
                  </a:cubicBezTo>
                  <a:cubicBezTo>
                    <a:pt x="5566" y="2083"/>
                    <a:pt x="5477" y="1960"/>
                    <a:pt x="5399" y="1849"/>
                  </a:cubicBezTo>
                  <a:cubicBezTo>
                    <a:pt x="4966" y="1272"/>
                    <a:pt x="4422" y="772"/>
                    <a:pt x="3810" y="383"/>
                  </a:cubicBezTo>
                  <a:cubicBezTo>
                    <a:pt x="3523" y="194"/>
                    <a:pt x="3088" y="1"/>
                    <a:pt x="268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33"/>
            <p:cNvSpPr/>
            <p:nvPr/>
          </p:nvSpPr>
          <p:spPr>
            <a:xfrm>
              <a:off x="5010850" y="3814225"/>
              <a:ext cx="57500" cy="67725"/>
            </a:xfrm>
            <a:custGeom>
              <a:avLst/>
              <a:gdLst/>
              <a:ahLst/>
              <a:cxnLst/>
              <a:rect l="l" t="t" r="r" b="b"/>
              <a:pathLst>
                <a:path w="2300" h="2709" extrusionOk="0">
                  <a:moveTo>
                    <a:pt x="667" y="1545"/>
                  </a:moveTo>
                  <a:cubicBezTo>
                    <a:pt x="678" y="1556"/>
                    <a:pt x="678" y="1556"/>
                    <a:pt x="689" y="1556"/>
                  </a:cubicBezTo>
                  <a:cubicBezTo>
                    <a:pt x="723" y="1589"/>
                    <a:pt x="723" y="1634"/>
                    <a:pt x="711" y="1723"/>
                  </a:cubicBezTo>
                  <a:cubicBezTo>
                    <a:pt x="700" y="1800"/>
                    <a:pt x="678" y="1878"/>
                    <a:pt x="656" y="1956"/>
                  </a:cubicBezTo>
                  <a:cubicBezTo>
                    <a:pt x="644" y="1945"/>
                    <a:pt x="634" y="1923"/>
                    <a:pt x="622" y="1900"/>
                  </a:cubicBezTo>
                  <a:cubicBezTo>
                    <a:pt x="567" y="1822"/>
                    <a:pt x="523" y="1745"/>
                    <a:pt x="545" y="1656"/>
                  </a:cubicBezTo>
                  <a:cubicBezTo>
                    <a:pt x="545" y="1612"/>
                    <a:pt x="589" y="1567"/>
                    <a:pt x="622" y="1556"/>
                  </a:cubicBezTo>
                  <a:cubicBezTo>
                    <a:pt x="634" y="1545"/>
                    <a:pt x="656" y="1545"/>
                    <a:pt x="667" y="1545"/>
                  </a:cubicBezTo>
                  <a:close/>
                  <a:moveTo>
                    <a:pt x="2022" y="0"/>
                  </a:moveTo>
                  <a:lnTo>
                    <a:pt x="1945" y="34"/>
                  </a:lnTo>
                  <a:cubicBezTo>
                    <a:pt x="2222" y="711"/>
                    <a:pt x="2189" y="1523"/>
                    <a:pt x="1866" y="2200"/>
                  </a:cubicBezTo>
                  <a:cubicBezTo>
                    <a:pt x="1800" y="2333"/>
                    <a:pt x="1700" y="2489"/>
                    <a:pt x="1555" y="2489"/>
                  </a:cubicBezTo>
                  <a:cubicBezTo>
                    <a:pt x="1444" y="2489"/>
                    <a:pt x="1355" y="2389"/>
                    <a:pt x="1256" y="2200"/>
                  </a:cubicBezTo>
                  <a:cubicBezTo>
                    <a:pt x="1222" y="2123"/>
                    <a:pt x="1178" y="2022"/>
                    <a:pt x="1167" y="1923"/>
                  </a:cubicBezTo>
                  <a:cubicBezTo>
                    <a:pt x="1200" y="1822"/>
                    <a:pt x="1200" y="1723"/>
                    <a:pt x="1200" y="1622"/>
                  </a:cubicBezTo>
                  <a:lnTo>
                    <a:pt x="1211" y="1478"/>
                  </a:lnTo>
                  <a:lnTo>
                    <a:pt x="1211" y="1478"/>
                  </a:lnTo>
                  <a:lnTo>
                    <a:pt x="1133" y="1600"/>
                  </a:lnTo>
                  <a:cubicBezTo>
                    <a:pt x="1078" y="1700"/>
                    <a:pt x="1066" y="1812"/>
                    <a:pt x="1089" y="1911"/>
                  </a:cubicBezTo>
                  <a:cubicBezTo>
                    <a:pt x="1089" y="1923"/>
                    <a:pt x="1078" y="1933"/>
                    <a:pt x="1078" y="1945"/>
                  </a:cubicBezTo>
                  <a:cubicBezTo>
                    <a:pt x="1046" y="2018"/>
                    <a:pt x="965" y="2101"/>
                    <a:pt x="881" y="2101"/>
                  </a:cubicBezTo>
                  <a:cubicBezTo>
                    <a:pt x="876" y="2101"/>
                    <a:pt x="871" y="2101"/>
                    <a:pt x="867" y="2100"/>
                  </a:cubicBezTo>
                  <a:cubicBezTo>
                    <a:pt x="811" y="2100"/>
                    <a:pt x="755" y="2078"/>
                    <a:pt x="723" y="2034"/>
                  </a:cubicBezTo>
                  <a:lnTo>
                    <a:pt x="789" y="1733"/>
                  </a:lnTo>
                  <a:cubicBezTo>
                    <a:pt x="800" y="1667"/>
                    <a:pt x="800" y="1567"/>
                    <a:pt x="745" y="1501"/>
                  </a:cubicBezTo>
                  <a:cubicBezTo>
                    <a:pt x="717" y="1479"/>
                    <a:pt x="689" y="1471"/>
                    <a:pt x="658" y="1471"/>
                  </a:cubicBezTo>
                  <a:cubicBezTo>
                    <a:pt x="640" y="1471"/>
                    <a:pt x="621" y="1474"/>
                    <a:pt x="600" y="1478"/>
                  </a:cubicBezTo>
                  <a:cubicBezTo>
                    <a:pt x="533" y="1511"/>
                    <a:pt x="478" y="1567"/>
                    <a:pt x="467" y="1644"/>
                  </a:cubicBezTo>
                  <a:cubicBezTo>
                    <a:pt x="444" y="1756"/>
                    <a:pt x="500" y="1856"/>
                    <a:pt x="555" y="1945"/>
                  </a:cubicBezTo>
                  <a:cubicBezTo>
                    <a:pt x="578" y="1978"/>
                    <a:pt x="600" y="2012"/>
                    <a:pt x="634" y="2044"/>
                  </a:cubicBezTo>
                  <a:cubicBezTo>
                    <a:pt x="600" y="2145"/>
                    <a:pt x="567" y="2244"/>
                    <a:pt x="523" y="2345"/>
                  </a:cubicBezTo>
                  <a:cubicBezTo>
                    <a:pt x="478" y="2422"/>
                    <a:pt x="434" y="2523"/>
                    <a:pt x="356" y="2578"/>
                  </a:cubicBezTo>
                  <a:cubicBezTo>
                    <a:pt x="314" y="2605"/>
                    <a:pt x="259" y="2629"/>
                    <a:pt x="208" y="2629"/>
                  </a:cubicBezTo>
                  <a:cubicBezTo>
                    <a:pt x="177" y="2629"/>
                    <a:pt x="148" y="2621"/>
                    <a:pt x="123" y="2600"/>
                  </a:cubicBezTo>
                  <a:cubicBezTo>
                    <a:pt x="100" y="2578"/>
                    <a:pt x="78" y="2545"/>
                    <a:pt x="78" y="2489"/>
                  </a:cubicBezTo>
                  <a:cubicBezTo>
                    <a:pt x="78" y="2456"/>
                    <a:pt x="89" y="2422"/>
                    <a:pt x="123" y="2411"/>
                  </a:cubicBezTo>
                  <a:lnTo>
                    <a:pt x="78" y="2345"/>
                  </a:lnTo>
                  <a:cubicBezTo>
                    <a:pt x="34" y="2378"/>
                    <a:pt x="0" y="2434"/>
                    <a:pt x="0" y="2489"/>
                  </a:cubicBezTo>
                  <a:cubicBezTo>
                    <a:pt x="0" y="2567"/>
                    <a:pt x="34" y="2634"/>
                    <a:pt x="89" y="2667"/>
                  </a:cubicBezTo>
                  <a:cubicBezTo>
                    <a:pt x="100" y="2678"/>
                    <a:pt x="123" y="2689"/>
                    <a:pt x="145" y="2700"/>
                  </a:cubicBezTo>
                  <a:cubicBezTo>
                    <a:pt x="164" y="2706"/>
                    <a:pt x="185" y="2709"/>
                    <a:pt x="206" y="2709"/>
                  </a:cubicBezTo>
                  <a:cubicBezTo>
                    <a:pt x="271" y="2709"/>
                    <a:pt x="342" y="2684"/>
                    <a:pt x="400" y="2634"/>
                  </a:cubicBezTo>
                  <a:cubicBezTo>
                    <a:pt x="489" y="2567"/>
                    <a:pt x="545" y="2467"/>
                    <a:pt x="589" y="2378"/>
                  </a:cubicBezTo>
                  <a:cubicBezTo>
                    <a:pt x="622" y="2289"/>
                    <a:pt x="667" y="2200"/>
                    <a:pt x="689" y="2111"/>
                  </a:cubicBezTo>
                  <a:cubicBezTo>
                    <a:pt x="745" y="2156"/>
                    <a:pt x="800" y="2178"/>
                    <a:pt x="867" y="2178"/>
                  </a:cubicBezTo>
                  <a:cubicBezTo>
                    <a:pt x="967" y="2178"/>
                    <a:pt x="1056" y="2111"/>
                    <a:pt x="1111" y="2034"/>
                  </a:cubicBezTo>
                  <a:cubicBezTo>
                    <a:pt x="1133" y="2100"/>
                    <a:pt x="1167" y="2167"/>
                    <a:pt x="1189" y="2222"/>
                  </a:cubicBezTo>
                  <a:cubicBezTo>
                    <a:pt x="1256" y="2367"/>
                    <a:pt x="1367" y="2567"/>
                    <a:pt x="1555" y="2567"/>
                  </a:cubicBezTo>
                  <a:cubicBezTo>
                    <a:pt x="1700" y="2567"/>
                    <a:pt x="1833" y="2444"/>
                    <a:pt x="1933" y="2234"/>
                  </a:cubicBezTo>
                  <a:cubicBezTo>
                    <a:pt x="2266" y="1533"/>
                    <a:pt x="2300" y="701"/>
                    <a:pt x="20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33"/>
            <p:cNvSpPr/>
            <p:nvPr/>
          </p:nvSpPr>
          <p:spPr>
            <a:xfrm>
              <a:off x="4876700" y="3938150"/>
              <a:ext cx="11400" cy="13775"/>
            </a:xfrm>
            <a:custGeom>
              <a:avLst/>
              <a:gdLst/>
              <a:ahLst/>
              <a:cxnLst/>
              <a:rect l="l" t="t" r="r" b="b"/>
              <a:pathLst>
                <a:path w="456" h="551" extrusionOk="0">
                  <a:moveTo>
                    <a:pt x="219" y="1"/>
                  </a:moveTo>
                  <a:cubicBezTo>
                    <a:pt x="183" y="1"/>
                    <a:pt x="164" y="70"/>
                    <a:pt x="134" y="143"/>
                  </a:cubicBezTo>
                  <a:cubicBezTo>
                    <a:pt x="90" y="254"/>
                    <a:pt x="56" y="365"/>
                    <a:pt x="12" y="487"/>
                  </a:cubicBezTo>
                  <a:cubicBezTo>
                    <a:pt x="1" y="509"/>
                    <a:pt x="1" y="531"/>
                    <a:pt x="12" y="543"/>
                  </a:cubicBezTo>
                  <a:cubicBezTo>
                    <a:pt x="17" y="548"/>
                    <a:pt x="23" y="551"/>
                    <a:pt x="28" y="551"/>
                  </a:cubicBezTo>
                  <a:cubicBezTo>
                    <a:pt x="34" y="551"/>
                    <a:pt x="40" y="548"/>
                    <a:pt x="45" y="543"/>
                  </a:cubicBezTo>
                  <a:cubicBezTo>
                    <a:pt x="189" y="531"/>
                    <a:pt x="334" y="476"/>
                    <a:pt x="456" y="387"/>
                  </a:cubicBezTo>
                  <a:cubicBezTo>
                    <a:pt x="411" y="276"/>
                    <a:pt x="356" y="165"/>
                    <a:pt x="290" y="65"/>
                  </a:cubicBezTo>
                  <a:cubicBezTo>
                    <a:pt x="259" y="19"/>
                    <a:pt x="237" y="1"/>
                    <a:pt x="21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33"/>
            <p:cNvSpPr/>
            <p:nvPr/>
          </p:nvSpPr>
          <p:spPr>
            <a:xfrm>
              <a:off x="4890300" y="3954975"/>
              <a:ext cx="8650" cy="11025"/>
            </a:xfrm>
            <a:custGeom>
              <a:avLst/>
              <a:gdLst/>
              <a:ahLst/>
              <a:cxnLst/>
              <a:rect l="l" t="t" r="r" b="b"/>
              <a:pathLst>
                <a:path w="346" h="441" extrusionOk="0">
                  <a:moveTo>
                    <a:pt x="124" y="0"/>
                  </a:moveTo>
                  <a:cubicBezTo>
                    <a:pt x="92" y="0"/>
                    <a:pt x="82" y="55"/>
                    <a:pt x="67" y="114"/>
                  </a:cubicBezTo>
                  <a:cubicBezTo>
                    <a:pt x="57" y="214"/>
                    <a:pt x="35" y="303"/>
                    <a:pt x="12" y="391"/>
                  </a:cubicBezTo>
                  <a:cubicBezTo>
                    <a:pt x="12" y="414"/>
                    <a:pt x="1" y="436"/>
                    <a:pt x="23" y="436"/>
                  </a:cubicBezTo>
                  <a:cubicBezTo>
                    <a:pt x="23" y="440"/>
                    <a:pt x="24" y="441"/>
                    <a:pt x="26" y="441"/>
                  </a:cubicBezTo>
                  <a:cubicBezTo>
                    <a:pt x="31" y="441"/>
                    <a:pt x="38" y="436"/>
                    <a:pt x="45" y="436"/>
                  </a:cubicBezTo>
                  <a:cubicBezTo>
                    <a:pt x="156" y="414"/>
                    <a:pt x="257" y="347"/>
                    <a:pt x="346" y="270"/>
                  </a:cubicBezTo>
                  <a:cubicBezTo>
                    <a:pt x="301" y="191"/>
                    <a:pt x="245" y="114"/>
                    <a:pt x="190" y="47"/>
                  </a:cubicBezTo>
                  <a:cubicBezTo>
                    <a:pt x="160" y="14"/>
                    <a:pt x="139" y="0"/>
                    <a:pt x="124"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33"/>
            <p:cNvSpPr/>
            <p:nvPr/>
          </p:nvSpPr>
          <p:spPr>
            <a:xfrm>
              <a:off x="5054725" y="3784225"/>
              <a:ext cx="3650" cy="6700"/>
            </a:xfrm>
            <a:custGeom>
              <a:avLst/>
              <a:gdLst/>
              <a:ahLst/>
              <a:cxnLst/>
              <a:rect l="l" t="t" r="r" b="b"/>
              <a:pathLst>
                <a:path w="146" h="268" extrusionOk="0">
                  <a:moveTo>
                    <a:pt x="34" y="1"/>
                  </a:moveTo>
                  <a:cubicBezTo>
                    <a:pt x="0" y="79"/>
                    <a:pt x="0" y="178"/>
                    <a:pt x="12" y="267"/>
                  </a:cubicBezTo>
                  <a:lnTo>
                    <a:pt x="134" y="245"/>
                  </a:lnTo>
                  <a:cubicBezTo>
                    <a:pt x="111" y="178"/>
                    <a:pt x="123" y="101"/>
                    <a:pt x="145" y="34"/>
                  </a:cubicBezTo>
                  <a:lnTo>
                    <a:pt x="34"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33"/>
            <p:cNvSpPr/>
            <p:nvPr/>
          </p:nvSpPr>
          <p:spPr>
            <a:xfrm>
              <a:off x="5040000" y="3800075"/>
              <a:ext cx="3075" cy="3075"/>
            </a:xfrm>
            <a:custGeom>
              <a:avLst/>
              <a:gdLst/>
              <a:ahLst/>
              <a:cxnLst/>
              <a:rect l="l" t="t" r="r" b="b"/>
              <a:pathLst>
                <a:path w="123" h="123" extrusionOk="0">
                  <a:moveTo>
                    <a:pt x="1" y="0"/>
                  </a:moveTo>
                  <a:lnTo>
                    <a:pt x="1" y="122"/>
                  </a:lnTo>
                  <a:lnTo>
                    <a:pt x="123" y="122"/>
                  </a:lnTo>
                  <a:lnTo>
                    <a:pt x="1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33"/>
            <p:cNvSpPr/>
            <p:nvPr/>
          </p:nvSpPr>
          <p:spPr>
            <a:xfrm>
              <a:off x="5281900" y="3428200"/>
              <a:ext cx="4200" cy="8075"/>
            </a:xfrm>
            <a:custGeom>
              <a:avLst/>
              <a:gdLst/>
              <a:ahLst/>
              <a:cxnLst/>
              <a:rect l="l" t="t" r="r" b="b"/>
              <a:pathLst>
                <a:path w="168" h="323" extrusionOk="0">
                  <a:moveTo>
                    <a:pt x="111" y="0"/>
                  </a:moveTo>
                  <a:lnTo>
                    <a:pt x="22" y="78"/>
                  </a:lnTo>
                  <a:cubicBezTo>
                    <a:pt x="34" y="101"/>
                    <a:pt x="45" y="123"/>
                    <a:pt x="34" y="145"/>
                  </a:cubicBezTo>
                  <a:cubicBezTo>
                    <a:pt x="34" y="178"/>
                    <a:pt x="22" y="200"/>
                    <a:pt x="0" y="212"/>
                  </a:cubicBezTo>
                  <a:lnTo>
                    <a:pt x="56" y="323"/>
                  </a:lnTo>
                  <a:cubicBezTo>
                    <a:pt x="111" y="289"/>
                    <a:pt x="145" y="234"/>
                    <a:pt x="156" y="167"/>
                  </a:cubicBezTo>
                  <a:cubicBezTo>
                    <a:pt x="167" y="101"/>
                    <a:pt x="145" y="45"/>
                    <a:pt x="11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33"/>
            <p:cNvSpPr/>
            <p:nvPr/>
          </p:nvSpPr>
          <p:spPr>
            <a:xfrm>
              <a:off x="5287725" y="3412375"/>
              <a:ext cx="3625" cy="6675"/>
            </a:xfrm>
            <a:custGeom>
              <a:avLst/>
              <a:gdLst/>
              <a:ahLst/>
              <a:cxnLst/>
              <a:rect l="l" t="t" r="r" b="b"/>
              <a:pathLst>
                <a:path w="145" h="267" extrusionOk="0">
                  <a:moveTo>
                    <a:pt x="90" y="0"/>
                  </a:moveTo>
                  <a:lnTo>
                    <a:pt x="1" y="89"/>
                  </a:lnTo>
                  <a:cubicBezTo>
                    <a:pt x="12" y="100"/>
                    <a:pt x="23" y="111"/>
                    <a:pt x="23" y="134"/>
                  </a:cubicBezTo>
                  <a:cubicBezTo>
                    <a:pt x="23" y="156"/>
                    <a:pt x="12" y="167"/>
                    <a:pt x="1" y="178"/>
                  </a:cubicBezTo>
                  <a:lnTo>
                    <a:pt x="68" y="267"/>
                  </a:lnTo>
                  <a:cubicBezTo>
                    <a:pt x="112" y="245"/>
                    <a:pt x="134" y="189"/>
                    <a:pt x="145" y="134"/>
                  </a:cubicBezTo>
                  <a:cubicBezTo>
                    <a:pt x="145" y="89"/>
                    <a:pt x="123" y="33"/>
                    <a:pt x="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33"/>
            <p:cNvSpPr/>
            <p:nvPr/>
          </p:nvSpPr>
          <p:spPr>
            <a:xfrm>
              <a:off x="4964475" y="3611475"/>
              <a:ext cx="99450" cy="91350"/>
            </a:xfrm>
            <a:custGeom>
              <a:avLst/>
              <a:gdLst/>
              <a:ahLst/>
              <a:cxnLst/>
              <a:rect l="l" t="t" r="r" b="b"/>
              <a:pathLst>
                <a:path w="3978" h="3654" extrusionOk="0">
                  <a:moveTo>
                    <a:pt x="2122" y="1"/>
                  </a:moveTo>
                  <a:cubicBezTo>
                    <a:pt x="2044" y="457"/>
                    <a:pt x="1622" y="756"/>
                    <a:pt x="1211" y="979"/>
                  </a:cubicBezTo>
                  <a:cubicBezTo>
                    <a:pt x="833" y="1178"/>
                    <a:pt x="0" y="1490"/>
                    <a:pt x="166" y="2012"/>
                  </a:cubicBezTo>
                  <a:cubicBezTo>
                    <a:pt x="366" y="2612"/>
                    <a:pt x="811" y="3278"/>
                    <a:pt x="1366" y="3590"/>
                  </a:cubicBezTo>
                  <a:cubicBezTo>
                    <a:pt x="1422" y="3628"/>
                    <a:pt x="1497" y="3653"/>
                    <a:pt x="1564" y="3653"/>
                  </a:cubicBezTo>
                  <a:cubicBezTo>
                    <a:pt x="1630" y="3653"/>
                    <a:pt x="1689" y="3628"/>
                    <a:pt x="1711" y="3567"/>
                  </a:cubicBezTo>
                  <a:cubicBezTo>
                    <a:pt x="1733" y="3511"/>
                    <a:pt x="1711" y="3445"/>
                    <a:pt x="1689" y="3400"/>
                  </a:cubicBezTo>
                  <a:cubicBezTo>
                    <a:pt x="1556" y="3156"/>
                    <a:pt x="1277" y="2945"/>
                    <a:pt x="1344" y="2689"/>
                  </a:cubicBezTo>
                  <a:lnTo>
                    <a:pt x="1344" y="2689"/>
                  </a:lnTo>
                  <a:cubicBezTo>
                    <a:pt x="1566" y="3000"/>
                    <a:pt x="1855" y="3256"/>
                    <a:pt x="2188" y="3445"/>
                  </a:cubicBezTo>
                  <a:cubicBezTo>
                    <a:pt x="2249" y="3479"/>
                    <a:pt x="2324" y="3508"/>
                    <a:pt x="2391" y="3508"/>
                  </a:cubicBezTo>
                  <a:cubicBezTo>
                    <a:pt x="2409" y="3508"/>
                    <a:pt x="2427" y="3506"/>
                    <a:pt x="2444" y="3501"/>
                  </a:cubicBezTo>
                  <a:cubicBezTo>
                    <a:pt x="2578" y="3445"/>
                    <a:pt x="2588" y="3256"/>
                    <a:pt x="2533" y="3123"/>
                  </a:cubicBezTo>
                  <a:cubicBezTo>
                    <a:pt x="2455" y="2956"/>
                    <a:pt x="2311" y="2834"/>
                    <a:pt x="2188" y="2701"/>
                  </a:cubicBezTo>
                  <a:cubicBezTo>
                    <a:pt x="2067" y="2556"/>
                    <a:pt x="1955" y="2378"/>
                    <a:pt x="2000" y="2190"/>
                  </a:cubicBezTo>
                  <a:lnTo>
                    <a:pt x="2000" y="2190"/>
                  </a:lnTo>
                  <a:cubicBezTo>
                    <a:pt x="2255" y="2445"/>
                    <a:pt x="2511" y="2701"/>
                    <a:pt x="2777" y="2945"/>
                  </a:cubicBezTo>
                  <a:cubicBezTo>
                    <a:pt x="2871" y="3023"/>
                    <a:pt x="2998" y="3107"/>
                    <a:pt x="3108" y="3107"/>
                  </a:cubicBezTo>
                  <a:cubicBezTo>
                    <a:pt x="3154" y="3107"/>
                    <a:pt x="3197" y="3092"/>
                    <a:pt x="3233" y="3056"/>
                  </a:cubicBezTo>
                  <a:cubicBezTo>
                    <a:pt x="3311" y="2990"/>
                    <a:pt x="3321" y="2879"/>
                    <a:pt x="3299" y="2778"/>
                  </a:cubicBezTo>
                  <a:cubicBezTo>
                    <a:pt x="3200" y="2378"/>
                    <a:pt x="2755" y="2156"/>
                    <a:pt x="2522" y="1812"/>
                  </a:cubicBezTo>
                  <a:cubicBezTo>
                    <a:pt x="2499" y="1768"/>
                    <a:pt x="2489" y="1701"/>
                    <a:pt x="2533" y="1689"/>
                  </a:cubicBezTo>
                  <a:lnTo>
                    <a:pt x="3266" y="2323"/>
                  </a:lnTo>
                  <a:cubicBezTo>
                    <a:pt x="3366" y="2412"/>
                    <a:pt x="3477" y="2501"/>
                    <a:pt x="3610" y="2534"/>
                  </a:cubicBezTo>
                  <a:cubicBezTo>
                    <a:pt x="3628" y="2537"/>
                    <a:pt x="3646" y="2539"/>
                    <a:pt x="3665" y="2539"/>
                  </a:cubicBezTo>
                  <a:cubicBezTo>
                    <a:pt x="3778" y="2539"/>
                    <a:pt x="3904" y="2482"/>
                    <a:pt x="3933" y="2368"/>
                  </a:cubicBezTo>
                  <a:cubicBezTo>
                    <a:pt x="3977" y="2234"/>
                    <a:pt x="3866" y="2101"/>
                    <a:pt x="3766" y="2001"/>
                  </a:cubicBezTo>
                  <a:cubicBezTo>
                    <a:pt x="3511" y="1745"/>
                    <a:pt x="3255" y="1501"/>
                    <a:pt x="3000" y="1245"/>
                  </a:cubicBezTo>
                  <a:cubicBezTo>
                    <a:pt x="3040" y="1177"/>
                    <a:pt x="3113" y="1165"/>
                    <a:pt x="3192" y="1165"/>
                  </a:cubicBezTo>
                  <a:cubicBezTo>
                    <a:pt x="3238" y="1165"/>
                    <a:pt x="3286" y="1169"/>
                    <a:pt x="3332" y="1169"/>
                  </a:cubicBezTo>
                  <a:cubicBezTo>
                    <a:pt x="3402" y="1169"/>
                    <a:pt x="3467" y="1159"/>
                    <a:pt x="3511" y="1112"/>
                  </a:cubicBezTo>
                  <a:cubicBezTo>
                    <a:pt x="3577" y="1057"/>
                    <a:pt x="3566" y="946"/>
                    <a:pt x="3521" y="879"/>
                  </a:cubicBezTo>
                  <a:cubicBezTo>
                    <a:pt x="3477" y="801"/>
                    <a:pt x="3400" y="756"/>
                    <a:pt x="3321" y="712"/>
                  </a:cubicBezTo>
                  <a:cubicBezTo>
                    <a:pt x="2933" y="468"/>
                    <a:pt x="2522" y="235"/>
                    <a:pt x="21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33"/>
            <p:cNvSpPr/>
            <p:nvPr/>
          </p:nvSpPr>
          <p:spPr>
            <a:xfrm>
              <a:off x="4849750" y="3367250"/>
              <a:ext cx="247200" cy="304950"/>
            </a:xfrm>
            <a:custGeom>
              <a:avLst/>
              <a:gdLst/>
              <a:ahLst/>
              <a:cxnLst/>
              <a:rect l="l" t="t" r="r" b="b"/>
              <a:pathLst>
                <a:path w="9888" h="12198" extrusionOk="0">
                  <a:moveTo>
                    <a:pt x="7597" y="1"/>
                  </a:moveTo>
                  <a:cubicBezTo>
                    <a:pt x="6750" y="1"/>
                    <a:pt x="5953" y="357"/>
                    <a:pt x="5211" y="761"/>
                  </a:cubicBezTo>
                  <a:cubicBezTo>
                    <a:pt x="4167" y="1317"/>
                    <a:pt x="3134" y="1927"/>
                    <a:pt x="2223" y="2660"/>
                  </a:cubicBezTo>
                  <a:cubicBezTo>
                    <a:pt x="1879" y="2927"/>
                    <a:pt x="1556" y="3216"/>
                    <a:pt x="1267" y="3538"/>
                  </a:cubicBezTo>
                  <a:cubicBezTo>
                    <a:pt x="879" y="3960"/>
                    <a:pt x="534" y="4415"/>
                    <a:pt x="268" y="4926"/>
                  </a:cubicBezTo>
                  <a:cubicBezTo>
                    <a:pt x="134" y="5205"/>
                    <a:pt x="12" y="5493"/>
                    <a:pt x="1" y="5793"/>
                  </a:cubicBezTo>
                  <a:cubicBezTo>
                    <a:pt x="1" y="6015"/>
                    <a:pt x="57" y="6227"/>
                    <a:pt x="124" y="6427"/>
                  </a:cubicBezTo>
                  <a:cubicBezTo>
                    <a:pt x="235" y="6715"/>
                    <a:pt x="390" y="6971"/>
                    <a:pt x="568" y="7204"/>
                  </a:cubicBezTo>
                  <a:cubicBezTo>
                    <a:pt x="556" y="7215"/>
                    <a:pt x="546" y="7215"/>
                    <a:pt x="534" y="7215"/>
                  </a:cubicBezTo>
                  <a:cubicBezTo>
                    <a:pt x="746" y="7626"/>
                    <a:pt x="978" y="8026"/>
                    <a:pt x="1234" y="8415"/>
                  </a:cubicBezTo>
                  <a:lnTo>
                    <a:pt x="635" y="8081"/>
                  </a:lnTo>
                  <a:lnTo>
                    <a:pt x="635" y="8081"/>
                  </a:lnTo>
                  <a:cubicBezTo>
                    <a:pt x="1190" y="8715"/>
                    <a:pt x="1812" y="9293"/>
                    <a:pt x="2489" y="9804"/>
                  </a:cubicBezTo>
                  <a:cubicBezTo>
                    <a:pt x="2368" y="9770"/>
                    <a:pt x="2256" y="9737"/>
                    <a:pt x="2134" y="9703"/>
                  </a:cubicBezTo>
                  <a:lnTo>
                    <a:pt x="2134" y="9703"/>
                  </a:lnTo>
                  <a:cubicBezTo>
                    <a:pt x="2334" y="9770"/>
                    <a:pt x="2445" y="10004"/>
                    <a:pt x="2567" y="10159"/>
                  </a:cubicBezTo>
                  <a:cubicBezTo>
                    <a:pt x="2701" y="10359"/>
                    <a:pt x="2879" y="10503"/>
                    <a:pt x="3023" y="10692"/>
                  </a:cubicBezTo>
                  <a:cubicBezTo>
                    <a:pt x="3422" y="11181"/>
                    <a:pt x="3845" y="11636"/>
                    <a:pt x="4311" y="12048"/>
                  </a:cubicBezTo>
                  <a:cubicBezTo>
                    <a:pt x="4391" y="12120"/>
                    <a:pt x="4507" y="12198"/>
                    <a:pt x="4606" y="12198"/>
                  </a:cubicBezTo>
                  <a:cubicBezTo>
                    <a:pt x="4644" y="12198"/>
                    <a:pt x="4680" y="12186"/>
                    <a:pt x="4711" y="12159"/>
                  </a:cubicBezTo>
                  <a:cubicBezTo>
                    <a:pt x="4867" y="12048"/>
                    <a:pt x="4723" y="11781"/>
                    <a:pt x="4800" y="11603"/>
                  </a:cubicBezTo>
                  <a:lnTo>
                    <a:pt x="4800" y="11603"/>
                  </a:lnTo>
                  <a:cubicBezTo>
                    <a:pt x="4867" y="11737"/>
                    <a:pt x="4923" y="11881"/>
                    <a:pt x="5034" y="11981"/>
                  </a:cubicBezTo>
                  <a:cubicBezTo>
                    <a:pt x="5113" y="12046"/>
                    <a:pt x="5211" y="12087"/>
                    <a:pt x="5306" y="12087"/>
                  </a:cubicBezTo>
                  <a:cubicBezTo>
                    <a:pt x="5358" y="12087"/>
                    <a:pt x="5409" y="12075"/>
                    <a:pt x="5456" y="12048"/>
                  </a:cubicBezTo>
                  <a:cubicBezTo>
                    <a:pt x="5567" y="11969"/>
                    <a:pt x="5611" y="11826"/>
                    <a:pt x="5622" y="11681"/>
                  </a:cubicBezTo>
                  <a:cubicBezTo>
                    <a:pt x="5634" y="11426"/>
                    <a:pt x="5555" y="11181"/>
                    <a:pt x="5400" y="10981"/>
                  </a:cubicBezTo>
                  <a:lnTo>
                    <a:pt x="5400" y="10981"/>
                  </a:lnTo>
                  <a:cubicBezTo>
                    <a:pt x="5578" y="11147"/>
                    <a:pt x="5811" y="11259"/>
                    <a:pt x="6056" y="11303"/>
                  </a:cubicBezTo>
                  <a:cubicBezTo>
                    <a:pt x="6085" y="11308"/>
                    <a:pt x="6115" y="11311"/>
                    <a:pt x="6146" y="11311"/>
                  </a:cubicBezTo>
                  <a:cubicBezTo>
                    <a:pt x="6253" y="11311"/>
                    <a:pt x="6357" y="11276"/>
                    <a:pt x="6400" y="11181"/>
                  </a:cubicBezTo>
                  <a:cubicBezTo>
                    <a:pt x="6422" y="11103"/>
                    <a:pt x="6400" y="11026"/>
                    <a:pt x="6367" y="10947"/>
                  </a:cubicBezTo>
                  <a:cubicBezTo>
                    <a:pt x="6278" y="10770"/>
                    <a:pt x="6167" y="10614"/>
                    <a:pt x="6022" y="10481"/>
                  </a:cubicBezTo>
                  <a:lnTo>
                    <a:pt x="6022" y="10481"/>
                  </a:lnTo>
                  <a:cubicBezTo>
                    <a:pt x="6233" y="10592"/>
                    <a:pt x="6444" y="10681"/>
                    <a:pt x="6666" y="10748"/>
                  </a:cubicBezTo>
                  <a:cubicBezTo>
                    <a:pt x="6700" y="10757"/>
                    <a:pt x="6739" y="10765"/>
                    <a:pt x="6776" y="10765"/>
                  </a:cubicBezTo>
                  <a:cubicBezTo>
                    <a:pt x="6823" y="10765"/>
                    <a:pt x="6868" y="10752"/>
                    <a:pt x="6900" y="10715"/>
                  </a:cubicBezTo>
                  <a:cubicBezTo>
                    <a:pt x="6933" y="10670"/>
                    <a:pt x="6922" y="10604"/>
                    <a:pt x="6911" y="10548"/>
                  </a:cubicBezTo>
                  <a:cubicBezTo>
                    <a:pt x="6844" y="10270"/>
                    <a:pt x="6678" y="10026"/>
                    <a:pt x="6456" y="9848"/>
                  </a:cubicBezTo>
                  <a:lnTo>
                    <a:pt x="6456" y="9848"/>
                  </a:lnTo>
                  <a:cubicBezTo>
                    <a:pt x="6612" y="9912"/>
                    <a:pt x="6781" y="9945"/>
                    <a:pt x="6949" y="9945"/>
                  </a:cubicBezTo>
                  <a:cubicBezTo>
                    <a:pt x="7103" y="9945"/>
                    <a:pt x="7256" y="9917"/>
                    <a:pt x="7399" y="9859"/>
                  </a:cubicBezTo>
                  <a:cubicBezTo>
                    <a:pt x="6666" y="9059"/>
                    <a:pt x="6078" y="8182"/>
                    <a:pt x="5578" y="7249"/>
                  </a:cubicBezTo>
                  <a:cubicBezTo>
                    <a:pt x="5411" y="6926"/>
                    <a:pt x="5256" y="6593"/>
                    <a:pt x="5100" y="6260"/>
                  </a:cubicBezTo>
                  <a:cubicBezTo>
                    <a:pt x="5800" y="5627"/>
                    <a:pt x="6522" y="5015"/>
                    <a:pt x="7300" y="4504"/>
                  </a:cubicBezTo>
                  <a:cubicBezTo>
                    <a:pt x="7977" y="3949"/>
                    <a:pt x="8588" y="3294"/>
                    <a:pt x="9099" y="2571"/>
                  </a:cubicBezTo>
                  <a:cubicBezTo>
                    <a:pt x="9477" y="2028"/>
                    <a:pt x="9888" y="1539"/>
                    <a:pt x="9455" y="850"/>
                  </a:cubicBezTo>
                  <a:cubicBezTo>
                    <a:pt x="9166" y="383"/>
                    <a:pt x="8611" y="139"/>
                    <a:pt x="8066" y="39"/>
                  </a:cubicBezTo>
                  <a:cubicBezTo>
                    <a:pt x="7908" y="13"/>
                    <a:pt x="7751" y="1"/>
                    <a:pt x="7597"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33"/>
            <p:cNvSpPr/>
            <p:nvPr/>
          </p:nvSpPr>
          <p:spPr>
            <a:xfrm>
              <a:off x="4864750" y="3437925"/>
              <a:ext cx="91675" cy="208300"/>
            </a:xfrm>
            <a:custGeom>
              <a:avLst/>
              <a:gdLst/>
              <a:ahLst/>
              <a:cxnLst/>
              <a:rect l="l" t="t" r="r" b="b"/>
              <a:pathLst>
                <a:path w="3667" h="8332" extrusionOk="0">
                  <a:moveTo>
                    <a:pt x="2000" y="0"/>
                  </a:moveTo>
                  <a:cubicBezTo>
                    <a:pt x="1723" y="167"/>
                    <a:pt x="1501" y="400"/>
                    <a:pt x="1312" y="611"/>
                  </a:cubicBezTo>
                  <a:cubicBezTo>
                    <a:pt x="723" y="1267"/>
                    <a:pt x="356" y="1900"/>
                    <a:pt x="201" y="2533"/>
                  </a:cubicBezTo>
                  <a:cubicBezTo>
                    <a:pt x="1" y="3333"/>
                    <a:pt x="146" y="4133"/>
                    <a:pt x="590" y="4688"/>
                  </a:cubicBezTo>
                  <a:lnTo>
                    <a:pt x="623" y="4733"/>
                  </a:lnTo>
                  <a:lnTo>
                    <a:pt x="634" y="4721"/>
                  </a:lnTo>
                  <a:cubicBezTo>
                    <a:pt x="645" y="4755"/>
                    <a:pt x="645" y="4788"/>
                    <a:pt x="657" y="4822"/>
                  </a:cubicBezTo>
                  <a:cubicBezTo>
                    <a:pt x="723" y="5143"/>
                    <a:pt x="823" y="5499"/>
                    <a:pt x="1079" y="5755"/>
                  </a:cubicBezTo>
                  <a:cubicBezTo>
                    <a:pt x="1179" y="5845"/>
                    <a:pt x="1270" y="5890"/>
                    <a:pt x="1361" y="5890"/>
                  </a:cubicBezTo>
                  <a:cubicBezTo>
                    <a:pt x="1370" y="5890"/>
                    <a:pt x="1380" y="5889"/>
                    <a:pt x="1390" y="5888"/>
                  </a:cubicBezTo>
                  <a:cubicBezTo>
                    <a:pt x="1423" y="5876"/>
                    <a:pt x="1456" y="5866"/>
                    <a:pt x="1489" y="5844"/>
                  </a:cubicBezTo>
                  <a:cubicBezTo>
                    <a:pt x="1756" y="6943"/>
                    <a:pt x="2578" y="7910"/>
                    <a:pt x="3622" y="8332"/>
                  </a:cubicBezTo>
                  <a:lnTo>
                    <a:pt x="3667" y="8232"/>
                  </a:lnTo>
                  <a:cubicBezTo>
                    <a:pt x="2622" y="7799"/>
                    <a:pt x="1812" y="6810"/>
                    <a:pt x="1578" y="5699"/>
                  </a:cubicBezTo>
                  <a:cubicBezTo>
                    <a:pt x="1590" y="5654"/>
                    <a:pt x="1578" y="5610"/>
                    <a:pt x="1556" y="5577"/>
                  </a:cubicBezTo>
                  <a:lnTo>
                    <a:pt x="1400" y="5355"/>
                  </a:lnTo>
                  <a:lnTo>
                    <a:pt x="1400" y="5355"/>
                  </a:lnTo>
                  <a:lnTo>
                    <a:pt x="1445" y="5621"/>
                  </a:lnTo>
                  <a:cubicBezTo>
                    <a:pt x="1445" y="5644"/>
                    <a:pt x="1456" y="5677"/>
                    <a:pt x="1456" y="5699"/>
                  </a:cubicBezTo>
                  <a:cubicBezTo>
                    <a:pt x="1445" y="5733"/>
                    <a:pt x="1400" y="5765"/>
                    <a:pt x="1378" y="5765"/>
                  </a:cubicBezTo>
                  <a:cubicBezTo>
                    <a:pt x="1370" y="5766"/>
                    <a:pt x="1362" y="5767"/>
                    <a:pt x="1355" y="5767"/>
                  </a:cubicBezTo>
                  <a:cubicBezTo>
                    <a:pt x="1276" y="5767"/>
                    <a:pt x="1208" y="5716"/>
                    <a:pt x="1168" y="5666"/>
                  </a:cubicBezTo>
                  <a:cubicBezTo>
                    <a:pt x="934" y="5444"/>
                    <a:pt x="845" y="5099"/>
                    <a:pt x="768" y="4788"/>
                  </a:cubicBezTo>
                  <a:cubicBezTo>
                    <a:pt x="756" y="4743"/>
                    <a:pt x="756" y="4699"/>
                    <a:pt x="746" y="4644"/>
                  </a:cubicBezTo>
                  <a:cubicBezTo>
                    <a:pt x="857" y="4543"/>
                    <a:pt x="912" y="4377"/>
                    <a:pt x="889" y="4232"/>
                  </a:cubicBezTo>
                  <a:lnTo>
                    <a:pt x="867" y="4144"/>
                  </a:lnTo>
                  <a:lnTo>
                    <a:pt x="801" y="4188"/>
                  </a:lnTo>
                  <a:cubicBezTo>
                    <a:pt x="712" y="4232"/>
                    <a:pt x="634" y="4333"/>
                    <a:pt x="623" y="4533"/>
                  </a:cubicBezTo>
                  <a:cubicBezTo>
                    <a:pt x="245" y="4010"/>
                    <a:pt x="134" y="3289"/>
                    <a:pt x="312" y="2566"/>
                  </a:cubicBezTo>
                  <a:cubicBezTo>
                    <a:pt x="467" y="1944"/>
                    <a:pt x="823" y="1333"/>
                    <a:pt x="1400" y="689"/>
                  </a:cubicBezTo>
                  <a:cubicBezTo>
                    <a:pt x="1578" y="489"/>
                    <a:pt x="1800" y="255"/>
                    <a:pt x="2067" y="100"/>
                  </a:cubicBezTo>
                  <a:lnTo>
                    <a:pt x="20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33"/>
            <p:cNvSpPr/>
            <p:nvPr/>
          </p:nvSpPr>
          <p:spPr>
            <a:xfrm>
              <a:off x="4932525" y="3510825"/>
              <a:ext cx="35575" cy="5150"/>
            </a:xfrm>
            <a:custGeom>
              <a:avLst/>
              <a:gdLst/>
              <a:ahLst/>
              <a:cxnLst/>
              <a:rect l="l" t="t" r="r" b="b"/>
              <a:pathLst>
                <a:path w="1423" h="206" extrusionOk="0">
                  <a:moveTo>
                    <a:pt x="810" y="0"/>
                  </a:moveTo>
                  <a:cubicBezTo>
                    <a:pt x="622" y="0"/>
                    <a:pt x="436" y="25"/>
                    <a:pt x="256" y="72"/>
                  </a:cubicBezTo>
                  <a:lnTo>
                    <a:pt x="0" y="150"/>
                  </a:lnTo>
                  <a:lnTo>
                    <a:pt x="334" y="205"/>
                  </a:lnTo>
                  <a:lnTo>
                    <a:pt x="345" y="173"/>
                  </a:lnTo>
                  <a:cubicBezTo>
                    <a:pt x="491" y="138"/>
                    <a:pt x="645" y="121"/>
                    <a:pt x="801" y="121"/>
                  </a:cubicBezTo>
                  <a:cubicBezTo>
                    <a:pt x="1000" y="121"/>
                    <a:pt x="1202" y="150"/>
                    <a:pt x="1389" y="205"/>
                  </a:cubicBezTo>
                  <a:lnTo>
                    <a:pt x="1422" y="94"/>
                  </a:lnTo>
                  <a:cubicBezTo>
                    <a:pt x="1224" y="30"/>
                    <a:pt x="1016" y="0"/>
                    <a:pt x="81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33"/>
            <p:cNvSpPr/>
            <p:nvPr/>
          </p:nvSpPr>
          <p:spPr>
            <a:xfrm>
              <a:off x="4941150" y="3524550"/>
              <a:ext cx="27225" cy="8375"/>
            </a:xfrm>
            <a:custGeom>
              <a:avLst/>
              <a:gdLst/>
              <a:ahLst/>
              <a:cxnLst/>
              <a:rect l="l" t="t" r="r" b="b"/>
              <a:pathLst>
                <a:path w="1089" h="335" extrusionOk="0">
                  <a:moveTo>
                    <a:pt x="825" y="0"/>
                  </a:moveTo>
                  <a:cubicBezTo>
                    <a:pt x="538" y="0"/>
                    <a:pt x="246" y="81"/>
                    <a:pt x="0" y="234"/>
                  </a:cubicBezTo>
                  <a:lnTo>
                    <a:pt x="67" y="335"/>
                  </a:lnTo>
                  <a:cubicBezTo>
                    <a:pt x="294" y="195"/>
                    <a:pt x="568" y="117"/>
                    <a:pt x="843" y="117"/>
                  </a:cubicBezTo>
                  <a:cubicBezTo>
                    <a:pt x="918" y="117"/>
                    <a:pt x="993" y="123"/>
                    <a:pt x="1067" y="135"/>
                  </a:cubicBezTo>
                  <a:lnTo>
                    <a:pt x="1089" y="24"/>
                  </a:lnTo>
                  <a:cubicBezTo>
                    <a:pt x="1002" y="8"/>
                    <a:pt x="914" y="0"/>
                    <a:pt x="82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33"/>
            <p:cNvSpPr/>
            <p:nvPr/>
          </p:nvSpPr>
          <p:spPr>
            <a:xfrm>
              <a:off x="5036950" y="3376050"/>
              <a:ext cx="18625" cy="6900"/>
            </a:xfrm>
            <a:custGeom>
              <a:avLst/>
              <a:gdLst/>
              <a:ahLst/>
              <a:cxnLst/>
              <a:rect l="l" t="t" r="r" b="b"/>
              <a:pathLst>
                <a:path w="745" h="276" extrusionOk="0">
                  <a:moveTo>
                    <a:pt x="503" y="0"/>
                  </a:moveTo>
                  <a:cubicBezTo>
                    <a:pt x="322" y="0"/>
                    <a:pt x="137" y="65"/>
                    <a:pt x="0" y="187"/>
                  </a:cubicBezTo>
                  <a:lnTo>
                    <a:pt x="78" y="276"/>
                  </a:lnTo>
                  <a:cubicBezTo>
                    <a:pt x="190" y="179"/>
                    <a:pt x="342" y="122"/>
                    <a:pt x="493" y="122"/>
                  </a:cubicBezTo>
                  <a:cubicBezTo>
                    <a:pt x="568" y="122"/>
                    <a:pt x="642" y="135"/>
                    <a:pt x="711" y="165"/>
                  </a:cubicBezTo>
                  <a:lnTo>
                    <a:pt x="745" y="42"/>
                  </a:lnTo>
                  <a:cubicBezTo>
                    <a:pt x="668" y="14"/>
                    <a:pt x="586" y="0"/>
                    <a:pt x="50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33"/>
            <p:cNvSpPr/>
            <p:nvPr/>
          </p:nvSpPr>
          <p:spPr>
            <a:xfrm>
              <a:off x="5016400" y="3381525"/>
              <a:ext cx="9200" cy="6700"/>
            </a:xfrm>
            <a:custGeom>
              <a:avLst/>
              <a:gdLst/>
              <a:ahLst/>
              <a:cxnLst/>
              <a:rect l="l" t="t" r="r" b="b"/>
              <a:pathLst>
                <a:path w="368" h="268" extrusionOk="0">
                  <a:moveTo>
                    <a:pt x="311" y="1"/>
                  </a:moveTo>
                  <a:lnTo>
                    <a:pt x="0" y="168"/>
                  </a:lnTo>
                  <a:lnTo>
                    <a:pt x="56" y="267"/>
                  </a:lnTo>
                  <a:lnTo>
                    <a:pt x="367" y="112"/>
                  </a:lnTo>
                  <a:lnTo>
                    <a:pt x="3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33"/>
            <p:cNvSpPr/>
            <p:nvPr/>
          </p:nvSpPr>
          <p:spPr>
            <a:xfrm>
              <a:off x="5028050" y="3389875"/>
              <a:ext cx="6150" cy="5300"/>
            </a:xfrm>
            <a:custGeom>
              <a:avLst/>
              <a:gdLst/>
              <a:ahLst/>
              <a:cxnLst/>
              <a:rect l="l" t="t" r="r" b="b"/>
              <a:pathLst>
                <a:path w="246" h="212" extrusionOk="0">
                  <a:moveTo>
                    <a:pt x="179" y="0"/>
                  </a:moveTo>
                  <a:lnTo>
                    <a:pt x="1" y="111"/>
                  </a:lnTo>
                  <a:lnTo>
                    <a:pt x="67" y="212"/>
                  </a:lnTo>
                  <a:lnTo>
                    <a:pt x="245" y="101"/>
                  </a:lnTo>
                  <a:lnTo>
                    <a:pt x="179"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33"/>
            <p:cNvSpPr/>
            <p:nvPr/>
          </p:nvSpPr>
          <p:spPr>
            <a:xfrm>
              <a:off x="5239975" y="3508175"/>
              <a:ext cx="84700" cy="102525"/>
            </a:xfrm>
            <a:custGeom>
              <a:avLst/>
              <a:gdLst/>
              <a:ahLst/>
              <a:cxnLst/>
              <a:rect l="l" t="t" r="r" b="b"/>
              <a:pathLst>
                <a:path w="3388" h="4101" extrusionOk="0">
                  <a:moveTo>
                    <a:pt x="0" y="0"/>
                  </a:moveTo>
                  <a:lnTo>
                    <a:pt x="0" y="3811"/>
                  </a:lnTo>
                  <a:lnTo>
                    <a:pt x="11" y="3811"/>
                  </a:lnTo>
                  <a:cubicBezTo>
                    <a:pt x="100" y="3977"/>
                    <a:pt x="822" y="4100"/>
                    <a:pt x="1699" y="4100"/>
                  </a:cubicBezTo>
                  <a:cubicBezTo>
                    <a:pt x="2566" y="4100"/>
                    <a:pt x="3288" y="3977"/>
                    <a:pt x="3377" y="3811"/>
                  </a:cubicBezTo>
                  <a:lnTo>
                    <a:pt x="3388" y="3811"/>
                  </a:lnTo>
                  <a:lnTo>
                    <a:pt x="33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33"/>
            <p:cNvSpPr/>
            <p:nvPr/>
          </p:nvSpPr>
          <p:spPr>
            <a:xfrm>
              <a:off x="5239975" y="3500950"/>
              <a:ext cx="84700" cy="15875"/>
            </a:xfrm>
            <a:custGeom>
              <a:avLst/>
              <a:gdLst/>
              <a:ahLst/>
              <a:cxnLst/>
              <a:rect l="l" t="t" r="r" b="b"/>
              <a:pathLst>
                <a:path w="3388" h="635" extrusionOk="0">
                  <a:moveTo>
                    <a:pt x="1699" y="1"/>
                  </a:moveTo>
                  <a:cubicBezTo>
                    <a:pt x="756" y="1"/>
                    <a:pt x="0" y="145"/>
                    <a:pt x="0" y="323"/>
                  </a:cubicBezTo>
                  <a:cubicBezTo>
                    <a:pt x="0" y="501"/>
                    <a:pt x="756" y="634"/>
                    <a:pt x="1699" y="634"/>
                  </a:cubicBezTo>
                  <a:cubicBezTo>
                    <a:pt x="2633" y="634"/>
                    <a:pt x="3388" y="501"/>
                    <a:pt x="3388" y="323"/>
                  </a:cubicBezTo>
                  <a:cubicBezTo>
                    <a:pt x="3388" y="145"/>
                    <a:pt x="2633" y="1"/>
                    <a:pt x="1699"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33"/>
            <p:cNvSpPr/>
            <p:nvPr/>
          </p:nvSpPr>
          <p:spPr>
            <a:xfrm>
              <a:off x="5239975" y="3500950"/>
              <a:ext cx="84700" cy="12525"/>
            </a:xfrm>
            <a:custGeom>
              <a:avLst/>
              <a:gdLst/>
              <a:ahLst/>
              <a:cxnLst/>
              <a:rect l="l" t="t" r="r" b="b"/>
              <a:pathLst>
                <a:path w="3388" h="501" extrusionOk="0">
                  <a:moveTo>
                    <a:pt x="1699" y="1"/>
                  </a:moveTo>
                  <a:cubicBezTo>
                    <a:pt x="756" y="1"/>
                    <a:pt x="0" y="145"/>
                    <a:pt x="0" y="323"/>
                  </a:cubicBezTo>
                  <a:cubicBezTo>
                    <a:pt x="0" y="390"/>
                    <a:pt x="100" y="445"/>
                    <a:pt x="289" y="501"/>
                  </a:cubicBezTo>
                  <a:cubicBezTo>
                    <a:pt x="589" y="412"/>
                    <a:pt x="1111" y="356"/>
                    <a:pt x="1699" y="356"/>
                  </a:cubicBezTo>
                  <a:cubicBezTo>
                    <a:pt x="2289" y="356"/>
                    <a:pt x="2800" y="412"/>
                    <a:pt x="3111" y="501"/>
                  </a:cubicBezTo>
                  <a:cubicBezTo>
                    <a:pt x="3288" y="445"/>
                    <a:pt x="3388" y="390"/>
                    <a:pt x="3388" y="323"/>
                  </a:cubicBezTo>
                  <a:cubicBezTo>
                    <a:pt x="3388" y="145"/>
                    <a:pt x="2633" y="1"/>
                    <a:pt x="1699" y="1"/>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33"/>
            <p:cNvSpPr/>
            <p:nvPr/>
          </p:nvSpPr>
          <p:spPr>
            <a:xfrm>
              <a:off x="5279125" y="3522425"/>
              <a:ext cx="87775" cy="88100"/>
            </a:xfrm>
            <a:custGeom>
              <a:avLst/>
              <a:gdLst/>
              <a:ahLst/>
              <a:cxnLst/>
              <a:rect l="l" t="t" r="r" b="b"/>
              <a:pathLst>
                <a:path w="3511" h="3524" extrusionOk="0">
                  <a:moveTo>
                    <a:pt x="1992" y="0"/>
                  </a:moveTo>
                  <a:cubicBezTo>
                    <a:pt x="1765" y="0"/>
                    <a:pt x="1517" y="62"/>
                    <a:pt x="1211" y="109"/>
                  </a:cubicBezTo>
                  <a:cubicBezTo>
                    <a:pt x="1133" y="119"/>
                    <a:pt x="1044" y="131"/>
                    <a:pt x="978" y="186"/>
                  </a:cubicBezTo>
                  <a:cubicBezTo>
                    <a:pt x="900" y="230"/>
                    <a:pt x="856" y="319"/>
                    <a:pt x="889" y="397"/>
                  </a:cubicBezTo>
                  <a:cubicBezTo>
                    <a:pt x="956" y="575"/>
                    <a:pt x="1289" y="531"/>
                    <a:pt x="1311" y="719"/>
                  </a:cubicBezTo>
                  <a:cubicBezTo>
                    <a:pt x="978" y="852"/>
                    <a:pt x="644" y="997"/>
                    <a:pt x="311" y="1131"/>
                  </a:cubicBezTo>
                  <a:cubicBezTo>
                    <a:pt x="178" y="1186"/>
                    <a:pt x="34" y="1264"/>
                    <a:pt x="12" y="1397"/>
                  </a:cubicBezTo>
                  <a:cubicBezTo>
                    <a:pt x="0" y="1530"/>
                    <a:pt x="123" y="1652"/>
                    <a:pt x="256" y="1674"/>
                  </a:cubicBezTo>
                  <a:cubicBezTo>
                    <a:pt x="281" y="1679"/>
                    <a:pt x="306" y="1680"/>
                    <a:pt x="331" y="1680"/>
                  </a:cubicBezTo>
                  <a:cubicBezTo>
                    <a:pt x="439" y="1680"/>
                    <a:pt x="545" y="1646"/>
                    <a:pt x="644" y="1619"/>
                  </a:cubicBezTo>
                  <a:cubicBezTo>
                    <a:pt x="956" y="1519"/>
                    <a:pt x="1267" y="1408"/>
                    <a:pt x="1578" y="1308"/>
                  </a:cubicBezTo>
                  <a:lnTo>
                    <a:pt x="1578" y="1308"/>
                  </a:lnTo>
                  <a:cubicBezTo>
                    <a:pt x="1611" y="1341"/>
                    <a:pt x="1578" y="1397"/>
                    <a:pt x="1533" y="1430"/>
                  </a:cubicBezTo>
                  <a:cubicBezTo>
                    <a:pt x="1189" y="1664"/>
                    <a:pt x="689" y="1686"/>
                    <a:pt x="444" y="2030"/>
                  </a:cubicBezTo>
                  <a:cubicBezTo>
                    <a:pt x="389" y="2108"/>
                    <a:pt x="345" y="2219"/>
                    <a:pt x="389" y="2308"/>
                  </a:cubicBezTo>
                  <a:cubicBezTo>
                    <a:pt x="431" y="2392"/>
                    <a:pt x="519" y="2421"/>
                    <a:pt x="616" y="2421"/>
                  </a:cubicBezTo>
                  <a:cubicBezTo>
                    <a:pt x="700" y="2421"/>
                    <a:pt x="790" y="2400"/>
                    <a:pt x="867" y="2375"/>
                  </a:cubicBezTo>
                  <a:cubicBezTo>
                    <a:pt x="1200" y="2252"/>
                    <a:pt x="1533" y="2119"/>
                    <a:pt x="1866" y="1985"/>
                  </a:cubicBezTo>
                  <a:lnTo>
                    <a:pt x="1866" y="1985"/>
                  </a:lnTo>
                  <a:cubicBezTo>
                    <a:pt x="1834" y="2163"/>
                    <a:pt x="1666" y="2297"/>
                    <a:pt x="1500" y="2375"/>
                  </a:cubicBezTo>
                  <a:cubicBezTo>
                    <a:pt x="1333" y="2452"/>
                    <a:pt x="1155" y="2508"/>
                    <a:pt x="1011" y="2641"/>
                  </a:cubicBezTo>
                  <a:cubicBezTo>
                    <a:pt x="911" y="2730"/>
                    <a:pt x="844" y="2908"/>
                    <a:pt x="956" y="3007"/>
                  </a:cubicBezTo>
                  <a:cubicBezTo>
                    <a:pt x="1003" y="3055"/>
                    <a:pt x="1068" y="3069"/>
                    <a:pt x="1134" y="3069"/>
                  </a:cubicBezTo>
                  <a:cubicBezTo>
                    <a:pt x="1160" y="3069"/>
                    <a:pt x="1186" y="3067"/>
                    <a:pt x="1211" y="3063"/>
                  </a:cubicBezTo>
                  <a:cubicBezTo>
                    <a:pt x="1589" y="3019"/>
                    <a:pt x="1955" y="2886"/>
                    <a:pt x="2278" y="2696"/>
                  </a:cubicBezTo>
                  <a:lnTo>
                    <a:pt x="2278" y="2696"/>
                  </a:lnTo>
                  <a:cubicBezTo>
                    <a:pt x="2244" y="2963"/>
                    <a:pt x="1900" y="3041"/>
                    <a:pt x="1689" y="3219"/>
                  </a:cubicBezTo>
                  <a:cubicBezTo>
                    <a:pt x="1644" y="3252"/>
                    <a:pt x="1600" y="3296"/>
                    <a:pt x="1600" y="3363"/>
                  </a:cubicBezTo>
                  <a:cubicBezTo>
                    <a:pt x="1600" y="3475"/>
                    <a:pt x="1725" y="3524"/>
                    <a:pt x="1843" y="3524"/>
                  </a:cubicBezTo>
                  <a:cubicBezTo>
                    <a:pt x="1866" y="3524"/>
                    <a:pt x="1889" y="3522"/>
                    <a:pt x="1911" y="3519"/>
                  </a:cubicBezTo>
                  <a:cubicBezTo>
                    <a:pt x="2466" y="3452"/>
                    <a:pt x="3255" y="3086"/>
                    <a:pt x="3444" y="2519"/>
                  </a:cubicBezTo>
                  <a:cubicBezTo>
                    <a:pt x="3511" y="2297"/>
                    <a:pt x="3511" y="2064"/>
                    <a:pt x="3478" y="1842"/>
                  </a:cubicBezTo>
                  <a:cubicBezTo>
                    <a:pt x="3399" y="1286"/>
                    <a:pt x="3133" y="753"/>
                    <a:pt x="2744" y="353"/>
                  </a:cubicBezTo>
                  <a:cubicBezTo>
                    <a:pt x="2484" y="80"/>
                    <a:pt x="2251" y="0"/>
                    <a:pt x="199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705"/>
        <p:cNvGrpSpPr/>
        <p:nvPr/>
      </p:nvGrpSpPr>
      <p:grpSpPr>
        <a:xfrm>
          <a:off x="0" y="0"/>
          <a:ext cx="0" cy="0"/>
          <a:chOff x="0" y="0"/>
          <a:chExt cx="0" cy="0"/>
        </a:xfrm>
      </p:grpSpPr>
      <p:sp>
        <p:nvSpPr>
          <p:cNvPr id="706" name="Google Shape;706;p34"/>
          <p:cNvSpPr/>
          <p:nvPr/>
        </p:nvSpPr>
        <p:spPr>
          <a:xfrm>
            <a:off x="2952950" y="3281325"/>
            <a:ext cx="3077899" cy="570038"/>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707" name="Google Shape;707;p34"/>
          <p:cNvSpPr txBox="1">
            <a:spLocks noGrp="1"/>
          </p:cNvSpPr>
          <p:nvPr>
            <p:ph type="subTitle" idx="1"/>
          </p:nvPr>
        </p:nvSpPr>
        <p:spPr>
          <a:xfrm>
            <a:off x="878850" y="1468550"/>
            <a:ext cx="7226100" cy="1724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“This is a quote, words full of wisdom that someone important said and can make the reader get inspired”</a:t>
            </a:r>
            <a:endParaRPr/>
          </a:p>
        </p:txBody>
      </p:sp>
      <p:sp>
        <p:nvSpPr>
          <p:cNvPr id="708" name="Google Shape;708;p34"/>
          <p:cNvSpPr txBox="1">
            <a:spLocks noGrp="1"/>
          </p:cNvSpPr>
          <p:nvPr>
            <p:ph type="subTitle" idx="2"/>
          </p:nvPr>
        </p:nvSpPr>
        <p:spPr>
          <a:xfrm>
            <a:off x="3071400" y="3386850"/>
            <a:ext cx="2841000" cy="31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—Someone Famous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712">
          <a:extLst>
            <a:ext uri="{FF2B5EF4-FFF2-40B4-BE49-F238E27FC236}">
              <a16:creationId xmlns:a16="http://schemas.microsoft.com/office/drawing/2014/main" id="{B8755615-D1BE-D040-C7BB-ED33FA839169}"/>
            </a:ext>
          </a:extLst>
        </p:cNvPr>
        <p:cNvGrpSpPr/>
        <p:nvPr/>
      </p:nvGrpSpPr>
      <p:grpSpPr>
        <a:xfrm>
          <a:off x="0" y="0"/>
          <a:ext cx="0" cy="0"/>
          <a:chOff x="0" y="0"/>
          <a:chExt cx="0" cy="0"/>
        </a:xfrm>
      </p:grpSpPr>
      <p:sp>
        <p:nvSpPr>
          <p:cNvPr id="713" name="Google Shape;713;p35">
            <a:extLst>
              <a:ext uri="{FF2B5EF4-FFF2-40B4-BE49-F238E27FC236}">
                <a16:creationId xmlns:a16="http://schemas.microsoft.com/office/drawing/2014/main" id="{E638E19D-9FF6-D5DC-7320-BEF510E2D84D}"/>
              </a:ext>
            </a:extLst>
          </p:cNvPr>
          <p:cNvSpPr/>
          <p:nvPr/>
        </p:nvSpPr>
        <p:spPr>
          <a:xfrm flipH="1">
            <a:off x="157797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14" name="Google Shape;714;p35">
            <a:extLst>
              <a:ext uri="{FF2B5EF4-FFF2-40B4-BE49-F238E27FC236}">
                <a16:creationId xmlns:a16="http://schemas.microsoft.com/office/drawing/2014/main" id="{BC0CEC9D-BBC5-B969-ACA3-8360701D015E}"/>
              </a:ext>
            </a:extLst>
          </p:cNvPr>
          <p:cNvSpPr txBox="1">
            <a:spLocks noGrp="1"/>
          </p:cNvSpPr>
          <p:nvPr>
            <p:ph type="title"/>
          </p:nvPr>
        </p:nvSpPr>
        <p:spPr>
          <a:xfrm>
            <a:off x="1413450"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Section A</a:t>
            </a:r>
            <a:endParaRPr/>
          </a:p>
        </p:txBody>
      </p:sp>
      <p:sp>
        <p:nvSpPr>
          <p:cNvPr id="715" name="Google Shape;715;p35">
            <a:extLst>
              <a:ext uri="{FF2B5EF4-FFF2-40B4-BE49-F238E27FC236}">
                <a16:creationId xmlns:a16="http://schemas.microsoft.com/office/drawing/2014/main" id="{CDD603B0-5F00-1BAE-50A1-E40E6EFCC876}"/>
              </a:ext>
            </a:extLst>
          </p:cNvPr>
          <p:cNvSpPr txBox="1">
            <a:spLocks noGrp="1"/>
          </p:cNvSpPr>
          <p:nvPr>
            <p:ph type="title" idx="2"/>
          </p:nvPr>
        </p:nvSpPr>
        <p:spPr>
          <a:xfrm>
            <a:off x="1413461"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716" name="Google Shape;716;p35">
            <a:extLst>
              <a:ext uri="{FF2B5EF4-FFF2-40B4-BE49-F238E27FC236}">
                <a16:creationId xmlns:a16="http://schemas.microsoft.com/office/drawing/2014/main" id="{0F950AA2-BC0C-4F0F-99B7-CD2D53376DA2}"/>
              </a:ext>
            </a:extLst>
          </p:cNvPr>
          <p:cNvSpPr txBox="1">
            <a:spLocks noGrp="1"/>
          </p:cNvSpPr>
          <p:nvPr>
            <p:ph type="subTitle" idx="1"/>
          </p:nvPr>
        </p:nvSpPr>
        <p:spPr>
          <a:xfrm>
            <a:off x="1544325"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717" name="Google Shape;717;p35">
            <a:extLst>
              <a:ext uri="{FF2B5EF4-FFF2-40B4-BE49-F238E27FC236}">
                <a16:creationId xmlns:a16="http://schemas.microsoft.com/office/drawing/2014/main" id="{42FE9F85-FBB9-F9D7-9663-22BC8CE46858}"/>
              </a:ext>
            </a:extLst>
          </p:cNvPr>
          <p:cNvGrpSpPr/>
          <p:nvPr/>
        </p:nvGrpSpPr>
        <p:grpSpPr>
          <a:xfrm flipH="1">
            <a:off x="4650766" y="1851100"/>
            <a:ext cx="2824598" cy="3090010"/>
            <a:chOff x="5072800" y="1574175"/>
            <a:chExt cx="1165600" cy="1275125"/>
          </a:xfrm>
        </p:grpSpPr>
        <p:sp>
          <p:nvSpPr>
            <p:cNvPr id="718" name="Google Shape;718;p35">
              <a:extLst>
                <a:ext uri="{FF2B5EF4-FFF2-40B4-BE49-F238E27FC236}">
                  <a16:creationId xmlns:a16="http://schemas.microsoft.com/office/drawing/2014/main" id="{668A0E4B-E241-477F-3794-1BE13F554000}"/>
                </a:ext>
              </a:extLst>
            </p:cNvPr>
            <p:cNvSpPr/>
            <p:nvPr/>
          </p:nvSpPr>
          <p:spPr>
            <a:xfrm>
              <a:off x="5087825" y="2414425"/>
              <a:ext cx="468850" cy="392825"/>
            </a:xfrm>
            <a:custGeom>
              <a:avLst/>
              <a:gdLst/>
              <a:ahLst/>
              <a:cxnLst/>
              <a:rect l="l" t="t" r="r" b="b"/>
              <a:pathLst>
                <a:path w="18754" h="15713"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8947" y="15671"/>
                    <a:pt x="10208" y="15712"/>
                    <a:pt x="11265" y="15712"/>
                  </a:cubicBezTo>
                  <a:cubicBezTo>
                    <a:pt x="12024" y="15712"/>
                    <a:pt x="12678" y="15691"/>
                    <a:pt x="13150" y="15667"/>
                  </a:cubicBezTo>
                  <a:cubicBezTo>
                    <a:pt x="13765" y="15638"/>
                    <a:pt x="14351" y="1558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5">
              <a:extLst>
                <a:ext uri="{FF2B5EF4-FFF2-40B4-BE49-F238E27FC236}">
                  <a16:creationId xmlns:a16="http://schemas.microsoft.com/office/drawing/2014/main" id="{0BA45596-D84A-BD10-0CA9-DEF902FAF072}"/>
                </a:ext>
              </a:extLst>
            </p:cNvPr>
            <p:cNvSpPr/>
            <p:nvPr/>
          </p:nvSpPr>
          <p:spPr>
            <a:xfrm>
              <a:off x="5087825" y="2414425"/>
              <a:ext cx="468850" cy="388450"/>
            </a:xfrm>
            <a:custGeom>
              <a:avLst/>
              <a:gdLst/>
              <a:ahLst/>
              <a:cxnLst/>
              <a:rect l="l" t="t" r="r" b="b"/>
              <a:pathLst>
                <a:path w="18754" h="15538" extrusionOk="0">
                  <a:moveTo>
                    <a:pt x="10978" y="0"/>
                  </a:moveTo>
                  <a:cubicBezTo>
                    <a:pt x="10219" y="0"/>
                    <a:pt x="9370" y="59"/>
                    <a:pt x="8420" y="187"/>
                  </a:cubicBezTo>
                  <a:cubicBezTo>
                    <a:pt x="5203" y="615"/>
                    <a:pt x="3102" y="3117"/>
                    <a:pt x="2144" y="5390"/>
                  </a:cubicBezTo>
                  <a:cubicBezTo>
                    <a:pt x="1187" y="7663"/>
                    <a:pt x="0" y="11551"/>
                    <a:pt x="2144" y="13695"/>
                  </a:cubicBezTo>
                  <a:cubicBezTo>
                    <a:pt x="3230" y="14795"/>
                    <a:pt x="5460" y="15309"/>
                    <a:pt x="7690" y="15538"/>
                  </a:cubicBezTo>
                  <a:cubicBezTo>
                    <a:pt x="6104" y="12565"/>
                    <a:pt x="5546" y="9063"/>
                    <a:pt x="6146" y="5747"/>
                  </a:cubicBezTo>
                  <a:cubicBezTo>
                    <a:pt x="6361" y="4589"/>
                    <a:pt x="6790" y="3346"/>
                    <a:pt x="7833" y="2803"/>
                  </a:cubicBezTo>
                  <a:cubicBezTo>
                    <a:pt x="8448" y="2489"/>
                    <a:pt x="9177" y="2474"/>
                    <a:pt x="9877" y="2474"/>
                  </a:cubicBezTo>
                  <a:cubicBezTo>
                    <a:pt x="10949" y="2474"/>
                    <a:pt x="12035" y="2460"/>
                    <a:pt x="13122" y="2460"/>
                  </a:cubicBezTo>
                  <a:cubicBezTo>
                    <a:pt x="13479" y="2460"/>
                    <a:pt x="13865" y="2460"/>
                    <a:pt x="14165" y="2631"/>
                  </a:cubicBezTo>
                  <a:cubicBezTo>
                    <a:pt x="14637" y="2902"/>
                    <a:pt x="14823" y="3446"/>
                    <a:pt x="14937" y="3960"/>
                  </a:cubicBezTo>
                  <a:cubicBezTo>
                    <a:pt x="15623" y="7105"/>
                    <a:pt x="14379" y="11751"/>
                    <a:pt x="14894" y="15496"/>
                  </a:cubicBezTo>
                  <a:cubicBezTo>
                    <a:pt x="16323" y="15252"/>
                    <a:pt x="17396" y="14795"/>
                    <a:pt x="17739" y="14009"/>
                  </a:cubicBezTo>
                  <a:cubicBezTo>
                    <a:pt x="18225" y="12923"/>
                    <a:pt x="18753" y="6790"/>
                    <a:pt x="17739" y="4303"/>
                  </a:cubicBezTo>
                  <a:cubicBezTo>
                    <a:pt x="16880" y="2157"/>
                    <a:pt x="15569" y="0"/>
                    <a:pt x="1097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5">
              <a:extLst>
                <a:ext uri="{FF2B5EF4-FFF2-40B4-BE49-F238E27FC236}">
                  <a16:creationId xmlns:a16="http://schemas.microsoft.com/office/drawing/2014/main" id="{4274B789-8798-D077-1F58-CB0919ADEAFF}"/>
                </a:ext>
              </a:extLst>
            </p:cNvPr>
            <p:cNvSpPr/>
            <p:nvPr/>
          </p:nvSpPr>
          <p:spPr>
            <a:xfrm>
              <a:off x="5722825" y="2132950"/>
              <a:ext cx="120425" cy="105100"/>
            </a:xfrm>
            <a:custGeom>
              <a:avLst/>
              <a:gdLst/>
              <a:ahLst/>
              <a:cxnLst/>
              <a:rect l="l" t="t" r="r" b="b"/>
              <a:pathLst>
                <a:path w="4817" h="4204" extrusionOk="0">
                  <a:moveTo>
                    <a:pt x="3102" y="0"/>
                  </a:moveTo>
                  <a:cubicBezTo>
                    <a:pt x="2875" y="0"/>
                    <a:pt x="2659" y="106"/>
                    <a:pt x="2316" y="254"/>
                  </a:cubicBezTo>
                  <a:cubicBezTo>
                    <a:pt x="1687" y="540"/>
                    <a:pt x="658" y="1055"/>
                    <a:pt x="658" y="1055"/>
                  </a:cubicBezTo>
                  <a:cubicBezTo>
                    <a:pt x="0" y="2384"/>
                    <a:pt x="315" y="4070"/>
                    <a:pt x="315" y="4070"/>
                  </a:cubicBezTo>
                  <a:cubicBezTo>
                    <a:pt x="915" y="4171"/>
                    <a:pt x="1450" y="4204"/>
                    <a:pt x="1897" y="4204"/>
                  </a:cubicBezTo>
                  <a:cubicBezTo>
                    <a:pt x="2790" y="4204"/>
                    <a:pt x="3330" y="4070"/>
                    <a:pt x="3330" y="4070"/>
                  </a:cubicBezTo>
                  <a:lnTo>
                    <a:pt x="3116" y="1026"/>
                  </a:lnTo>
                  <a:lnTo>
                    <a:pt x="3116" y="1026"/>
                  </a:lnTo>
                  <a:cubicBezTo>
                    <a:pt x="3116" y="1026"/>
                    <a:pt x="3578" y="1497"/>
                    <a:pt x="3996" y="1497"/>
                  </a:cubicBezTo>
                  <a:cubicBezTo>
                    <a:pt x="4132" y="1497"/>
                    <a:pt x="4264" y="1446"/>
                    <a:pt x="4374" y="1312"/>
                  </a:cubicBezTo>
                  <a:cubicBezTo>
                    <a:pt x="4816" y="754"/>
                    <a:pt x="4402" y="655"/>
                    <a:pt x="3774" y="254"/>
                  </a:cubicBezTo>
                  <a:cubicBezTo>
                    <a:pt x="3488" y="73"/>
                    <a:pt x="3291" y="0"/>
                    <a:pt x="31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5">
              <a:extLst>
                <a:ext uri="{FF2B5EF4-FFF2-40B4-BE49-F238E27FC236}">
                  <a16:creationId xmlns:a16="http://schemas.microsoft.com/office/drawing/2014/main" id="{8694BC4D-5CB0-940E-C498-020AF9E51B5F}"/>
                </a:ext>
              </a:extLst>
            </p:cNvPr>
            <p:cNvSpPr/>
            <p:nvPr/>
          </p:nvSpPr>
          <p:spPr>
            <a:xfrm>
              <a:off x="5787125" y="2149650"/>
              <a:ext cx="38250" cy="82200"/>
            </a:xfrm>
            <a:custGeom>
              <a:avLst/>
              <a:gdLst/>
              <a:ahLst/>
              <a:cxnLst/>
              <a:rect l="l" t="t" r="r" b="b"/>
              <a:pathLst>
                <a:path w="1530" h="3288" extrusionOk="0">
                  <a:moveTo>
                    <a:pt x="773" y="0"/>
                  </a:moveTo>
                  <a:cubicBezTo>
                    <a:pt x="344" y="0"/>
                    <a:pt x="1" y="744"/>
                    <a:pt x="1" y="1645"/>
                  </a:cubicBezTo>
                  <a:cubicBezTo>
                    <a:pt x="1" y="2560"/>
                    <a:pt x="344" y="3288"/>
                    <a:pt x="773" y="3288"/>
                  </a:cubicBezTo>
                  <a:cubicBezTo>
                    <a:pt x="1187" y="3288"/>
                    <a:pt x="1530" y="2560"/>
                    <a:pt x="1530" y="1645"/>
                  </a:cubicBezTo>
                  <a:cubicBezTo>
                    <a:pt x="1530" y="744"/>
                    <a:pt x="1187" y="0"/>
                    <a:pt x="7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5">
              <a:extLst>
                <a:ext uri="{FF2B5EF4-FFF2-40B4-BE49-F238E27FC236}">
                  <a16:creationId xmlns:a16="http://schemas.microsoft.com/office/drawing/2014/main" id="{580BDB20-8C59-A514-F00C-1C97DD12469E}"/>
                </a:ext>
              </a:extLst>
            </p:cNvPr>
            <p:cNvSpPr/>
            <p:nvPr/>
          </p:nvSpPr>
          <p:spPr>
            <a:xfrm>
              <a:off x="5743875" y="2132875"/>
              <a:ext cx="92950" cy="105425"/>
            </a:xfrm>
            <a:custGeom>
              <a:avLst/>
              <a:gdLst/>
              <a:ahLst/>
              <a:cxnLst/>
              <a:rect l="l" t="t" r="r" b="b"/>
              <a:pathLst>
                <a:path w="3718" h="4217" extrusionOk="0">
                  <a:moveTo>
                    <a:pt x="1" y="0"/>
                  </a:moveTo>
                  <a:lnTo>
                    <a:pt x="1" y="4216"/>
                  </a:lnTo>
                  <a:lnTo>
                    <a:pt x="3717" y="4216"/>
                  </a:lnTo>
                  <a:lnTo>
                    <a:pt x="3717" y="0"/>
                  </a:ln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5">
              <a:extLst>
                <a:ext uri="{FF2B5EF4-FFF2-40B4-BE49-F238E27FC236}">
                  <a16:creationId xmlns:a16="http://schemas.microsoft.com/office/drawing/2014/main" id="{03AF5495-31B4-3722-B845-7DA7AC216405}"/>
                </a:ext>
              </a:extLst>
            </p:cNvPr>
            <p:cNvSpPr/>
            <p:nvPr/>
          </p:nvSpPr>
          <p:spPr>
            <a:xfrm>
              <a:off x="5787125" y="2149650"/>
              <a:ext cx="38250" cy="82200"/>
            </a:xfrm>
            <a:custGeom>
              <a:avLst/>
              <a:gdLst/>
              <a:ahLst/>
              <a:cxnLst/>
              <a:rect l="l" t="t" r="r" b="b"/>
              <a:pathLst>
                <a:path w="1530" h="3288" extrusionOk="0">
                  <a:moveTo>
                    <a:pt x="1530" y="1601"/>
                  </a:moveTo>
                  <a:lnTo>
                    <a:pt x="1430" y="2459"/>
                  </a:lnTo>
                  <a:cubicBezTo>
                    <a:pt x="1487" y="2216"/>
                    <a:pt x="1530" y="1944"/>
                    <a:pt x="1530" y="1645"/>
                  </a:cubicBezTo>
                  <a:lnTo>
                    <a:pt x="1530" y="1601"/>
                  </a:lnTo>
                  <a:close/>
                  <a:moveTo>
                    <a:pt x="773" y="0"/>
                  </a:moveTo>
                  <a:cubicBezTo>
                    <a:pt x="344" y="0"/>
                    <a:pt x="1" y="744"/>
                    <a:pt x="1" y="1645"/>
                  </a:cubicBezTo>
                  <a:cubicBezTo>
                    <a:pt x="1" y="2531"/>
                    <a:pt x="329" y="3259"/>
                    <a:pt x="744" y="3288"/>
                  </a:cubicBezTo>
                  <a:lnTo>
                    <a:pt x="786" y="3288"/>
                  </a:lnTo>
                  <a:lnTo>
                    <a:pt x="1001" y="72"/>
                  </a:lnTo>
                  <a:cubicBezTo>
                    <a:pt x="929" y="29"/>
                    <a:pt x="844" y="0"/>
                    <a:pt x="773" y="0"/>
                  </a:cubicBezTo>
                  <a:close/>
                </a:path>
              </a:pathLst>
            </a:custGeom>
            <a:solidFill>
              <a:srgbClr val="E08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5">
              <a:extLst>
                <a:ext uri="{FF2B5EF4-FFF2-40B4-BE49-F238E27FC236}">
                  <a16:creationId xmlns:a16="http://schemas.microsoft.com/office/drawing/2014/main" id="{110F471D-4765-6CD3-6D3D-E925E6ABE93D}"/>
                </a:ext>
              </a:extLst>
            </p:cNvPr>
            <p:cNvSpPr/>
            <p:nvPr/>
          </p:nvSpPr>
          <p:spPr>
            <a:xfrm>
              <a:off x="5783900" y="2092125"/>
              <a:ext cx="52925" cy="181150"/>
            </a:xfrm>
            <a:custGeom>
              <a:avLst/>
              <a:gdLst/>
              <a:ahLst/>
              <a:cxnLst/>
              <a:rect l="l" t="t" r="r" b="b"/>
              <a:pathLst>
                <a:path w="2117" h="7246" extrusionOk="0">
                  <a:moveTo>
                    <a:pt x="1287" y="1"/>
                  </a:moveTo>
                  <a:lnTo>
                    <a:pt x="858" y="6304"/>
                  </a:lnTo>
                  <a:cubicBezTo>
                    <a:pt x="858" y="6304"/>
                    <a:pt x="1" y="6461"/>
                    <a:pt x="229" y="6961"/>
                  </a:cubicBezTo>
                  <a:cubicBezTo>
                    <a:pt x="307" y="7132"/>
                    <a:pt x="408" y="7198"/>
                    <a:pt x="512" y="7198"/>
                  </a:cubicBezTo>
                  <a:cubicBezTo>
                    <a:pt x="712" y="7198"/>
                    <a:pt x="921" y="6950"/>
                    <a:pt x="988" y="6732"/>
                  </a:cubicBezTo>
                  <a:cubicBezTo>
                    <a:pt x="988" y="6732"/>
                    <a:pt x="1212" y="7246"/>
                    <a:pt x="1513" y="7246"/>
                  </a:cubicBezTo>
                  <a:cubicBezTo>
                    <a:pt x="1560" y="7246"/>
                    <a:pt x="1609" y="7233"/>
                    <a:pt x="1659" y="7205"/>
                  </a:cubicBezTo>
                  <a:cubicBezTo>
                    <a:pt x="2030" y="6990"/>
                    <a:pt x="1744" y="6504"/>
                    <a:pt x="1373" y="6389"/>
                  </a:cubicBezTo>
                  <a:lnTo>
                    <a:pt x="2116" y="1"/>
                  </a:lnTo>
                  <a:close/>
                </a:path>
              </a:pathLst>
            </a:custGeom>
            <a:solidFill>
              <a:srgbClr val="FCD9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5">
              <a:extLst>
                <a:ext uri="{FF2B5EF4-FFF2-40B4-BE49-F238E27FC236}">
                  <a16:creationId xmlns:a16="http://schemas.microsoft.com/office/drawing/2014/main" id="{150CC8A6-64EF-41C4-2161-144906D3C9E0}"/>
                </a:ext>
              </a:extLst>
            </p:cNvPr>
            <p:cNvSpPr/>
            <p:nvPr/>
          </p:nvSpPr>
          <p:spPr>
            <a:xfrm>
              <a:off x="5785000" y="1978800"/>
              <a:ext cx="101125" cy="153075"/>
            </a:xfrm>
            <a:custGeom>
              <a:avLst/>
              <a:gdLst/>
              <a:ahLst/>
              <a:cxnLst/>
              <a:rect l="l" t="t" r="r" b="b"/>
              <a:pathLst>
                <a:path w="4045" h="6123" extrusionOk="0">
                  <a:moveTo>
                    <a:pt x="2013" y="1"/>
                  </a:moveTo>
                  <a:cubicBezTo>
                    <a:pt x="1057" y="1"/>
                    <a:pt x="0" y="821"/>
                    <a:pt x="0" y="2175"/>
                  </a:cubicBezTo>
                  <a:cubicBezTo>
                    <a:pt x="0" y="4162"/>
                    <a:pt x="715" y="4677"/>
                    <a:pt x="801" y="4833"/>
                  </a:cubicBezTo>
                  <a:cubicBezTo>
                    <a:pt x="929" y="5077"/>
                    <a:pt x="300" y="5834"/>
                    <a:pt x="600" y="5877"/>
                  </a:cubicBezTo>
                  <a:cubicBezTo>
                    <a:pt x="608" y="5878"/>
                    <a:pt x="615" y="5878"/>
                    <a:pt x="621" y="5878"/>
                  </a:cubicBezTo>
                  <a:cubicBezTo>
                    <a:pt x="753" y="5878"/>
                    <a:pt x="847" y="5757"/>
                    <a:pt x="929" y="5634"/>
                  </a:cubicBezTo>
                  <a:cubicBezTo>
                    <a:pt x="1006" y="5504"/>
                    <a:pt x="1060" y="5387"/>
                    <a:pt x="1112" y="5387"/>
                  </a:cubicBezTo>
                  <a:cubicBezTo>
                    <a:pt x="1118" y="5387"/>
                    <a:pt x="1123" y="5389"/>
                    <a:pt x="1129" y="5391"/>
                  </a:cubicBezTo>
                  <a:cubicBezTo>
                    <a:pt x="1229" y="5434"/>
                    <a:pt x="1144" y="6063"/>
                    <a:pt x="1357" y="6120"/>
                  </a:cubicBezTo>
                  <a:cubicBezTo>
                    <a:pt x="1364" y="6122"/>
                    <a:pt x="1371" y="6123"/>
                    <a:pt x="1378" y="6123"/>
                  </a:cubicBezTo>
                  <a:cubicBezTo>
                    <a:pt x="1571" y="6123"/>
                    <a:pt x="1762" y="5362"/>
                    <a:pt x="1887" y="5334"/>
                  </a:cubicBezTo>
                  <a:cubicBezTo>
                    <a:pt x="1890" y="5333"/>
                    <a:pt x="1892" y="5333"/>
                    <a:pt x="1895" y="5333"/>
                  </a:cubicBezTo>
                  <a:cubicBezTo>
                    <a:pt x="1948" y="5333"/>
                    <a:pt x="1989" y="5469"/>
                    <a:pt x="2044" y="5605"/>
                  </a:cubicBezTo>
                  <a:cubicBezTo>
                    <a:pt x="2098" y="5728"/>
                    <a:pt x="2178" y="5864"/>
                    <a:pt x="2284" y="5864"/>
                  </a:cubicBezTo>
                  <a:cubicBezTo>
                    <a:pt x="2290" y="5864"/>
                    <a:pt x="2295" y="5863"/>
                    <a:pt x="2301" y="5862"/>
                  </a:cubicBezTo>
                  <a:cubicBezTo>
                    <a:pt x="2558" y="5834"/>
                    <a:pt x="2358" y="5262"/>
                    <a:pt x="2358" y="5091"/>
                  </a:cubicBezTo>
                  <a:cubicBezTo>
                    <a:pt x="2358" y="4963"/>
                    <a:pt x="2558" y="4791"/>
                    <a:pt x="2873" y="4433"/>
                  </a:cubicBezTo>
                  <a:cubicBezTo>
                    <a:pt x="3002" y="4290"/>
                    <a:pt x="3145" y="4105"/>
                    <a:pt x="3316" y="3876"/>
                  </a:cubicBezTo>
                  <a:cubicBezTo>
                    <a:pt x="3859" y="3133"/>
                    <a:pt x="4045" y="1775"/>
                    <a:pt x="3158" y="560"/>
                  </a:cubicBezTo>
                  <a:cubicBezTo>
                    <a:pt x="3015" y="360"/>
                    <a:pt x="2815" y="202"/>
                    <a:pt x="2602" y="117"/>
                  </a:cubicBezTo>
                  <a:cubicBezTo>
                    <a:pt x="2417" y="38"/>
                    <a:pt x="2217" y="1"/>
                    <a:pt x="2013"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5">
              <a:extLst>
                <a:ext uri="{FF2B5EF4-FFF2-40B4-BE49-F238E27FC236}">
                  <a16:creationId xmlns:a16="http://schemas.microsoft.com/office/drawing/2014/main" id="{F26AE90A-3EE7-EEDA-F37A-49C3CBA20413}"/>
                </a:ext>
              </a:extLst>
            </p:cNvPr>
            <p:cNvSpPr/>
            <p:nvPr/>
          </p:nvSpPr>
          <p:spPr>
            <a:xfrm>
              <a:off x="5840025" y="2004575"/>
              <a:ext cx="27525" cy="47550"/>
            </a:xfrm>
            <a:custGeom>
              <a:avLst/>
              <a:gdLst/>
              <a:ahLst/>
              <a:cxnLst/>
              <a:rect l="l" t="t" r="r" b="b"/>
              <a:pathLst>
                <a:path w="1101" h="1902" extrusionOk="0">
                  <a:moveTo>
                    <a:pt x="529" y="0"/>
                  </a:moveTo>
                  <a:cubicBezTo>
                    <a:pt x="0" y="86"/>
                    <a:pt x="86" y="972"/>
                    <a:pt x="100" y="1344"/>
                  </a:cubicBezTo>
                  <a:cubicBezTo>
                    <a:pt x="115" y="1530"/>
                    <a:pt x="143" y="1730"/>
                    <a:pt x="286" y="1830"/>
                  </a:cubicBezTo>
                  <a:cubicBezTo>
                    <a:pt x="343" y="1887"/>
                    <a:pt x="414" y="1902"/>
                    <a:pt x="500" y="1902"/>
                  </a:cubicBezTo>
                  <a:cubicBezTo>
                    <a:pt x="643" y="1902"/>
                    <a:pt x="801" y="1830"/>
                    <a:pt x="900" y="1702"/>
                  </a:cubicBezTo>
                  <a:cubicBezTo>
                    <a:pt x="1043" y="1515"/>
                    <a:pt x="1072" y="1273"/>
                    <a:pt x="1087" y="1029"/>
                  </a:cubicBezTo>
                  <a:cubicBezTo>
                    <a:pt x="1100" y="686"/>
                    <a:pt x="1087" y="0"/>
                    <a:pt x="601" y="0"/>
                  </a:cubicBezTo>
                  <a:close/>
                </a:path>
              </a:pathLst>
            </a:custGeom>
            <a:solidFill>
              <a:srgbClr val="AE7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5">
              <a:extLst>
                <a:ext uri="{FF2B5EF4-FFF2-40B4-BE49-F238E27FC236}">
                  <a16:creationId xmlns:a16="http://schemas.microsoft.com/office/drawing/2014/main" id="{FE7A835E-E651-69D9-07BB-CFD14C46BBF6}"/>
                </a:ext>
              </a:extLst>
            </p:cNvPr>
            <p:cNvSpPr/>
            <p:nvPr/>
          </p:nvSpPr>
          <p:spPr>
            <a:xfrm>
              <a:off x="5785000" y="1978850"/>
              <a:ext cx="71825" cy="152950"/>
            </a:xfrm>
            <a:custGeom>
              <a:avLst/>
              <a:gdLst/>
              <a:ahLst/>
              <a:cxnLst/>
              <a:rect l="l" t="t" r="r" b="b"/>
              <a:pathLst>
                <a:path w="2873" h="6118" extrusionOk="0">
                  <a:moveTo>
                    <a:pt x="2015" y="0"/>
                  </a:moveTo>
                  <a:cubicBezTo>
                    <a:pt x="1058" y="0"/>
                    <a:pt x="0" y="815"/>
                    <a:pt x="0" y="2173"/>
                  </a:cubicBezTo>
                  <a:cubicBezTo>
                    <a:pt x="0" y="4160"/>
                    <a:pt x="715" y="4675"/>
                    <a:pt x="801" y="4831"/>
                  </a:cubicBezTo>
                  <a:cubicBezTo>
                    <a:pt x="814" y="4860"/>
                    <a:pt x="814" y="4875"/>
                    <a:pt x="814" y="4903"/>
                  </a:cubicBezTo>
                  <a:cubicBezTo>
                    <a:pt x="814" y="5146"/>
                    <a:pt x="515" y="5589"/>
                    <a:pt x="515" y="5775"/>
                  </a:cubicBezTo>
                  <a:cubicBezTo>
                    <a:pt x="515" y="5832"/>
                    <a:pt x="528" y="5875"/>
                    <a:pt x="600" y="5875"/>
                  </a:cubicBezTo>
                  <a:lnTo>
                    <a:pt x="614" y="5875"/>
                  </a:lnTo>
                  <a:cubicBezTo>
                    <a:pt x="757" y="5875"/>
                    <a:pt x="858" y="5761"/>
                    <a:pt x="929" y="5632"/>
                  </a:cubicBezTo>
                  <a:cubicBezTo>
                    <a:pt x="1014" y="5504"/>
                    <a:pt x="1072" y="5389"/>
                    <a:pt x="1115" y="5389"/>
                  </a:cubicBezTo>
                  <a:lnTo>
                    <a:pt x="1129" y="5389"/>
                  </a:lnTo>
                  <a:cubicBezTo>
                    <a:pt x="1229" y="5432"/>
                    <a:pt x="1144" y="6061"/>
                    <a:pt x="1357" y="6118"/>
                  </a:cubicBezTo>
                  <a:lnTo>
                    <a:pt x="1372" y="6118"/>
                  </a:lnTo>
                  <a:cubicBezTo>
                    <a:pt x="1572" y="6118"/>
                    <a:pt x="1758" y="5361"/>
                    <a:pt x="1887" y="5332"/>
                  </a:cubicBezTo>
                  <a:cubicBezTo>
                    <a:pt x="1958" y="5332"/>
                    <a:pt x="2001" y="5460"/>
                    <a:pt x="2044" y="5603"/>
                  </a:cubicBezTo>
                  <a:cubicBezTo>
                    <a:pt x="2101" y="5732"/>
                    <a:pt x="2173" y="5860"/>
                    <a:pt x="2287" y="5860"/>
                  </a:cubicBezTo>
                  <a:lnTo>
                    <a:pt x="2301" y="5860"/>
                  </a:lnTo>
                  <a:cubicBezTo>
                    <a:pt x="2401" y="5847"/>
                    <a:pt x="2430" y="5761"/>
                    <a:pt x="2430" y="5647"/>
                  </a:cubicBezTo>
                  <a:cubicBezTo>
                    <a:pt x="2430" y="5447"/>
                    <a:pt x="2358" y="5189"/>
                    <a:pt x="2358" y="5089"/>
                  </a:cubicBezTo>
                  <a:cubicBezTo>
                    <a:pt x="2358" y="4961"/>
                    <a:pt x="2558" y="4789"/>
                    <a:pt x="2873" y="4431"/>
                  </a:cubicBezTo>
                  <a:cubicBezTo>
                    <a:pt x="2444" y="4417"/>
                    <a:pt x="2001" y="4417"/>
                    <a:pt x="1658" y="4202"/>
                  </a:cubicBezTo>
                  <a:cubicBezTo>
                    <a:pt x="1100" y="3874"/>
                    <a:pt x="944" y="3131"/>
                    <a:pt x="986" y="2487"/>
                  </a:cubicBezTo>
                  <a:cubicBezTo>
                    <a:pt x="1043" y="1744"/>
                    <a:pt x="1344" y="972"/>
                    <a:pt x="1929" y="486"/>
                  </a:cubicBezTo>
                  <a:cubicBezTo>
                    <a:pt x="2144" y="301"/>
                    <a:pt x="2373" y="187"/>
                    <a:pt x="2602" y="115"/>
                  </a:cubicBezTo>
                  <a:cubicBezTo>
                    <a:pt x="2415" y="44"/>
                    <a:pt x="2215" y="0"/>
                    <a:pt x="2015"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5">
              <a:extLst>
                <a:ext uri="{FF2B5EF4-FFF2-40B4-BE49-F238E27FC236}">
                  <a16:creationId xmlns:a16="http://schemas.microsoft.com/office/drawing/2014/main" id="{7AEFC25C-7BB5-0735-3342-ECE9568AFCF4}"/>
                </a:ext>
              </a:extLst>
            </p:cNvPr>
            <p:cNvSpPr/>
            <p:nvPr/>
          </p:nvSpPr>
          <p:spPr>
            <a:xfrm>
              <a:off x="5796425" y="2175850"/>
              <a:ext cx="61475" cy="42725"/>
            </a:xfrm>
            <a:custGeom>
              <a:avLst/>
              <a:gdLst/>
              <a:ahLst/>
              <a:cxnLst/>
              <a:rect l="l" t="t" r="r" b="b"/>
              <a:pathLst>
                <a:path w="2459" h="1709" extrusionOk="0">
                  <a:moveTo>
                    <a:pt x="1802" y="1"/>
                  </a:moveTo>
                  <a:cubicBezTo>
                    <a:pt x="1538" y="1"/>
                    <a:pt x="1226" y="198"/>
                    <a:pt x="1001" y="382"/>
                  </a:cubicBezTo>
                  <a:cubicBezTo>
                    <a:pt x="601" y="696"/>
                    <a:pt x="1" y="625"/>
                    <a:pt x="43" y="1311"/>
                  </a:cubicBezTo>
                  <a:cubicBezTo>
                    <a:pt x="62" y="1584"/>
                    <a:pt x="328" y="1708"/>
                    <a:pt x="643" y="1708"/>
                  </a:cubicBezTo>
                  <a:cubicBezTo>
                    <a:pt x="806" y="1708"/>
                    <a:pt x="983" y="1675"/>
                    <a:pt x="1144" y="1611"/>
                  </a:cubicBezTo>
                  <a:cubicBezTo>
                    <a:pt x="1615" y="1426"/>
                    <a:pt x="2459" y="1068"/>
                    <a:pt x="2244" y="382"/>
                  </a:cubicBezTo>
                  <a:cubicBezTo>
                    <a:pt x="2155" y="102"/>
                    <a:pt x="1991" y="1"/>
                    <a:pt x="180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5">
              <a:extLst>
                <a:ext uri="{FF2B5EF4-FFF2-40B4-BE49-F238E27FC236}">
                  <a16:creationId xmlns:a16="http://schemas.microsoft.com/office/drawing/2014/main" id="{1D417BBF-4ADC-A64B-18CA-6D9C4B719E10}"/>
                </a:ext>
              </a:extLst>
            </p:cNvPr>
            <p:cNvSpPr/>
            <p:nvPr/>
          </p:nvSpPr>
          <p:spPr>
            <a:xfrm>
              <a:off x="5796425" y="2203025"/>
              <a:ext cx="61475" cy="42700"/>
            </a:xfrm>
            <a:custGeom>
              <a:avLst/>
              <a:gdLst/>
              <a:ahLst/>
              <a:cxnLst/>
              <a:rect l="l" t="t" r="r" b="b"/>
              <a:pathLst>
                <a:path w="2459" h="1708" extrusionOk="0">
                  <a:moveTo>
                    <a:pt x="1802" y="0"/>
                  </a:moveTo>
                  <a:cubicBezTo>
                    <a:pt x="1538" y="0"/>
                    <a:pt x="1226" y="198"/>
                    <a:pt x="1001" y="381"/>
                  </a:cubicBezTo>
                  <a:cubicBezTo>
                    <a:pt x="601" y="710"/>
                    <a:pt x="1" y="625"/>
                    <a:pt x="43" y="1311"/>
                  </a:cubicBezTo>
                  <a:cubicBezTo>
                    <a:pt x="62" y="1583"/>
                    <a:pt x="328" y="1708"/>
                    <a:pt x="643" y="1708"/>
                  </a:cubicBezTo>
                  <a:cubicBezTo>
                    <a:pt x="806" y="1708"/>
                    <a:pt x="983" y="1674"/>
                    <a:pt x="1144" y="1610"/>
                  </a:cubicBezTo>
                  <a:cubicBezTo>
                    <a:pt x="1615" y="1425"/>
                    <a:pt x="2459" y="1067"/>
                    <a:pt x="2244" y="381"/>
                  </a:cubicBezTo>
                  <a:cubicBezTo>
                    <a:pt x="2155" y="101"/>
                    <a:pt x="1991" y="0"/>
                    <a:pt x="18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35">
              <a:extLst>
                <a:ext uri="{FF2B5EF4-FFF2-40B4-BE49-F238E27FC236}">
                  <a16:creationId xmlns:a16="http://schemas.microsoft.com/office/drawing/2014/main" id="{0309C3D5-FD1D-9EA4-BF72-FD2B65FEDD23}"/>
                </a:ext>
              </a:extLst>
            </p:cNvPr>
            <p:cNvSpPr/>
            <p:nvPr/>
          </p:nvSpPr>
          <p:spPr>
            <a:xfrm>
              <a:off x="5794625" y="2150225"/>
              <a:ext cx="61150" cy="42950"/>
            </a:xfrm>
            <a:custGeom>
              <a:avLst/>
              <a:gdLst/>
              <a:ahLst/>
              <a:cxnLst/>
              <a:rect l="l" t="t" r="r" b="b"/>
              <a:pathLst>
                <a:path w="2446" h="1718" extrusionOk="0">
                  <a:moveTo>
                    <a:pt x="1786" y="1"/>
                  </a:moveTo>
                  <a:cubicBezTo>
                    <a:pt x="1522" y="1"/>
                    <a:pt x="1211" y="201"/>
                    <a:pt x="987" y="393"/>
                  </a:cubicBezTo>
                  <a:cubicBezTo>
                    <a:pt x="601" y="707"/>
                    <a:pt x="0" y="621"/>
                    <a:pt x="29" y="1307"/>
                  </a:cubicBezTo>
                  <a:cubicBezTo>
                    <a:pt x="48" y="1591"/>
                    <a:pt x="317" y="1718"/>
                    <a:pt x="633" y="1718"/>
                  </a:cubicBezTo>
                  <a:cubicBezTo>
                    <a:pt x="796" y="1718"/>
                    <a:pt x="970" y="1685"/>
                    <a:pt x="1130" y="1622"/>
                  </a:cubicBezTo>
                  <a:cubicBezTo>
                    <a:pt x="1601" y="1435"/>
                    <a:pt x="2445" y="1064"/>
                    <a:pt x="2230" y="393"/>
                  </a:cubicBezTo>
                  <a:cubicBezTo>
                    <a:pt x="2141" y="105"/>
                    <a:pt x="1976" y="1"/>
                    <a:pt x="17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35">
              <a:extLst>
                <a:ext uri="{FF2B5EF4-FFF2-40B4-BE49-F238E27FC236}">
                  <a16:creationId xmlns:a16="http://schemas.microsoft.com/office/drawing/2014/main" id="{788861D7-20E3-1E6F-A32F-A3029D08A804}"/>
                </a:ext>
              </a:extLst>
            </p:cNvPr>
            <p:cNvSpPr/>
            <p:nvPr/>
          </p:nvSpPr>
          <p:spPr>
            <a:xfrm>
              <a:off x="5579500" y="1867350"/>
              <a:ext cx="195850" cy="396650"/>
            </a:xfrm>
            <a:custGeom>
              <a:avLst/>
              <a:gdLst/>
              <a:ahLst/>
              <a:cxnLst/>
              <a:rect l="l" t="t" r="r" b="b"/>
              <a:pathLst>
                <a:path w="7834" h="15866" extrusionOk="0">
                  <a:moveTo>
                    <a:pt x="130" y="1"/>
                  </a:moveTo>
                  <a:lnTo>
                    <a:pt x="130" y="1"/>
                  </a:lnTo>
                  <a:cubicBezTo>
                    <a:pt x="130" y="1"/>
                    <a:pt x="759" y="1445"/>
                    <a:pt x="1131" y="4117"/>
                  </a:cubicBezTo>
                  <a:cubicBezTo>
                    <a:pt x="1487" y="6791"/>
                    <a:pt x="515" y="9706"/>
                    <a:pt x="230" y="12737"/>
                  </a:cubicBezTo>
                  <a:cubicBezTo>
                    <a:pt x="0" y="15157"/>
                    <a:pt x="959" y="15865"/>
                    <a:pt x="2293" y="15865"/>
                  </a:cubicBezTo>
                  <a:cubicBezTo>
                    <a:pt x="2621" y="15865"/>
                    <a:pt x="2971" y="15823"/>
                    <a:pt x="3332" y="15752"/>
                  </a:cubicBezTo>
                  <a:cubicBezTo>
                    <a:pt x="3942" y="15638"/>
                    <a:pt x="4602" y="15600"/>
                    <a:pt x="5212" y="15600"/>
                  </a:cubicBezTo>
                  <a:cubicBezTo>
                    <a:pt x="6432" y="15600"/>
                    <a:pt x="7448" y="15752"/>
                    <a:pt x="7448" y="15752"/>
                  </a:cubicBezTo>
                  <a:cubicBezTo>
                    <a:pt x="7134" y="15195"/>
                    <a:pt x="6576" y="15052"/>
                    <a:pt x="6576" y="15052"/>
                  </a:cubicBezTo>
                  <a:cubicBezTo>
                    <a:pt x="6705" y="15009"/>
                    <a:pt x="6862" y="14923"/>
                    <a:pt x="7005" y="14837"/>
                  </a:cubicBezTo>
                  <a:cubicBezTo>
                    <a:pt x="7262" y="14681"/>
                    <a:pt x="7491" y="14523"/>
                    <a:pt x="7491" y="14523"/>
                  </a:cubicBezTo>
                  <a:cubicBezTo>
                    <a:pt x="6962" y="14208"/>
                    <a:pt x="6576" y="13766"/>
                    <a:pt x="6576" y="13766"/>
                  </a:cubicBezTo>
                  <a:cubicBezTo>
                    <a:pt x="7162" y="13608"/>
                    <a:pt x="7834" y="12937"/>
                    <a:pt x="7834" y="12937"/>
                  </a:cubicBezTo>
                  <a:cubicBezTo>
                    <a:pt x="7233" y="12693"/>
                    <a:pt x="6576" y="12207"/>
                    <a:pt x="6576" y="12207"/>
                  </a:cubicBezTo>
                  <a:cubicBezTo>
                    <a:pt x="7205" y="11565"/>
                    <a:pt x="7662" y="10879"/>
                    <a:pt x="7662" y="10878"/>
                  </a:cubicBezTo>
                  <a:lnTo>
                    <a:pt x="7662" y="10878"/>
                  </a:lnTo>
                  <a:cubicBezTo>
                    <a:pt x="7662" y="10879"/>
                    <a:pt x="7008" y="10980"/>
                    <a:pt x="6496" y="10980"/>
                  </a:cubicBezTo>
                  <a:cubicBezTo>
                    <a:pt x="6240" y="10980"/>
                    <a:pt x="6019" y="10955"/>
                    <a:pt x="5933" y="10878"/>
                  </a:cubicBezTo>
                  <a:cubicBezTo>
                    <a:pt x="5690" y="10650"/>
                    <a:pt x="4704" y="10650"/>
                    <a:pt x="4317" y="7347"/>
                  </a:cubicBezTo>
                  <a:cubicBezTo>
                    <a:pt x="4218" y="6505"/>
                    <a:pt x="4003" y="5676"/>
                    <a:pt x="3717" y="4889"/>
                  </a:cubicBezTo>
                  <a:lnTo>
                    <a:pt x="3717" y="4875"/>
                  </a:lnTo>
                  <a:cubicBezTo>
                    <a:pt x="2903" y="2617"/>
                    <a:pt x="1430" y="759"/>
                    <a:pt x="1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5">
              <a:extLst>
                <a:ext uri="{FF2B5EF4-FFF2-40B4-BE49-F238E27FC236}">
                  <a16:creationId xmlns:a16="http://schemas.microsoft.com/office/drawing/2014/main" id="{2CD74B24-6B51-2307-576F-E57015F8ECF4}"/>
                </a:ext>
              </a:extLst>
            </p:cNvPr>
            <p:cNvSpPr/>
            <p:nvPr/>
          </p:nvSpPr>
          <p:spPr>
            <a:xfrm>
              <a:off x="5582750" y="1867350"/>
              <a:ext cx="182975" cy="395250"/>
            </a:xfrm>
            <a:custGeom>
              <a:avLst/>
              <a:gdLst/>
              <a:ahLst/>
              <a:cxnLst/>
              <a:rect l="l" t="t" r="r" b="b"/>
              <a:pathLst>
                <a:path w="7319" h="15810" extrusionOk="0">
                  <a:moveTo>
                    <a:pt x="0" y="1"/>
                  </a:moveTo>
                  <a:cubicBezTo>
                    <a:pt x="400" y="315"/>
                    <a:pt x="757" y="658"/>
                    <a:pt x="1072" y="1001"/>
                  </a:cubicBezTo>
                  <a:cubicBezTo>
                    <a:pt x="3444" y="3675"/>
                    <a:pt x="3573" y="7233"/>
                    <a:pt x="3702" y="9063"/>
                  </a:cubicBezTo>
                  <a:cubicBezTo>
                    <a:pt x="3802" y="10564"/>
                    <a:pt x="3859" y="13294"/>
                    <a:pt x="2887" y="15809"/>
                  </a:cubicBezTo>
                  <a:cubicBezTo>
                    <a:pt x="2987" y="15795"/>
                    <a:pt x="3101" y="15781"/>
                    <a:pt x="3202" y="15752"/>
                  </a:cubicBezTo>
                  <a:cubicBezTo>
                    <a:pt x="3802" y="15638"/>
                    <a:pt x="4473" y="15595"/>
                    <a:pt x="5074" y="15595"/>
                  </a:cubicBezTo>
                  <a:cubicBezTo>
                    <a:pt x="6303" y="15595"/>
                    <a:pt x="7318" y="15752"/>
                    <a:pt x="7318" y="15752"/>
                  </a:cubicBezTo>
                  <a:cubicBezTo>
                    <a:pt x="7004" y="15195"/>
                    <a:pt x="6446" y="15052"/>
                    <a:pt x="6446" y="15052"/>
                  </a:cubicBezTo>
                  <a:cubicBezTo>
                    <a:pt x="6575" y="15009"/>
                    <a:pt x="6732" y="14923"/>
                    <a:pt x="6875" y="14837"/>
                  </a:cubicBezTo>
                  <a:cubicBezTo>
                    <a:pt x="6461" y="14694"/>
                    <a:pt x="6003" y="14609"/>
                    <a:pt x="5560" y="14566"/>
                  </a:cubicBezTo>
                  <a:cubicBezTo>
                    <a:pt x="5146" y="14538"/>
                    <a:pt x="4702" y="14523"/>
                    <a:pt x="4416" y="14237"/>
                  </a:cubicBezTo>
                  <a:cubicBezTo>
                    <a:pt x="4102" y="13909"/>
                    <a:pt x="4130" y="13394"/>
                    <a:pt x="4174" y="12950"/>
                  </a:cubicBezTo>
                  <a:cubicBezTo>
                    <a:pt x="4388" y="10278"/>
                    <a:pt x="4231" y="7505"/>
                    <a:pt x="3587" y="4889"/>
                  </a:cubicBezTo>
                  <a:lnTo>
                    <a:pt x="3587" y="4875"/>
                  </a:lnTo>
                  <a:cubicBezTo>
                    <a:pt x="2773" y="2617"/>
                    <a:pt x="1300" y="759"/>
                    <a:pt x="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5">
              <a:extLst>
                <a:ext uri="{FF2B5EF4-FFF2-40B4-BE49-F238E27FC236}">
                  <a16:creationId xmlns:a16="http://schemas.microsoft.com/office/drawing/2014/main" id="{3D07BADC-A81E-9C59-8266-BC092A95C9BE}"/>
                </a:ext>
              </a:extLst>
            </p:cNvPr>
            <p:cNvSpPr/>
            <p:nvPr/>
          </p:nvSpPr>
          <p:spPr>
            <a:xfrm>
              <a:off x="5825725" y="2706350"/>
              <a:ext cx="68725" cy="59275"/>
            </a:xfrm>
            <a:custGeom>
              <a:avLst/>
              <a:gdLst/>
              <a:ahLst/>
              <a:cxnLst/>
              <a:rect l="l" t="t" r="r" b="b"/>
              <a:pathLst>
                <a:path w="2749" h="2371" extrusionOk="0">
                  <a:moveTo>
                    <a:pt x="1593" y="1"/>
                  </a:moveTo>
                  <a:cubicBezTo>
                    <a:pt x="1581" y="1"/>
                    <a:pt x="1570" y="1"/>
                    <a:pt x="1558" y="2"/>
                  </a:cubicBezTo>
                  <a:cubicBezTo>
                    <a:pt x="643" y="45"/>
                    <a:pt x="129" y="631"/>
                    <a:pt x="129" y="631"/>
                  </a:cubicBezTo>
                  <a:lnTo>
                    <a:pt x="1" y="1989"/>
                  </a:lnTo>
                  <a:cubicBezTo>
                    <a:pt x="1" y="1989"/>
                    <a:pt x="644" y="2370"/>
                    <a:pt x="1292" y="2370"/>
                  </a:cubicBezTo>
                  <a:cubicBezTo>
                    <a:pt x="1540" y="2370"/>
                    <a:pt x="1788" y="2315"/>
                    <a:pt x="2002" y="2161"/>
                  </a:cubicBezTo>
                  <a:cubicBezTo>
                    <a:pt x="2749" y="1596"/>
                    <a:pt x="2480" y="1"/>
                    <a:pt x="15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5">
              <a:extLst>
                <a:ext uri="{FF2B5EF4-FFF2-40B4-BE49-F238E27FC236}">
                  <a16:creationId xmlns:a16="http://schemas.microsoft.com/office/drawing/2014/main" id="{99CB6C91-34C1-1EC7-6E5B-5F45B7B6DE2B}"/>
                </a:ext>
              </a:extLst>
            </p:cNvPr>
            <p:cNvSpPr/>
            <p:nvPr/>
          </p:nvSpPr>
          <p:spPr>
            <a:xfrm>
              <a:off x="5775700" y="2700650"/>
              <a:ext cx="77200" cy="62325"/>
            </a:xfrm>
            <a:custGeom>
              <a:avLst/>
              <a:gdLst/>
              <a:ahLst/>
              <a:cxnLst/>
              <a:rect l="l" t="t" r="r" b="b"/>
              <a:pathLst>
                <a:path w="3088" h="2493" extrusionOk="0">
                  <a:moveTo>
                    <a:pt x="1823" y="0"/>
                  </a:moveTo>
                  <a:cubicBezTo>
                    <a:pt x="970" y="0"/>
                    <a:pt x="243" y="716"/>
                    <a:pt x="243" y="716"/>
                  </a:cubicBezTo>
                  <a:lnTo>
                    <a:pt x="1" y="1960"/>
                  </a:lnTo>
                  <a:cubicBezTo>
                    <a:pt x="1" y="1960"/>
                    <a:pt x="681" y="2492"/>
                    <a:pt x="1493" y="2492"/>
                  </a:cubicBezTo>
                  <a:cubicBezTo>
                    <a:pt x="1659" y="2492"/>
                    <a:pt x="1830" y="2470"/>
                    <a:pt x="2002" y="2417"/>
                  </a:cubicBezTo>
                  <a:cubicBezTo>
                    <a:pt x="3016" y="2088"/>
                    <a:pt x="3088" y="216"/>
                    <a:pt x="2116" y="30"/>
                  </a:cubicBezTo>
                  <a:cubicBezTo>
                    <a:pt x="2017" y="9"/>
                    <a:pt x="1919" y="0"/>
                    <a:pt x="182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5">
              <a:extLst>
                <a:ext uri="{FF2B5EF4-FFF2-40B4-BE49-F238E27FC236}">
                  <a16:creationId xmlns:a16="http://schemas.microsoft.com/office/drawing/2014/main" id="{230E0A72-A131-7625-8776-9B54DE3A744B}"/>
                </a:ext>
              </a:extLst>
            </p:cNvPr>
            <p:cNvSpPr/>
            <p:nvPr/>
          </p:nvSpPr>
          <p:spPr>
            <a:xfrm>
              <a:off x="5642050" y="2647900"/>
              <a:ext cx="163325" cy="110575"/>
            </a:xfrm>
            <a:custGeom>
              <a:avLst/>
              <a:gdLst/>
              <a:ahLst/>
              <a:cxnLst/>
              <a:rect l="l" t="t" r="r" b="b"/>
              <a:pathLst>
                <a:path w="6533" h="4423" extrusionOk="0">
                  <a:moveTo>
                    <a:pt x="3801" y="1"/>
                  </a:moveTo>
                  <a:cubicBezTo>
                    <a:pt x="3105" y="1"/>
                    <a:pt x="2094" y="103"/>
                    <a:pt x="1259" y="596"/>
                  </a:cubicBezTo>
                  <a:cubicBezTo>
                    <a:pt x="872" y="825"/>
                    <a:pt x="529" y="1125"/>
                    <a:pt x="258" y="1539"/>
                  </a:cubicBezTo>
                  <a:cubicBezTo>
                    <a:pt x="258" y="1539"/>
                    <a:pt x="115" y="1911"/>
                    <a:pt x="58" y="2368"/>
                  </a:cubicBezTo>
                  <a:lnTo>
                    <a:pt x="43" y="2397"/>
                  </a:lnTo>
                  <a:cubicBezTo>
                    <a:pt x="1" y="2812"/>
                    <a:pt x="29" y="3254"/>
                    <a:pt x="300" y="3555"/>
                  </a:cubicBezTo>
                  <a:cubicBezTo>
                    <a:pt x="544" y="3812"/>
                    <a:pt x="973" y="3883"/>
                    <a:pt x="1472" y="3898"/>
                  </a:cubicBezTo>
                  <a:cubicBezTo>
                    <a:pt x="1531" y="3901"/>
                    <a:pt x="1590" y="3902"/>
                    <a:pt x="1649" y="3902"/>
                  </a:cubicBezTo>
                  <a:cubicBezTo>
                    <a:pt x="1909" y="3902"/>
                    <a:pt x="2177" y="3881"/>
                    <a:pt x="2444" y="3870"/>
                  </a:cubicBezTo>
                  <a:cubicBezTo>
                    <a:pt x="2703" y="3855"/>
                    <a:pt x="2959" y="3844"/>
                    <a:pt x="3196" y="3844"/>
                  </a:cubicBezTo>
                  <a:cubicBezTo>
                    <a:pt x="3430" y="3844"/>
                    <a:pt x="3647" y="3855"/>
                    <a:pt x="3831" y="3883"/>
                  </a:cubicBezTo>
                  <a:cubicBezTo>
                    <a:pt x="4524" y="3999"/>
                    <a:pt x="4975" y="4422"/>
                    <a:pt x="5446" y="4422"/>
                  </a:cubicBezTo>
                  <a:cubicBezTo>
                    <a:pt x="5558" y="4422"/>
                    <a:pt x="5671" y="4398"/>
                    <a:pt x="5789" y="4341"/>
                  </a:cubicBezTo>
                  <a:cubicBezTo>
                    <a:pt x="5890" y="4284"/>
                    <a:pt x="5989" y="4213"/>
                    <a:pt x="6103" y="4098"/>
                  </a:cubicBezTo>
                  <a:cubicBezTo>
                    <a:pt x="6519" y="3698"/>
                    <a:pt x="6532" y="3054"/>
                    <a:pt x="6233" y="2612"/>
                  </a:cubicBezTo>
                  <a:cubicBezTo>
                    <a:pt x="6189" y="2555"/>
                    <a:pt x="6147" y="2497"/>
                    <a:pt x="6090" y="2454"/>
                  </a:cubicBezTo>
                  <a:cubicBezTo>
                    <a:pt x="5902" y="2267"/>
                    <a:pt x="5641" y="2147"/>
                    <a:pt x="5323" y="2147"/>
                  </a:cubicBezTo>
                  <a:cubicBezTo>
                    <a:pt x="5155" y="2147"/>
                    <a:pt x="4972" y="2180"/>
                    <a:pt x="4775" y="2254"/>
                  </a:cubicBezTo>
                  <a:lnTo>
                    <a:pt x="4746" y="1939"/>
                  </a:lnTo>
                  <a:lnTo>
                    <a:pt x="4674" y="696"/>
                  </a:lnTo>
                  <a:lnTo>
                    <a:pt x="4632" y="53"/>
                  </a:lnTo>
                  <a:cubicBezTo>
                    <a:pt x="4632" y="53"/>
                    <a:pt x="4296" y="1"/>
                    <a:pt x="38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5">
              <a:extLst>
                <a:ext uri="{FF2B5EF4-FFF2-40B4-BE49-F238E27FC236}">
                  <a16:creationId xmlns:a16="http://schemas.microsoft.com/office/drawing/2014/main" id="{D0FEA1E0-671F-2E86-2CFE-79C76E59EB95}"/>
                </a:ext>
              </a:extLst>
            </p:cNvPr>
            <p:cNvSpPr/>
            <p:nvPr/>
          </p:nvSpPr>
          <p:spPr>
            <a:xfrm>
              <a:off x="5643125" y="2661075"/>
              <a:ext cx="173675" cy="52850"/>
            </a:xfrm>
            <a:custGeom>
              <a:avLst/>
              <a:gdLst/>
              <a:ahLst/>
              <a:cxnLst/>
              <a:rect l="l" t="t" r="r" b="b"/>
              <a:pathLst>
                <a:path w="6947" h="2114" extrusionOk="0">
                  <a:moveTo>
                    <a:pt x="2901" y="1"/>
                  </a:moveTo>
                  <a:cubicBezTo>
                    <a:pt x="2306" y="1"/>
                    <a:pt x="1699" y="35"/>
                    <a:pt x="1216" y="69"/>
                  </a:cubicBezTo>
                  <a:cubicBezTo>
                    <a:pt x="615" y="112"/>
                    <a:pt x="200" y="169"/>
                    <a:pt x="200" y="169"/>
                  </a:cubicBezTo>
                  <a:lnTo>
                    <a:pt x="15" y="1841"/>
                  </a:lnTo>
                  <a:lnTo>
                    <a:pt x="0" y="1870"/>
                  </a:lnTo>
                  <a:lnTo>
                    <a:pt x="1559" y="1927"/>
                  </a:lnTo>
                  <a:lnTo>
                    <a:pt x="2130" y="1942"/>
                  </a:lnTo>
                  <a:lnTo>
                    <a:pt x="2601" y="1970"/>
                  </a:lnTo>
                  <a:lnTo>
                    <a:pt x="5818" y="2085"/>
                  </a:lnTo>
                  <a:lnTo>
                    <a:pt x="6190" y="2085"/>
                  </a:lnTo>
                  <a:lnTo>
                    <a:pt x="6947" y="2113"/>
                  </a:lnTo>
                  <a:cubicBezTo>
                    <a:pt x="6947" y="2113"/>
                    <a:pt x="6632" y="2013"/>
                    <a:pt x="6261" y="1813"/>
                  </a:cubicBezTo>
                  <a:cubicBezTo>
                    <a:pt x="6089" y="1713"/>
                    <a:pt x="5918" y="1584"/>
                    <a:pt x="5746" y="1441"/>
                  </a:cubicBezTo>
                  <a:cubicBezTo>
                    <a:pt x="5504" y="1227"/>
                    <a:pt x="5304" y="941"/>
                    <a:pt x="5246" y="612"/>
                  </a:cubicBezTo>
                  <a:cubicBezTo>
                    <a:pt x="5203" y="398"/>
                    <a:pt x="4974" y="269"/>
                    <a:pt x="4631" y="169"/>
                  </a:cubicBezTo>
                  <a:cubicBezTo>
                    <a:pt x="4190" y="42"/>
                    <a:pt x="3553" y="1"/>
                    <a:pt x="29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5">
              <a:extLst>
                <a:ext uri="{FF2B5EF4-FFF2-40B4-BE49-F238E27FC236}">
                  <a16:creationId xmlns:a16="http://schemas.microsoft.com/office/drawing/2014/main" id="{33650C77-DDEA-FD86-79AD-5197B065488D}"/>
                </a:ext>
              </a:extLst>
            </p:cNvPr>
            <p:cNvSpPr/>
            <p:nvPr/>
          </p:nvSpPr>
          <p:spPr>
            <a:xfrm>
              <a:off x="5642050" y="2647900"/>
              <a:ext cx="144750" cy="97475"/>
            </a:xfrm>
            <a:custGeom>
              <a:avLst/>
              <a:gdLst/>
              <a:ahLst/>
              <a:cxnLst/>
              <a:rect l="l" t="t" r="r" b="b"/>
              <a:pathLst>
                <a:path w="5790" h="3899" extrusionOk="0">
                  <a:moveTo>
                    <a:pt x="3801" y="1"/>
                  </a:moveTo>
                  <a:cubicBezTo>
                    <a:pt x="3105" y="1"/>
                    <a:pt x="2094" y="103"/>
                    <a:pt x="1259" y="596"/>
                  </a:cubicBezTo>
                  <a:cubicBezTo>
                    <a:pt x="658" y="639"/>
                    <a:pt x="243" y="696"/>
                    <a:pt x="243" y="696"/>
                  </a:cubicBezTo>
                  <a:lnTo>
                    <a:pt x="58" y="2368"/>
                  </a:lnTo>
                  <a:lnTo>
                    <a:pt x="43" y="2397"/>
                  </a:lnTo>
                  <a:cubicBezTo>
                    <a:pt x="1" y="2812"/>
                    <a:pt x="29" y="3254"/>
                    <a:pt x="300" y="3555"/>
                  </a:cubicBezTo>
                  <a:cubicBezTo>
                    <a:pt x="544" y="3812"/>
                    <a:pt x="973" y="3883"/>
                    <a:pt x="1472" y="3898"/>
                  </a:cubicBezTo>
                  <a:cubicBezTo>
                    <a:pt x="1459" y="3412"/>
                    <a:pt x="1472" y="2911"/>
                    <a:pt x="1602" y="2454"/>
                  </a:cubicBezTo>
                  <a:cubicBezTo>
                    <a:pt x="1630" y="2297"/>
                    <a:pt x="1687" y="2154"/>
                    <a:pt x="1758" y="2011"/>
                  </a:cubicBezTo>
                  <a:cubicBezTo>
                    <a:pt x="1901" y="2168"/>
                    <a:pt x="2030" y="2326"/>
                    <a:pt x="2173" y="2469"/>
                  </a:cubicBezTo>
                  <a:cubicBezTo>
                    <a:pt x="2202" y="2511"/>
                    <a:pt x="2231" y="2540"/>
                    <a:pt x="2259" y="2568"/>
                  </a:cubicBezTo>
                  <a:cubicBezTo>
                    <a:pt x="2306" y="2627"/>
                    <a:pt x="2371" y="2694"/>
                    <a:pt x="2447" y="2694"/>
                  </a:cubicBezTo>
                  <a:cubicBezTo>
                    <a:pt x="2465" y="2694"/>
                    <a:pt x="2483" y="2691"/>
                    <a:pt x="2502" y="2683"/>
                  </a:cubicBezTo>
                  <a:cubicBezTo>
                    <a:pt x="2559" y="2669"/>
                    <a:pt x="2587" y="2597"/>
                    <a:pt x="2616" y="2540"/>
                  </a:cubicBezTo>
                  <a:cubicBezTo>
                    <a:pt x="2631" y="2526"/>
                    <a:pt x="2631" y="2511"/>
                    <a:pt x="2644" y="2497"/>
                  </a:cubicBezTo>
                  <a:cubicBezTo>
                    <a:pt x="2816" y="2168"/>
                    <a:pt x="2988" y="1854"/>
                    <a:pt x="3145" y="1525"/>
                  </a:cubicBezTo>
                  <a:cubicBezTo>
                    <a:pt x="3288" y="1811"/>
                    <a:pt x="3445" y="2082"/>
                    <a:pt x="3616" y="2326"/>
                  </a:cubicBezTo>
                  <a:cubicBezTo>
                    <a:pt x="3845" y="2183"/>
                    <a:pt x="4045" y="1968"/>
                    <a:pt x="4188" y="1726"/>
                  </a:cubicBezTo>
                  <a:cubicBezTo>
                    <a:pt x="4388" y="1825"/>
                    <a:pt x="4575" y="1897"/>
                    <a:pt x="4746" y="1939"/>
                  </a:cubicBezTo>
                  <a:cubicBezTo>
                    <a:pt x="4961" y="2001"/>
                    <a:pt x="5159" y="2029"/>
                    <a:pt x="5342" y="2029"/>
                  </a:cubicBezTo>
                  <a:cubicBezTo>
                    <a:pt x="5502" y="2029"/>
                    <a:pt x="5650" y="2008"/>
                    <a:pt x="5789" y="1968"/>
                  </a:cubicBezTo>
                  <a:cubicBezTo>
                    <a:pt x="5547" y="1754"/>
                    <a:pt x="5347" y="1468"/>
                    <a:pt x="5289" y="1139"/>
                  </a:cubicBezTo>
                  <a:cubicBezTo>
                    <a:pt x="5246" y="925"/>
                    <a:pt x="5017" y="796"/>
                    <a:pt x="4674" y="696"/>
                  </a:cubicBezTo>
                  <a:lnTo>
                    <a:pt x="4632" y="53"/>
                  </a:lnTo>
                  <a:cubicBezTo>
                    <a:pt x="4632" y="53"/>
                    <a:pt x="4296" y="1"/>
                    <a:pt x="38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5">
              <a:extLst>
                <a:ext uri="{FF2B5EF4-FFF2-40B4-BE49-F238E27FC236}">
                  <a16:creationId xmlns:a16="http://schemas.microsoft.com/office/drawing/2014/main" id="{E59C7F80-CDF5-9D1F-FE0F-D757DA7DE19C}"/>
                </a:ext>
              </a:extLst>
            </p:cNvPr>
            <p:cNvSpPr/>
            <p:nvPr/>
          </p:nvSpPr>
          <p:spPr>
            <a:xfrm>
              <a:off x="5336525" y="2255575"/>
              <a:ext cx="475275" cy="449400"/>
            </a:xfrm>
            <a:custGeom>
              <a:avLst/>
              <a:gdLst/>
              <a:ahLst/>
              <a:cxnLst/>
              <a:rect l="l" t="t" r="r" b="b"/>
              <a:pathLst>
                <a:path w="19011" h="17976" extrusionOk="0">
                  <a:moveTo>
                    <a:pt x="5322" y="1"/>
                  </a:moveTo>
                  <a:cubicBezTo>
                    <a:pt x="2286" y="1"/>
                    <a:pt x="273" y="166"/>
                    <a:pt x="273" y="166"/>
                  </a:cubicBezTo>
                  <a:cubicBezTo>
                    <a:pt x="187" y="2053"/>
                    <a:pt x="0" y="5083"/>
                    <a:pt x="3631" y="5498"/>
                  </a:cubicBezTo>
                  <a:cubicBezTo>
                    <a:pt x="7276" y="5912"/>
                    <a:pt x="11549" y="5584"/>
                    <a:pt x="12350" y="6655"/>
                  </a:cubicBezTo>
                  <a:cubicBezTo>
                    <a:pt x="13137" y="7728"/>
                    <a:pt x="12350" y="17562"/>
                    <a:pt x="12350" y="17562"/>
                  </a:cubicBezTo>
                  <a:cubicBezTo>
                    <a:pt x="12350" y="17562"/>
                    <a:pt x="13236" y="17276"/>
                    <a:pt x="13693" y="16632"/>
                  </a:cubicBezTo>
                  <a:cubicBezTo>
                    <a:pt x="13693" y="16632"/>
                    <a:pt x="14280" y="17518"/>
                    <a:pt x="14380" y="17975"/>
                  </a:cubicBezTo>
                  <a:cubicBezTo>
                    <a:pt x="14380" y="17975"/>
                    <a:pt x="15123" y="17604"/>
                    <a:pt x="15409" y="16718"/>
                  </a:cubicBezTo>
                  <a:cubicBezTo>
                    <a:pt x="15409" y="16718"/>
                    <a:pt x="15695" y="17461"/>
                    <a:pt x="16167" y="17975"/>
                  </a:cubicBezTo>
                  <a:cubicBezTo>
                    <a:pt x="16167" y="17975"/>
                    <a:pt x="16224" y="17876"/>
                    <a:pt x="16310" y="17733"/>
                  </a:cubicBezTo>
                  <a:cubicBezTo>
                    <a:pt x="16466" y="17476"/>
                    <a:pt x="16710" y="17061"/>
                    <a:pt x="16924" y="16775"/>
                  </a:cubicBezTo>
                  <a:cubicBezTo>
                    <a:pt x="16924" y="16775"/>
                    <a:pt x="17324" y="17975"/>
                    <a:pt x="18397" y="17975"/>
                  </a:cubicBezTo>
                  <a:cubicBezTo>
                    <a:pt x="18397" y="17975"/>
                    <a:pt x="18082" y="17232"/>
                    <a:pt x="18397" y="15603"/>
                  </a:cubicBezTo>
                  <a:cubicBezTo>
                    <a:pt x="18725" y="13973"/>
                    <a:pt x="19011" y="6255"/>
                    <a:pt x="18397" y="4126"/>
                  </a:cubicBezTo>
                  <a:cubicBezTo>
                    <a:pt x="17939" y="2496"/>
                    <a:pt x="16924" y="1252"/>
                    <a:pt x="13894" y="595"/>
                  </a:cubicBezTo>
                  <a:cubicBezTo>
                    <a:pt x="12979" y="395"/>
                    <a:pt x="11864" y="252"/>
                    <a:pt x="10520" y="166"/>
                  </a:cubicBezTo>
                  <a:cubicBezTo>
                    <a:pt x="8615" y="42"/>
                    <a:pt x="6841" y="1"/>
                    <a:pt x="53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5">
              <a:extLst>
                <a:ext uri="{FF2B5EF4-FFF2-40B4-BE49-F238E27FC236}">
                  <a16:creationId xmlns:a16="http://schemas.microsoft.com/office/drawing/2014/main" id="{19B044E7-298B-A7AB-7A48-98D7827F3728}"/>
                </a:ext>
              </a:extLst>
            </p:cNvPr>
            <p:cNvSpPr/>
            <p:nvPr/>
          </p:nvSpPr>
          <p:spPr>
            <a:xfrm>
              <a:off x="5598450" y="2265075"/>
              <a:ext cx="145825" cy="439900"/>
            </a:xfrm>
            <a:custGeom>
              <a:avLst/>
              <a:gdLst/>
              <a:ahLst/>
              <a:cxnLst/>
              <a:rect l="l" t="t" r="r" b="b"/>
              <a:pathLst>
                <a:path w="5833" h="17596" extrusionOk="0">
                  <a:moveTo>
                    <a:pt x="2231" y="1"/>
                  </a:moveTo>
                  <a:cubicBezTo>
                    <a:pt x="1759" y="1201"/>
                    <a:pt x="1044" y="2330"/>
                    <a:pt x="1" y="3260"/>
                  </a:cubicBezTo>
                  <a:cubicBezTo>
                    <a:pt x="716" y="3860"/>
                    <a:pt x="1101" y="4588"/>
                    <a:pt x="1330" y="5417"/>
                  </a:cubicBezTo>
                  <a:cubicBezTo>
                    <a:pt x="1373" y="5560"/>
                    <a:pt x="1415" y="5747"/>
                    <a:pt x="1444" y="5961"/>
                  </a:cubicBezTo>
                  <a:cubicBezTo>
                    <a:pt x="1630" y="6046"/>
                    <a:pt x="1773" y="6161"/>
                    <a:pt x="1873" y="6275"/>
                  </a:cubicBezTo>
                  <a:cubicBezTo>
                    <a:pt x="2130" y="6633"/>
                    <a:pt x="2216" y="7977"/>
                    <a:pt x="2216" y="9591"/>
                  </a:cubicBezTo>
                  <a:cubicBezTo>
                    <a:pt x="2216" y="12808"/>
                    <a:pt x="1873" y="17182"/>
                    <a:pt x="1873" y="17182"/>
                  </a:cubicBezTo>
                  <a:cubicBezTo>
                    <a:pt x="1873" y="17182"/>
                    <a:pt x="2759" y="16896"/>
                    <a:pt x="3216" y="16252"/>
                  </a:cubicBezTo>
                  <a:cubicBezTo>
                    <a:pt x="3216" y="16252"/>
                    <a:pt x="3803" y="17138"/>
                    <a:pt x="3903" y="17595"/>
                  </a:cubicBezTo>
                  <a:cubicBezTo>
                    <a:pt x="3903" y="17595"/>
                    <a:pt x="4646" y="17224"/>
                    <a:pt x="4932" y="16338"/>
                  </a:cubicBezTo>
                  <a:cubicBezTo>
                    <a:pt x="4932" y="16338"/>
                    <a:pt x="5218" y="17081"/>
                    <a:pt x="5690" y="17595"/>
                  </a:cubicBezTo>
                  <a:cubicBezTo>
                    <a:pt x="5690" y="17595"/>
                    <a:pt x="5747" y="17496"/>
                    <a:pt x="5833" y="17353"/>
                  </a:cubicBezTo>
                  <a:cubicBezTo>
                    <a:pt x="5561" y="16667"/>
                    <a:pt x="5303" y="15981"/>
                    <a:pt x="5347" y="15266"/>
                  </a:cubicBezTo>
                  <a:lnTo>
                    <a:pt x="5347" y="15266"/>
                  </a:lnTo>
                  <a:cubicBezTo>
                    <a:pt x="4960" y="15638"/>
                    <a:pt x="4589" y="16023"/>
                    <a:pt x="4203" y="16395"/>
                  </a:cubicBezTo>
                  <a:cubicBezTo>
                    <a:pt x="4003" y="15737"/>
                    <a:pt x="3874" y="15051"/>
                    <a:pt x="3788" y="14351"/>
                  </a:cubicBezTo>
                  <a:cubicBezTo>
                    <a:pt x="3546" y="14437"/>
                    <a:pt x="3288" y="14508"/>
                    <a:pt x="3031" y="14594"/>
                  </a:cubicBezTo>
                  <a:cubicBezTo>
                    <a:pt x="3317" y="12293"/>
                    <a:pt x="3603" y="10006"/>
                    <a:pt x="3874" y="7719"/>
                  </a:cubicBezTo>
                  <a:cubicBezTo>
                    <a:pt x="4032" y="6447"/>
                    <a:pt x="4160" y="5003"/>
                    <a:pt x="3346" y="4003"/>
                  </a:cubicBezTo>
                  <a:cubicBezTo>
                    <a:pt x="2888" y="3431"/>
                    <a:pt x="2187" y="3102"/>
                    <a:pt x="1516" y="2802"/>
                  </a:cubicBezTo>
                  <a:cubicBezTo>
                    <a:pt x="2273" y="2116"/>
                    <a:pt x="2917" y="1230"/>
                    <a:pt x="3417" y="215"/>
                  </a:cubicBezTo>
                  <a:cubicBezTo>
                    <a:pt x="3060" y="144"/>
                    <a:pt x="2660" y="72"/>
                    <a:pt x="22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5">
              <a:extLst>
                <a:ext uri="{FF2B5EF4-FFF2-40B4-BE49-F238E27FC236}">
                  <a16:creationId xmlns:a16="http://schemas.microsoft.com/office/drawing/2014/main" id="{D7305B4F-313F-6F45-BA66-FFF1B1857808}"/>
                </a:ext>
              </a:extLst>
            </p:cNvPr>
            <p:cNvSpPr/>
            <p:nvPr/>
          </p:nvSpPr>
          <p:spPr>
            <a:xfrm>
              <a:off x="5112125" y="1809100"/>
              <a:ext cx="568550" cy="591300"/>
            </a:xfrm>
            <a:custGeom>
              <a:avLst/>
              <a:gdLst/>
              <a:ahLst/>
              <a:cxnLst/>
              <a:rect l="l" t="t" r="r" b="b"/>
              <a:pathLst>
                <a:path w="22742" h="23652" extrusionOk="0">
                  <a:moveTo>
                    <a:pt x="10551" y="0"/>
                  </a:moveTo>
                  <a:cubicBezTo>
                    <a:pt x="10479" y="0"/>
                    <a:pt x="10407" y="1"/>
                    <a:pt x="10335" y="1"/>
                  </a:cubicBezTo>
                  <a:cubicBezTo>
                    <a:pt x="5060" y="44"/>
                    <a:pt x="0" y="2902"/>
                    <a:pt x="315" y="11078"/>
                  </a:cubicBezTo>
                  <a:cubicBezTo>
                    <a:pt x="587" y="18225"/>
                    <a:pt x="3017" y="22671"/>
                    <a:pt x="9948" y="23513"/>
                  </a:cubicBezTo>
                  <a:cubicBezTo>
                    <a:pt x="10750" y="23605"/>
                    <a:pt x="11616" y="23651"/>
                    <a:pt x="12547" y="23651"/>
                  </a:cubicBezTo>
                  <a:cubicBezTo>
                    <a:pt x="12777" y="23651"/>
                    <a:pt x="13012" y="23648"/>
                    <a:pt x="13251" y="23643"/>
                  </a:cubicBezTo>
                  <a:cubicBezTo>
                    <a:pt x="22741" y="23371"/>
                    <a:pt x="22741" y="14566"/>
                    <a:pt x="22527" y="11393"/>
                  </a:cubicBezTo>
                  <a:cubicBezTo>
                    <a:pt x="22398" y="9563"/>
                    <a:pt x="22269" y="6005"/>
                    <a:pt x="19897" y="3331"/>
                  </a:cubicBezTo>
                  <a:cubicBezTo>
                    <a:pt x="18193" y="1430"/>
                    <a:pt x="15350" y="0"/>
                    <a:pt x="1055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5">
              <a:extLst>
                <a:ext uri="{FF2B5EF4-FFF2-40B4-BE49-F238E27FC236}">
                  <a16:creationId xmlns:a16="http://schemas.microsoft.com/office/drawing/2014/main" id="{A168032E-112C-0347-3D67-832B6FBC35EF}"/>
                </a:ext>
              </a:extLst>
            </p:cNvPr>
            <p:cNvSpPr/>
            <p:nvPr/>
          </p:nvSpPr>
          <p:spPr>
            <a:xfrm>
              <a:off x="5172150" y="1821625"/>
              <a:ext cx="437400" cy="479550"/>
            </a:xfrm>
            <a:custGeom>
              <a:avLst/>
              <a:gdLst/>
              <a:ahLst/>
              <a:cxnLst/>
              <a:rect l="l" t="t" r="r" b="b"/>
              <a:pathLst>
                <a:path w="17496" h="19182" extrusionOk="0">
                  <a:moveTo>
                    <a:pt x="15952" y="1487"/>
                  </a:moveTo>
                  <a:cubicBezTo>
                    <a:pt x="15980" y="1601"/>
                    <a:pt x="15995" y="1702"/>
                    <a:pt x="16009" y="1816"/>
                  </a:cubicBezTo>
                  <a:cubicBezTo>
                    <a:pt x="16066" y="2073"/>
                    <a:pt x="16110" y="2287"/>
                    <a:pt x="16152" y="2487"/>
                  </a:cubicBezTo>
                  <a:cubicBezTo>
                    <a:pt x="16609" y="2588"/>
                    <a:pt x="17053" y="2702"/>
                    <a:pt x="17496" y="2830"/>
                  </a:cubicBezTo>
                  <a:cubicBezTo>
                    <a:pt x="17181" y="2487"/>
                    <a:pt x="16824" y="2144"/>
                    <a:pt x="16424" y="1830"/>
                  </a:cubicBezTo>
                  <a:cubicBezTo>
                    <a:pt x="16266" y="1715"/>
                    <a:pt x="16123" y="1601"/>
                    <a:pt x="15952" y="1487"/>
                  </a:cubicBezTo>
                  <a:close/>
                  <a:moveTo>
                    <a:pt x="4418" y="0"/>
                  </a:moveTo>
                  <a:cubicBezTo>
                    <a:pt x="3503" y="272"/>
                    <a:pt x="2630" y="658"/>
                    <a:pt x="1845" y="1187"/>
                  </a:cubicBezTo>
                  <a:cubicBezTo>
                    <a:pt x="2702" y="2258"/>
                    <a:pt x="2960" y="4246"/>
                    <a:pt x="2960" y="6304"/>
                  </a:cubicBezTo>
                  <a:lnTo>
                    <a:pt x="2960" y="6504"/>
                  </a:lnTo>
                  <a:cubicBezTo>
                    <a:pt x="2931" y="9863"/>
                    <a:pt x="2230" y="13365"/>
                    <a:pt x="2230" y="13365"/>
                  </a:cubicBezTo>
                  <a:cubicBezTo>
                    <a:pt x="2230" y="13365"/>
                    <a:pt x="3160" y="13579"/>
                    <a:pt x="5018" y="13636"/>
                  </a:cubicBezTo>
                  <a:cubicBezTo>
                    <a:pt x="5047" y="13036"/>
                    <a:pt x="5075" y="12435"/>
                    <a:pt x="5117" y="11835"/>
                  </a:cubicBezTo>
                  <a:cubicBezTo>
                    <a:pt x="5275" y="9106"/>
                    <a:pt x="5418" y="6804"/>
                    <a:pt x="6890" y="4389"/>
                  </a:cubicBezTo>
                  <a:lnTo>
                    <a:pt x="6890" y="4389"/>
                  </a:lnTo>
                  <a:cubicBezTo>
                    <a:pt x="6661" y="4446"/>
                    <a:pt x="6432" y="4488"/>
                    <a:pt x="6247" y="4488"/>
                  </a:cubicBezTo>
                  <a:cubicBezTo>
                    <a:pt x="6161" y="4488"/>
                    <a:pt x="6076" y="4474"/>
                    <a:pt x="6019" y="4446"/>
                  </a:cubicBezTo>
                  <a:cubicBezTo>
                    <a:pt x="5889" y="4374"/>
                    <a:pt x="5847" y="4231"/>
                    <a:pt x="5847" y="4059"/>
                  </a:cubicBezTo>
                  <a:cubicBezTo>
                    <a:pt x="5847" y="3703"/>
                    <a:pt x="6019" y="3202"/>
                    <a:pt x="6019" y="2802"/>
                  </a:cubicBezTo>
                  <a:lnTo>
                    <a:pt x="6019" y="2802"/>
                  </a:lnTo>
                  <a:cubicBezTo>
                    <a:pt x="6018" y="2802"/>
                    <a:pt x="5403" y="3516"/>
                    <a:pt x="4989" y="3516"/>
                  </a:cubicBezTo>
                  <a:cubicBezTo>
                    <a:pt x="4961" y="3516"/>
                    <a:pt x="4917" y="3516"/>
                    <a:pt x="4889" y="3503"/>
                  </a:cubicBezTo>
                  <a:cubicBezTo>
                    <a:pt x="4631" y="3417"/>
                    <a:pt x="4460" y="1744"/>
                    <a:pt x="4418" y="0"/>
                  </a:cubicBezTo>
                  <a:close/>
                  <a:moveTo>
                    <a:pt x="5432" y="18796"/>
                  </a:moveTo>
                  <a:cubicBezTo>
                    <a:pt x="4989" y="18810"/>
                    <a:pt x="4574" y="18825"/>
                    <a:pt x="4160" y="18854"/>
                  </a:cubicBezTo>
                  <a:cubicBezTo>
                    <a:pt x="3274" y="18882"/>
                    <a:pt x="2459" y="18925"/>
                    <a:pt x="1702" y="18925"/>
                  </a:cubicBezTo>
                  <a:cubicBezTo>
                    <a:pt x="1087" y="18925"/>
                    <a:pt x="530" y="18896"/>
                    <a:pt x="0" y="18825"/>
                  </a:cubicBezTo>
                  <a:lnTo>
                    <a:pt x="0" y="18825"/>
                  </a:lnTo>
                  <a:cubicBezTo>
                    <a:pt x="86" y="18953"/>
                    <a:pt x="172" y="19068"/>
                    <a:pt x="258" y="19182"/>
                  </a:cubicBezTo>
                  <a:cubicBezTo>
                    <a:pt x="258" y="19182"/>
                    <a:pt x="2274" y="19025"/>
                    <a:pt x="5318" y="19025"/>
                  </a:cubicBezTo>
                  <a:lnTo>
                    <a:pt x="5489" y="19025"/>
                  </a:lnTo>
                  <a:cubicBezTo>
                    <a:pt x="5475" y="18953"/>
                    <a:pt x="5447" y="18867"/>
                    <a:pt x="5432" y="18796"/>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5">
              <a:extLst>
                <a:ext uri="{FF2B5EF4-FFF2-40B4-BE49-F238E27FC236}">
                  <a16:creationId xmlns:a16="http://schemas.microsoft.com/office/drawing/2014/main" id="{B0AA0264-24C7-F7BE-032B-1A7D88296576}"/>
                </a:ext>
              </a:extLst>
            </p:cNvPr>
            <p:cNvSpPr/>
            <p:nvPr/>
          </p:nvSpPr>
          <p:spPr>
            <a:xfrm>
              <a:off x="5558450" y="2192900"/>
              <a:ext cx="47175" cy="39325"/>
            </a:xfrm>
            <a:custGeom>
              <a:avLst/>
              <a:gdLst/>
              <a:ahLst/>
              <a:cxnLst/>
              <a:rect l="l" t="t" r="r" b="b"/>
              <a:pathLst>
                <a:path w="1887" h="1573" extrusionOk="0">
                  <a:moveTo>
                    <a:pt x="858" y="1"/>
                  </a:moveTo>
                  <a:cubicBezTo>
                    <a:pt x="0" y="1"/>
                    <a:pt x="86" y="1386"/>
                    <a:pt x="814" y="1558"/>
                  </a:cubicBezTo>
                  <a:cubicBezTo>
                    <a:pt x="843" y="1573"/>
                    <a:pt x="886" y="1573"/>
                    <a:pt x="929" y="1573"/>
                  </a:cubicBezTo>
                  <a:cubicBezTo>
                    <a:pt x="1601" y="1573"/>
                    <a:pt x="1887" y="129"/>
                    <a:pt x="972" y="14"/>
                  </a:cubicBezTo>
                  <a:cubicBezTo>
                    <a:pt x="929" y="1"/>
                    <a:pt x="886"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5">
              <a:extLst>
                <a:ext uri="{FF2B5EF4-FFF2-40B4-BE49-F238E27FC236}">
                  <a16:creationId xmlns:a16="http://schemas.microsoft.com/office/drawing/2014/main" id="{8AB4534F-918E-1070-D176-F1A125813FFF}"/>
                </a:ext>
              </a:extLst>
            </p:cNvPr>
            <p:cNvSpPr/>
            <p:nvPr/>
          </p:nvSpPr>
          <p:spPr>
            <a:xfrm>
              <a:off x="5581650" y="2255425"/>
              <a:ext cx="32200" cy="41850"/>
            </a:xfrm>
            <a:custGeom>
              <a:avLst/>
              <a:gdLst/>
              <a:ahLst/>
              <a:cxnLst/>
              <a:rect l="l" t="t" r="r" b="b"/>
              <a:pathLst>
                <a:path w="1288" h="1674" extrusionOk="0">
                  <a:moveTo>
                    <a:pt x="687" y="0"/>
                  </a:moveTo>
                  <a:cubicBezTo>
                    <a:pt x="673" y="0"/>
                    <a:pt x="644" y="0"/>
                    <a:pt x="616" y="15"/>
                  </a:cubicBezTo>
                  <a:cubicBezTo>
                    <a:pt x="73" y="57"/>
                    <a:pt x="1" y="1673"/>
                    <a:pt x="616" y="1673"/>
                  </a:cubicBezTo>
                  <a:cubicBezTo>
                    <a:pt x="915" y="1673"/>
                    <a:pt x="1173" y="1258"/>
                    <a:pt x="1230" y="844"/>
                  </a:cubicBezTo>
                  <a:cubicBezTo>
                    <a:pt x="1287" y="429"/>
                    <a:pt x="1144" y="0"/>
                    <a:pt x="687"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5">
              <a:extLst>
                <a:ext uri="{FF2B5EF4-FFF2-40B4-BE49-F238E27FC236}">
                  <a16:creationId xmlns:a16="http://schemas.microsoft.com/office/drawing/2014/main" id="{51AE4C46-C05A-39C1-FB6A-D16B714906F4}"/>
                </a:ext>
              </a:extLst>
            </p:cNvPr>
            <p:cNvSpPr/>
            <p:nvPr/>
          </p:nvSpPr>
          <p:spPr>
            <a:xfrm>
              <a:off x="5617750" y="2212200"/>
              <a:ext cx="21100" cy="20025"/>
            </a:xfrm>
            <a:custGeom>
              <a:avLst/>
              <a:gdLst/>
              <a:ahLst/>
              <a:cxnLst/>
              <a:rect l="l" t="t" r="r" b="b"/>
              <a:pathLst>
                <a:path w="844" h="801" extrusionOk="0">
                  <a:moveTo>
                    <a:pt x="430" y="0"/>
                  </a:moveTo>
                  <a:cubicBezTo>
                    <a:pt x="215" y="0"/>
                    <a:pt x="72" y="200"/>
                    <a:pt x="29" y="401"/>
                  </a:cubicBezTo>
                  <a:cubicBezTo>
                    <a:pt x="1" y="601"/>
                    <a:pt x="72" y="801"/>
                    <a:pt x="300" y="801"/>
                  </a:cubicBezTo>
                  <a:lnTo>
                    <a:pt x="315" y="801"/>
                  </a:lnTo>
                  <a:cubicBezTo>
                    <a:pt x="815" y="786"/>
                    <a:pt x="844" y="115"/>
                    <a:pt x="558" y="14"/>
                  </a:cubicBezTo>
                  <a:cubicBezTo>
                    <a:pt x="515" y="0"/>
                    <a:pt x="472" y="0"/>
                    <a:pt x="430"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5">
              <a:extLst>
                <a:ext uri="{FF2B5EF4-FFF2-40B4-BE49-F238E27FC236}">
                  <a16:creationId xmlns:a16="http://schemas.microsoft.com/office/drawing/2014/main" id="{C1E1FA32-73F5-A1A5-04DF-A9A253DDD707}"/>
                </a:ext>
              </a:extLst>
            </p:cNvPr>
            <p:cNvSpPr/>
            <p:nvPr/>
          </p:nvSpPr>
          <p:spPr>
            <a:xfrm>
              <a:off x="5596650" y="2160025"/>
              <a:ext cx="32200" cy="30750"/>
            </a:xfrm>
            <a:custGeom>
              <a:avLst/>
              <a:gdLst/>
              <a:ahLst/>
              <a:cxnLst/>
              <a:rect l="l" t="t" r="r" b="b"/>
              <a:pathLst>
                <a:path w="1288" h="1230" extrusionOk="0">
                  <a:moveTo>
                    <a:pt x="773" y="1"/>
                  </a:moveTo>
                  <a:cubicBezTo>
                    <a:pt x="458" y="1"/>
                    <a:pt x="1" y="1201"/>
                    <a:pt x="516" y="1230"/>
                  </a:cubicBezTo>
                  <a:lnTo>
                    <a:pt x="544" y="1230"/>
                  </a:lnTo>
                  <a:cubicBezTo>
                    <a:pt x="1087" y="1230"/>
                    <a:pt x="1287" y="486"/>
                    <a:pt x="873" y="43"/>
                  </a:cubicBezTo>
                  <a:cubicBezTo>
                    <a:pt x="845" y="14"/>
                    <a:pt x="801" y="1"/>
                    <a:pt x="773"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5">
              <a:extLst>
                <a:ext uri="{FF2B5EF4-FFF2-40B4-BE49-F238E27FC236}">
                  <a16:creationId xmlns:a16="http://schemas.microsoft.com/office/drawing/2014/main" id="{66AF05B3-239B-F611-8EF6-03D10848F503}"/>
                </a:ext>
              </a:extLst>
            </p:cNvPr>
            <p:cNvSpPr/>
            <p:nvPr/>
          </p:nvSpPr>
          <p:spPr>
            <a:xfrm>
              <a:off x="5663850" y="2748125"/>
              <a:ext cx="67800" cy="59825"/>
            </a:xfrm>
            <a:custGeom>
              <a:avLst/>
              <a:gdLst/>
              <a:ahLst/>
              <a:cxnLst/>
              <a:rect l="l" t="t" r="r" b="b"/>
              <a:pathLst>
                <a:path w="2712" h="2393" extrusionOk="0">
                  <a:moveTo>
                    <a:pt x="1527" y="0"/>
                  </a:moveTo>
                  <a:cubicBezTo>
                    <a:pt x="1504" y="0"/>
                    <a:pt x="1481" y="1"/>
                    <a:pt x="1458" y="4"/>
                  </a:cubicBezTo>
                  <a:cubicBezTo>
                    <a:pt x="543" y="89"/>
                    <a:pt x="57" y="703"/>
                    <a:pt x="57" y="703"/>
                  </a:cubicBezTo>
                  <a:lnTo>
                    <a:pt x="0" y="2076"/>
                  </a:lnTo>
                  <a:cubicBezTo>
                    <a:pt x="0" y="2076"/>
                    <a:pt x="592" y="2392"/>
                    <a:pt x="1204" y="2392"/>
                  </a:cubicBezTo>
                  <a:cubicBezTo>
                    <a:pt x="1484" y="2392"/>
                    <a:pt x="1768" y="2326"/>
                    <a:pt x="2001" y="2133"/>
                  </a:cubicBezTo>
                  <a:cubicBezTo>
                    <a:pt x="2712" y="1548"/>
                    <a:pt x="2378" y="0"/>
                    <a:pt x="152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5">
              <a:extLst>
                <a:ext uri="{FF2B5EF4-FFF2-40B4-BE49-F238E27FC236}">
                  <a16:creationId xmlns:a16="http://schemas.microsoft.com/office/drawing/2014/main" id="{26D7CF49-5982-74CA-051C-62CFB0BE24FC}"/>
                </a:ext>
              </a:extLst>
            </p:cNvPr>
            <p:cNvSpPr/>
            <p:nvPr/>
          </p:nvSpPr>
          <p:spPr>
            <a:xfrm>
              <a:off x="5613475" y="2744600"/>
              <a:ext cx="75775" cy="62900"/>
            </a:xfrm>
            <a:custGeom>
              <a:avLst/>
              <a:gdLst/>
              <a:ahLst/>
              <a:cxnLst/>
              <a:rect l="l" t="t" r="r" b="b"/>
              <a:pathLst>
                <a:path w="3031" h="2516" extrusionOk="0">
                  <a:moveTo>
                    <a:pt x="1806" y="0"/>
                  </a:moveTo>
                  <a:cubicBezTo>
                    <a:pt x="913" y="0"/>
                    <a:pt x="186" y="802"/>
                    <a:pt x="186" y="802"/>
                  </a:cubicBezTo>
                  <a:lnTo>
                    <a:pt x="0" y="2060"/>
                  </a:lnTo>
                  <a:cubicBezTo>
                    <a:pt x="0" y="2060"/>
                    <a:pt x="644" y="2515"/>
                    <a:pt x="1408" y="2515"/>
                  </a:cubicBezTo>
                  <a:cubicBezTo>
                    <a:pt x="1610" y="2515"/>
                    <a:pt x="1821" y="2484"/>
                    <a:pt x="2030" y="2403"/>
                  </a:cubicBezTo>
                  <a:cubicBezTo>
                    <a:pt x="3031" y="2031"/>
                    <a:pt x="3002" y="158"/>
                    <a:pt x="2015" y="15"/>
                  </a:cubicBezTo>
                  <a:cubicBezTo>
                    <a:pt x="1945" y="5"/>
                    <a:pt x="1875" y="0"/>
                    <a:pt x="18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5">
              <a:extLst>
                <a:ext uri="{FF2B5EF4-FFF2-40B4-BE49-F238E27FC236}">
                  <a16:creationId xmlns:a16="http://schemas.microsoft.com/office/drawing/2014/main" id="{60CAE2BF-7AF3-F45C-D29C-F34D9D60F102}"/>
                </a:ext>
              </a:extLst>
            </p:cNvPr>
            <p:cNvSpPr/>
            <p:nvPr/>
          </p:nvSpPr>
          <p:spPr>
            <a:xfrm>
              <a:off x="5478400" y="2696200"/>
              <a:ext cx="164025" cy="108500"/>
            </a:xfrm>
            <a:custGeom>
              <a:avLst/>
              <a:gdLst/>
              <a:ahLst/>
              <a:cxnLst/>
              <a:rect l="l" t="t" r="r" b="b"/>
              <a:pathLst>
                <a:path w="6561" h="4340" extrusionOk="0">
                  <a:moveTo>
                    <a:pt x="3981" y="1"/>
                  </a:moveTo>
                  <a:cubicBezTo>
                    <a:pt x="3307" y="1"/>
                    <a:pt x="2092" y="101"/>
                    <a:pt x="1144" y="737"/>
                  </a:cubicBezTo>
                  <a:cubicBezTo>
                    <a:pt x="772" y="979"/>
                    <a:pt x="443" y="1309"/>
                    <a:pt x="201" y="1723"/>
                  </a:cubicBezTo>
                  <a:cubicBezTo>
                    <a:pt x="201" y="1723"/>
                    <a:pt x="71" y="2109"/>
                    <a:pt x="29" y="2567"/>
                  </a:cubicBezTo>
                  <a:lnTo>
                    <a:pt x="29" y="2595"/>
                  </a:lnTo>
                  <a:cubicBezTo>
                    <a:pt x="0" y="3009"/>
                    <a:pt x="58" y="3453"/>
                    <a:pt x="343" y="3739"/>
                  </a:cubicBezTo>
                  <a:cubicBezTo>
                    <a:pt x="564" y="3959"/>
                    <a:pt x="951" y="4026"/>
                    <a:pt x="1395" y="4026"/>
                  </a:cubicBezTo>
                  <a:cubicBezTo>
                    <a:pt x="1440" y="4026"/>
                    <a:pt x="1484" y="4026"/>
                    <a:pt x="1529" y="4024"/>
                  </a:cubicBezTo>
                  <a:cubicBezTo>
                    <a:pt x="2190" y="4000"/>
                    <a:pt x="2961" y="3865"/>
                    <a:pt x="3564" y="3865"/>
                  </a:cubicBezTo>
                  <a:cubicBezTo>
                    <a:pt x="3679" y="3865"/>
                    <a:pt x="3788" y="3870"/>
                    <a:pt x="3888" y="3882"/>
                  </a:cubicBezTo>
                  <a:cubicBezTo>
                    <a:pt x="4558" y="3971"/>
                    <a:pt x="5019" y="4339"/>
                    <a:pt x="5474" y="4339"/>
                  </a:cubicBezTo>
                  <a:cubicBezTo>
                    <a:pt x="5602" y="4339"/>
                    <a:pt x="5729" y="4310"/>
                    <a:pt x="5861" y="4238"/>
                  </a:cubicBezTo>
                  <a:cubicBezTo>
                    <a:pt x="5960" y="4181"/>
                    <a:pt x="6061" y="4095"/>
                    <a:pt x="6160" y="3981"/>
                  </a:cubicBezTo>
                  <a:cubicBezTo>
                    <a:pt x="6561" y="3567"/>
                    <a:pt x="6547" y="2923"/>
                    <a:pt x="6217" y="2494"/>
                  </a:cubicBezTo>
                  <a:cubicBezTo>
                    <a:pt x="6175" y="2437"/>
                    <a:pt x="6132" y="2380"/>
                    <a:pt x="6075" y="2338"/>
                  </a:cubicBezTo>
                  <a:cubicBezTo>
                    <a:pt x="5893" y="2173"/>
                    <a:pt x="5647" y="2071"/>
                    <a:pt x="5354" y="2071"/>
                  </a:cubicBezTo>
                  <a:cubicBezTo>
                    <a:pt x="5165" y="2071"/>
                    <a:pt x="4955" y="2113"/>
                    <a:pt x="4731" y="2209"/>
                  </a:cubicBezTo>
                  <a:lnTo>
                    <a:pt x="4702" y="1894"/>
                  </a:lnTo>
                  <a:lnTo>
                    <a:pt x="4559" y="665"/>
                  </a:lnTo>
                  <a:lnTo>
                    <a:pt x="4489" y="22"/>
                  </a:lnTo>
                  <a:cubicBezTo>
                    <a:pt x="4489" y="22"/>
                    <a:pt x="4293" y="1"/>
                    <a:pt x="398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5">
              <a:extLst>
                <a:ext uri="{FF2B5EF4-FFF2-40B4-BE49-F238E27FC236}">
                  <a16:creationId xmlns:a16="http://schemas.microsoft.com/office/drawing/2014/main" id="{4CA84F1D-E967-3467-0E26-05A8FD6E0734}"/>
                </a:ext>
              </a:extLst>
            </p:cNvPr>
            <p:cNvSpPr/>
            <p:nvPr/>
          </p:nvSpPr>
          <p:spPr>
            <a:xfrm>
              <a:off x="5479125" y="2710325"/>
              <a:ext cx="173675" cy="50775"/>
            </a:xfrm>
            <a:custGeom>
              <a:avLst/>
              <a:gdLst/>
              <a:ahLst/>
              <a:cxnLst/>
              <a:rect l="l" t="t" r="r" b="b"/>
              <a:pathLst>
                <a:path w="6947" h="2031" extrusionOk="0">
                  <a:moveTo>
                    <a:pt x="3400" y="1"/>
                  </a:moveTo>
                  <a:cubicBezTo>
                    <a:pt x="2634" y="1"/>
                    <a:pt x="1766" y="89"/>
                    <a:pt x="1115" y="172"/>
                  </a:cubicBezTo>
                  <a:cubicBezTo>
                    <a:pt x="528" y="243"/>
                    <a:pt x="114" y="315"/>
                    <a:pt x="114" y="315"/>
                  </a:cubicBezTo>
                  <a:lnTo>
                    <a:pt x="0" y="2002"/>
                  </a:lnTo>
                  <a:lnTo>
                    <a:pt x="0" y="2030"/>
                  </a:lnTo>
                  <a:lnTo>
                    <a:pt x="1544" y="2015"/>
                  </a:lnTo>
                  <a:lnTo>
                    <a:pt x="2129" y="2002"/>
                  </a:lnTo>
                  <a:lnTo>
                    <a:pt x="2601" y="1987"/>
                  </a:lnTo>
                  <a:lnTo>
                    <a:pt x="5817" y="1944"/>
                  </a:lnTo>
                  <a:lnTo>
                    <a:pt x="6188" y="1929"/>
                  </a:lnTo>
                  <a:lnTo>
                    <a:pt x="6947" y="1916"/>
                  </a:lnTo>
                  <a:cubicBezTo>
                    <a:pt x="6947" y="1916"/>
                    <a:pt x="6617" y="1830"/>
                    <a:pt x="6246" y="1644"/>
                  </a:cubicBezTo>
                  <a:cubicBezTo>
                    <a:pt x="6074" y="1558"/>
                    <a:pt x="5889" y="1443"/>
                    <a:pt x="5717" y="1315"/>
                  </a:cubicBezTo>
                  <a:cubicBezTo>
                    <a:pt x="5460" y="1100"/>
                    <a:pt x="5245" y="843"/>
                    <a:pt x="5159" y="500"/>
                  </a:cubicBezTo>
                  <a:cubicBezTo>
                    <a:pt x="5117" y="300"/>
                    <a:pt x="4873" y="172"/>
                    <a:pt x="4530" y="100"/>
                  </a:cubicBezTo>
                  <a:cubicBezTo>
                    <a:pt x="4223" y="28"/>
                    <a:pt x="3827" y="1"/>
                    <a:pt x="340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5">
              <a:extLst>
                <a:ext uri="{FF2B5EF4-FFF2-40B4-BE49-F238E27FC236}">
                  <a16:creationId xmlns:a16="http://schemas.microsoft.com/office/drawing/2014/main" id="{3D6B67C0-446A-A6FD-4CD6-49B9E7B3BF4F}"/>
                </a:ext>
              </a:extLst>
            </p:cNvPr>
            <p:cNvSpPr/>
            <p:nvPr/>
          </p:nvSpPr>
          <p:spPr>
            <a:xfrm>
              <a:off x="5478400" y="2696200"/>
              <a:ext cx="143675" cy="100675"/>
            </a:xfrm>
            <a:custGeom>
              <a:avLst/>
              <a:gdLst/>
              <a:ahLst/>
              <a:cxnLst/>
              <a:rect l="l" t="t" r="r" b="b"/>
              <a:pathLst>
                <a:path w="5747" h="4027" extrusionOk="0">
                  <a:moveTo>
                    <a:pt x="3981" y="1"/>
                  </a:moveTo>
                  <a:cubicBezTo>
                    <a:pt x="3307" y="1"/>
                    <a:pt x="2092" y="101"/>
                    <a:pt x="1144" y="737"/>
                  </a:cubicBezTo>
                  <a:cubicBezTo>
                    <a:pt x="557" y="808"/>
                    <a:pt x="143" y="880"/>
                    <a:pt x="143" y="880"/>
                  </a:cubicBezTo>
                  <a:lnTo>
                    <a:pt x="29" y="2567"/>
                  </a:lnTo>
                  <a:lnTo>
                    <a:pt x="29" y="2595"/>
                  </a:lnTo>
                  <a:cubicBezTo>
                    <a:pt x="0" y="3009"/>
                    <a:pt x="58" y="3453"/>
                    <a:pt x="343" y="3739"/>
                  </a:cubicBezTo>
                  <a:cubicBezTo>
                    <a:pt x="564" y="3959"/>
                    <a:pt x="951" y="4026"/>
                    <a:pt x="1395" y="4026"/>
                  </a:cubicBezTo>
                  <a:cubicBezTo>
                    <a:pt x="1440" y="4026"/>
                    <a:pt x="1484" y="4026"/>
                    <a:pt x="1529" y="4024"/>
                  </a:cubicBezTo>
                  <a:cubicBezTo>
                    <a:pt x="1487" y="3524"/>
                    <a:pt x="1472" y="3038"/>
                    <a:pt x="1573" y="2580"/>
                  </a:cubicBezTo>
                  <a:cubicBezTo>
                    <a:pt x="1615" y="2424"/>
                    <a:pt x="1658" y="2266"/>
                    <a:pt x="1716" y="2123"/>
                  </a:cubicBezTo>
                  <a:lnTo>
                    <a:pt x="2158" y="2567"/>
                  </a:lnTo>
                  <a:lnTo>
                    <a:pt x="2244" y="2652"/>
                  </a:lnTo>
                  <a:cubicBezTo>
                    <a:pt x="2305" y="2712"/>
                    <a:pt x="2376" y="2773"/>
                    <a:pt x="2448" y="2773"/>
                  </a:cubicBezTo>
                  <a:cubicBezTo>
                    <a:pt x="2461" y="2773"/>
                    <a:pt x="2474" y="2771"/>
                    <a:pt x="2487" y="2767"/>
                  </a:cubicBezTo>
                  <a:cubicBezTo>
                    <a:pt x="2545" y="2738"/>
                    <a:pt x="2573" y="2666"/>
                    <a:pt x="2602" y="2609"/>
                  </a:cubicBezTo>
                  <a:cubicBezTo>
                    <a:pt x="2616" y="2595"/>
                    <a:pt x="2616" y="2580"/>
                    <a:pt x="2630" y="2552"/>
                  </a:cubicBezTo>
                  <a:cubicBezTo>
                    <a:pt x="2773" y="2223"/>
                    <a:pt x="2930" y="1894"/>
                    <a:pt x="3073" y="1566"/>
                  </a:cubicBezTo>
                  <a:cubicBezTo>
                    <a:pt x="3231" y="1837"/>
                    <a:pt x="3402" y="2109"/>
                    <a:pt x="3587" y="2352"/>
                  </a:cubicBezTo>
                  <a:cubicBezTo>
                    <a:pt x="3802" y="2180"/>
                    <a:pt x="3988" y="1966"/>
                    <a:pt x="4117" y="1709"/>
                  </a:cubicBezTo>
                  <a:cubicBezTo>
                    <a:pt x="4331" y="1795"/>
                    <a:pt x="4517" y="1852"/>
                    <a:pt x="4702" y="1894"/>
                  </a:cubicBezTo>
                  <a:cubicBezTo>
                    <a:pt x="4887" y="1934"/>
                    <a:pt x="5059" y="1952"/>
                    <a:pt x="5220" y="1952"/>
                  </a:cubicBezTo>
                  <a:cubicBezTo>
                    <a:pt x="5409" y="1952"/>
                    <a:pt x="5584" y="1927"/>
                    <a:pt x="5746" y="1880"/>
                  </a:cubicBezTo>
                  <a:cubicBezTo>
                    <a:pt x="5489" y="1665"/>
                    <a:pt x="5274" y="1408"/>
                    <a:pt x="5188" y="1065"/>
                  </a:cubicBezTo>
                  <a:cubicBezTo>
                    <a:pt x="5146" y="865"/>
                    <a:pt x="4902" y="737"/>
                    <a:pt x="4559" y="665"/>
                  </a:cubicBezTo>
                  <a:lnTo>
                    <a:pt x="4489" y="22"/>
                  </a:lnTo>
                  <a:cubicBezTo>
                    <a:pt x="4489" y="22"/>
                    <a:pt x="4293" y="1"/>
                    <a:pt x="39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5">
              <a:extLst>
                <a:ext uri="{FF2B5EF4-FFF2-40B4-BE49-F238E27FC236}">
                  <a16:creationId xmlns:a16="http://schemas.microsoft.com/office/drawing/2014/main" id="{297BDB60-B216-5C18-E9A0-7608B8D8ED0C}"/>
                </a:ext>
              </a:extLst>
            </p:cNvPr>
            <p:cNvSpPr/>
            <p:nvPr/>
          </p:nvSpPr>
          <p:spPr>
            <a:xfrm>
              <a:off x="5171800" y="2297325"/>
              <a:ext cx="475275" cy="449475"/>
            </a:xfrm>
            <a:custGeom>
              <a:avLst/>
              <a:gdLst/>
              <a:ahLst/>
              <a:cxnLst/>
              <a:rect l="l" t="t" r="r" b="b"/>
              <a:pathLst>
                <a:path w="19011" h="17979" extrusionOk="0">
                  <a:moveTo>
                    <a:pt x="5234" y="0"/>
                  </a:moveTo>
                  <a:cubicBezTo>
                    <a:pt x="2241" y="0"/>
                    <a:pt x="272" y="154"/>
                    <a:pt x="272" y="154"/>
                  </a:cubicBezTo>
                  <a:cubicBezTo>
                    <a:pt x="186" y="2041"/>
                    <a:pt x="1" y="5071"/>
                    <a:pt x="3631" y="5486"/>
                  </a:cubicBezTo>
                  <a:cubicBezTo>
                    <a:pt x="7262" y="5915"/>
                    <a:pt x="11550" y="5585"/>
                    <a:pt x="12335" y="6658"/>
                  </a:cubicBezTo>
                  <a:cubicBezTo>
                    <a:pt x="13136" y="7729"/>
                    <a:pt x="12335" y="17550"/>
                    <a:pt x="12335" y="17550"/>
                  </a:cubicBezTo>
                  <a:cubicBezTo>
                    <a:pt x="12335" y="17550"/>
                    <a:pt x="13236" y="17277"/>
                    <a:pt x="13694" y="16620"/>
                  </a:cubicBezTo>
                  <a:cubicBezTo>
                    <a:pt x="13694" y="16620"/>
                    <a:pt x="14279" y="17506"/>
                    <a:pt x="14380" y="17978"/>
                  </a:cubicBezTo>
                  <a:cubicBezTo>
                    <a:pt x="14380" y="17978"/>
                    <a:pt x="15123" y="17592"/>
                    <a:pt x="15409" y="16721"/>
                  </a:cubicBezTo>
                  <a:cubicBezTo>
                    <a:pt x="15409" y="16721"/>
                    <a:pt x="15695" y="17464"/>
                    <a:pt x="16166" y="17978"/>
                  </a:cubicBezTo>
                  <a:cubicBezTo>
                    <a:pt x="16166" y="17978"/>
                    <a:pt x="16595" y="17220"/>
                    <a:pt x="16909" y="16763"/>
                  </a:cubicBezTo>
                  <a:cubicBezTo>
                    <a:pt x="16909" y="16763"/>
                    <a:pt x="17324" y="17978"/>
                    <a:pt x="18396" y="17978"/>
                  </a:cubicBezTo>
                  <a:cubicBezTo>
                    <a:pt x="18396" y="17978"/>
                    <a:pt x="18367" y="17906"/>
                    <a:pt x="18339" y="17763"/>
                  </a:cubicBezTo>
                  <a:cubicBezTo>
                    <a:pt x="18268" y="17449"/>
                    <a:pt x="18167" y="16734"/>
                    <a:pt x="18396" y="15591"/>
                  </a:cubicBezTo>
                  <a:cubicBezTo>
                    <a:pt x="18725" y="13961"/>
                    <a:pt x="19011" y="6243"/>
                    <a:pt x="18396" y="4127"/>
                  </a:cubicBezTo>
                  <a:cubicBezTo>
                    <a:pt x="17795" y="1998"/>
                    <a:pt x="16238" y="525"/>
                    <a:pt x="10521" y="154"/>
                  </a:cubicBezTo>
                  <a:cubicBezTo>
                    <a:pt x="9406" y="83"/>
                    <a:pt x="8348" y="40"/>
                    <a:pt x="7347" y="26"/>
                  </a:cubicBezTo>
                  <a:cubicBezTo>
                    <a:pt x="6600" y="8"/>
                    <a:pt x="5892" y="0"/>
                    <a:pt x="52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5">
              <a:extLst>
                <a:ext uri="{FF2B5EF4-FFF2-40B4-BE49-F238E27FC236}">
                  <a16:creationId xmlns:a16="http://schemas.microsoft.com/office/drawing/2014/main" id="{86DB7863-9590-E074-A96F-A58C172F06F0}"/>
                </a:ext>
              </a:extLst>
            </p:cNvPr>
            <p:cNvSpPr/>
            <p:nvPr/>
          </p:nvSpPr>
          <p:spPr>
            <a:xfrm>
              <a:off x="5177525" y="2297250"/>
              <a:ext cx="454175" cy="449550"/>
            </a:xfrm>
            <a:custGeom>
              <a:avLst/>
              <a:gdLst/>
              <a:ahLst/>
              <a:cxnLst/>
              <a:rect l="l" t="t" r="r" b="b"/>
              <a:pathLst>
                <a:path w="18167" h="17982" extrusionOk="0">
                  <a:moveTo>
                    <a:pt x="5103" y="0"/>
                  </a:moveTo>
                  <a:cubicBezTo>
                    <a:pt x="2059" y="0"/>
                    <a:pt x="43" y="157"/>
                    <a:pt x="43" y="157"/>
                  </a:cubicBezTo>
                  <a:cubicBezTo>
                    <a:pt x="29" y="486"/>
                    <a:pt x="0" y="843"/>
                    <a:pt x="0" y="1215"/>
                  </a:cubicBezTo>
                  <a:cubicBezTo>
                    <a:pt x="0" y="3016"/>
                    <a:pt x="386" y="5146"/>
                    <a:pt x="3402" y="5489"/>
                  </a:cubicBezTo>
                  <a:cubicBezTo>
                    <a:pt x="7033" y="5918"/>
                    <a:pt x="11321" y="5588"/>
                    <a:pt x="12106" y="6661"/>
                  </a:cubicBezTo>
                  <a:cubicBezTo>
                    <a:pt x="12378" y="7018"/>
                    <a:pt x="12464" y="8348"/>
                    <a:pt x="12464" y="9962"/>
                  </a:cubicBezTo>
                  <a:cubicBezTo>
                    <a:pt x="12464" y="13192"/>
                    <a:pt x="12106" y="17553"/>
                    <a:pt x="12106" y="17553"/>
                  </a:cubicBezTo>
                  <a:cubicBezTo>
                    <a:pt x="12106" y="17553"/>
                    <a:pt x="13007" y="17280"/>
                    <a:pt x="13465" y="16623"/>
                  </a:cubicBezTo>
                  <a:cubicBezTo>
                    <a:pt x="13465" y="16623"/>
                    <a:pt x="14050" y="17509"/>
                    <a:pt x="14151" y="17981"/>
                  </a:cubicBezTo>
                  <a:cubicBezTo>
                    <a:pt x="14151" y="17981"/>
                    <a:pt x="14894" y="17595"/>
                    <a:pt x="15180" y="16724"/>
                  </a:cubicBezTo>
                  <a:cubicBezTo>
                    <a:pt x="15180" y="16724"/>
                    <a:pt x="15466" y="17467"/>
                    <a:pt x="15937" y="17981"/>
                  </a:cubicBezTo>
                  <a:cubicBezTo>
                    <a:pt x="15937" y="17981"/>
                    <a:pt x="16366" y="17223"/>
                    <a:pt x="16680" y="16766"/>
                  </a:cubicBezTo>
                  <a:cubicBezTo>
                    <a:pt x="16680" y="16766"/>
                    <a:pt x="17095" y="17981"/>
                    <a:pt x="18167" y="17981"/>
                  </a:cubicBezTo>
                  <a:cubicBezTo>
                    <a:pt x="18167" y="17981"/>
                    <a:pt x="18138" y="17909"/>
                    <a:pt x="18110" y="17766"/>
                  </a:cubicBezTo>
                  <a:cubicBezTo>
                    <a:pt x="17524" y="17166"/>
                    <a:pt x="16838" y="16609"/>
                    <a:pt x="16909" y="15822"/>
                  </a:cubicBezTo>
                  <a:lnTo>
                    <a:pt x="16909" y="15822"/>
                  </a:lnTo>
                  <a:cubicBezTo>
                    <a:pt x="16652" y="16009"/>
                    <a:pt x="16394" y="16209"/>
                    <a:pt x="16123" y="16394"/>
                  </a:cubicBezTo>
                  <a:cubicBezTo>
                    <a:pt x="15994" y="16066"/>
                    <a:pt x="15851" y="15737"/>
                    <a:pt x="15708" y="15409"/>
                  </a:cubicBezTo>
                  <a:cubicBezTo>
                    <a:pt x="15337" y="15794"/>
                    <a:pt x="14908" y="16108"/>
                    <a:pt x="14422" y="16323"/>
                  </a:cubicBezTo>
                  <a:cubicBezTo>
                    <a:pt x="14365" y="15809"/>
                    <a:pt x="14193" y="15323"/>
                    <a:pt x="13894" y="14908"/>
                  </a:cubicBezTo>
                  <a:cubicBezTo>
                    <a:pt x="13707" y="15037"/>
                    <a:pt x="13465" y="15108"/>
                    <a:pt x="13221" y="15108"/>
                  </a:cubicBezTo>
                  <a:cubicBezTo>
                    <a:pt x="13122" y="15108"/>
                    <a:pt x="13021" y="15094"/>
                    <a:pt x="12922" y="15065"/>
                  </a:cubicBezTo>
                  <a:cubicBezTo>
                    <a:pt x="13135" y="13236"/>
                    <a:pt x="13808" y="11477"/>
                    <a:pt x="13922" y="9648"/>
                  </a:cubicBezTo>
                  <a:cubicBezTo>
                    <a:pt x="14036" y="7804"/>
                    <a:pt x="13393" y="5731"/>
                    <a:pt x="11750" y="4917"/>
                  </a:cubicBezTo>
                  <a:cubicBezTo>
                    <a:pt x="10848" y="4460"/>
                    <a:pt x="9791" y="4473"/>
                    <a:pt x="8790" y="4359"/>
                  </a:cubicBezTo>
                  <a:cubicBezTo>
                    <a:pt x="7919" y="4260"/>
                    <a:pt x="7046" y="4060"/>
                    <a:pt x="6217" y="3759"/>
                  </a:cubicBezTo>
                  <a:cubicBezTo>
                    <a:pt x="5661" y="3559"/>
                    <a:pt x="5089" y="3288"/>
                    <a:pt x="4803" y="2787"/>
                  </a:cubicBezTo>
                  <a:cubicBezTo>
                    <a:pt x="4359" y="1986"/>
                    <a:pt x="4874" y="929"/>
                    <a:pt x="5661" y="471"/>
                  </a:cubicBezTo>
                  <a:cubicBezTo>
                    <a:pt x="6103" y="200"/>
                    <a:pt x="6604" y="86"/>
                    <a:pt x="7118" y="29"/>
                  </a:cubicBezTo>
                  <a:cubicBezTo>
                    <a:pt x="6404" y="0"/>
                    <a:pt x="5731" y="0"/>
                    <a:pt x="5103"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5">
              <a:extLst>
                <a:ext uri="{FF2B5EF4-FFF2-40B4-BE49-F238E27FC236}">
                  <a16:creationId xmlns:a16="http://schemas.microsoft.com/office/drawing/2014/main" id="{0A18D146-9DB7-188E-A30E-2F331972AA77}"/>
                </a:ext>
              </a:extLst>
            </p:cNvPr>
            <p:cNvSpPr/>
            <p:nvPr/>
          </p:nvSpPr>
          <p:spPr>
            <a:xfrm>
              <a:off x="5452675" y="1954900"/>
              <a:ext cx="99700" cy="356825"/>
            </a:xfrm>
            <a:custGeom>
              <a:avLst/>
              <a:gdLst/>
              <a:ahLst/>
              <a:cxnLst/>
              <a:rect l="l" t="t" r="r" b="b"/>
              <a:pathLst>
                <a:path w="3988" h="14273" extrusionOk="0">
                  <a:moveTo>
                    <a:pt x="3804" y="1"/>
                  </a:moveTo>
                  <a:cubicBezTo>
                    <a:pt x="3721" y="1"/>
                    <a:pt x="3638" y="55"/>
                    <a:pt x="3616" y="144"/>
                  </a:cubicBezTo>
                  <a:lnTo>
                    <a:pt x="14" y="13965"/>
                  </a:lnTo>
                  <a:cubicBezTo>
                    <a:pt x="0" y="14066"/>
                    <a:pt x="57" y="14165"/>
                    <a:pt x="143" y="14194"/>
                  </a:cubicBezTo>
                  <a:lnTo>
                    <a:pt x="414" y="14266"/>
                  </a:lnTo>
                  <a:cubicBezTo>
                    <a:pt x="429" y="14270"/>
                    <a:pt x="444" y="14272"/>
                    <a:pt x="459" y="14272"/>
                  </a:cubicBezTo>
                  <a:cubicBezTo>
                    <a:pt x="543" y="14272"/>
                    <a:pt x="619" y="14208"/>
                    <a:pt x="643" y="14123"/>
                  </a:cubicBezTo>
                  <a:lnTo>
                    <a:pt x="3974" y="230"/>
                  </a:lnTo>
                  <a:cubicBezTo>
                    <a:pt x="3988" y="144"/>
                    <a:pt x="3945" y="58"/>
                    <a:pt x="3873" y="15"/>
                  </a:cubicBezTo>
                  <a:cubicBezTo>
                    <a:pt x="3851" y="5"/>
                    <a:pt x="3827" y="1"/>
                    <a:pt x="3804" y="1"/>
                  </a:cubicBezTo>
                  <a:close/>
                </a:path>
              </a:pathLst>
            </a:custGeom>
            <a:solidFill>
              <a:srgbClr val="C67F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5">
              <a:extLst>
                <a:ext uri="{FF2B5EF4-FFF2-40B4-BE49-F238E27FC236}">
                  <a16:creationId xmlns:a16="http://schemas.microsoft.com/office/drawing/2014/main" id="{7098269C-3D79-96F0-5678-5948CB14683F}"/>
                </a:ext>
              </a:extLst>
            </p:cNvPr>
            <p:cNvSpPr/>
            <p:nvPr/>
          </p:nvSpPr>
          <p:spPr>
            <a:xfrm>
              <a:off x="5488025" y="1978750"/>
              <a:ext cx="92600" cy="86800"/>
            </a:xfrm>
            <a:custGeom>
              <a:avLst/>
              <a:gdLst/>
              <a:ahLst/>
              <a:cxnLst/>
              <a:rect l="l" t="t" r="r" b="b"/>
              <a:pathLst>
                <a:path w="3704"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3360" y="3006"/>
                    <a:pt x="3389" y="2935"/>
                    <a:pt x="3417" y="2878"/>
                  </a:cubicBezTo>
                  <a:cubicBezTo>
                    <a:pt x="3675" y="2263"/>
                    <a:pt x="3703" y="1677"/>
                    <a:pt x="3688" y="1262"/>
                  </a:cubicBezTo>
                  <a:cubicBezTo>
                    <a:pt x="3660" y="905"/>
                    <a:pt x="3446" y="591"/>
                    <a:pt x="3117" y="433"/>
                  </a:cubicBezTo>
                  <a:cubicBezTo>
                    <a:pt x="2560" y="191"/>
                    <a:pt x="1845" y="76"/>
                    <a:pt x="1302" y="4"/>
                  </a:cubicBezTo>
                  <a:lnTo>
                    <a:pt x="1287" y="4"/>
                  </a:lnTo>
                  <a:cubicBezTo>
                    <a:pt x="1256" y="1"/>
                    <a:pt x="1226" y="0"/>
                    <a:pt x="119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5">
              <a:extLst>
                <a:ext uri="{FF2B5EF4-FFF2-40B4-BE49-F238E27FC236}">
                  <a16:creationId xmlns:a16="http://schemas.microsoft.com/office/drawing/2014/main" id="{44A26D2A-695C-0D70-B143-2E0EAFB3FD90}"/>
                </a:ext>
              </a:extLst>
            </p:cNvPr>
            <p:cNvSpPr/>
            <p:nvPr/>
          </p:nvSpPr>
          <p:spPr>
            <a:xfrm>
              <a:off x="5488025" y="1978750"/>
              <a:ext cx="82925" cy="86800"/>
            </a:xfrm>
            <a:custGeom>
              <a:avLst/>
              <a:gdLst/>
              <a:ahLst/>
              <a:cxnLst/>
              <a:rect l="l" t="t" r="r" b="b"/>
              <a:pathLst>
                <a:path w="3317" h="3472" extrusionOk="0">
                  <a:moveTo>
                    <a:pt x="1195" y="0"/>
                  </a:moveTo>
                  <a:cubicBezTo>
                    <a:pt x="761" y="0"/>
                    <a:pt x="378" y="277"/>
                    <a:pt x="244" y="690"/>
                  </a:cubicBezTo>
                  <a:cubicBezTo>
                    <a:pt x="87" y="1262"/>
                    <a:pt x="29" y="1820"/>
                    <a:pt x="16" y="2234"/>
                  </a:cubicBezTo>
                  <a:cubicBezTo>
                    <a:pt x="1" y="2634"/>
                    <a:pt x="244" y="3021"/>
                    <a:pt x="630" y="3164"/>
                  </a:cubicBezTo>
                  <a:cubicBezTo>
                    <a:pt x="1270" y="3408"/>
                    <a:pt x="1853" y="3472"/>
                    <a:pt x="2295" y="3472"/>
                  </a:cubicBezTo>
                  <a:cubicBezTo>
                    <a:pt x="2395" y="3472"/>
                    <a:pt x="2489" y="3468"/>
                    <a:pt x="2574" y="3463"/>
                  </a:cubicBezTo>
                  <a:cubicBezTo>
                    <a:pt x="2874" y="3449"/>
                    <a:pt x="3145" y="3307"/>
                    <a:pt x="3317" y="3063"/>
                  </a:cubicBezTo>
                  <a:cubicBezTo>
                    <a:pt x="2659" y="2891"/>
                    <a:pt x="1817" y="2920"/>
                    <a:pt x="1344" y="2420"/>
                  </a:cubicBezTo>
                  <a:cubicBezTo>
                    <a:pt x="916" y="1963"/>
                    <a:pt x="959" y="1262"/>
                    <a:pt x="1102" y="648"/>
                  </a:cubicBezTo>
                  <a:cubicBezTo>
                    <a:pt x="1159" y="433"/>
                    <a:pt x="1230" y="219"/>
                    <a:pt x="1302" y="4"/>
                  </a:cubicBezTo>
                  <a:lnTo>
                    <a:pt x="1287" y="4"/>
                  </a:lnTo>
                  <a:cubicBezTo>
                    <a:pt x="1256" y="1"/>
                    <a:pt x="1226" y="0"/>
                    <a:pt x="119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5">
              <a:extLst>
                <a:ext uri="{FF2B5EF4-FFF2-40B4-BE49-F238E27FC236}">
                  <a16:creationId xmlns:a16="http://schemas.microsoft.com/office/drawing/2014/main" id="{EF731730-DA8A-2FF2-52A0-2792E6DF9FF3}"/>
                </a:ext>
              </a:extLst>
            </p:cNvPr>
            <p:cNvSpPr/>
            <p:nvPr/>
          </p:nvSpPr>
          <p:spPr>
            <a:xfrm>
              <a:off x="5367250" y="2139450"/>
              <a:ext cx="166550" cy="144250"/>
            </a:xfrm>
            <a:custGeom>
              <a:avLst/>
              <a:gdLst/>
              <a:ahLst/>
              <a:cxnLst/>
              <a:rect l="l" t="t" r="r" b="b"/>
              <a:pathLst>
                <a:path w="6662" h="5770" extrusionOk="0">
                  <a:moveTo>
                    <a:pt x="4606" y="1"/>
                  </a:moveTo>
                  <a:cubicBezTo>
                    <a:pt x="4037" y="1"/>
                    <a:pt x="3507" y="263"/>
                    <a:pt x="3059" y="666"/>
                  </a:cubicBezTo>
                  <a:cubicBezTo>
                    <a:pt x="2974" y="738"/>
                    <a:pt x="2888" y="809"/>
                    <a:pt x="2802" y="866"/>
                  </a:cubicBezTo>
                  <a:cubicBezTo>
                    <a:pt x="2288" y="1209"/>
                    <a:pt x="1802" y="1252"/>
                    <a:pt x="1802" y="1252"/>
                  </a:cubicBezTo>
                  <a:cubicBezTo>
                    <a:pt x="1" y="3782"/>
                    <a:pt x="1001" y="5540"/>
                    <a:pt x="1001" y="5540"/>
                  </a:cubicBezTo>
                  <a:cubicBezTo>
                    <a:pt x="1973" y="5697"/>
                    <a:pt x="2817" y="5769"/>
                    <a:pt x="3503" y="5769"/>
                  </a:cubicBezTo>
                  <a:cubicBezTo>
                    <a:pt x="5375" y="5754"/>
                    <a:pt x="6276" y="5254"/>
                    <a:pt x="6375" y="4740"/>
                  </a:cubicBezTo>
                  <a:cubicBezTo>
                    <a:pt x="6505" y="4039"/>
                    <a:pt x="6047" y="3882"/>
                    <a:pt x="6047" y="3882"/>
                  </a:cubicBezTo>
                  <a:cubicBezTo>
                    <a:pt x="6047" y="3882"/>
                    <a:pt x="6505" y="3753"/>
                    <a:pt x="6576" y="3153"/>
                  </a:cubicBezTo>
                  <a:cubicBezTo>
                    <a:pt x="6633" y="2552"/>
                    <a:pt x="6233" y="2281"/>
                    <a:pt x="6233" y="2281"/>
                  </a:cubicBezTo>
                  <a:cubicBezTo>
                    <a:pt x="6505" y="2152"/>
                    <a:pt x="6661" y="1595"/>
                    <a:pt x="6505" y="995"/>
                  </a:cubicBezTo>
                  <a:cubicBezTo>
                    <a:pt x="6430" y="732"/>
                    <a:pt x="6237" y="658"/>
                    <a:pt x="6043" y="658"/>
                  </a:cubicBezTo>
                  <a:cubicBezTo>
                    <a:pt x="5795" y="658"/>
                    <a:pt x="5546" y="780"/>
                    <a:pt x="5546" y="780"/>
                  </a:cubicBezTo>
                  <a:lnTo>
                    <a:pt x="5346" y="1409"/>
                  </a:lnTo>
                  <a:cubicBezTo>
                    <a:pt x="5161" y="1452"/>
                    <a:pt x="4761" y="1567"/>
                    <a:pt x="4761" y="1567"/>
                  </a:cubicBezTo>
                  <a:lnTo>
                    <a:pt x="5146" y="80"/>
                  </a:lnTo>
                  <a:cubicBezTo>
                    <a:pt x="4963" y="26"/>
                    <a:pt x="4783" y="1"/>
                    <a:pt x="460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5">
              <a:extLst>
                <a:ext uri="{FF2B5EF4-FFF2-40B4-BE49-F238E27FC236}">
                  <a16:creationId xmlns:a16="http://schemas.microsoft.com/office/drawing/2014/main" id="{DE8C8651-3AB7-9E1A-0061-16636507499A}"/>
                </a:ext>
              </a:extLst>
            </p:cNvPr>
            <p:cNvSpPr/>
            <p:nvPr/>
          </p:nvSpPr>
          <p:spPr>
            <a:xfrm>
              <a:off x="5367250" y="2161075"/>
              <a:ext cx="89350" cy="122625"/>
            </a:xfrm>
            <a:custGeom>
              <a:avLst/>
              <a:gdLst/>
              <a:ahLst/>
              <a:cxnLst/>
              <a:rect l="l" t="t" r="r" b="b"/>
              <a:pathLst>
                <a:path w="3574" h="4905" extrusionOk="0">
                  <a:moveTo>
                    <a:pt x="2802" y="1"/>
                  </a:moveTo>
                  <a:lnTo>
                    <a:pt x="2802" y="1"/>
                  </a:lnTo>
                  <a:cubicBezTo>
                    <a:pt x="2288" y="344"/>
                    <a:pt x="1802" y="387"/>
                    <a:pt x="1802" y="387"/>
                  </a:cubicBezTo>
                  <a:cubicBezTo>
                    <a:pt x="1" y="2917"/>
                    <a:pt x="1001" y="4675"/>
                    <a:pt x="1001" y="4675"/>
                  </a:cubicBezTo>
                  <a:cubicBezTo>
                    <a:pt x="1973" y="4832"/>
                    <a:pt x="2817" y="4904"/>
                    <a:pt x="3503" y="4904"/>
                  </a:cubicBezTo>
                  <a:cubicBezTo>
                    <a:pt x="3488" y="4889"/>
                    <a:pt x="3474" y="4861"/>
                    <a:pt x="3460" y="4847"/>
                  </a:cubicBezTo>
                  <a:cubicBezTo>
                    <a:pt x="3259" y="4632"/>
                    <a:pt x="3160" y="4317"/>
                    <a:pt x="3189" y="4018"/>
                  </a:cubicBezTo>
                  <a:cubicBezTo>
                    <a:pt x="3202" y="3818"/>
                    <a:pt x="3288" y="3631"/>
                    <a:pt x="3303" y="3431"/>
                  </a:cubicBezTo>
                  <a:cubicBezTo>
                    <a:pt x="3317" y="3246"/>
                    <a:pt x="3259" y="3017"/>
                    <a:pt x="3088" y="2932"/>
                  </a:cubicBezTo>
                  <a:cubicBezTo>
                    <a:pt x="2916" y="2846"/>
                    <a:pt x="2645" y="2817"/>
                    <a:pt x="2674" y="2631"/>
                  </a:cubicBezTo>
                  <a:cubicBezTo>
                    <a:pt x="2688" y="2574"/>
                    <a:pt x="2731" y="2516"/>
                    <a:pt x="2774" y="2488"/>
                  </a:cubicBezTo>
                  <a:cubicBezTo>
                    <a:pt x="2974" y="2316"/>
                    <a:pt x="3174" y="2131"/>
                    <a:pt x="3360" y="1960"/>
                  </a:cubicBezTo>
                  <a:cubicBezTo>
                    <a:pt x="3431" y="1902"/>
                    <a:pt x="3503" y="1830"/>
                    <a:pt x="3532" y="1745"/>
                  </a:cubicBezTo>
                  <a:cubicBezTo>
                    <a:pt x="3574" y="1573"/>
                    <a:pt x="3446" y="1402"/>
                    <a:pt x="3288" y="1316"/>
                  </a:cubicBezTo>
                  <a:cubicBezTo>
                    <a:pt x="3145" y="1230"/>
                    <a:pt x="2960" y="1188"/>
                    <a:pt x="2831" y="1059"/>
                  </a:cubicBezTo>
                  <a:cubicBezTo>
                    <a:pt x="2545" y="801"/>
                    <a:pt x="2617" y="359"/>
                    <a:pt x="280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5">
              <a:extLst>
                <a:ext uri="{FF2B5EF4-FFF2-40B4-BE49-F238E27FC236}">
                  <a16:creationId xmlns:a16="http://schemas.microsoft.com/office/drawing/2014/main" id="{457FFE4C-54C7-A05D-EBB6-FFE06FD7770B}"/>
                </a:ext>
              </a:extLst>
            </p:cNvPr>
            <p:cNvSpPr/>
            <p:nvPr/>
          </p:nvSpPr>
          <p:spPr>
            <a:xfrm>
              <a:off x="5072800" y="1851275"/>
              <a:ext cx="365600" cy="443575"/>
            </a:xfrm>
            <a:custGeom>
              <a:avLst/>
              <a:gdLst/>
              <a:ahLst/>
              <a:cxnLst/>
              <a:rect l="l" t="t" r="r" b="b"/>
              <a:pathLst>
                <a:path w="14624" h="17743" extrusionOk="0">
                  <a:moveTo>
                    <a:pt x="5819" y="1"/>
                  </a:moveTo>
                  <a:cubicBezTo>
                    <a:pt x="5819" y="1"/>
                    <a:pt x="2945" y="373"/>
                    <a:pt x="1474" y="5633"/>
                  </a:cubicBezTo>
                  <a:cubicBezTo>
                    <a:pt x="1" y="10893"/>
                    <a:pt x="243" y="16210"/>
                    <a:pt x="2560" y="17253"/>
                  </a:cubicBezTo>
                  <a:cubicBezTo>
                    <a:pt x="3427" y="17638"/>
                    <a:pt x="4474" y="17742"/>
                    <a:pt x="5711" y="17742"/>
                  </a:cubicBezTo>
                  <a:cubicBezTo>
                    <a:pt x="6450" y="17742"/>
                    <a:pt x="7257" y="17705"/>
                    <a:pt x="8134" y="17668"/>
                  </a:cubicBezTo>
                  <a:cubicBezTo>
                    <a:pt x="9041" y="17626"/>
                    <a:pt x="10028" y="17585"/>
                    <a:pt x="11096" y="17585"/>
                  </a:cubicBezTo>
                  <a:cubicBezTo>
                    <a:pt x="11880" y="17585"/>
                    <a:pt x="12708" y="17607"/>
                    <a:pt x="13580" y="17668"/>
                  </a:cubicBezTo>
                  <a:cubicBezTo>
                    <a:pt x="13580" y="17668"/>
                    <a:pt x="13065" y="16767"/>
                    <a:pt x="12765" y="16252"/>
                  </a:cubicBezTo>
                  <a:cubicBezTo>
                    <a:pt x="12765" y="16252"/>
                    <a:pt x="13808" y="16010"/>
                    <a:pt x="14195" y="15781"/>
                  </a:cubicBezTo>
                  <a:cubicBezTo>
                    <a:pt x="14195" y="15781"/>
                    <a:pt x="14138" y="15724"/>
                    <a:pt x="14023" y="15638"/>
                  </a:cubicBezTo>
                  <a:cubicBezTo>
                    <a:pt x="13837" y="15480"/>
                    <a:pt x="13509" y="15209"/>
                    <a:pt x="13179" y="14880"/>
                  </a:cubicBezTo>
                  <a:cubicBezTo>
                    <a:pt x="13179" y="14880"/>
                    <a:pt x="14338" y="14409"/>
                    <a:pt x="14624" y="14165"/>
                  </a:cubicBezTo>
                  <a:cubicBezTo>
                    <a:pt x="14624" y="14165"/>
                    <a:pt x="13923" y="13651"/>
                    <a:pt x="13580" y="13308"/>
                  </a:cubicBezTo>
                  <a:cubicBezTo>
                    <a:pt x="13580" y="13308"/>
                    <a:pt x="14138" y="12936"/>
                    <a:pt x="14509" y="12036"/>
                  </a:cubicBezTo>
                  <a:lnTo>
                    <a:pt x="14509" y="12036"/>
                  </a:lnTo>
                  <a:cubicBezTo>
                    <a:pt x="14509" y="12036"/>
                    <a:pt x="11458" y="12468"/>
                    <a:pt x="9455" y="12468"/>
                  </a:cubicBezTo>
                  <a:cubicBezTo>
                    <a:pt x="9365" y="12468"/>
                    <a:pt x="9277" y="12467"/>
                    <a:pt x="9192" y="12465"/>
                  </a:cubicBezTo>
                  <a:cubicBezTo>
                    <a:pt x="7205" y="12408"/>
                    <a:pt x="6204" y="12179"/>
                    <a:pt x="6204" y="12179"/>
                  </a:cubicBezTo>
                  <a:cubicBezTo>
                    <a:pt x="6204" y="12179"/>
                    <a:pt x="6905" y="8677"/>
                    <a:pt x="6934" y="5318"/>
                  </a:cubicBezTo>
                  <a:cubicBezTo>
                    <a:pt x="6947" y="3188"/>
                    <a:pt x="6705" y="1101"/>
                    <a:pt x="581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5">
              <a:extLst>
                <a:ext uri="{FF2B5EF4-FFF2-40B4-BE49-F238E27FC236}">
                  <a16:creationId xmlns:a16="http://schemas.microsoft.com/office/drawing/2014/main" id="{9D66752E-700F-AF7B-A3FC-7AAF394D471D}"/>
                </a:ext>
              </a:extLst>
            </p:cNvPr>
            <p:cNvSpPr/>
            <p:nvPr/>
          </p:nvSpPr>
          <p:spPr>
            <a:xfrm>
              <a:off x="5086400" y="1851275"/>
              <a:ext cx="341275" cy="443475"/>
            </a:xfrm>
            <a:custGeom>
              <a:avLst/>
              <a:gdLst/>
              <a:ahLst/>
              <a:cxnLst/>
              <a:rect l="l" t="t" r="r" b="b"/>
              <a:pathLst>
                <a:path w="13651" h="17739" extrusionOk="0">
                  <a:moveTo>
                    <a:pt x="5275" y="1"/>
                  </a:moveTo>
                  <a:cubicBezTo>
                    <a:pt x="5275" y="1"/>
                    <a:pt x="2401" y="373"/>
                    <a:pt x="930" y="5633"/>
                  </a:cubicBezTo>
                  <a:cubicBezTo>
                    <a:pt x="314" y="7805"/>
                    <a:pt x="0" y="9978"/>
                    <a:pt x="0" y="11865"/>
                  </a:cubicBezTo>
                  <a:cubicBezTo>
                    <a:pt x="0" y="14552"/>
                    <a:pt x="657" y="16639"/>
                    <a:pt x="2016" y="17253"/>
                  </a:cubicBezTo>
                  <a:cubicBezTo>
                    <a:pt x="2874" y="17639"/>
                    <a:pt x="3916" y="17739"/>
                    <a:pt x="5132" y="17739"/>
                  </a:cubicBezTo>
                  <a:cubicBezTo>
                    <a:pt x="5889" y="17739"/>
                    <a:pt x="6704" y="17696"/>
                    <a:pt x="7590" y="17668"/>
                  </a:cubicBezTo>
                  <a:cubicBezTo>
                    <a:pt x="8477" y="17624"/>
                    <a:pt x="9434" y="17582"/>
                    <a:pt x="10478" y="17582"/>
                  </a:cubicBezTo>
                  <a:cubicBezTo>
                    <a:pt x="11278" y="17582"/>
                    <a:pt x="12136" y="17610"/>
                    <a:pt x="13036" y="17668"/>
                  </a:cubicBezTo>
                  <a:cubicBezTo>
                    <a:pt x="13036" y="17668"/>
                    <a:pt x="12521" y="16767"/>
                    <a:pt x="12221" y="16252"/>
                  </a:cubicBezTo>
                  <a:cubicBezTo>
                    <a:pt x="12221" y="16252"/>
                    <a:pt x="13264" y="16010"/>
                    <a:pt x="13651" y="15781"/>
                  </a:cubicBezTo>
                  <a:cubicBezTo>
                    <a:pt x="13651" y="15781"/>
                    <a:pt x="13594" y="15724"/>
                    <a:pt x="13479" y="15638"/>
                  </a:cubicBezTo>
                  <a:cubicBezTo>
                    <a:pt x="13407" y="15623"/>
                    <a:pt x="13336" y="15623"/>
                    <a:pt x="13279" y="15623"/>
                  </a:cubicBezTo>
                  <a:lnTo>
                    <a:pt x="11435" y="15581"/>
                  </a:lnTo>
                  <a:lnTo>
                    <a:pt x="11435" y="15581"/>
                  </a:lnTo>
                  <a:cubicBezTo>
                    <a:pt x="11478" y="15981"/>
                    <a:pt x="11535" y="16381"/>
                    <a:pt x="11578" y="16781"/>
                  </a:cubicBezTo>
                  <a:cubicBezTo>
                    <a:pt x="10163" y="16724"/>
                    <a:pt x="8762" y="16624"/>
                    <a:pt x="7347" y="16467"/>
                  </a:cubicBezTo>
                  <a:cubicBezTo>
                    <a:pt x="5532" y="16267"/>
                    <a:pt x="3560" y="15880"/>
                    <a:pt x="2416" y="14451"/>
                  </a:cubicBezTo>
                  <a:cubicBezTo>
                    <a:pt x="1387" y="13180"/>
                    <a:pt x="1344" y="11379"/>
                    <a:pt x="1458" y="9749"/>
                  </a:cubicBezTo>
                  <a:cubicBezTo>
                    <a:pt x="1601" y="7905"/>
                    <a:pt x="1987" y="5932"/>
                    <a:pt x="3316" y="4661"/>
                  </a:cubicBezTo>
                  <a:cubicBezTo>
                    <a:pt x="3731" y="4260"/>
                    <a:pt x="4331" y="3960"/>
                    <a:pt x="4888" y="3960"/>
                  </a:cubicBezTo>
                  <a:cubicBezTo>
                    <a:pt x="5189" y="3960"/>
                    <a:pt x="5460" y="4045"/>
                    <a:pt x="5689" y="4260"/>
                  </a:cubicBezTo>
                  <a:cubicBezTo>
                    <a:pt x="6032" y="4560"/>
                    <a:pt x="6247" y="4918"/>
                    <a:pt x="6390" y="5318"/>
                  </a:cubicBezTo>
                  <a:lnTo>
                    <a:pt x="6390" y="5118"/>
                  </a:lnTo>
                  <a:cubicBezTo>
                    <a:pt x="6390" y="3060"/>
                    <a:pt x="6132" y="1072"/>
                    <a:pt x="5275"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5">
              <a:extLst>
                <a:ext uri="{FF2B5EF4-FFF2-40B4-BE49-F238E27FC236}">
                  <a16:creationId xmlns:a16="http://schemas.microsoft.com/office/drawing/2014/main" id="{AD158401-DC43-2AD5-ABF9-0835C53C692F}"/>
                </a:ext>
              </a:extLst>
            </p:cNvPr>
            <p:cNvSpPr/>
            <p:nvPr/>
          </p:nvSpPr>
          <p:spPr>
            <a:xfrm>
              <a:off x="5557000" y="1729475"/>
              <a:ext cx="43075" cy="62175"/>
            </a:xfrm>
            <a:custGeom>
              <a:avLst/>
              <a:gdLst/>
              <a:ahLst/>
              <a:cxnLst/>
              <a:rect l="l" t="t" r="r" b="b"/>
              <a:pathLst>
                <a:path w="1723" h="2487" extrusionOk="0">
                  <a:moveTo>
                    <a:pt x="531" y="0"/>
                  </a:moveTo>
                  <a:cubicBezTo>
                    <a:pt x="243" y="0"/>
                    <a:pt x="1" y="152"/>
                    <a:pt x="1" y="413"/>
                  </a:cubicBezTo>
                  <a:cubicBezTo>
                    <a:pt x="1" y="1027"/>
                    <a:pt x="115" y="2485"/>
                    <a:pt x="115" y="2485"/>
                  </a:cubicBezTo>
                  <a:cubicBezTo>
                    <a:pt x="140" y="2486"/>
                    <a:pt x="165" y="2487"/>
                    <a:pt x="190" y="2487"/>
                  </a:cubicBezTo>
                  <a:cubicBezTo>
                    <a:pt x="1279" y="2487"/>
                    <a:pt x="1723" y="1550"/>
                    <a:pt x="1402" y="642"/>
                  </a:cubicBezTo>
                  <a:cubicBezTo>
                    <a:pt x="1242" y="194"/>
                    <a:pt x="857" y="0"/>
                    <a:pt x="53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5">
              <a:extLst>
                <a:ext uri="{FF2B5EF4-FFF2-40B4-BE49-F238E27FC236}">
                  <a16:creationId xmlns:a16="http://schemas.microsoft.com/office/drawing/2014/main" id="{8C68BD94-E4DB-E458-C6D2-8A1E6B68D04C}"/>
                </a:ext>
              </a:extLst>
            </p:cNvPr>
            <p:cNvSpPr/>
            <p:nvPr/>
          </p:nvSpPr>
          <p:spPr>
            <a:xfrm>
              <a:off x="5565600" y="1745500"/>
              <a:ext cx="20575" cy="24025"/>
            </a:xfrm>
            <a:custGeom>
              <a:avLst/>
              <a:gdLst/>
              <a:ahLst/>
              <a:cxnLst/>
              <a:rect l="l" t="t" r="r" b="b"/>
              <a:pathLst>
                <a:path w="823" h="961" extrusionOk="0">
                  <a:moveTo>
                    <a:pt x="422" y="1"/>
                  </a:moveTo>
                  <a:cubicBezTo>
                    <a:pt x="419" y="1"/>
                    <a:pt x="417" y="1"/>
                    <a:pt x="414" y="1"/>
                  </a:cubicBezTo>
                  <a:cubicBezTo>
                    <a:pt x="86" y="1"/>
                    <a:pt x="0" y="901"/>
                    <a:pt x="414" y="958"/>
                  </a:cubicBezTo>
                  <a:cubicBezTo>
                    <a:pt x="425" y="960"/>
                    <a:pt x="436" y="960"/>
                    <a:pt x="447" y="960"/>
                  </a:cubicBezTo>
                  <a:cubicBezTo>
                    <a:pt x="823" y="960"/>
                    <a:pt x="763" y="1"/>
                    <a:pt x="422"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5">
              <a:extLst>
                <a:ext uri="{FF2B5EF4-FFF2-40B4-BE49-F238E27FC236}">
                  <a16:creationId xmlns:a16="http://schemas.microsoft.com/office/drawing/2014/main" id="{CD9CF8F4-C2FB-D94A-9C4D-48D137A4DB85}"/>
                </a:ext>
              </a:extLst>
            </p:cNvPr>
            <p:cNvSpPr/>
            <p:nvPr/>
          </p:nvSpPr>
          <p:spPr>
            <a:xfrm>
              <a:off x="5279725" y="1574175"/>
              <a:ext cx="299500" cy="386975"/>
            </a:xfrm>
            <a:custGeom>
              <a:avLst/>
              <a:gdLst/>
              <a:ahLst/>
              <a:cxnLst/>
              <a:rect l="l" t="t" r="r" b="b"/>
              <a:pathLst>
                <a:path w="11980" h="15479" extrusionOk="0">
                  <a:moveTo>
                    <a:pt x="8373" y="1"/>
                  </a:moveTo>
                  <a:cubicBezTo>
                    <a:pt x="8039" y="1"/>
                    <a:pt x="7531" y="74"/>
                    <a:pt x="6775" y="279"/>
                  </a:cubicBezTo>
                  <a:cubicBezTo>
                    <a:pt x="4946" y="765"/>
                    <a:pt x="4088" y="2094"/>
                    <a:pt x="4088" y="2094"/>
                  </a:cubicBezTo>
                  <a:cubicBezTo>
                    <a:pt x="4203" y="1293"/>
                    <a:pt x="5217" y="651"/>
                    <a:pt x="5017" y="321"/>
                  </a:cubicBezTo>
                  <a:cubicBezTo>
                    <a:pt x="5003" y="293"/>
                    <a:pt x="4974" y="279"/>
                    <a:pt x="4931" y="279"/>
                  </a:cubicBezTo>
                  <a:cubicBezTo>
                    <a:pt x="4915" y="277"/>
                    <a:pt x="4897" y="276"/>
                    <a:pt x="4878" y="276"/>
                  </a:cubicBezTo>
                  <a:cubicBezTo>
                    <a:pt x="4189" y="276"/>
                    <a:pt x="1445" y="1498"/>
                    <a:pt x="986" y="2680"/>
                  </a:cubicBezTo>
                  <a:cubicBezTo>
                    <a:pt x="486" y="4009"/>
                    <a:pt x="258" y="5482"/>
                    <a:pt x="143" y="7311"/>
                  </a:cubicBezTo>
                  <a:cubicBezTo>
                    <a:pt x="0" y="9427"/>
                    <a:pt x="186" y="13271"/>
                    <a:pt x="586" y="13401"/>
                  </a:cubicBezTo>
                  <a:cubicBezTo>
                    <a:pt x="617" y="13412"/>
                    <a:pt x="650" y="13417"/>
                    <a:pt x="685" y="13417"/>
                  </a:cubicBezTo>
                  <a:cubicBezTo>
                    <a:pt x="1095" y="13417"/>
                    <a:pt x="1715" y="12700"/>
                    <a:pt x="1716" y="12700"/>
                  </a:cubicBezTo>
                  <a:lnTo>
                    <a:pt x="1716" y="12700"/>
                  </a:lnTo>
                  <a:cubicBezTo>
                    <a:pt x="1716" y="13300"/>
                    <a:pt x="1315" y="14129"/>
                    <a:pt x="1716" y="14344"/>
                  </a:cubicBezTo>
                  <a:cubicBezTo>
                    <a:pt x="1773" y="14374"/>
                    <a:pt x="1852" y="14387"/>
                    <a:pt x="1947" y="14387"/>
                  </a:cubicBezTo>
                  <a:cubicBezTo>
                    <a:pt x="2517" y="14387"/>
                    <a:pt x="3631" y="13915"/>
                    <a:pt x="3631" y="13915"/>
                  </a:cubicBezTo>
                  <a:cubicBezTo>
                    <a:pt x="3631" y="13915"/>
                    <a:pt x="3670" y="15478"/>
                    <a:pt x="4086" y="15478"/>
                  </a:cubicBezTo>
                  <a:cubicBezTo>
                    <a:pt x="4101" y="15478"/>
                    <a:pt x="4115" y="15476"/>
                    <a:pt x="4131" y="15472"/>
                  </a:cubicBezTo>
                  <a:cubicBezTo>
                    <a:pt x="4588" y="15358"/>
                    <a:pt x="5617" y="14315"/>
                    <a:pt x="5617" y="14315"/>
                  </a:cubicBezTo>
                  <a:cubicBezTo>
                    <a:pt x="5617" y="14315"/>
                    <a:pt x="6230" y="15467"/>
                    <a:pt x="6673" y="15467"/>
                  </a:cubicBezTo>
                  <a:cubicBezTo>
                    <a:pt x="6708" y="15467"/>
                    <a:pt x="6742" y="15460"/>
                    <a:pt x="6775" y="15444"/>
                  </a:cubicBezTo>
                  <a:cubicBezTo>
                    <a:pt x="7218" y="15230"/>
                    <a:pt x="7332" y="14272"/>
                    <a:pt x="7332" y="14272"/>
                  </a:cubicBezTo>
                  <a:cubicBezTo>
                    <a:pt x="7332" y="14272"/>
                    <a:pt x="8740" y="15096"/>
                    <a:pt x="9256" y="15096"/>
                  </a:cubicBezTo>
                  <a:cubicBezTo>
                    <a:pt x="9305" y="15096"/>
                    <a:pt x="9346" y="15088"/>
                    <a:pt x="9377" y="15072"/>
                  </a:cubicBezTo>
                  <a:cubicBezTo>
                    <a:pt x="9748" y="14887"/>
                    <a:pt x="9377" y="13887"/>
                    <a:pt x="9377" y="13886"/>
                  </a:cubicBezTo>
                  <a:lnTo>
                    <a:pt x="9377" y="13886"/>
                  </a:lnTo>
                  <a:cubicBezTo>
                    <a:pt x="9861" y="14339"/>
                    <a:pt x="10678" y="14582"/>
                    <a:pt x="11121" y="14582"/>
                  </a:cubicBezTo>
                  <a:cubicBezTo>
                    <a:pt x="11279" y="14582"/>
                    <a:pt x="11390" y="14551"/>
                    <a:pt x="11420" y="14487"/>
                  </a:cubicBezTo>
                  <a:cubicBezTo>
                    <a:pt x="11521" y="14243"/>
                    <a:pt x="11178" y="13157"/>
                    <a:pt x="11178" y="13157"/>
                  </a:cubicBezTo>
                  <a:lnTo>
                    <a:pt x="11178" y="13157"/>
                  </a:lnTo>
                  <a:cubicBezTo>
                    <a:pt x="11380" y="13196"/>
                    <a:pt x="11535" y="13217"/>
                    <a:pt x="11651" y="13217"/>
                  </a:cubicBezTo>
                  <a:cubicBezTo>
                    <a:pt x="11918" y="13217"/>
                    <a:pt x="11979" y="13106"/>
                    <a:pt x="11950" y="12857"/>
                  </a:cubicBezTo>
                  <a:cubicBezTo>
                    <a:pt x="11921" y="12614"/>
                    <a:pt x="11807" y="12242"/>
                    <a:pt x="11706" y="11714"/>
                  </a:cubicBezTo>
                  <a:cubicBezTo>
                    <a:pt x="11464" y="10399"/>
                    <a:pt x="11263" y="8741"/>
                    <a:pt x="11220" y="5696"/>
                  </a:cubicBezTo>
                  <a:cubicBezTo>
                    <a:pt x="11179" y="2762"/>
                    <a:pt x="9677" y="2709"/>
                    <a:pt x="9568" y="2709"/>
                  </a:cubicBezTo>
                  <a:cubicBezTo>
                    <a:pt x="9564" y="2709"/>
                    <a:pt x="9562" y="2709"/>
                    <a:pt x="9562" y="2709"/>
                  </a:cubicBezTo>
                  <a:cubicBezTo>
                    <a:pt x="9905" y="1979"/>
                    <a:pt x="10448" y="1966"/>
                    <a:pt x="10963" y="1823"/>
                  </a:cubicBezTo>
                  <a:cubicBezTo>
                    <a:pt x="11464" y="1694"/>
                    <a:pt x="11277" y="1293"/>
                    <a:pt x="9920" y="1208"/>
                  </a:cubicBezTo>
                  <a:cubicBezTo>
                    <a:pt x="9852" y="1203"/>
                    <a:pt x="9783" y="1201"/>
                    <a:pt x="9712" y="1201"/>
                  </a:cubicBezTo>
                  <a:cubicBezTo>
                    <a:pt x="8374" y="1201"/>
                    <a:pt x="6632" y="1937"/>
                    <a:pt x="6632" y="1937"/>
                  </a:cubicBezTo>
                  <a:cubicBezTo>
                    <a:pt x="7304" y="508"/>
                    <a:pt x="8891" y="479"/>
                    <a:pt x="8948" y="279"/>
                  </a:cubicBezTo>
                  <a:cubicBezTo>
                    <a:pt x="8973" y="152"/>
                    <a:pt x="8854" y="1"/>
                    <a:pt x="837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5">
              <a:extLst>
                <a:ext uri="{FF2B5EF4-FFF2-40B4-BE49-F238E27FC236}">
                  <a16:creationId xmlns:a16="http://schemas.microsoft.com/office/drawing/2014/main" id="{6D1AB42A-A5C4-1447-6B1B-871144D86214}"/>
                </a:ext>
              </a:extLst>
            </p:cNvPr>
            <p:cNvSpPr/>
            <p:nvPr/>
          </p:nvSpPr>
          <p:spPr>
            <a:xfrm>
              <a:off x="5282200" y="1581150"/>
              <a:ext cx="296625" cy="379850"/>
            </a:xfrm>
            <a:custGeom>
              <a:avLst/>
              <a:gdLst/>
              <a:ahLst/>
              <a:cxnLst/>
              <a:rect l="l" t="t" r="r" b="b"/>
              <a:pathLst>
                <a:path w="11865" h="15194" extrusionOk="0">
                  <a:moveTo>
                    <a:pt x="4775" y="0"/>
                  </a:moveTo>
                  <a:cubicBezTo>
                    <a:pt x="4089" y="0"/>
                    <a:pt x="1359" y="1229"/>
                    <a:pt x="887" y="2401"/>
                  </a:cubicBezTo>
                  <a:cubicBezTo>
                    <a:pt x="387" y="3730"/>
                    <a:pt x="159" y="5203"/>
                    <a:pt x="44" y="7032"/>
                  </a:cubicBezTo>
                  <a:cubicBezTo>
                    <a:pt x="16" y="7490"/>
                    <a:pt x="1" y="8033"/>
                    <a:pt x="1" y="8605"/>
                  </a:cubicBezTo>
                  <a:cubicBezTo>
                    <a:pt x="1" y="10648"/>
                    <a:pt x="172" y="13021"/>
                    <a:pt x="487" y="13122"/>
                  </a:cubicBezTo>
                  <a:cubicBezTo>
                    <a:pt x="515" y="13135"/>
                    <a:pt x="559" y="13135"/>
                    <a:pt x="587" y="13135"/>
                  </a:cubicBezTo>
                  <a:cubicBezTo>
                    <a:pt x="1001" y="13135"/>
                    <a:pt x="1616" y="12421"/>
                    <a:pt x="1617" y="12421"/>
                  </a:cubicBezTo>
                  <a:lnTo>
                    <a:pt x="1617" y="12421"/>
                  </a:lnTo>
                  <a:cubicBezTo>
                    <a:pt x="1617" y="12821"/>
                    <a:pt x="1445" y="13322"/>
                    <a:pt x="1445" y="13678"/>
                  </a:cubicBezTo>
                  <a:cubicBezTo>
                    <a:pt x="1445" y="13850"/>
                    <a:pt x="1487" y="13993"/>
                    <a:pt x="1617" y="14065"/>
                  </a:cubicBezTo>
                  <a:cubicBezTo>
                    <a:pt x="1674" y="14093"/>
                    <a:pt x="1759" y="14107"/>
                    <a:pt x="1845" y="14107"/>
                  </a:cubicBezTo>
                  <a:cubicBezTo>
                    <a:pt x="2417" y="14107"/>
                    <a:pt x="3532" y="13636"/>
                    <a:pt x="3532" y="13636"/>
                  </a:cubicBezTo>
                  <a:cubicBezTo>
                    <a:pt x="3532" y="13636"/>
                    <a:pt x="3574" y="15193"/>
                    <a:pt x="3989" y="15193"/>
                  </a:cubicBezTo>
                  <a:lnTo>
                    <a:pt x="4032" y="15193"/>
                  </a:lnTo>
                  <a:cubicBezTo>
                    <a:pt x="4489" y="15079"/>
                    <a:pt x="5518" y="14036"/>
                    <a:pt x="5518" y="14036"/>
                  </a:cubicBezTo>
                  <a:cubicBezTo>
                    <a:pt x="5518" y="14036"/>
                    <a:pt x="6133" y="15193"/>
                    <a:pt x="6576" y="15193"/>
                  </a:cubicBezTo>
                  <a:cubicBezTo>
                    <a:pt x="6619" y="15193"/>
                    <a:pt x="6648" y="15180"/>
                    <a:pt x="6676" y="15165"/>
                  </a:cubicBezTo>
                  <a:cubicBezTo>
                    <a:pt x="7119" y="14951"/>
                    <a:pt x="7233" y="13993"/>
                    <a:pt x="7233" y="13993"/>
                  </a:cubicBezTo>
                  <a:cubicBezTo>
                    <a:pt x="7233" y="13993"/>
                    <a:pt x="8649" y="14822"/>
                    <a:pt x="9163" y="14822"/>
                  </a:cubicBezTo>
                  <a:cubicBezTo>
                    <a:pt x="9206" y="14822"/>
                    <a:pt x="9249" y="14808"/>
                    <a:pt x="9278" y="14793"/>
                  </a:cubicBezTo>
                  <a:cubicBezTo>
                    <a:pt x="9406" y="14722"/>
                    <a:pt x="9449" y="14579"/>
                    <a:pt x="9449" y="14408"/>
                  </a:cubicBezTo>
                  <a:cubicBezTo>
                    <a:pt x="9449" y="14050"/>
                    <a:pt x="9278" y="13608"/>
                    <a:pt x="9278" y="13607"/>
                  </a:cubicBezTo>
                  <a:lnTo>
                    <a:pt x="9278" y="13607"/>
                  </a:lnTo>
                  <a:cubicBezTo>
                    <a:pt x="9764" y="14065"/>
                    <a:pt x="10578" y="14294"/>
                    <a:pt x="11007" y="14294"/>
                  </a:cubicBezTo>
                  <a:cubicBezTo>
                    <a:pt x="11178" y="14294"/>
                    <a:pt x="11293" y="14265"/>
                    <a:pt x="11321" y="14208"/>
                  </a:cubicBezTo>
                  <a:cubicBezTo>
                    <a:pt x="11336" y="14164"/>
                    <a:pt x="11336" y="14122"/>
                    <a:pt x="11336" y="14065"/>
                  </a:cubicBezTo>
                  <a:cubicBezTo>
                    <a:pt x="11336" y="13693"/>
                    <a:pt x="11079" y="12878"/>
                    <a:pt x="11079" y="12878"/>
                  </a:cubicBezTo>
                  <a:lnTo>
                    <a:pt x="11079" y="12878"/>
                  </a:lnTo>
                  <a:cubicBezTo>
                    <a:pt x="11279" y="12921"/>
                    <a:pt x="11435" y="12935"/>
                    <a:pt x="11550" y="12935"/>
                  </a:cubicBezTo>
                  <a:cubicBezTo>
                    <a:pt x="11779" y="12935"/>
                    <a:pt x="11864" y="12849"/>
                    <a:pt x="11864" y="12678"/>
                  </a:cubicBezTo>
                  <a:cubicBezTo>
                    <a:pt x="11864" y="12649"/>
                    <a:pt x="11864" y="12621"/>
                    <a:pt x="11851" y="12578"/>
                  </a:cubicBezTo>
                  <a:cubicBezTo>
                    <a:pt x="11450" y="12563"/>
                    <a:pt x="11035" y="12563"/>
                    <a:pt x="10635" y="12550"/>
                  </a:cubicBezTo>
                  <a:lnTo>
                    <a:pt x="10635" y="12550"/>
                  </a:lnTo>
                  <a:cubicBezTo>
                    <a:pt x="10707" y="12921"/>
                    <a:pt x="10707" y="13322"/>
                    <a:pt x="10635" y="13707"/>
                  </a:cubicBezTo>
                  <a:cubicBezTo>
                    <a:pt x="10035" y="13421"/>
                    <a:pt x="9392" y="13221"/>
                    <a:pt x="8748" y="13107"/>
                  </a:cubicBezTo>
                  <a:lnTo>
                    <a:pt x="8748" y="14265"/>
                  </a:lnTo>
                  <a:cubicBezTo>
                    <a:pt x="8377" y="14021"/>
                    <a:pt x="7991" y="13764"/>
                    <a:pt x="7548" y="13722"/>
                  </a:cubicBezTo>
                  <a:cubicBezTo>
                    <a:pt x="7505" y="13722"/>
                    <a:pt x="7462" y="13707"/>
                    <a:pt x="7420" y="13707"/>
                  </a:cubicBezTo>
                  <a:cubicBezTo>
                    <a:pt x="7019" y="13707"/>
                    <a:pt x="6619" y="13922"/>
                    <a:pt x="6490" y="14279"/>
                  </a:cubicBezTo>
                  <a:cubicBezTo>
                    <a:pt x="6562" y="13993"/>
                    <a:pt x="6219" y="13793"/>
                    <a:pt x="5890" y="13793"/>
                  </a:cubicBezTo>
                  <a:cubicBezTo>
                    <a:pt x="5804" y="13793"/>
                    <a:pt x="5733" y="13808"/>
                    <a:pt x="5647" y="13836"/>
                  </a:cubicBezTo>
                  <a:cubicBezTo>
                    <a:pt x="5289" y="13979"/>
                    <a:pt x="4975" y="14294"/>
                    <a:pt x="4590" y="14294"/>
                  </a:cubicBezTo>
                  <a:lnTo>
                    <a:pt x="4546" y="14294"/>
                  </a:lnTo>
                  <a:cubicBezTo>
                    <a:pt x="4060" y="14265"/>
                    <a:pt x="3761" y="13593"/>
                    <a:pt x="4060" y="13221"/>
                  </a:cubicBezTo>
                  <a:lnTo>
                    <a:pt x="4060" y="13221"/>
                  </a:lnTo>
                  <a:cubicBezTo>
                    <a:pt x="3475" y="13293"/>
                    <a:pt x="2888" y="13364"/>
                    <a:pt x="2303" y="13450"/>
                  </a:cubicBezTo>
                  <a:cubicBezTo>
                    <a:pt x="2231" y="13135"/>
                    <a:pt x="2402" y="12821"/>
                    <a:pt x="2459" y="12521"/>
                  </a:cubicBezTo>
                  <a:cubicBezTo>
                    <a:pt x="2531" y="12207"/>
                    <a:pt x="2402" y="11778"/>
                    <a:pt x="2088" y="11763"/>
                  </a:cubicBezTo>
                  <a:lnTo>
                    <a:pt x="2045" y="11763"/>
                  </a:lnTo>
                  <a:cubicBezTo>
                    <a:pt x="1859" y="11763"/>
                    <a:pt x="1731" y="11807"/>
                    <a:pt x="1602" y="11849"/>
                  </a:cubicBezTo>
                  <a:cubicBezTo>
                    <a:pt x="1487" y="11906"/>
                    <a:pt x="1402" y="11949"/>
                    <a:pt x="1316" y="11949"/>
                  </a:cubicBezTo>
                  <a:cubicBezTo>
                    <a:pt x="1188" y="11949"/>
                    <a:pt x="1073" y="11849"/>
                    <a:pt x="930" y="11534"/>
                  </a:cubicBezTo>
                  <a:cubicBezTo>
                    <a:pt x="759" y="11163"/>
                    <a:pt x="759" y="10148"/>
                    <a:pt x="702" y="9705"/>
                  </a:cubicBezTo>
                  <a:cubicBezTo>
                    <a:pt x="502" y="8247"/>
                    <a:pt x="715" y="6747"/>
                    <a:pt x="930" y="5289"/>
                  </a:cubicBezTo>
                  <a:cubicBezTo>
                    <a:pt x="1116" y="4088"/>
                    <a:pt x="1344" y="2844"/>
                    <a:pt x="2059" y="1872"/>
                  </a:cubicBezTo>
                  <a:cubicBezTo>
                    <a:pt x="2259" y="1601"/>
                    <a:pt x="2488" y="1357"/>
                    <a:pt x="2717" y="1157"/>
                  </a:cubicBezTo>
                  <a:cubicBezTo>
                    <a:pt x="3345" y="643"/>
                    <a:pt x="4075" y="315"/>
                    <a:pt x="48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5">
              <a:extLst>
                <a:ext uri="{FF2B5EF4-FFF2-40B4-BE49-F238E27FC236}">
                  <a16:creationId xmlns:a16="http://schemas.microsoft.com/office/drawing/2014/main" id="{E4BF66D4-A95F-14DF-2115-DF9A572C03B1}"/>
                </a:ext>
              </a:extLst>
            </p:cNvPr>
            <p:cNvSpPr/>
            <p:nvPr/>
          </p:nvSpPr>
          <p:spPr>
            <a:xfrm>
              <a:off x="5242075" y="1729425"/>
              <a:ext cx="49825" cy="71550"/>
            </a:xfrm>
            <a:custGeom>
              <a:avLst/>
              <a:gdLst/>
              <a:ahLst/>
              <a:cxnLst/>
              <a:rect l="l" t="t" r="r" b="b"/>
              <a:pathLst>
                <a:path w="1993" h="2862" extrusionOk="0">
                  <a:moveTo>
                    <a:pt x="1375" y="1"/>
                  </a:moveTo>
                  <a:cubicBezTo>
                    <a:pt x="1000" y="1"/>
                    <a:pt x="558" y="222"/>
                    <a:pt x="377" y="744"/>
                  </a:cubicBezTo>
                  <a:cubicBezTo>
                    <a:pt x="1" y="1789"/>
                    <a:pt x="508" y="2861"/>
                    <a:pt x="1752" y="2861"/>
                  </a:cubicBezTo>
                  <a:cubicBezTo>
                    <a:pt x="1784" y="2861"/>
                    <a:pt x="1816" y="2860"/>
                    <a:pt x="1849" y="2859"/>
                  </a:cubicBezTo>
                  <a:cubicBezTo>
                    <a:pt x="1849" y="2859"/>
                    <a:pt x="1992" y="1187"/>
                    <a:pt x="1992" y="473"/>
                  </a:cubicBezTo>
                  <a:cubicBezTo>
                    <a:pt x="1992" y="176"/>
                    <a:pt x="1710" y="1"/>
                    <a:pt x="13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5">
              <a:extLst>
                <a:ext uri="{FF2B5EF4-FFF2-40B4-BE49-F238E27FC236}">
                  <a16:creationId xmlns:a16="http://schemas.microsoft.com/office/drawing/2014/main" id="{C6C1CFE7-B473-FBF3-459C-A101A36A2536}"/>
                </a:ext>
              </a:extLst>
            </p:cNvPr>
            <p:cNvSpPr/>
            <p:nvPr/>
          </p:nvSpPr>
          <p:spPr>
            <a:xfrm>
              <a:off x="5258425" y="1748000"/>
              <a:ext cx="23475" cy="27600"/>
            </a:xfrm>
            <a:custGeom>
              <a:avLst/>
              <a:gdLst/>
              <a:ahLst/>
              <a:cxnLst/>
              <a:rect l="l" t="t" r="r" b="b"/>
              <a:pathLst>
                <a:path w="939" h="1104" extrusionOk="0">
                  <a:moveTo>
                    <a:pt x="459" y="0"/>
                  </a:moveTo>
                  <a:cubicBezTo>
                    <a:pt x="61" y="0"/>
                    <a:pt x="0" y="1104"/>
                    <a:pt x="433" y="1104"/>
                  </a:cubicBezTo>
                  <a:cubicBezTo>
                    <a:pt x="444" y="1104"/>
                    <a:pt x="455" y="1103"/>
                    <a:pt x="466" y="1102"/>
                  </a:cubicBezTo>
                  <a:cubicBezTo>
                    <a:pt x="938" y="1030"/>
                    <a:pt x="837" y="1"/>
                    <a:pt x="466" y="1"/>
                  </a:cubicBezTo>
                  <a:cubicBezTo>
                    <a:pt x="463" y="1"/>
                    <a:pt x="461" y="0"/>
                    <a:pt x="45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5">
              <a:extLst>
                <a:ext uri="{FF2B5EF4-FFF2-40B4-BE49-F238E27FC236}">
                  <a16:creationId xmlns:a16="http://schemas.microsoft.com/office/drawing/2014/main" id="{716B8E3F-8364-42E1-18B7-CC9AD3229611}"/>
                </a:ext>
              </a:extLst>
            </p:cNvPr>
            <p:cNvSpPr/>
            <p:nvPr/>
          </p:nvSpPr>
          <p:spPr>
            <a:xfrm>
              <a:off x="5293300" y="1698925"/>
              <a:ext cx="279100" cy="204175"/>
            </a:xfrm>
            <a:custGeom>
              <a:avLst/>
              <a:gdLst/>
              <a:ahLst/>
              <a:cxnLst/>
              <a:rect l="l" t="t" r="r" b="b"/>
              <a:pathLst>
                <a:path w="11164"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cubicBezTo>
                    <a:pt x="9177" y="7367"/>
                    <a:pt x="9606" y="7067"/>
                    <a:pt x="9920" y="6709"/>
                  </a:cubicBezTo>
                  <a:cubicBezTo>
                    <a:pt x="11163" y="5237"/>
                    <a:pt x="10849" y="2321"/>
                    <a:pt x="9848" y="892"/>
                  </a:cubicBezTo>
                  <a:cubicBezTo>
                    <a:pt x="9562" y="477"/>
                    <a:pt x="9219" y="191"/>
                    <a:pt x="8834" y="92"/>
                  </a:cubicBezTo>
                  <a:cubicBezTo>
                    <a:pt x="8574" y="28"/>
                    <a:pt x="8335" y="1"/>
                    <a:pt x="811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5">
              <a:extLst>
                <a:ext uri="{FF2B5EF4-FFF2-40B4-BE49-F238E27FC236}">
                  <a16:creationId xmlns:a16="http://schemas.microsoft.com/office/drawing/2014/main" id="{0BE6E161-50F3-CCF3-DC73-6A1B212A3985}"/>
                </a:ext>
              </a:extLst>
            </p:cNvPr>
            <p:cNvSpPr/>
            <p:nvPr/>
          </p:nvSpPr>
          <p:spPr>
            <a:xfrm>
              <a:off x="5293300" y="1698925"/>
              <a:ext cx="246225" cy="204175"/>
            </a:xfrm>
            <a:custGeom>
              <a:avLst/>
              <a:gdLst/>
              <a:ahLst/>
              <a:cxnLst/>
              <a:rect l="l" t="t" r="r" b="b"/>
              <a:pathLst>
                <a:path w="9849" h="8167" extrusionOk="0">
                  <a:moveTo>
                    <a:pt x="8115" y="1"/>
                  </a:moveTo>
                  <a:cubicBezTo>
                    <a:pt x="6924" y="1"/>
                    <a:pt x="6301" y="792"/>
                    <a:pt x="6098" y="792"/>
                  </a:cubicBezTo>
                  <a:cubicBezTo>
                    <a:pt x="6095" y="792"/>
                    <a:pt x="6092" y="792"/>
                    <a:pt x="6089" y="792"/>
                  </a:cubicBezTo>
                  <a:cubicBezTo>
                    <a:pt x="5778" y="749"/>
                    <a:pt x="5203" y="96"/>
                    <a:pt x="4038" y="96"/>
                  </a:cubicBezTo>
                  <a:cubicBezTo>
                    <a:pt x="3649" y="96"/>
                    <a:pt x="3193" y="169"/>
                    <a:pt x="2659" y="363"/>
                  </a:cubicBezTo>
                  <a:cubicBezTo>
                    <a:pt x="243" y="1235"/>
                    <a:pt x="0" y="5009"/>
                    <a:pt x="1615" y="6838"/>
                  </a:cubicBezTo>
                  <a:cubicBezTo>
                    <a:pt x="2391" y="7726"/>
                    <a:pt x="3998" y="8167"/>
                    <a:pt x="5629" y="8167"/>
                  </a:cubicBezTo>
                  <a:cubicBezTo>
                    <a:pt x="6702" y="8167"/>
                    <a:pt x="7785" y="7976"/>
                    <a:pt x="8647" y="7595"/>
                  </a:cubicBezTo>
                  <a:lnTo>
                    <a:pt x="8647" y="7595"/>
                  </a:lnTo>
                  <a:cubicBezTo>
                    <a:pt x="8504" y="7624"/>
                    <a:pt x="8362" y="7667"/>
                    <a:pt x="8219" y="7696"/>
                  </a:cubicBezTo>
                  <a:cubicBezTo>
                    <a:pt x="7533" y="7856"/>
                    <a:pt x="6830" y="7935"/>
                    <a:pt x="6124" y="7935"/>
                  </a:cubicBezTo>
                  <a:cubicBezTo>
                    <a:pt x="5315" y="7935"/>
                    <a:pt x="4503" y="7830"/>
                    <a:pt x="3717" y="7624"/>
                  </a:cubicBezTo>
                  <a:cubicBezTo>
                    <a:pt x="3088" y="7467"/>
                    <a:pt x="2444" y="7210"/>
                    <a:pt x="1987" y="6738"/>
                  </a:cubicBezTo>
                  <a:cubicBezTo>
                    <a:pt x="1344" y="6066"/>
                    <a:pt x="1186" y="5266"/>
                    <a:pt x="1129" y="4365"/>
                  </a:cubicBezTo>
                  <a:cubicBezTo>
                    <a:pt x="1087" y="3822"/>
                    <a:pt x="1043" y="3293"/>
                    <a:pt x="1129" y="2750"/>
                  </a:cubicBezTo>
                  <a:cubicBezTo>
                    <a:pt x="1215" y="2221"/>
                    <a:pt x="1430" y="1693"/>
                    <a:pt x="1830" y="1335"/>
                  </a:cubicBezTo>
                  <a:cubicBezTo>
                    <a:pt x="2403" y="821"/>
                    <a:pt x="3168" y="580"/>
                    <a:pt x="3930" y="580"/>
                  </a:cubicBezTo>
                  <a:cubicBezTo>
                    <a:pt x="4270" y="580"/>
                    <a:pt x="4609" y="628"/>
                    <a:pt x="4931" y="721"/>
                  </a:cubicBezTo>
                  <a:cubicBezTo>
                    <a:pt x="5259" y="816"/>
                    <a:pt x="5600" y="950"/>
                    <a:pt x="5941" y="950"/>
                  </a:cubicBezTo>
                  <a:cubicBezTo>
                    <a:pt x="5957" y="950"/>
                    <a:pt x="5973" y="950"/>
                    <a:pt x="5989" y="949"/>
                  </a:cubicBezTo>
                  <a:cubicBezTo>
                    <a:pt x="6389" y="921"/>
                    <a:pt x="6732" y="706"/>
                    <a:pt x="7104" y="563"/>
                  </a:cubicBezTo>
                  <a:cubicBezTo>
                    <a:pt x="7437" y="431"/>
                    <a:pt x="7791" y="369"/>
                    <a:pt x="8147" y="369"/>
                  </a:cubicBezTo>
                  <a:cubicBezTo>
                    <a:pt x="8602" y="369"/>
                    <a:pt x="9059" y="471"/>
                    <a:pt x="9476" y="663"/>
                  </a:cubicBezTo>
                  <a:cubicBezTo>
                    <a:pt x="9606" y="721"/>
                    <a:pt x="9734" y="806"/>
                    <a:pt x="9848" y="892"/>
                  </a:cubicBezTo>
                  <a:cubicBezTo>
                    <a:pt x="9562" y="477"/>
                    <a:pt x="9219" y="191"/>
                    <a:pt x="8834" y="92"/>
                  </a:cubicBezTo>
                  <a:cubicBezTo>
                    <a:pt x="8574" y="28"/>
                    <a:pt x="8335" y="1"/>
                    <a:pt x="811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5">
              <a:extLst>
                <a:ext uri="{FF2B5EF4-FFF2-40B4-BE49-F238E27FC236}">
                  <a16:creationId xmlns:a16="http://schemas.microsoft.com/office/drawing/2014/main" id="{154CF32D-9AA9-5019-5EC8-82B95B1667B8}"/>
                </a:ext>
              </a:extLst>
            </p:cNvPr>
            <p:cNvSpPr/>
            <p:nvPr/>
          </p:nvSpPr>
          <p:spPr>
            <a:xfrm>
              <a:off x="5401550" y="1835500"/>
              <a:ext cx="29325" cy="20825"/>
            </a:xfrm>
            <a:custGeom>
              <a:avLst/>
              <a:gdLst/>
              <a:ahLst/>
              <a:cxnLst/>
              <a:rect l="l" t="t" r="r" b="b"/>
              <a:pathLst>
                <a:path w="1173" h="833" extrusionOk="0">
                  <a:moveTo>
                    <a:pt x="320" y="0"/>
                  </a:moveTo>
                  <a:cubicBezTo>
                    <a:pt x="290" y="0"/>
                    <a:pt x="260" y="5"/>
                    <a:pt x="229" y="17"/>
                  </a:cubicBezTo>
                  <a:cubicBezTo>
                    <a:pt x="130" y="60"/>
                    <a:pt x="87" y="146"/>
                    <a:pt x="29" y="232"/>
                  </a:cubicBezTo>
                  <a:cubicBezTo>
                    <a:pt x="16" y="260"/>
                    <a:pt x="1" y="289"/>
                    <a:pt x="1" y="318"/>
                  </a:cubicBezTo>
                  <a:cubicBezTo>
                    <a:pt x="1" y="375"/>
                    <a:pt x="58" y="417"/>
                    <a:pt x="101" y="446"/>
                  </a:cubicBezTo>
                  <a:cubicBezTo>
                    <a:pt x="287" y="589"/>
                    <a:pt x="487" y="703"/>
                    <a:pt x="702" y="803"/>
                  </a:cubicBezTo>
                  <a:cubicBezTo>
                    <a:pt x="742" y="824"/>
                    <a:pt x="780" y="833"/>
                    <a:pt x="815" y="833"/>
                  </a:cubicBezTo>
                  <a:cubicBezTo>
                    <a:pt x="932" y="833"/>
                    <a:pt x="1028" y="735"/>
                    <a:pt x="1116" y="603"/>
                  </a:cubicBezTo>
                  <a:cubicBezTo>
                    <a:pt x="1144" y="560"/>
                    <a:pt x="1173" y="503"/>
                    <a:pt x="1159" y="446"/>
                  </a:cubicBezTo>
                  <a:cubicBezTo>
                    <a:pt x="1159" y="403"/>
                    <a:pt x="1116" y="375"/>
                    <a:pt x="1087" y="346"/>
                  </a:cubicBezTo>
                  <a:cubicBezTo>
                    <a:pt x="902" y="175"/>
                    <a:pt x="687" y="74"/>
                    <a:pt x="444" y="17"/>
                  </a:cubicBezTo>
                  <a:cubicBezTo>
                    <a:pt x="403" y="9"/>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5">
              <a:extLst>
                <a:ext uri="{FF2B5EF4-FFF2-40B4-BE49-F238E27FC236}">
                  <a16:creationId xmlns:a16="http://schemas.microsoft.com/office/drawing/2014/main" id="{36230537-B913-B880-8EA6-8F2022C1C9F7}"/>
                </a:ext>
              </a:extLst>
            </p:cNvPr>
            <p:cNvSpPr/>
            <p:nvPr/>
          </p:nvSpPr>
          <p:spPr>
            <a:xfrm>
              <a:off x="5347950" y="1765150"/>
              <a:ext cx="65450" cy="40575"/>
            </a:xfrm>
            <a:custGeom>
              <a:avLst/>
              <a:gdLst/>
              <a:ahLst/>
              <a:cxnLst/>
              <a:rect l="l" t="t" r="r" b="b"/>
              <a:pathLst>
                <a:path w="2618" h="1623" extrusionOk="0">
                  <a:moveTo>
                    <a:pt x="359" y="1"/>
                  </a:moveTo>
                  <a:lnTo>
                    <a:pt x="359" y="1"/>
                  </a:lnTo>
                  <a:cubicBezTo>
                    <a:pt x="1" y="301"/>
                    <a:pt x="216" y="1087"/>
                    <a:pt x="515" y="1373"/>
                  </a:cubicBezTo>
                  <a:cubicBezTo>
                    <a:pt x="630" y="1487"/>
                    <a:pt x="801" y="1544"/>
                    <a:pt x="959" y="1588"/>
                  </a:cubicBezTo>
                  <a:cubicBezTo>
                    <a:pt x="1072" y="1609"/>
                    <a:pt x="1188" y="1623"/>
                    <a:pt x="1304" y="1623"/>
                  </a:cubicBezTo>
                  <a:cubicBezTo>
                    <a:pt x="1496" y="1623"/>
                    <a:pt x="1685" y="1586"/>
                    <a:pt x="1845" y="1487"/>
                  </a:cubicBezTo>
                  <a:cubicBezTo>
                    <a:pt x="2303" y="1245"/>
                    <a:pt x="2488" y="687"/>
                    <a:pt x="2617" y="172"/>
                  </a:cubicBezTo>
                  <a:cubicBezTo>
                    <a:pt x="1874" y="158"/>
                    <a:pt x="1087" y="16"/>
                    <a:pt x="3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5">
              <a:extLst>
                <a:ext uri="{FF2B5EF4-FFF2-40B4-BE49-F238E27FC236}">
                  <a16:creationId xmlns:a16="http://schemas.microsoft.com/office/drawing/2014/main" id="{87D2EF95-5F96-B81A-07BF-6F28E4102EBB}"/>
                </a:ext>
              </a:extLst>
            </p:cNvPr>
            <p:cNvSpPr/>
            <p:nvPr/>
          </p:nvSpPr>
          <p:spPr>
            <a:xfrm>
              <a:off x="5485550" y="1768375"/>
              <a:ext cx="47200" cy="28500"/>
            </a:xfrm>
            <a:custGeom>
              <a:avLst/>
              <a:gdLst/>
              <a:ahLst/>
              <a:cxnLst/>
              <a:rect l="l" t="t" r="r" b="b"/>
              <a:pathLst>
                <a:path w="1888" h="1140" extrusionOk="0">
                  <a:moveTo>
                    <a:pt x="0" y="1"/>
                  </a:moveTo>
                  <a:cubicBezTo>
                    <a:pt x="57" y="386"/>
                    <a:pt x="143" y="786"/>
                    <a:pt x="443" y="1001"/>
                  </a:cubicBezTo>
                  <a:cubicBezTo>
                    <a:pt x="586" y="1100"/>
                    <a:pt x="755" y="1140"/>
                    <a:pt x="929" y="1140"/>
                  </a:cubicBezTo>
                  <a:cubicBezTo>
                    <a:pt x="981" y="1140"/>
                    <a:pt x="1034" y="1136"/>
                    <a:pt x="1087" y="1129"/>
                  </a:cubicBezTo>
                  <a:cubicBezTo>
                    <a:pt x="1201" y="1116"/>
                    <a:pt x="1329" y="1087"/>
                    <a:pt x="1430" y="1015"/>
                  </a:cubicBezTo>
                  <a:cubicBezTo>
                    <a:pt x="1658" y="830"/>
                    <a:pt x="1887" y="287"/>
                    <a:pt x="1658" y="43"/>
                  </a:cubicBezTo>
                  <a:cubicBezTo>
                    <a:pt x="1447" y="20"/>
                    <a:pt x="1228" y="16"/>
                    <a:pt x="1005" y="16"/>
                  </a:cubicBezTo>
                  <a:cubicBezTo>
                    <a:pt x="853" y="16"/>
                    <a:pt x="699" y="18"/>
                    <a:pt x="546" y="18"/>
                  </a:cubicBezTo>
                  <a:cubicBezTo>
                    <a:pt x="362" y="18"/>
                    <a:pt x="179" y="15"/>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5">
              <a:extLst>
                <a:ext uri="{FF2B5EF4-FFF2-40B4-BE49-F238E27FC236}">
                  <a16:creationId xmlns:a16="http://schemas.microsoft.com/office/drawing/2014/main" id="{1154D1BC-B1E6-CAA0-40E8-C731D15C0595}"/>
                </a:ext>
              </a:extLst>
            </p:cNvPr>
            <p:cNvSpPr/>
            <p:nvPr/>
          </p:nvSpPr>
          <p:spPr>
            <a:xfrm>
              <a:off x="5468025" y="1724675"/>
              <a:ext cx="71850" cy="32650"/>
            </a:xfrm>
            <a:custGeom>
              <a:avLst/>
              <a:gdLst/>
              <a:ahLst/>
              <a:cxnLst/>
              <a:rect l="l" t="t" r="r" b="b"/>
              <a:pathLst>
                <a:path w="2874" h="1306" extrusionOk="0">
                  <a:moveTo>
                    <a:pt x="305" y="0"/>
                  </a:moveTo>
                  <a:cubicBezTo>
                    <a:pt x="260" y="0"/>
                    <a:pt x="216" y="2"/>
                    <a:pt x="172" y="5"/>
                  </a:cubicBezTo>
                  <a:lnTo>
                    <a:pt x="0" y="948"/>
                  </a:lnTo>
                  <a:cubicBezTo>
                    <a:pt x="72" y="962"/>
                    <a:pt x="143" y="962"/>
                    <a:pt x="215" y="962"/>
                  </a:cubicBezTo>
                  <a:cubicBezTo>
                    <a:pt x="1087" y="991"/>
                    <a:pt x="2001" y="962"/>
                    <a:pt x="2802" y="1305"/>
                  </a:cubicBezTo>
                  <a:cubicBezTo>
                    <a:pt x="2817" y="1234"/>
                    <a:pt x="2845" y="1177"/>
                    <a:pt x="2874" y="1120"/>
                  </a:cubicBezTo>
                  <a:cubicBezTo>
                    <a:pt x="2416" y="691"/>
                    <a:pt x="1873" y="377"/>
                    <a:pt x="1302" y="190"/>
                  </a:cubicBezTo>
                  <a:cubicBezTo>
                    <a:pt x="999" y="89"/>
                    <a:pt x="640" y="0"/>
                    <a:pt x="30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5">
              <a:extLst>
                <a:ext uri="{FF2B5EF4-FFF2-40B4-BE49-F238E27FC236}">
                  <a16:creationId xmlns:a16="http://schemas.microsoft.com/office/drawing/2014/main" id="{B77C2870-C3D1-A085-43BB-5B4EC5775043}"/>
                </a:ext>
              </a:extLst>
            </p:cNvPr>
            <p:cNvSpPr/>
            <p:nvPr/>
          </p:nvSpPr>
          <p:spPr>
            <a:xfrm>
              <a:off x="5342600" y="1715850"/>
              <a:ext cx="81850" cy="38600"/>
            </a:xfrm>
            <a:custGeom>
              <a:avLst/>
              <a:gdLst/>
              <a:ahLst/>
              <a:cxnLst/>
              <a:rect l="l" t="t" r="r" b="b"/>
              <a:pathLst>
                <a:path w="3274" h="1544" extrusionOk="0">
                  <a:moveTo>
                    <a:pt x="3073" y="0"/>
                  </a:moveTo>
                  <a:cubicBezTo>
                    <a:pt x="2645" y="0"/>
                    <a:pt x="2174" y="143"/>
                    <a:pt x="1773" y="286"/>
                  </a:cubicBezTo>
                  <a:cubicBezTo>
                    <a:pt x="1130" y="530"/>
                    <a:pt x="515" y="901"/>
                    <a:pt x="1" y="1372"/>
                  </a:cubicBezTo>
                  <a:lnTo>
                    <a:pt x="87" y="1544"/>
                  </a:lnTo>
                  <a:cubicBezTo>
                    <a:pt x="987" y="1130"/>
                    <a:pt x="2031" y="1073"/>
                    <a:pt x="3031" y="972"/>
                  </a:cubicBezTo>
                  <a:cubicBezTo>
                    <a:pt x="3117" y="972"/>
                    <a:pt x="3203" y="958"/>
                    <a:pt x="3274" y="930"/>
                  </a:cubicBezTo>
                  <a:cubicBezTo>
                    <a:pt x="3203" y="615"/>
                    <a:pt x="3131" y="315"/>
                    <a:pt x="307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5">
              <a:extLst>
                <a:ext uri="{FF2B5EF4-FFF2-40B4-BE49-F238E27FC236}">
                  <a16:creationId xmlns:a16="http://schemas.microsoft.com/office/drawing/2014/main" id="{8889D7E1-50DC-D7A9-7880-A4BF4105837A}"/>
                </a:ext>
              </a:extLst>
            </p:cNvPr>
            <p:cNvSpPr/>
            <p:nvPr/>
          </p:nvSpPr>
          <p:spPr>
            <a:xfrm>
              <a:off x="5355475" y="1766575"/>
              <a:ext cx="21475" cy="22575"/>
            </a:xfrm>
            <a:custGeom>
              <a:avLst/>
              <a:gdLst/>
              <a:ahLst/>
              <a:cxnLst/>
              <a:rect l="l" t="t" r="r" b="b"/>
              <a:pathLst>
                <a:path w="859" h="903" extrusionOk="0">
                  <a:moveTo>
                    <a:pt x="423" y="0"/>
                  </a:moveTo>
                  <a:cubicBezTo>
                    <a:pt x="416" y="0"/>
                    <a:pt x="408" y="0"/>
                    <a:pt x="401" y="1"/>
                  </a:cubicBezTo>
                  <a:cubicBezTo>
                    <a:pt x="172" y="29"/>
                    <a:pt x="0" y="230"/>
                    <a:pt x="14" y="473"/>
                  </a:cubicBezTo>
                  <a:cubicBezTo>
                    <a:pt x="14" y="708"/>
                    <a:pt x="228" y="903"/>
                    <a:pt x="437" y="903"/>
                  </a:cubicBezTo>
                  <a:cubicBezTo>
                    <a:pt x="444" y="903"/>
                    <a:pt x="451" y="902"/>
                    <a:pt x="458" y="902"/>
                  </a:cubicBezTo>
                  <a:cubicBezTo>
                    <a:pt x="700" y="873"/>
                    <a:pt x="858" y="673"/>
                    <a:pt x="858" y="430"/>
                  </a:cubicBezTo>
                  <a:cubicBezTo>
                    <a:pt x="844" y="195"/>
                    <a:pt x="643" y="0"/>
                    <a:pt x="4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5">
              <a:extLst>
                <a:ext uri="{FF2B5EF4-FFF2-40B4-BE49-F238E27FC236}">
                  <a16:creationId xmlns:a16="http://schemas.microsoft.com/office/drawing/2014/main" id="{FED4BD11-12D4-348D-A5AF-4A7FE3C84904}"/>
                </a:ext>
              </a:extLst>
            </p:cNvPr>
            <p:cNvSpPr/>
            <p:nvPr/>
          </p:nvSpPr>
          <p:spPr>
            <a:xfrm>
              <a:off x="5486975" y="1771025"/>
              <a:ext cx="23950" cy="21525"/>
            </a:xfrm>
            <a:custGeom>
              <a:avLst/>
              <a:gdLst/>
              <a:ahLst/>
              <a:cxnLst/>
              <a:rect l="l" t="t" r="r" b="b"/>
              <a:pathLst>
                <a:path w="958" h="861" extrusionOk="0">
                  <a:moveTo>
                    <a:pt x="496" y="1"/>
                  </a:moveTo>
                  <a:cubicBezTo>
                    <a:pt x="335" y="1"/>
                    <a:pt x="186" y="105"/>
                    <a:pt x="100" y="267"/>
                  </a:cubicBezTo>
                  <a:cubicBezTo>
                    <a:pt x="0" y="467"/>
                    <a:pt x="100" y="738"/>
                    <a:pt x="300" y="823"/>
                  </a:cubicBezTo>
                  <a:cubicBezTo>
                    <a:pt x="354" y="849"/>
                    <a:pt x="409" y="860"/>
                    <a:pt x="462" y="860"/>
                  </a:cubicBezTo>
                  <a:cubicBezTo>
                    <a:pt x="623" y="860"/>
                    <a:pt x="772" y="756"/>
                    <a:pt x="858" y="595"/>
                  </a:cubicBezTo>
                  <a:cubicBezTo>
                    <a:pt x="958" y="395"/>
                    <a:pt x="858" y="124"/>
                    <a:pt x="658" y="38"/>
                  </a:cubicBezTo>
                  <a:cubicBezTo>
                    <a:pt x="604" y="13"/>
                    <a:pt x="549" y="1"/>
                    <a:pt x="4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5">
              <a:extLst>
                <a:ext uri="{FF2B5EF4-FFF2-40B4-BE49-F238E27FC236}">
                  <a16:creationId xmlns:a16="http://schemas.microsoft.com/office/drawing/2014/main" id="{1D18A1A4-F7DD-C719-9696-E1BEFE48B573}"/>
                </a:ext>
              </a:extLst>
            </p:cNvPr>
            <p:cNvSpPr/>
            <p:nvPr/>
          </p:nvSpPr>
          <p:spPr>
            <a:xfrm>
              <a:off x="5372250" y="1810475"/>
              <a:ext cx="21850" cy="33700"/>
            </a:xfrm>
            <a:custGeom>
              <a:avLst/>
              <a:gdLst/>
              <a:ahLst/>
              <a:cxnLst/>
              <a:rect l="l" t="t" r="r" b="b"/>
              <a:pathLst>
                <a:path w="874" h="1348" extrusionOk="0">
                  <a:moveTo>
                    <a:pt x="749" y="0"/>
                  </a:moveTo>
                  <a:cubicBezTo>
                    <a:pt x="734" y="0"/>
                    <a:pt x="718" y="5"/>
                    <a:pt x="702" y="17"/>
                  </a:cubicBezTo>
                  <a:cubicBezTo>
                    <a:pt x="458" y="175"/>
                    <a:pt x="244" y="389"/>
                    <a:pt x="58" y="618"/>
                  </a:cubicBezTo>
                  <a:cubicBezTo>
                    <a:pt x="29" y="646"/>
                    <a:pt x="1" y="690"/>
                    <a:pt x="1" y="732"/>
                  </a:cubicBezTo>
                  <a:cubicBezTo>
                    <a:pt x="16" y="732"/>
                    <a:pt x="16" y="732"/>
                    <a:pt x="29" y="747"/>
                  </a:cubicBezTo>
                  <a:cubicBezTo>
                    <a:pt x="229" y="961"/>
                    <a:pt x="444" y="1147"/>
                    <a:pt x="715" y="1275"/>
                  </a:cubicBezTo>
                  <a:cubicBezTo>
                    <a:pt x="773" y="1304"/>
                    <a:pt x="816" y="1319"/>
                    <a:pt x="873" y="1347"/>
                  </a:cubicBezTo>
                  <a:cubicBezTo>
                    <a:pt x="845" y="1147"/>
                    <a:pt x="816" y="932"/>
                    <a:pt x="816" y="718"/>
                  </a:cubicBezTo>
                  <a:cubicBezTo>
                    <a:pt x="816" y="646"/>
                    <a:pt x="801" y="303"/>
                    <a:pt x="816" y="74"/>
                  </a:cubicBezTo>
                  <a:cubicBezTo>
                    <a:pt x="816" y="33"/>
                    <a:pt x="787" y="0"/>
                    <a:pt x="74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5">
              <a:extLst>
                <a:ext uri="{FF2B5EF4-FFF2-40B4-BE49-F238E27FC236}">
                  <a16:creationId xmlns:a16="http://schemas.microsoft.com/office/drawing/2014/main" id="{07147B0D-3681-C7BA-6A77-513B1B43F9E3}"/>
                </a:ext>
              </a:extLst>
            </p:cNvPr>
            <p:cNvSpPr/>
            <p:nvPr/>
          </p:nvSpPr>
          <p:spPr>
            <a:xfrm>
              <a:off x="5438725" y="1835025"/>
              <a:ext cx="28600" cy="27350"/>
            </a:xfrm>
            <a:custGeom>
              <a:avLst/>
              <a:gdLst/>
              <a:ahLst/>
              <a:cxnLst/>
              <a:rect l="l" t="t" r="r" b="b"/>
              <a:pathLst>
                <a:path w="1144" h="1094" extrusionOk="0">
                  <a:moveTo>
                    <a:pt x="986" y="1"/>
                  </a:moveTo>
                  <a:cubicBezTo>
                    <a:pt x="964" y="1"/>
                    <a:pt x="942" y="12"/>
                    <a:pt x="930" y="36"/>
                  </a:cubicBezTo>
                  <a:cubicBezTo>
                    <a:pt x="787" y="207"/>
                    <a:pt x="543" y="451"/>
                    <a:pt x="501" y="508"/>
                  </a:cubicBezTo>
                  <a:cubicBezTo>
                    <a:pt x="343" y="665"/>
                    <a:pt x="187" y="808"/>
                    <a:pt x="29" y="951"/>
                  </a:cubicBezTo>
                  <a:lnTo>
                    <a:pt x="0" y="979"/>
                  </a:lnTo>
                  <a:cubicBezTo>
                    <a:pt x="30" y="977"/>
                    <a:pt x="59" y="976"/>
                    <a:pt x="89" y="976"/>
                  </a:cubicBezTo>
                  <a:cubicBezTo>
                    <a:pt x="231" y="976"/>
                    <a:pt x="373" y="1001"/>
                    <a:pt x="515" y="1036"/>
                  </a:cubicBezTo>
                  <a:cubicBezTo>
                    <a:pt x="701" y="1065"/>
                    <a:pt x="886" y="1080"/>
                    <a:pt x="1058" y="1093"/>
                  </a:cubicBezTo>
                  <a:cubicBezTo>
                    <a:pt x="1073" y="1093"/>
                    <a:pt x="1087" y="1080"/>
                    <a:pt x="1087" y="1080"/>
                  </a:cubicBezTo>
                  <a:cubicBezTo>
                    <a:pt x="1115" y="1036"/>
                    <a:pt x="1130" y="994"/>
                    <a:pt x="1130" y="951"/>
                  </a:cubicBezTo>
                  <a:cubicBezTo>
                    <a:pt x="1144" y="651"/>
                    <a:pt x="1115" y="350"/>
                    <a:pt x="1058" y="64"/>
                  </a:cubicBezTo>
                  <a:cubicBezTo>
                    <a:pt x="1050" y="23"/>
                    <a:pt x="1017" y="1"/>
                    <a:pt x="98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5">
              <a:extLst>
                <a:ext uri="{FF2B5EF4-FFF2-40B4-BE49-F238E27FC236}">
                  <a16:creationId xmlns:a16="http://schemas.microsoft.com/office/drawing/2014/main" id="{EF3CB10A-C001-A3E3-5B5F-49197B0203CC}"/>
                </a:ext>
              </a:extLst>
            </p:cNvPr>
            <p:cNvSpPr/>
            <p:nvPr/>
          </p:nvSpPr>
          <p:spPr>
            <a:xfrm>
              <a:off x="5356200" y="1762300"/>
              <a:ext cx="58250" cy="8750"/>
            </a:xfrm>
            <a:custGeom>
              <a:avLst/>
              <a:gdLst/>
              <a:ahLst/>
              <a:cxnLst/>
              <a:rect l="l" t="t" r="r" b="b"/>
              <a:pathLst>
                <a:path w="2330" h="350" extrusionOk="0">
                  <a:moveTo>
                    <a:pt x="29" y="0"/>
                  </a:moveTo>
                  <a:lnTo>
                    <a:pt x="0" y="143"/>
                  </a:lnTo>
                  <a:cubicBezTo>
                    <a:pt x="660" y="278"/>
                    <a:pt x="1320" y="350"/>
                    <a:pt x="1988" y="350"/>
                  </a:cubicBezTo>
                  <a:cubicBezTo>
                    <a:pt x="2102" y="350"/>
                    <a:pt x="2215" y="348"/>
                    <a:pt x="2329" y="343"/>
                  </a:cubicBezTo>
                  <a:lnTo>
                    <a:pt x="2316" y="200"/>
                  </a:lnTo>
                  <a:cubicBezTo>
                    <a:pt x="2206" y="205"/>
                    <a:pt x="2095" y="207"/>
                    <a:pt x="1985" y="207"/>
                  </a:cubicBezTo>
                  <a:cubicBezTo>
                    <a:pt x="1334" y="207"/>
                    <a:pt x="676" y="135"/>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5">
              <a:extLst>
                <a:ext uri="{FF2B5EF4-FFF2-40B4-BE49-F238E27FC236}">
                  <a16:creationId xmlns:a16="http://schemas.microsoft.com/office/drawing/2014/main" id="{5B59CEA6-1F16-3064-19CE-F63AA7A4DCC1}"/>
                </a:ext>
              </a:extLst>
            </p:cNvPr>
            <p:cNvSpPr/>
            <p:nvPr/>
          </p:nvSpPr>
          <p:spPr>
            <a:xfrm>
              <a:off x="5483400" y="1766575"/>
              <a:ext cx="44675" cy="5150"/>
            </a:xfrm>
            <a:custGeom>
              <a:avLst/>
              <a:gdLst/>
              <a:ahLst/>
              <a:cxnLst/>
              <a:rect l="l" t="t" r="r" b="b"/>
              <a:pathLst>
                <a:path w="1787" h="206" extrusionOk="0">
                  <a:moveTo>
                    <a:pt x="29" y="1"/>
                  </a:moveTo>
                  <a:lnTo>
                    <a:pt x="1" y="144"/>
                  </a:lnTo>
                  <a:cubicBezTo>
                    <a:pt x="322" y="183"/>
                    <a:pt x="648" y="205"/>
                    <a:pt x="977" y="205"/>
                  </a:cubicBezTo>
                  <a:cubicBezTo>
                    <a:pt x="1246" y="205"/>
                    <a:pt x="1516" y="191"/>
                    <a:pt x="1787" y="159"/>
                  </a:cubicBezTo>
                  <a:lnTo>
                    <a:pt x="1773" y="16"/>
                  </a:lnTo>
                  <a:cubicBezTo>
                    <a:pt x="1497" y="43"/>
                    <a:pt x="1220" y="57"/>
                    <a:pt x="946" y="57"/>
                  </a:cubicBezTo>
                  <a:cubicBezTo>
                    <a:pt x="638" y="57"/>
                    <a:pt x="331" y="39"/>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5">
              <a:extLst>
                <a:ext uri="{FF2B5EF4-FFF2-40B4-BE49-F238E27FC236}">
                  <a16:creationId xmlns:a16="http://schemas.microsoft.com/office/drawing/2014/main" id="{87AFC2BC-1C53-9335-EA40-443C1AB292B3}"/>
                </a:ext>
              </a:extLst>
            </p:cNvPr>
            <p:cNvSpPr/>
            <p:nvPr/>
          </p:nvSpPr>
          <p:spPr>
            <a:xfrm>
              <a:off x="5417650" y="1780850"/>
              <a:ext cx="55400" cy="40075"/>
            </a:xfrm>
            <a:custGeom>
              <a:avLst/>
              <a:gdLst/>
              <a:ahLst/>
              <a:cxnLst/>
              <a:rect l="l" t="t" r="r" b="b"/>
              <a:pathLst>
                <a:path w="2216" h="1603" extrusionOk="0">
                  <a:moveTo>
                    <a:pt x="1741" y="0"/>
                  </a:moveTo>
                  <a:cubicBezTo>
                    <a:pt x="1582" y="0"/>
                    <a:pt x="1422" y="81"/>
                    <a:pt x="1316" y="188"/>
                  </a:cubicBezTo>
                  <a:cubicBezTo>
                    <a:pt x="1258" y="274"/>
                    <a:pt x="1201" y="359"/>
                    <a:pt x="1173" y="445"/>
                  </a:cubicBezTo>
                  <a:cubicBezTo>
                    <a:pt x="998" y="208"/>
                    <a:pt x="716" y="48"/>
                    <a:pt x="429" y="48"/>
                  </a:cubicBezTo>
                  <a:cubicBezTo>
                    <a:pt x="386" y="48"/>
                    <a:pt x="343" y="51"/>
                    <a:pt x="300" y="59"/>
                  </a:cubicBezTo>
                  <a:cubicBezTo>
                    <a:pt x="258" y="59"/>
                    <a:pt x="201" y="74"/>
                    <a:pt x="157" y="116"/>
                  </a:cubicBezTo>
                  <a:cubicBezTo>
                    <a:pt x="100" y="145"/>
                    <a:pt x="71" y="202"/>
                    <a:pt x="58" y="274"/>
                  </a:cubicBezTo>
                  <a:cubicBezTo>
                    <a:pt x="1" y="488"/>
                    <a:pt x="100" y="688"/>
                    <a:pt x="214" y="859"/>
                  </a:cubicBezTo>
                  <a:cubicBezTo>
                    <a:pt x="401" y="1160"/>
                    <a:pt x="601" y="1460"/>
                    <a:pt x="944" y="1532"/>
                  </a:cubicBezTo>
                  <a:lnTo>
                    <a:pt x="986" y="1303"/>
                  </a:lnTo>
                  <a:cubicBezTo>
                    <a:pt x="744" y="1246"/>
                    <a:pt x="572" y="988"/>
                    <a:pt x="414" y="745"/>
                  </a:cubicBezTo>
                  <a:cubicBezTo>
                    <a:pt x="329" y="602"/>
                    <a:pt x="243" y="459"/>
                    <a:pt x="286" y="331"/>
                  </a:cubicBezTo>
                  <a:cubicBezTo>
                    <a:pt x="286" y="316"/>
                    <a:pt x="300" y="302"/>
                    <a:pt x="300" y="302"/>
                  </a:cubicBezTo>
                  <a:lnTo>
                    <a:pt x="329" y="287"/>
                  </a:lnTo>
                  <a:cubicBezTo>
                    <a:pt x="355" y="284"/>
                    <a:pt x="382" y="282"/>
                    <a:pt x="408" y="282"/>
                  </a:cubicBezTo>
                  <a:cubicBezTo>
                    <a:pt x="711" y="282"/>
                    <a:pt x="1007" y="499"/>
                    <a:pt x="1072" y="788"/>
                  </a:cubicBezTo>
                  <a:lnTo>
                    <a:pt x="1173" y="1246"/>
                  </a:lnTo>
                  <a:lnTo>
                    <a:pt x="1301" y="802"/>
                  </a:lnTo>
                  <a:cubicBezTo>
                    <a:pt x="1344" y="645"/>
                    <a:pt x="1386" y="474"/>
                    <a:pt x="1501" y="345"/>
                  </a:cubicBezTo>
                  <a:cubicBezTo>
                    <a:pt x="1563" y="283"/>
                    <a:pt x="1654" y="236"/>
                    <a:pt x="1743" y="236"/>
                  </a:cubicBezTo>
                  <a:cubicBezTo>
                    <a:pt x="1778" y="236"/>
                    <a:pt x="1812" y="243"/>
                    <a:pt x="1844" y="259"/>
                  </a:cubicBezTo>
                  <a:cubicBezTo>
                    <a:pt x="1944" y="331"/>
                    <a:pt x="1958" y="474"/>
                    <a:pt x="1958" y="602"/>
                  </a:cubicBezTo>
                  <a:cubicBezTo>
                    <a:pt x="1930" y="916"/>
                    <a:pt x="1744" y="1217"/>
                    <a:pt x="1587" y="1474"/>
                  </a:cubicBezTo>
                  <a:lnTo>
                    <a:pt x="1787" y="1602"/>
                  </a:lnTo>
                  <a:cubicBezTo>
                    <a:pt x="1958" y="1317"/>
                    <a:pt x="2158" y="1002"/>
                    <a:pt x="2187" y="630"/>
                  </a:cubicBezTo>
                  <a:cubicBezTo>
                    <a:pt x="2215" y="373"/>
                    <a:pt x="2130" y="159"/>
                    <a:pt x="1958" y="59"/>
                  </a:cubicBezTo>
                  <a:cubicBezTo>
                    <a:pt x="1890" y="18"/>
                    <a:pt x="1816" y="0"/>
                    <a:pt x="174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5">
              <a:extLst>
                <a:ext uri="{FF2B5EF4-FFF2-40B4-BE49-F238E27FC236}">
                  <a16:creationId xmlns:a16="http://schemas.microsoft.com/office/drawing/2014/main" id="{DE1F13FE-1AAB-4D42-4F44-518F23024955}"/>
                </a:ext>
              </a:extLst>
            </p:cNvPr>
            <p:cNvSpPr/>
            <p:nvPr/>
          </p:nvSpPr>
          <p:spPr>
            <a:xfrm>
              <a:off x="5370100" y="1825900"/>
              <a:ext cx="96175" cy="39000"/>
            </a:xfrm>
            <a:custGeom>
              <a:avLst/>
              <a:gdLst/>
              <a:ahLst/>
              <a:cxnLst/>
              <a:rect l="l" t="t" r="r" b="b"/>
              <a:pathLst>
                <a:path w="3847" h="1560" extrusionOk="0">
                  <a:moveTo>
                    <a:pt x="102" y="1"/>
                  </a:moveTo>
                  <a:cubicBezTo>
                    <a:pt x="73" y="29"/>
                    <a:pt x="30" y="58"/>
                    <a:pt x="1" y="86"/>
                  </a:cubicBezTo>
                  <a:cubicBezTo>
                    <a:pt x="773" y="801"/>
                    <a:pt x="1731" y="1273"/>
                    <a:pt x="2745" y="1458"/>
                  </a:cubicBezTo>
                  <a:cubicBezTo>
                    <a:pt x="3103" y="1531"/>
                    <a:pt x="3460" y="1559"/>
                    <a:pt x="3832" y="1559"/>
                  </a:cubicBezTo>
                  <a:cubicBezTo>
                    <a:pt x="3832" y="1502"/>
                    <a:pt x="3846" y="1458"/>
                    <a:pt x="3846" y="1416"/>
                  </a:cubicBezTo>
                  <a:lnTo>
                    <a:pt x="3846" y="1416"/>
                  </a:lnTo>
                  <a:cubicBezTo>
                    <a:pt x="3828" y="1416"/>
                    <a:pt x="3810" y="1416"/>
                    <a:pt x="3791" y="1416"/>
                  </a:cubicBezTo>
                  <a:cubicBezTo>
                    <a:pt x="2438" y="1416"/>
                    <a:pt x="1117" y="918"/>
                    <a:pt x="10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5">
              <a:extLst>
                <a:ext uri="{FF2B5EF4-FFF2-40B4-BE49-F238E27FC236}">
                  <a16:creationId xmlns:a16="http://schemas.microsoft.com/office/drawing/2014/main" id="{6E8705E9-E6C5-2A7F-BD09-4FD43110F176}"/>
                </a:ext>
              </a:extLst>
            </p:cNvPr>
            <p:cNvSpPr/>
            <p:nvPr/>
          </p:nvSpPr>
          <p:spPr>
            <a:xfrm>
              <a:off x="6023325" y="2719250"/>
              <a:ext cx="196200" cy="77925"/>
            </a:xfrm>
            <a:custGeom>
              <a:avLst/>
              <a:gdLst/>
              <a:ahLst/>
              <a:cxnLst/>
              <a:rect l="l" t="t" r="r" b="b"/>
              <a:pathLst>
                <a:path w="7848" h="3117" extrusionOk="0">
                  <a:moveTo>
                    <a:pt x="1873" y="0"/>
                  </a:moveTo>
                  <a:cubicBezTo>
                    <a:pt x="1873" y="0"/>
                    <a:pt x="0" y="772"/>
                    <a:pt x="987" y="1559"/>
                  </a:cubicBezTo>
                  <a:cubicBezTo>
                    <a:pt x="987" y="1559"/>
                    <a:pt x="4002" y="2245"/>
                    <a:pt x="5847" y="3116"/>
                  </a:cubicBezTo>
                  <a:lnTo>
                    <a:pt x="7848" y="858"/>
                  </a:lnTo>
                  <a:lnTo>
                    <a:pt x="7133" y="530"/>
                  </a:lnTo>
                  <a:lnTo>
                    <a:pt x="18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5">
              <a:extLst>
                <a:ext uri="{FF2B5EF4-FFF2-40B4-BE49-F238E27FC236}">
                  <a16:creationId xmlns:a16="http://schemas.microsoft.com/office/drawing/2014/main" id="{FB39EE99-1380-C0AB-E948-62CEF86DB67A}"/>
                </a:ext>
              </a:extLst>
            </p:cNvPr>
            <p:cNvSpPr/>
            <p:nvPr/>
          </p:nvSpPr>
          <p:spPr>
            <a:xfrm>
              <a:off x="6137925" y="2732450"/>
              <a:ext cx="100475" cy="67025"/>
            </a:xfrm>
            <a:custGeom>
              <a:avLst/>
              <a:gdLst/>
              <a:ahLst/>
              <a:cxnLst/>
              <a:rect l="l" t="t" r="r" b="b"/>
              <a:pathLst>
                <a:path w="4019" h="2681" extrusionOk="0">
                  <a:moveTo>
                    <a:pt x="2446" y="0"/>
                  </a:moveTo>
                  <a:cubicBezTo>
                    <a:pt x="1300" y="0"/>
                    <a:pt x="1" y="1438"/>
                    <a:pt x="905" y="2331"/>
                  </a:cubicBezTo>
                  <a:cubicBezTo>
                    <a:pt x="1154" y="2577"/>
                    <a:pt x="1444" y="2680"/>
                    <a:pt x="1738" y="2680"/>
                  </a:cubicBezTo>
                  <a:cubicBezTo>
                    <a:pt x="2845" y="2680"/>
                    <a:pt x="4018" y="1221"/>
                    <a:pt x="3363" y="430"/>
                  </a:cubicBezTo>
                  <a:cubicBezTo>
                    <a:pt x="3112" y="126"/>
                    <a:pt x="2786" y="0"/>
                    <a:pt x="244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5">
              <a:extLst>
                <a:ext uri="{FF2B5EF4-FFF2-40B4-BE49-F238E27FC236}">
                  <a16:creationId xmlns:a16="http://schemas.microsoft.com/office/drawing/2014/main" id="{54FA200D-7993-F6FC-ACC0-5E61ADACE784}"/>
                </a:ext>
              </a:extLst>
            </p:cNvPr>
            <p:cNvSpPr/>
            <p:nvPr/>
          </p:nvSpPr>
          <p:spPr>
            <a:xfrm>
              <a:off x="5991575" y="2714050"/>
              <a:ext cx="159700" cy="120650"/>
            </a:xfrm>
            <a:custGeom>
              <a:avLst/>
              <a:gdLst/>
              <a:ahLst/>
              <a:cxnLst/>
              <a:rect l="l" t="t" r="r" b="b"/>
              <a:pathLst>
                <a:path w="6388" h="4826" extrusionOk="0">
                  <a:moveTo>
                    <a:pt x="1241" y="1"/>
                  </a:moveTo>
                  <a:cubicBezTo>
                    <a:pt x="689" y="1"/>
                    <a:pt x="1" y="140"/>
                    <a:pt x="241" y="881"/>
                  </a:cubicBezTo>
                  <a:cubicBezTo>
                    <a:pt x="241" y="881"/>
                    <a:pt x="2400" y="3095"/>
                    <a:pt x="3486" y="4826"/>
                  </a:cubicBezTo>
                  <a:lnTo>
                    <a:pt x="6387" y="4025"/>
                  </a:lnTo>
                  <a:lnTo>
                    <a:pt x="5958" y="3368"/>
                  </a:lnTo>
                  <a:lnTo>
                    <a:pt x="1857" y="52"/>
                  </a:lnTo>
                  <a:cubicBezTo>
                    <a:pt x="1857" y="52"/>
                    <a:pt x="1574" y="1"/>
                    <a:pt x="12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5">
              <a:extLst>
                <a:ext uri="{FF2B5EF4-FFF2-40B4-BE49-F238E27FC236}">
                  <a16:creationId xmlns:a16="http://schemas.microsoft.com/office/drawing/2014/main" id="{DFB4D3C1-0FD4-2AAE-C06D-E9BFB5F502D5}"/>
                </a:ext>
              </a:extLst>
            </p:cNvPr>
            <p:cNvSpPr/>
            <p:nvPr/>
          </p:nvSpPr>
          <p:spPr>
            <a:xfrm>
              <a:off x="6069750" y="2790250"/>
              <a:ext cx="84500" cy="59050"/>
            </a:xfrm>
            <a:custGeom>
              <a:avLst/>
              <a:gdLst/>
              <a:ahLst/>
              <a:cxnLst/>
              <a:rect l="l" t="t" r="r" b="b"/>
              <a:pathLst>
                <a:path w="3380" h="2362" extrusionOk="0">
                  <a:moveTo>
                    <a:pt x="1759" y="1"/>
                  </a:moveTo>
                  <a:cubicBezTo>
                    <a:pt x="885" y="1"/>
                    <a:pt x="0" y="508"/>
                    <a:pt x="188" y="1391"/>
                  </a:cubicBezTo>
                  <a:cubicBezTo>
                    <a:pt x="341" y="2077"/>
                    <a:pt x="961" y="2362"/>
                    <a:pt x="1607" y="2362"/>
                  </a:cubicBezTo>
                  <a:cubicBezTo>
                    <a:pt x="2470" y="2362"/>
                    <a:pt x="3379" y="1855"/>
                    <a:pt x="3289" y="1120"/>
                  </a:cubicBezTo>
                  <a:cubicBezTo>
                    <a:pt x="3198" y="349"/>
                    <a:pt x="2483" y="1"/>
                    <a:pt x="175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5">
              <a:extLst>
                <a:ext uri="{FF2B5EF4-FFF2-40B4-BE49-F238E27FC236}">
                  <a16:creationId xmlns:a16="http://schemas.microsoft.com/office/drawing/2014/main" id="{5FFDFE58-4D01-DD28-91AB-58EB9336FC5E}"/>
                </a:ext>
              </a:extLst>
            </p:cNvPr>
            <p:cNvSpPr/>
            <p:nvPr/>
          </p:nvSpPr>
          <p:spPr>
            <a:xfrm>
              <a:off x="5887900" y="2714050"/>
              <a:ext cx="159550" cy="120650"/>
            </a:xfrm>
            <a:custGeom>
              <a:avLst/>
              <a:gdLst/>
              <a:ahLst/>
              <a:cxnLst/>
              <a:rect l="l" t="t" r="r" b="b"/>
              <a:pathLst>
                <a:path w="6382" h="4826" extrusionOk="0">
                  <a:moveTo>
                    <a:pt x="5146" y="1"/>
                  </a:moveTo>
                  <a:cubicBezTo>
                    <a:pt x="4814" y="1"/>
                    <a:pt x="4531" y="52"/>
                    <a:pt x="4531" y="52"/>
                  </a:cubicBezTo>
                  <a:lnTo>
                    <a:pt x="415" y="3368"/>
                  </a:lnTo>
                  <a:lnTo>
                    <a:pt x="1" y="4025"/>
                  </a:lnTo>
                  <a:lnTo>
                    <a:pt x="2902" y="4826"/>
                  </a:lnTo>
                  <a:cubicBezTo>
                    <a:pt x="3988" y="3095"/>
                    <a:pt x="6132" y="881"/>
                    <a:pt x="6132" y="881"/>
                  </a:cubicBezTo>
                  <a:cubicBezTo>
                    <a:pt x="6382" y="140"/>
                    <a:pt x="5697" y="1"/>
                    <a:pt x="5146"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5">
              <a:extLst>
                <a:ext uri="{FF2B5EF4-FFF2-40B4-BE49-F238E27FC236}">
                  <a16:creationId xmlns:a16="http://schemas.microsoft.com/office/drawing/2014/main" id="{8BAE5407-DBB5-D7E9-E860-175B75236731}"/>
                </a:ext>
              </a:extLst>
            </p:cNvPr>
            <p:cNvSpPr/>
            <p:nvPr/>
          </p:nvSpPr>
          <p:spPr>
            <a:xfrm>
              <a:off x="5884925" y="2790250"/>
              <a:ext cx="84350" cy="59050"/>
            </a:xfrm>
            <a:custGeom>
              <a:avLst/>
              <a:gdLst/>
              <a:ahLst/>
              <a:cxnLst/>
              <a:rect l="l" t="t" r="r" b="b"/>
              <a:pathLst>
                <a:path w="3374" h="2362" extrusionOk="0">
                  <a:moveTo>
                    <a:pt x="1620" y="1"/>
                  </a:moveTo>
                  <a:cubicBezTo>
                    <a:pt x="897" y="1"/>
                    <a:pt x="182" y="349"/>
                    <a:pt x="91" y="1120"/>
                  </a:cubicBezTo>
                  <a:cubicBezTo>
                    <a:pt x="1" y="1855"/>
                    <a:pt x="910" y="2362"/>
                    <a:pt x="1770" y="2362"/>
                  </a:cubicBezTo>
                  <a:cubicBezTo>
                    <a:pt x="2415" y="2362"/>
                    <a:pt x="3031" y="2077"/>
                    <a:pt x="3178" y="1391"/>
                  </a:cubicBezTo>
                  <a:cubicBezTo>
                    <a:pt x="3374" y="508"/>
                    <a:pt x="2492" y="1"/>
                    <a:pt x="162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5">
              <a:extLst>
                <a:ext uri="{FF2B5EF4-FFF2-40B4-BE49-F238E27FC236}">
                  <a16:creationId xmlns:a16="http://schemas.microsoft.com/office/drawing/2014/main" id="{B819769E-E677-09A7-118C-3BFEDC40ECC5}"/>
                </a:ext>
              </a:extLst>
            </p:cNvPr>
            <p:cNvSpPr/>
            <p:nvPr/>
          </p:nvSpPr>
          <p:spPr>
            <a:xfrm>
              <a:off x="5808575" y="2720675"/>
              <a:ext cx="189400" cy="81150"/>
            </a:xfrm>
            <a:custGeom>
              <a:avLst/>
              <a:gdLst/>
              <a:ahLst/>
              <a:cxnLst/>
              <a:rect l="l" t="t" r="r" b="b"/>
              <a:pathLst>
                <a:path w="7576" h="3246" extrusionOk="0">
                  <a:moveTo>
                    <a:pt x="5674" y="0"/>
                  </a:moveTo>
                  <a:lnTo>
                    <a:pt x="372" y="730"/>
                  </a:lnTo>
                  <a:lnTo>
                    <a:pt x="1" y="944"/>
                  </a:lnTo>
                  <a:lnTo>
                    <a:pt x="1815" y="3246"/>
                  </a:lnTo>
                  <a:cubicBezTo>
                    <a:pt x="3631" y="2316"/>
                    <a:pt x="6618" y="1544"/>
                    <a:pt x="6618" y="1544"/>
                  </a:cubicBezTo>
                  <a:cubicBezTo>
                    <a:pt x="7576" y="730"/>
                    <a:pt x="5674" y="0"/>
                    <a:pt x="567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5">
              <a:extLst>
                <a:ext uri="{FF2B5EF4-FFF2-40B4-BE49-F238E27FC236}">
                  <a16:creationId xmlns:a16="http://schemas.microsoft.com/office/drawing/2014/main" id="{558B46DF-4706-C3DE-46AF-ED4BF28C0376}"/>
                </a:ext>
              </a:extLst>
            </p:cNvPr>
            <p:cNvSpPr/>
            <p:nvPr/>
          </p:nvSpPr>
          <p:spPr>
            <a:xfrm>
              <a:off x="5784275" y="2738250"/>
              <a:ext cx="100075" cy="66450"/>
            </a:xfrm>
            <a:custGeom>
              <a:avLst/>
              <a:gdLst/>
              <a:ahLst/>
              <a:cxnLst/>
              <a:rect l="l" t="t" r="r" b="b"/>
              <a:pathLst>
                <a:path w="4003" h="2658" extrusionOk="0">
                  <a:moveTo>
                    <a:pt x="1557" y="0"/>
                  </a:moveTo>
                  <a:cubicBezTo>
                    <a:pt x="1203" y="0"/>
                    <a:pt x="865" y="134"/>
                    <a:pt x="615" y="456"/>
                  </a:cubicBezTo>
                  <a:cubicBezTo>
                    <a:pt x="1" y="1260"/>
                    <a:pt x="1184" y="2657"/>
                    <a:pt x="2276" y="2657"/>
                  </a:cubicBezTo>
                  <a:cubicBezTo>
                    <a:pt x="2582" y="2657"/>
                    <a:pt x="2880" y="2548"/>
                    <a:pt x="3130" y="2285"/>
                  </a:cubicBezTo>
                  <a:cubicBezTo>
                    <a:pt x="4003" y="1380"/>
                    <a:pt x="2695" y="0"/>
                    <a:pt x="15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5">
              <a:extLst>
                <a:ext uri="{FF2B5EF4-FFF2-40B4-BE49-F238E27FC236}">
                  <a16:creationId xmlns:a16="http://schemas.microsoft.com/office/drawing/2014/main" id="{FC590976-0D9C-85E2-5F02-2313CC3FCDBF}"/>
                </a:ext>
              </a:extLst>
            </p:cNvPr>
            <p:cNvSpPr/>
            <p:nvPr/>
          </p:nvSpPr>
          <p:spPr>
            <a:xfrm>
              <a:off x="5873250" y="2329400"/>
              <a:ext cx="290175" cy="433875"/>
            </a:xfrm>
            <a:custGeom>
              <a:avLst/>
              <a:gdLst/>
              <a:ahLst/>
              <a:cxnLst/>
              <a:rect l="l" t="t" r="r" b="b"/>
              <a:pathLst>
                <a:path w="11607" h="17355" extrusionOk="0">
                  <a:moveTo>
                    <a:pt x="6118" y="1"/>
                  </a:moveTo>
                  <a:lnTo>
                    <a:pt x="6118" y="1"/>
                  </a:lnTo>
                  <a:cubicBezTo>
                    <a:pt x="6161" y="229"/>
                    <a:pt x="6889" y="4388"/>
                    <a:pt x="4760" y="7205"/>
                  </a:cubicBezTo>
                  <a:cubicBezTo>
                    <a:pt x="3459" y="8905"/>
                    <a:pt x="2916" y="10220"/>
                    <a:pt x="2673" y="11007"/>
                  </a:cubicBezTo>
                  <a:cubicBezTo>
                    <a:pt x="2874" y="9048"/>
                    <a:pt x="1559" y="7576"/>
                    <a:pt x="1473" y="7476"/>
                  </a:cubicBezTo>
                  <a:lnTo>
                    <a:pt x="1473" y="7476"/>
                  </a:lnTo>
                  <a:cubicBezTo>
                    <a:pt x="1501" y="7576"/>
                    <a:pt x="1973" y="9320"/>
                    <a:pt x="800" y="11306"/>
                  </a:cubicBezTo>
                  <a:cubicBezTo>
                    <a:pt x="0" y="12636"/>
                    <a:pt x="343" y="14851"/>
                    <a:pt x="1616" y="16195"/>
                  </a:cubicBezTo>
                  <a:cubicBezTo>
                    <a:pt x="2268" y="16889"/>
                    <a:pt x="3176" y="17354"/>
                    <a:pt x="4302" y="17354"/>
                  </a:cubicBezTo>
                  <a:cubicBezTo>
                    <a:pt x="4335" y="17354"/>
                    <a:pt x="4369" y="17354"/>
                    <a:pt x="4402" y="17353"/>
                  </a:cubicBezTo>
                  <a:cubicBezTo>
                    <a:pt x="6346" y="17309"/>
                    <a:pt x="10678" y="17353"/>
                    <a:pt x="11177" y="11849"/>
                  </a:cubicBezTo>
                  <a:cubicBezTo>
                    <a:pt x="11606" y="7247"/>
                    <a:pt x="7804" y="2087"/>
                    <a:pt x="6533" y="487"/>
                  </a:cubicBezTo>
                  <a:cubicBezTo>
                    <a:pt x="6289" y="201"/>
                    <a:pt x="6146" y="29"/>
                    <a:pt x="611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5">
              <a:extLst>
                <a:ext uri="{FF2B5EF4-FFF2-40B4-BE49-F238E27FC236}">
                  <a16:creationId xmlns:a16="http://schemas.microsoft.com/office/drawing/2014/main" id="{AA51E409-91A6-5E3C-DF21-6122D02072A1}"/>
                </a:ext>
              </a:extLst>
            </p:cNvPr>
            <p:cNvSpPr/>
            <p:nvPr/>
          </p:nvSpPr>
          <p:spPr>
            <a:xfrm>
              <a:off x="5941300" y="2527700"/>
              <a:ext cx="203525" cy="220200"/>
            </a:xfrm>
            <a:custGeom>
              <a:avLst/>
              <a:gdLst/>
              <a:ahLst/>
              <a:cxnLst/>
              <a:rect l="l" t="t" r="r" b="b"/>
              <a:pathLst>
                <a:path w="8141" h="8808" extrusionOk="0">
                  <a:moveTo>
                    <a:pt x="4668" y="1"/>
                  </a:moveTo>
                  <a:cubicBezTo>
                    <a:pt x="4668" y="1"/>
                    <a:pt x="4510" y="931"/>
                    <a:pt x="2795" y="2888"/>
                  </a:cubicBezTo>
                  <a:cubicBezTo>
                    <a:pt x="1095" y="4847"/>
                    <a:pt x="1438" y="6890"/>
                    <a:pt x="1438" y="6890"/>
                  </a:cubicBezTo>
                  <a:cubicBezTo>
                    <a:pt x="1348" y="6909"/>
                    <a:pt x="1263" y="6917"/>
                    <a:pt x="1183" y="6917"/>
                  </a:cubicBezTo>
                  <a:cubicBezTo>
                    <a:pt x="446" y="6917"/>
                    <a:pt x="108" y="6219"/>
                    <a:pt x="108" y="6219"/>
                  </a:cubicBezTo>
                  <a:lnTo>
                    <a:pt x="108" y="6219"/>
                  </a:lnTo>
                  <a:cubicBezTo>
                    <a:pt x="0" y="7380"/>
                    <a:pt x="1383" y="8807"/>
                    <a:pt x="2597" y="8807"/>
                  </a:cubicBezTo>
                  <a:cubicBezTo>
                    <a:pt x="2669" y="8807"/>
                    <a:pt x="2740" y="8802"/>
                    <a:pt x="2810" y="8792"/>
                  </a:cubicBezTo>
                  <a:cubicBezTo>
                    <a:pt x="8141" y="8020"/>
                    <a:pt x="4668" y="1"/>
                    <a:pt x="4668"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2714858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794"/>
        <p:cNvGrpSpPr/>
        <p:nvPr/>
      </p:nvGrpSpPr>
      <p:grpSpPr>
        <a:xfrm>
          <a:off x="0" y="0"/>
          <a:ext cx="0" cy="0"/>
          <a:chOff x="0" y="0"/>
          <a:chExt cx="0" cy="0"/>
        </a:xfrm>
      </p:grpSpPr>
      <p:sp>
        <p:nvSpPr>
          <p:cNvPr id="795" name="Google Shape;795;p36"/>
          <p:cNvSpPr txBox="1">
            <a:spLocks noGrp="1"/>
          </p:cNvSpPr>
          <p:nvPr>
            <p:ph type="body" idx="1"/>
          </p:nvPr>
        </p:nvSpPr>
        <p:spPr>
          <a:xfrm>
            <a:off x="858125" y="1389600"/>
            <a:ext cx="3607500" cy="3179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rgbClr val="543C52"/>
              </a:buClr>
              <a:buSzPts val="1100"/>
              <a:buFont typeface="Arial"/>
              <a:buNone/>
            </a:pPr>
            <a:r>
              <a:rPr lang="en"/>
              <a:t>Do you know what helps you make your point clear? Lists like this one:</a:t>
            </a:r>
            <a:endParaRPr/>
          </a:p>
          <a:p>
            <a:pPr marL="0" lvl="0" indent="0" algn="l" rtl="0">
              <a:spcBef>
                <a:spcPts val="0"/>
              </a:spcBef>
              <a:spcAft>
                <a:spcPts val="0"/>
              </a:spcAft>
              <a:buClr>
                <a:srgbClr val="A3816A"/>
              </a:buClr>
              <a:buSzPts val="1100"/>
              <a:buFont typeface="Arial"/>
              <a:buNone/>
            </a:pPr>
            <a:endParaRPr/>
          </a:p>
          <a:p>
            <a:pPr marL="457200" lvl="0" indent="-330200" algn="l" rtl="0">
              <a:spcBef>
                <a:spcPts val="0"/>
              </a:spcBef>
              <a:spcAft>
                <a:spcPts val="0"/>
              </a:spcAft>
              <a:buClr>
                <a:schemeClr val="dk1"/>
              </a:buClr>
              <a:buSzPts val="1600"/>
              <a:buFont typeface="Coda"/>
              <a:buChar char="●"/>
            </a:pPr>
            <a:r>
              <a:rPr lang="en"/>
              <a:t>They’re simple</a:t>
            </a:r>
            <a:endParaRPr/>
          </a:p>
          <a:p>
            <a:pPr marL="457200" lvl="0" indent="-330200" algn="l" rtl="0">
              <a:spcBef>
                <a:spcPts val="0"/>
              </a:spcBef>
              <a:spcAft>
                <a:spcPts val="0"/>
              </a:spcAft>
              <a:buClr>
                <a:schemeClr val="dk1"/>
              </a:buClr>
              <a:buSzPts val="1600"/>
              <a:buFont typeface="Coda"/>
              <a:buChar char="●"/>
            </a:pPr>
            <a:r>
              <a:rPr lang="en"/>
              <a:t>You can organize your ideas clearly</a:t>
            </a:r>
            <a:endParaRPr/>
          </a:p>
          <a:p>
            <a:pPr marL="457200" lvl="0" indent="-330200" algn="l" rtl="0">
              <a:spcBef>
                <a:spcPts val="0"/>
              </a:spcBef>
              <a:spcAft>
                <a:spcPts val="0"/>
              </a:spcAft>
              <a:buClr>
                <a:schemeClr val="dk1"/>
              </a:buClr>
              <a:buSzPts val="1600"/>
              <a:buFont typeface="Coda"/>
              <a:buChar char="●"/>
            </a:pPr>
            <a:r>
              <a:rPr lang="en"/>
              <a:t>You’ll never forget to buy milk!</a:t>
            </a:r>
            <a:endParaRPr/>
          </a:p>
          <a:p>
            <a:pPr marL="457200" lvl="0" indent="0" algn="l" rtl="0">
              <a:spcBef>
                <a:spcPts val="0"/>
              </a:spcBef>
              <a:spcAft>
                <a:spcPts val="0"/>
              </a:spcAft>
              <a:buClr>
                <a:srgbClr val="543C52"/>
              </a:buClr>
              <a:buSzPts val="1100"/>
              <a:buFont typeface="Arial"/>
              <a:buNone/>
            </a:pPr>
            <a:endParaRPr/>
          </a:p>
          <a:p>
            <a:pPr marL="0" lvl="0" indent="0" algn="l" rtl="0">
              <a:spcBef>
                <a:spcPts val="0"/>
              </a:spcBef>
              <a:spcAft>
                <a:spcPts val="0"/>
              </a:spcAft>
              <a:buClr>
                <a:srgbClr val="142850"/>
              </a:buClr>
              <a:buSzPts val="1100"/>
              <a:buFont typeface="Arial"/>
              <a:buNone/>
            </a:pPr>
            <a:r>
              <a:rPr lang="en"/>
              <a:t>The audience won’t miss the point of your presentation if you use them</a:t>
            </a:r>
            <a:endParaRPr/>
          </a:p>
        </p:txBody>
      </p:sp>
      <p:sp>
        <p:nvSpPr>
          <p:cNvPr id="796" name="Google Shape;796;p36"/>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797" name="Google Shape;797;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This is the slide title</a:t>
            </a:r>
            <a:endParaRPr>
              <a:solidFill>
                <a:schemeClr val="lt1"/>
              </a:solidFill>
            </a:endParaRPr>
          </a:p>
        </p:txBody>
      </p:sp>
      <p:grpSp>
        <p:nvGrpSpPr>
          <p:cNvPr id="798" name="Google Shape;798;p36"/>
          <p:cNvGrpSpPr/>
          <p:nvPr/>
        </p:nvGrpSpPr>
        <p:grpSpPr>
          <a:xfrm>
            <a:off x="4782240" y="1723057"/>
            <a:ext cx="3503635" cy="3008376"/>
            <a:chOff x="3366175" y="4025575"/>
            <a:chExt cx="846800" cy="727100"/>
          </a:xfrm>
        </p:grpSpPr>
        <p:sp>
          <p:nvSpPr>
            <p:cNvPr id="799" name="Google Shape;799;p36"/>
            <p:cNvSpPr/>
            <p:nvPr/>
          </p:nvSpPr>
          <p:spPr>
            <a:xfrm>
              <a:off x="3366175" y="4518250"/>
              <a:ext cx="846800" cy="165275"/>
            </a:xfrm>
            <a:custGeom>
              <a:avLst/>
              <a:gdLst/>
              <a:ahLst/>
              <a:cxnLst/>
              <a:rect l="l" t="t" r="r" b="b"/>
              <a:pathLst>
                <a:path w="33872" h="6611" extrusionOk="0">
                  <a:moveTo>
                    <a:pt x="19774" y="1"/>
                  </a:moveTo>
                  <a:cubicBezTo>
                    <a:pt x="19530" y="334"/>
                    <a:pt x="19253" y="633"/>
                    <a:pt x="18930" y="823"/>
                  </a:cubicBezTo>
                  <a:cubicBezTo>
                    <a:pt x="18663" y="978"/>
                    <a:pt x="18352" y="1056"/>
                    <a:pt x="18053" y="1112"/>
                  </a:cubicBezTo>
                  <a:cubicBezTo>
                    <a:pt x="17675" y="1178"/>
                    <a:pt x="17286" y="1211"/>
                    <a:pt x="16886" y="1211"/>
                  </a:cubicBezTo>
                  <a:cubicBezTo>
                    <a:pt x="16342" y="1211"/>
                    <a:pt x="15787" y="1145"/>
                    <a:pt x="15253" y="1001"/>
                  </a:cubicBezTo>
                  <a:cubicBezTo>
                    <a:pt x="14742" y="867"/>
                    <a:pt x="14175" y="656"/>
                    <a:pt x="13809" y="256"/>
                  </a:cubicBezTo>
                  <a:cubicBezTo>
                    <a:pt x="13743" y="178"/>
                    <a:pt x="13687" y="100"/>
                    <a:pt x="13620" y="11"/>
                  </a:cubicBezTo>
                  <a:cubicBezTo>
                    <a:pt x="5855" y="322"/>
                    <a:pt x="1" y="1667"/>
                    <a:pt x="1" y="3277"/>
                  </a:cubicBezTo>
                  <a:cubicBezTo>
                    <a:pt x="1" y="5121"/>
                    <a:pt x="7577" y="6610"/>
                    <a:pt x="16930" y="6610"/>
                  </a:cubicBezTo>
                  <a:cubicBezTo>
                    <a:pt x="26284" y="6610"/>
                    <a:pt x="33872" y="5121"/>
                    <a:pt x="33872" y="3277"/>
                  </a:cubicBezTo>
                  <a:cubicBezTo>
                    <a:pt x="33872" y="1633"/>
                    <a:pt x="27773" y="267"/>
                    <a:pt x="19774" y="1"/>
                  </a:cubicBezTo>
                  <a:close/>
                </a:path>
              </a:pathLst>
            </a:custGeom>
            <a:solidFill>
              <a:srgbClr val="093156">
                <a:alpha val="171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36"/>
            <p:cNvSpPr/>
            <p:nvPr/>
          </p:nvSpPr>
          <p:spPr>
            <a:xfrm>
              <a:off x="3675550" y="4025575"/>
              <a:ext cx="229150" cy="523050"/>
            </a:xfrm>
            <a:custGeom>
              <a:avLst/>
              <a:gdLst/>
              <a:ahLst/>
              <a:cxnLst/>
              <a:rect l="l" t="t" r="r" b="b"/>
              <a:pathLst>
                <a:path w="9166" h="20922" extrusionOk="0">
                  <a:moveTo>
                    <a:pt x="8307" y="9263"/>
                  </a:moveTo>
                  <a:cubicBezTo>
                    <a:pt x="8308" y="9264"/>
                    <a:pt x="8309" y="9265"/>
                    <a:pt x="8310" y="9265"/>
                  </a:cubicBezTo>
                  <a:cubicBezTo>
                    <a:pt x="8309" y="9265"/>
                    <a:pt x="8308" y="9264"/>
                    <a:pt x="8307" y="9263"/>
                  </a:cubicBezTo>
                  <a:close/>
                  <a:moveTo>
                    <a:pt x="2689" y="1"/>
                  </a:moveTo>
                  <a:cubicBezTo>
                    <a:pt x="2911" y="178"/>
                    <a:pt x="3111" y="378"/>
                    <a:pt x="3278" y="601"/>
                  </a:cubicBezTo>
                  <a:cubicBezTo>
                    <a:pt x="3267" y="600"/>
                    <a:pt x="3256" y="600"/>
                    <a:pt x="3245" y="600"/>
                  </a:cubicBezTo>
                  <a:cubicBezTo>
                    <a:pt x="2645" y="600"/>
                    <a:pt x="2050" y="909"/>
                    <a:pt x="1701" y="1389"/>
                  </a:cubicBezTo>
                  <a:cubicBezTo>
                    <a:pt x="1977" y="1309"/>
                    <a:pt x="2154" y="1286"/>
                    <a:pt x="2305" y="1286"/>
                  </a:cubicBezTo>
                  <a:cubicBezTo>
                    <a:pt x="2342" y="1286"/>
                    <a:pt x="2377" y="1287"/>
                    <a:pt x="2412" y="1289"/>
                  </a:cubicBezTo>
                  <a:cubicBezTo>
                    <a:pt x="1712" y="2378"/>
                    <a:pt x="1378" y="3988"/>
                    <a:pt x="1234" y="5255"/>
                  </a:cubicBezTo>
                  <a:cubicBezTo>
                    <a:pt x="1067" y="6677"/>
                    <a:pt x="801" y="8088"/>
                    <a:pt x="667" y="9520"/>
                  </a:cubicBezTo>
                  <a:cubicBezTo>
                    <a:pt x="901" y="9365"/>
                    <a:pt x="1134" y="9199"/>
                    <a:pt x="1368" y="9043"/>
                  </a:cubicBezTo>
                  <a:lnTo>
                    <a:pt x="1368" y="9043"/>
                  </a:lnTo>
                  <a:cubicBezTo>
                    <a:pt x="746" y="11076"/>
                    <a:pt x="235" y="13131"/>
                    <a:pt x="79" y="15253"/>
                  </a:cubicBezTo>
                  <a:cubicBezTo>
                    <a:pt x="1" y="16386"/>
                    <a:pt x="201" y="17530"/>
                    <a:pt x="645" y="18563"/>
                  </a:cubicBezTo>
                  <a:cubicBezTo>
                    <a:pt x="845" y="19030"/>
                    <a:pt x="1101" y="19585"/>
                    <a:pt x="1434" y="19963"/>
                  </a:cubicBezTo>
                  <a:cubicBezTo>
                    <a:pt x="1800" y="20363"/>
                    <a:pt x="2367" y="20574"/>
                    <a:pt x="2878" y="20708"/>
                  </a:cubicBezTo>
                  <a:cubicBezTo>
                    <a:pt x="3414" y="20851"/>
                    <a:pt x="3969" y="20922"/>
                    <a:pt x="4522" y="20922"/>
                  </a:cubicBezTo>
                  <a:cubicBezTo>
                    <a:pt x="4910" y="20922"/>
                    <a:pt x="5298" y="20887"/>
                    <a:pt x="5678" y="20819"/>
                  </a:cubicBezTo>
                  <a:cubicBezTo>
                    <a:pt x="5977" y="20763"/>
                    <a:pt x="6288" y="20685"/>
                    <a:pt x="6555" y="20530"/>
                  </a:cubicBezTo>
                  <a:cubicBezTo>
                    <a:pt x="7199" y="20163"/>
                    <a:pt x="7644" y="19363"/>
                    <a:pt x="7977" y="18730"/>
                  </a:cubicBezTo>
                  <a:cubicBezTo>
                    <a:pt x="8166" y="18352"/>
                    <a:pt x="8332" y="17975"/>
                    <a:pt x="8466" y="17575"/>
                  </a:cubicBezTo>
                  <a:cubicBezTo>
                    <a:pt x="8522" y="17397"/>
                    <a:pt x="8821" y="16519"/>
                    <a:pt x="8677" y="16375"/>
                  </a:cubicBezTo>
                  <a:lnTo>
                    <a:pt x="8677" y="16375"/>
                  </a:lnTo>
                  <a:lnTo>
                    <a:pt x="9166" y="16864"/>
                  </a:lnTo>
                  <a:cubicBezTo>
                    <a:pt x="9043" y="14208"/>
                    <a:pt x="8611" y="11565"/>
                    <a:pt x="7888" y="9009"/>
                  </a:cubicBezTo>
                  <a:lnTo>
                    <a:pt x="7888" y="9009"/>
                  </a:lnTo>
                  <a:cubicBezTo>
                    <a:pt x="8032" y="9087"/>
                    <a:pt x="8164" y="9175"/>
                    <a:pt x="8307" y="9263"/>
                  </a:cubicBezTo>
                  <a:lnTo>
                    <a:pt x="8307" y="9263"/>
                  </a:lnTo>
                  <a:cubicBezTo>
                    <a:pt x="8088" y="9124"/>
                    <a:pt x="8066" y="8408"/>
                    <a:pt x="8021" y="8187"/>
                  </a:cubicBezTo>
                  <a:cubicBezTo>
                    <a:pt x="7799" y="6832"/>
                    <a:pt x="7655" y="5166"/>
                    <a:pt x="7199" y="3689"/>
                  </a:cubicBezTo>
                  <a:cubicBezTo>
                    <a:pt x="6655" y="1922"/>
                    <a:pt x="5678" y="423"/>
                    <a:pt x="3622" y="90"/>
                  </a:cubicBezTo>
                  <a:cubicBezTo>
                    <a:pt x="3378" y="45"/>
                    <a:pt x="3022" y="1"/>
                    <a:pt x="2689"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36"/>
            <p:cNvSpPr/>
            <p:nvPr/>
          </p:nvSpPr>
          <p:spPr>
            <a:xfrm>
              <a:off x="3759975" y="4274125"/>
              <a:ext cx="5875" cy="17800"/>
            </a:xfrm>
            <a:custGeom>
              <a:avLst/>
              <a:gdLst/>
              <a:ahLst/>
              <a:cxnLst/>
              <a:rect l="l" t="t" r="r" b="b"/>
              <a:pathLst>
                <a:path w="235" h="712" extrusionOk="0">
                  <a:moveTo>
                    <a:pt x="201" y="1"/>
                  </a:moveTo>
                  <a:cubicBezTo>
                    <a:pt x="112" y="112"/>
                    <a:pt x="79" y="223"/>
                    <a:pt x="45" y="345"/>
                  </a:cubicBezTo>
                  <a:cubicBezTo>
                    <a:pt x="12" y="457"/>
                    <a:pt x="1" y="578"/>
                    <a:pt x="35" y="712"/>
                  </a:cubicBezTo>
                  <a:cubicBezTo>
                    <a:pt x="124" y="612"/>
                    <a:pt x="168" y="501"/>
                    <a:pt x="190" y="378"/>
                  </a:cubicBezTo>
                  <a:cubicBezTo>
                    <a:pt x="223" y="257"/>
                    <a:pt x="235" y="134"/>
                    <a:pt x="2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36"/>
            <p:cNvSpPr/>
            <p:nvPr/>
          </p:nvSpPr>
          <p:spPr>
            <a:xfrm>
              <a:off x="3743050" y="4238025"/>
              <a:ext cx="6700" cy="22800"/>
            </a:xfrm>
            <a:custGeom>
              <a:avLst/>
              <a:gdLst/>
              <a:ahLst/>
              <a:cxnLst/>
              <a:rect l="l" t="t" r="r" b="b"/>
              <a:pathLst>
                <a:path w="268" h="912" extrusionOk="0">
                  <a:moveTo>
                    <a:pt x="245" y="0"/>
                  </a:moveTo>
                  <a:cubicBezTo>
                    <a:pt x="156" y="134"/>
                    <a:pt x="100" y="289"/>
                    <a:pt x="67" y="445"/>
                  </a:cubicBezTo>
                  <a:cubicBezTo>
                    <a:pt x="23" y="590"/>
                    <a:pt x="1" y="745"/>
                    <a:pt x="34" y="911"/>
                  </a:cubicBezTo>
                  <a:cubicBezTo>
                    <a:pt x="122" y="778"/>
                    <a:pt x="178" y="634"/>
                    <a:pt x="211" y="479"/>
                  </a:cubicBezTo>
                  <a:cubicBezTo>
                    <a:pt x="245" y="323"/>
                    <a:pt x="267" y="168"/>
                    <a:pt x="2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36"/>
            <p:cNvSpPr/>
            <p:nvPr/>
          </p:nvSpPr>
          <p:spPr>
            <a:xfrm>
              <a:off x="3782750" y="4223875"/>
              <a:ext cx="6700" cy="19725"/>
            </a:xfrm>
            <a:custGeom>
              <a:avLst/>
              <a:gdLst/>
              <a:ahLst/>
              <a:cxnLst/>
              <a:rect l="l" t="t" r="r" b="b"/>
              <a:pathLst>
                <a:path w="268" h="789" extrusionOk="0">
                  <a:moveTo>
                    <a:pt x="23" y="0"/>
                  </a:moveTo>
                  <a:lnTo>
                    <a:pt x="23" y="0"/>
                  </a:lnTo>
                  <a:cubicBezTo>
                    <a:pt x="1" y="144"/>
                    <a:pt x="23" y="278"/>
                    <a:pt x="57" y="411"/>
                  </a:cubicBezTo>
                  <a:cubicBezTo>
                    <a:pt x="101" y="544"/>
                    <a:pt x="156" y="678"/>
                    <a:pt x="245" y="789"/>
                  </a:cubicBezTo>
                  <a:cubicBezTo>
                    <a:pt x="267" y="645"/>
                    <a:pt x="245" y="500"/>
                    <a:pt x="212" y="367"/>
                  </a:cubicBezTo>
                  <a:cubicBezTo>
                    <a:pt x="168" y="245"/>
                    <a:pt x="123" y="111"/>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36"/>
            <p:cNvSpPr/>
            <p:nvPr/>
          </p:nvSpPr>
          <p:spPr>
            <a:xfrm>
              <a:off x="3761650" y="4199425"/>
              <a:ext cx="4750" cy="23625"/>
            </a:xfrm>
            <a:custGeom>
              <a:avLst/>
              <a:gdLst/>
              <a:ahLst/>
              <a:cxnLst/>
              <a:rect l="l" t="t" r="r" b="b"/>
              <a:pathLst>
                <a:path w="190" h="945" extrusionOk="0">
                  <a:moveTo>
                    <a:pt x="57" y="1"/>
                  </a:moveTo>
                  <a:cubicBezTo>
                    <a:pt x="1" y="167"/>
                    <a:pt x="1" y="323"/>
                    <a:pt x="12" y="478"/>
                  </a:cubicBezTo>
                  <a:cubicBezTo>
                    <a:pt x="34" y="634"/>
                    <a:pt x="57" y="789"/>
                    <a:pt x="134" y="945"/>
                  </a:cubicBezTo>
                  <a:cubicBezTo>
                    <a:pt x="190" y="778"/>
                    <a:pt x="190" y="623"/>
                    <a:pt x="178" y="467"/>
                  </a:cubicBezTo>
                  <a:cubicBezTo>
                    <a:pt x="156" y="312"/>
                    <a:pt x="123" y="156"/>
                    <a:pt x="5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36"/>
            <p:cNvSpPr/>
            <p:nvPr/>
          </p:nvSpPr>
          <p:spPr>
            <a:xfrm>
              <a:off x="3735000" y="4186100"/>
              <a:ext cx="6425" cy="25025"/>
            </a:xfrm>
            <a:custGeom>
              <a:avLst/>
              <a:gdLst/>
              <a:ahLst/>
              <a:cxnLst/>
              <a:rect l="l" t="t" r="r" b="b"/>
              <a:pathLst>
                <a:path w="257" h="1001" extrusionOk="0">
                  <a:moveTo>
                    <a:pt x="222" y="1"/>
                  </a:moveTo>
                  <a:lnTo>
                    <a:pt x="222" y="1"/>
                  </a:lnTo>
                  <a:cubicBezTo>
                    <a:pt x="133" y="156"/>
                    <a:pt x="89" y="322"/>
                    <a:pt x="56" y="489"/>
                  </a:cubicBezTo>
                  <a:cubicBezTo>
                    <a:pt x="22" y="656"/>
                    <a:pt x="0" y="823"/>
                    <a:pt x="34" y="1000"/>
                  </a:cubicBezTo>
                  <a:cubicBezTo>
                    <a:pt x="133" y="845"/>
                    <a:pt x="178" y="678"/>
                    <a:pt x="212" y="512"/>
                  </a:cubicBezTo>
                  <a:cubicBezTo>
                    <a:pt x="234" y="344"/>
                    <a:pt x="256" y="178"/>
                    <a:pt x="2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36"/>
            <p:cNvSpPr/>
            <p:nvPr/>
          </p:nvSpPr>
          <p:spPr>
            <a:xfrm>
              <a:off x="3804700" y="4198600"/>
              <a:ext cx="5025" cy="20575"/>
            </a:xfrm>
            <a:custGeom>
              <a:avLst/>
              <a:gdLst/>
              <a:ahLst/>
              <a:cxnLst/>
              <a:rect l="l" t="t" r="r" b="b"/>
              <a:pathLst>
                <a:path w="201" h="823" extrusionOk="0">
                  <a:moveTo>
                    <a:pt x="45" y="0"/>
                  </a:moveTo>
                  <a:cubicBezTo>
                    <a:pt x="1" y="145"/>
                    <a:pt x="12" y="278"/>
                    <a:pt x="23" y="422"/>
                  </a:cubicBezTo>
                  <a:cubicBezTo>
                    <a:pt x="45" y="555"/>
                    <a:pt x="78" y="689"/>
                    <a:pt x="156" y="822"/>
                  </a:cubicBezTo>
                  <a:cubicBezTo>
                    <a:pt x="201" y="678"/>
                    <a:pt x="189" y="533"/>
                    <a:pt x="179" y="400"/>
                  </a:cubicBezTo>
                  <a:cubicBezTo>
                    <a:pt x="156" y="267"/>
                    <a:pt x="123" y="13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36"/>
            <p:cNvSpPr/>
            <p:nvPr/>
          </p:nvSpPr>
          <p:spPr>
            <a:xfrm>
              <a:off x="3829700" y="4190550"/>
              <a:ext cx="7800" cy="15850"/>
            </a:xfrm>
            <a:custGeom>
              <a:avLst/>
              <a:gdLst/>
              <a:ahLst/>
              <a:cxnLst/>
              <a:rect l="l" t="t" r="r" b="b"/>
              <a:pathLst>
                <a:path w="312" h="634" extrusionOk="0">
                  <a:moveTo>
                    <a:pt x="1" y="0"/>
                  </a:moveTo>
                  <a:cubicBezTo>
                    <a:pt x="1" y="134"/>
                    <a:pt x="34" y="245"/>
                    <a:pt x="90" y="356"/>
                  </a:cubicBezTo>
                  <a:cubicBezTo>
                    <a:pt x="145" y="455"/>
                    <a:pt x="201" y="556"/>
                    <a:pt x="312" y="633"/>
                  </a:cubicBezTo>
                  <a:cubicBezTo>
                    <a:pt x="312" y="500"/>
                    <a:pt x="278" y="389"/>
                    <a:pt x="233" y="289"/>
                  </a:cubicBezTo>
                  <a:cubicBezTo>
                    <a:pt x="178" y="178"/>
                    <a:pt x="112" y="78"/>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36"/>
            <p:cNvSpPr/>
            <p:nvPr/>
          </p:nvSpPr>
          <p:spPr>
            <a:xfrm>
              <a:off x="3832750" y="4228575"/>
              <a:ext cx="5575" cy="20875"/>
            </a:xfrm>
            <a:custGeom>
              <a:avLst/>
              <a:gdLst/>
              <a:ahLst/>
              <a:cxnLst/>
              <a:rect l="l" t="t" r="r" b="b"/>
              <a:pathLst>
                <a:path w="223" h="835" extrusionOk="0">
                  <a:moveTo>
                    <a:pt x="34" y="1"/>
                  </a:moveTo>
                  <a:cubicBezTo>
                    <a:pt x="0" y="146"/>
                    <a:pt x="12" y="290"/>
                    <a:pt x="34" y="434"/>
                  </a:cubicBezTo>
                  <a:cubicBezTo>
                    <a:pt x="67" y="568"/>
                    <a:pt x="101" y="712"/>
                    <a:pt x="190" y="834"/>
                  </a:cubicBezTo>
                  <a:cubicBezTo>
                    <a:pt x="223" y="690"/>
                    <a:pt x="212" y="546"/>
                    <a:pt x="190" y="401"/>
                  </a:cubicBezTo>
                  <a:cubicBezTo>
                    <a:pt x="156" y="267"/>
                    <a:pt x="123" y="123"/>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36"/>
            <p:cNvSpPr/>
            <p:nvPr/>
          </p:nvSpPr>
          <p:spPr>
            <a:xfrm>
              <a:off x="3810525" y="4264125"/>
              <a:ext cx="4200" cy="18925"/>
            </a:xfrm>
            <a:custGeom>
              <a:avLst/>
              <a:gdLst/>
              <a:ahLst/>
              <a:cxnLst/>
              <a:rect l="l" t="t" r="r" b="b"/>
              <a:pathLst>
                <a:path w="168" h="757" extrusionOk="0">
                  <a:moveTo>
                    <a:pt x="79" y="1"/>
                  </a:moveTo>
                  <a:cubicBezTo>
                    <a:pt x="12" y="123"/>
                    <a:pt x="1" y="257"/>
                    <a:pt x="12" y="378"/>
                  </a:cubicBezTo>
                  <a:cubicBezTo>
                    <a:pt x="12" y="512"/>
                    <a:pt x="34" y="634"/>
                    <a:pt x="90" y="756"/>
                  </a:cubicBezTo>
                  <a:cubicBezTo>
                    <a:pt x="156" y="634"/>
                    <a:pt x="168" y="501"/>
                    <a:pt x="168" y="378"/>
                  </a:cubicBezTo>
                  <a:cubicBezTo>
                    <a:pt x="156" y="245"/>
                    <a:pt x="146" y="123"/>
                    <a:pt x="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36"/>
            <p:cNvSpPr/>
            <p:nvPr/>
          </p:nvSpPr>
          <p:spPr>
            <a:xfrm>
              <a:off x="3854400" y="4268875"/>
              <a:ext cx="6150" cy="19450"/>
            </a:xfrm>
            <a:custGeom>
              <a:avLst/>
              <a:gdLst/>
              <a:ahLst/>
              <a:cxnLst/>
              <a:rect l="l" t="t" r="r" b="b"/>
              <a:pathLst>
                <a:path w="246" h="778" extrusionOk="0">
                  <a:moveTo>
                    <a:pt x="23" y="0"/>
                  </a:moveTo>
                  <a:cubicBezTo>
                    <a:pt x="1" y="144"/>
                    <a:pt x="12" y="277"/>
                    <a:pt x="45" y="411"/>
                  </a:cubicBezTo>
                  <a:cubicBezTo>
                    <a:pt x="79" y="533"/>
                    <a:pt x="124" y="667"/>
                    <a:pt x="212" y="778"/>
                  </a:cubicBezTo>
                  <a:cubicBezTo>
                    <a:pt x="245" y="633"/>
                    <a:pt x="223" y="499"/>
                    <a:pt x="201" y="366"/>
                  </a:cubicBezTo>
                  <a:cubicBezTo>
                    <a:pt x="168" y="244"/>
                    <a:pt x="124" y="111"/>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36"/>
            <p:cNvSpPr/>
            <p:nvPr/>
          </p:nvSpPr>
          <p:spPr>
            <a:xfrm>
              <a:off x="3834150" y="4283025"/>
              <a:ext cx="4475" cy="26975"/>
            </a:xfrm>
            <a:custGeom>
              <a:avLst/>
              <a:gdLst/>
              <a:ahLst/>
              <a:cxnLst/>
              <a:rect l="l" t="t" r="r" b="b"/>
              <a:pathLst>
                <a:path w="179" h="1079" extrusionOk="0">
                  <a:moveTo>
                    <a:pt x="134" y="0"/>
                  </a:moveTo>
                  <a:cubicBezTo>
                    <a:pt x="55" y="178"/>
                    <a:pt x="33" y="356"/>
                    <a:pt x="11" y="533"/>
                  </a:cubicBezTo>
                  <a:cubicBezTo>
                    <a:pt x="0" y="711"/>
                    <a:pt x="11" y="889"/>
                    <a:pt x="55" y="1078"/>
                  </a:cubicBezTo>
                  <a:cubicBezTo>
                    <a:pt x="134" y="900"/>
                    <a:pt x="156" y="723"/>
                    <a:pt x="178" y="545"/>
                  </a:cubicBezTo>
                  <a:cubicBezTo>
                    <a:pt x="178" y="367"/>
                    <a:pt x="178" y="189"/>
                    <a:pt x="1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36"/>
            <p:cNvSpPr/>
            <p:nvPr/>
          </p:nvSpPr>
          <p:spPr>
            <a:xfrm>
              <a:off x="3787500" y="4296350"/>
              <a:ext cx="4175" cy="20575"/>
            </a:xfrm>
            <a:custGeom>
              <a:avLst/>
              <a:gdLst/>
              <a:ahLst/>
              <a:cxnLst/>
              <a:rect l="l" t="t" r="r" b="b"/>
              <a:pathLst>
                <a:path w="167" h="823" extrusionOk="0">
                  <a:moveTo>
                    <a:pt x="100" y="0"/>
                  </a:moveTo>
                  <a:cubicBezTo>
                    <a:pt x="33" y="134"/>
                    <a:pt x="11" y="278"/>
                    <a:pt x="0" y="412"/>
                  </a:cubicBezTo>
                  <a:cubicBezTo>
                    <a:pt x="0" y="545"/>
                    <a:pt x="0" y="689"/>
                    <a:pt x="55" y="822"/>
                  </a:cubicBezTo>
                  <a:cubicBezTo>
                    <a:pt x="133" y="689"/>
                    <a:pt x="156" y="556"/>
                    <a:pt x="156" y="422"/>
                  </a:cubicBezTo>
                  <a:cubicBezTo>
                    <a:pt x="166" y="278"/>
                    <a:pt x="156" y="145"/>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36"/>
            <p:cNvSpPr/>
            <p:nvPr/>
          </p:nvSpPr>
          <p:spPr>
            <a:xfrm>
              <a:off x="3732200" y="4288300"/>
              <a:ext cx="6700" cy="18350"/>
            </a:xfrm>
            <a:custGeom>
              <a:avLst/>
              <a:gdLst/>
              <a:ahLst/>
              <a:cxnLst/>
              <a:rect l="l" t="t" r="r" b="b"/>
              <a:pathLst>
                <a:path w="268" h="734" extrusionOk="0">
                  <a:moveTo>
                    <a:pt x="23" y="1"/>
                  </a:moveTo>
                  <a:lnTo>
                    <a:pt x="23" y="1"/>
                  </a:lnTo>
                  <a:cubicBezTo>
                    <a:pt x="1" y="145"/>
                    <a:pt x="23" y="267"/>
                    <a:pt x="57" y="389"/>
                  </a:cubicBezTo>
                  <a:cubicBezTo>
                    <a:pt x="90" y="512"/>
                    <a:pt x="146" y="633"/>
                    <a:pt x="245" y="734"/>
                  </a:cubicBezTo>
                  <a:cubicBezTo>
                    <a:pt x="268" y="600"/>
                    <a:pt x="245" y="467"/>
                    <a:pt x="213" y="345"/>
                  </a:cubicBezTo>
                  <a:cubicBezTo>
                    <a:pt x="168" y="223"/>
                    <a:pt x="124"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36"/>
            <p:cNvSpPr/>
            <p:nvPr/>
          </p:nvSpPr>
          <p:spPr>
            <a:xfrm>
              <a:off x="3712500" y="4316900"/>
              <a:ext cx="4750" cy="23075"/>
            </a:xfrm>
            <a:custGeom>
              <a:avLst/>
              <a:gdLst/>
              <a:ahLst/>
              <a:cxnLst/>
              <a:rect l="l" t="t" r="r" b="b"/>
              <a:pathLst>
                <a:path w="190" h="923" extrusionOk="0">
                  <a:moveTo>
                    <a:pt x="145" y="0"/>
                  </a:moveTo>
                  <a:cubicBezTo>
                    <a:pt x="67" y="145"/>
                    <a:pt x="45" y="301"/>
                    <a:pt x="23" y="456"/>
                  </a:cubicBezTo>
                  <a:cubicBezTo>
                    <a:pt x="11" y="600"/>
                    <a:pt x="1" y="756"/>
                    <a:pt x="56" y="923"/>
                  </a:cubicBezTo>
                  <a:cubicBezTo>
                    <a:pt x="134" y="767"/>
                    <a:pt x="156" y="622"/>
                    <a:pt x="178" y="467"/>
                  </a:cubicBezTo>
                  <a:cubicBezTo>
                    <a:pt x="189" y="311"/>
                    <a:pt x="189" y="156"/>
                    <a:pt x="1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36"/>
            <p:cNvSpPr/>
            <p:nvPr/>
          </p:nvSpPr>
          <p:spPr>
            <a:xfrm>
              <a:off x="3761375" y="4328300"/>
              <a:ext cx="4200" cy="25825"/>
            </a:xfrm>
            <a:custGeom>
              <a:avLst/>
              <a:gdLst/>
              <a:ahLst/>
              <a:cxnLst/>
              <a:rect l="l" t="t" r="r" b="b"/>
              <a:pathLst>
                <a:path w="168" h="1033" extrusionOk="0">
                  <a:moveTo>
                    <a:pt x="100" y="0"/>
                  </a:moveTo>
                  <a:cubicBezTo>
                    <a:pt x="34" y="178"/>
                    <a:pt x="12" y="344"/>
                    <a:pt x="1" y="511"/>
                  </a:cubicBezTo>
                  <a:cubicBezTo>
                    <a:pt x="1" y="689"/>
                    <a:pt x="12" y="855"/>
                    <a:pt x="68" y="1033"/>
                  </a:cubicBezTo>
                  <a:cubicBezTo>
                    <a:pt x="134" y="867"/>
                    <a:pt x="156" y="689"/>
                    <a:pt x="167" y="522"/>
                  </a:cubicBezTo>
                  <a:cubicBezTo>
                    <a:pt x="167" y="344"/>
                    <a:pt x="156" y="178"/>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36"/>
            <p:cNvSpPr/>
            <p:nvPr/>
          </p:nvSpPr>
          <p:spPr>
            <a:xfrm>
              <a:off x="3811650" y="4341325"/>
              <a:ext cx="6425" cy="19775"/>
            </a:xfrm>
            <a:custGeom>
              <a:avLst/>
              <a:gdLst/>
              <a:ahLst/>
              <a:cxnLst/>
              <a:rect l="l" t="t" r="r" b="b"/>
              <a:pathLst>
                <a:path w="257" h="791" extrusionOk="0">
                  <a:moveTo>
                    <a:pt x="34" y="1"/>
                  </a:moveTo>
                  <a:lnTo>
                    <a:pt x="34" y="1"/>
                  </a:lnTo>
                  <a:cubicBezTo>
                    <a:pt x="0" y="146"/>
                    <a:pt x="22" y="279"/>
                    <a:pt x="56" y="412"/>
                  </a:cubicBezTo>
                  <a:cubicBezTo>
                    <a:pt x="89" y="546"/>
                    <a:pt x="133" y="667"/>
                    <a:pt x="222" y="790"/>
                  </a:cubicBezTo>
                  <a:cubicBezTo>
                    <a:pt x="256" y="645"/>
                    <a:pt x="234" y="512"/>
                    <a:pt x="200" y="379"/>
                  </a:cubicBezTo>
                  <a:cubicBezTo>
                    <a:pt x="167" y="245"/>
                    <a:pt x="123" y="112"/>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36"/>
            <p:cNvSpPr/>
            <p:nvPr/>
          </p:nvSpPr>
          <p:spPr>
            <a:xfrm>
              <a:off x="3856925" y="4341325"/>
              <a:ext cx="7250" cy="14200"/>
            </a:xfrm>
            <a:custGeom>
              <a:avLst/>
              <a:gdLst/>
              <a:ahLst/>
              <a:cxnLst/>
              <a:rect l="l" t="t" r="r" b="b"/>
              <a:pathLst>
                <a:path w="290" h="568" extrusionOk="0">
                  <a:moveTo>
                    <a:pt x="23" y="1"/>
                  </a:moveTo>
                  <a:lnTo>
                    <a:pt x="23" y="1"/>
                  </a:lnTo>
                  <a:cubicBezTo>
                    <a:pt x="0" y="112"/>
                    <a:pt x="33" y="223"/>
                    <a:pt x="78" y="312"/>
                  </a:cubicBezTo>
                  <a:cubicBezTo>
                    <a:pt x="122" y="412"/>
                    <a:pt x="178" y="501"/>
                    <a:pt x="267" y="568"/>
                  </a:cubicBezTo>
                  <a:cubicBezTo>
                    <a:pt x="289" y="445"/>
                    <a:pt x="255" y="346"/>
                    <a:pt x="222" y="257"/>
                  </a:cubicBezTo>
                  <a:cubicBezTo>
                    <a:pt x="178" y="156"/>
                    <a:pt x="122" y="68"/>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36"/>
            <p:cNvSpPr/>
            <p:nvPr/>
          </p:nvSpPr>
          <p:spPr>
            <a:xfrm>
              <a:off x="3788300" y="4361075"/>
              <a:ext cx="4225" cy="23600"/>
            </a:xfrm>
            <a:custGeom>
              <a:avLst/>
              <a:gdLst/>
              <a:ahLst/>
              <a:cxnLst/>
              <a:rect l="l" t="t" r="r" b="b"/>
              <a:pathLst>
                <a:path w="169" h="944" extrusionOk="0">
                  <a:moveTo>
                    <a:pt x="68" y="0"/>
                  </a:moveTo>
                  <a:cubicBezTo>
                    <a:pt x="13" y="166"/>
                    <a:pt x="1" y="322"/>
                    <a:pt x="13" y="477"/>
                  </a:cubicBezTo>
                  <a:cubicBezTo>
                    <a:pt x="13" y="633"/>
                    <a:pt x="35" y="788"/>
                    <a:pt x="101" y="944"/>
                  </a:cubicBezTo>
                  <a:cubicBezTo>
                    <a:pt x="168" y="788"/>
                    <a:pt x="168" y="633"/>
                    <a:pt x="168" y="477"/>
                  </a:cubicBezTo>
                  <a:cubicBezTo>
                    <a:pt x="156" y="311"/>
                    <a:pt x="134" y="156"/>
                    <a:pt x="6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36"/>
            <p:cNvSpPr/>
            <p:nvPr/>
          </p:nvSpPr>
          <p:spPr>
            <a:xfrm>
              <a:off x="3844975" y="4373000"/>
              <a:ext cx="3900" cy="18075"/>
            </a:xfrm>
            <a:custGeom>
              <a:avLst/>
              <a:gdLst/>
              <a:ahLst/>
              <a:cxnLst/>
              <a:rect l="l" t="t" r="r" b="b"/>
              <a:pathLst>
                <a:path w="156" h="723" extrusionOk="0">
                  <a:moveTo>
                    <a:pt x="78" y="0"/>
                  </a:moveTo>
                  <a:cubicBezTo>
                    <a:pt x="12" y="123"/>
                    <a:pt x="0" y="245"/>
                    <a:pt x="0" y="367"/>
                  </a:cubicBezTo>
                  <a:cubicBezTo>
                    <a:pt x="0" y="478"/>
                    <a:pt x="12" y="600"/>
                    <a:pt x="78" y="723"/>
                  </a:cubicBezTo>
                  <a:cubicBezTo>
                    <a:pt x="133" y="600"/>
                    <a:pt x="156" y="478"/>
                    <a:pt x="156" y="367"/>
                  </a:cubicBezTo>
                  <a:cubicBezTo>
                    <a:pt x="156" y="245"/>
                    <a:pt x="133" y="123"/>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36"/>
            <p:cNvSpPr/>
            <p:nvPr/>
          </p:nvSpPr>
          <p:spPr>
            <a:xfrm>
              <a:off x="3734725" y="4366625"/>
              <a:ext cx="6400" cy="15575"/>
            </a:xfrm>
            <a:custGeom>
              <a:avLst/>
              <a:gdLst/>
              <a:ahLst/>
              <a:cxnLst/>
              <a:rect l="l" t="t" r="r" b="b"/>
              <a:pathLst>
                <a:path w="256" h="623" extrusionOk="0">
                  <a:moveTo>
                    <a:pt x="33" y="0"/>
                  </a:moveTo>
                  <a:lnTo>
                    <a:pt x="33" y="0"/>
                  </a:lnTo>
                  <a:cubicBezTo>
                    <a:pt x="0" y="122"/>
                    <a:pt x="23" y="233"/>
                    <a:pt x="56" y="334"/>
                  </a:cubicBezTo>
                  <a:cubicBezTo>
                    <a:pt x="89" y="433"/>
                    <a:pt x="144" y="534"/>
                    <a:pt x="233" y="622"/>
                  </a:cubicBezTo>
                  <a:cubicBezTo>
                    <a:pt x="255" y="500"/>
                    <a:pt x="233" y="389"/>
                    <a:pt x="211" y="289"/>
                  </a:cubicBezTo>
                  <a:cubicBezTo>
                    <a:pt x="167" y="178"/>
                    <a:pt x="122" y="89"/>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36"/>
            <p:cNvSpPr/>
            <p:nvPr/>
          </p:nvSpPr>
          <p:spPr>
            <a:xfrm>
              <a:off x="3709175" y="4391050"/>
              <a:ext cx="6400" cy="26950"/>
            </a:xfrm>
            <a:custGeom>
              <a:avLst/>
              <a:gdLst/>
              <a:ahLst/>
              <a:cxnLst/>
              <a:rect l="l" t="t" r="r" b="b"/>
              <a:pathLst>
                <a:path w="256" h="1078" extrusionOk="0">
                  <a:moveTo>
                    <a:pt x="23" y="1"/>
                  </a:moveTo>
                  <a:cubicBezTo>
                    <a:pt x="0" y="189"/>
                    <a:pt x="23" y="379"/>
                    <a:pt x="56" y="556"/>
                  </a:cubicBezTo>
                  <a:cubicBezTo>
                    <a:pt x="89" y="734"/>
                    <a:pt x="134" y="912"/>
                    <a:pt x="233" y="1078"/>
                  </a:cubicBezTo>
                  <a:cubicBezTo>
                    <a:pt x="255" y="890"/>
                    <a:pt x="245" y="700"/>
                    <a:pt x="211" y="523"/>
                  </a:cubicBezTo>
                  <a:cubicBezTo>
                    <a:pt x="167" y="345"/>
                    <a:pt x="122" y="167"/>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36"/>
            <p:cNvSpPr/>
            <p:nvPr/>
          </p:nvSpPr>
          <p:spPr>
            <a:xfrm>
              <a:off x="3752200" y="4414650"/>
              <a:ext cx="4475" cy="18350"/>
            </a:xfrm>
            <a:custGeom>
              <a:avLst/>
              <a:gdLst/>
              <a:ahLst/>
              <a:cxnLst/>
              <a:rect l="l" t="t" r="r" b="b"/>
              <a:pathLst>
                <a:path w="179" h="734" extrusionOk="0">
                  <a:moveTo>
                    <a:pt x="45" y="1"/>
                  </a:moveTo>
                  <a:cubicBezTo>
                    <a:pt x="1" y="134"/>
                    <a:pt x="1" y="257"/>
                    <a:pt x="12" y="378"/>
                  </a:cubicBezTo>
                  <a:cubicBezTo>
                    <a:pt x="35" y="501"/>
                    <a:pt x="57" y="623"/>
                    <a:pt x="134" y="734"/>
                  </a:cubicBezTo>
                  <a:cubicBezTo>
                    <a:pt x="179" y="601"/>
                    <a:pt x="179" y="479"/>
                    <a:pt x="168" y="356"/>
                  </a:cubicBezTo>
                  <a:cubicBezTo>
                    <a:pt x="146" y="234"/>
                    <a:pt x="123" y="123"/>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36"/>
            <p:cNvSpPr/>
            <p:nvPr/>
          </p:nvSpPr>
          <p:spPr>
            <a:xfrm>
              <a:off x="3798050" y="4423825"/>
              <a:ext cx="4175" cy="13075"/>
            </a:xfrm>
            <a:custGeom>
              <a:avLst/>
              <a:gdLst/>
              <a:ahLst/>
              <a:cxnLst/>
              <a:rect l="l" t="t" r="r" b="b"/>
              <a:pathLst>
                <a:path w="167" h="523" extrusionOk="0">
                  <a:moveTo>
                    <a:pt x="100" y="1"/>
                  </a:moveTo>
                  <a:cubicBezTo>
                    <a:pt x="33" y="90"/>
                    <a:pt x="11" y="167"/>
                    <a:pt x="11" y="256"/>
                  </a:cubicBezTo>
                  <a:cubicBezTo>
                    <a:pt x="0" y="345"/>
                    <a:pt x="11" y="434"/>
                    <a:pt x="67" y="522"/>
                  </a:cubicBezTo>
                  <a:cubicBezTo>
                    <a:pt x="134" y="434"/>
                    <a:pt x="156" y="356"/>
                    <a:pt x="166" y="267"/>
                  </a:cubicBezTo>
                  <a:cubicBezTo>
                    <a:pt x="166" y="178"/>
                    <a:pt x="156" y="90"/>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36"/>
            <p:cNvSpPr/>
            <p:nvPr/>
          </p:nvSpPr>
          <p:spPr>
            <a:xfrm>
              <a:off x="3852475" y="4423825"/>
              <a:ext cx="5850" cy="20300"/>
            </a:xfrm>
            <a:custGeom>
              <a:avLst/>
              <a:gdLst/>
              <a:ahLst/>
              <a:cxnLst/>
              <a:rect l="l" t="t" r="r" b="b"/>
              <a:pathLst>
                <a:path w="234" h="812" extrusionOk="0">
                  <a:moveTo>
                    <a:pt x="45" y="1"/>
                  </a:moveTo>
                  <a:cubicBezTo>
                    <a:pt x="1" y="145"/>
                    <a:pt x="23" y="290"/>
                    <a:pt x="45" y="423"/>
                  </a:cubicBezTo>
                  <a:cubicBezTo>
                    <a:pt x="67" y="556"/>
                    <a:pt x="112" y="689"/>
                    <a:pt x="201" y="811"/>
                  </a:cubicBezTo>
                  <a:cubicBezTo>
                    <a:pt x="233" y="656"/>
                    <a:pt x="223" y="522"/>
                    <a:pt x="201" y="389"/>
                  </a:cubicBezTo>
                  <a:cubicBezTo>
                    <a:pt x="167" y="256"/>
                    <a:pt x="122" y="12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36"/>
            <p:cNvSpPr/>
            <p:nvPr/>
          </p:nvSpPr>
          <p:spPr>
            <a:xfrm>
              <a:off x="3814700" y="4459650"/>
              <a:ext cx="8925" cy="21425"/>
            </a:xfrm>
            <a:custGeom>
              <a:avLst/>
              <a:gdLst/>
              <a:ahLst/>
              <a:cxnLst/>
              <a:rect l="l" t="t" r="r" b="b"/>
              <a:pathLst>
                <a:path w="357" h="857" extrusionOk="0">
                  <a:moveTo>
                    <a:pt x="356" y="0"/>
                  </a:moveTo>
                  <a:lnTo>
                    <a:pt x="356" y="0"/>
                  </a:lnTo>
                  <a:cubicBezTo>
                    <a:pt x="245" y="123"/>
                    <a:pt x="167" y="256"/>
                    <a:pt x="112" y="400"/>
                  </a:cubicBezTo>
                  <a:cubicBezTo>
                    <a:pt x="56" y="545"/>
                    <a:pt x="11" y="689"/>
                    <a:pt x="1" y="856"/>
                  </a:cubicBezTo>
                  <a:cubicBezTo>
                    <a:pt x="123" y="734"/>
                    <a:pt x="189" y="600"/>
                    <a:pt x="256" y="456"/>
                  </a:cubicBezTo>
                  <a:cubicBezTo>
                    <a:pt x="312" y="323"/>
                    <a:pt x="356" y="167"/>
                    <a:pt x="3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36"/>
            <p:cNvSpPr/>
            <p:nvPr/>
          </p:nvSpPr>
          <p:spPr>
            <a:xfrm>
              <a:off x="3767500" y="4464375"/>
              <a:ext cx="3900" cy="22250"/>
            </a:xfrm>
            <a:custGeom>
              <a:avLst/>
              <a:gdLst/>
              <a:ahLst/>
              <a:cxnLst/>
              <a:rect l="l" t="t" r="r" b="b"/>
              <a:pathLst>
                <a:path w="156" h="890" extrusionOk="0">
                  <a:moveTo>
                    <a:pt x="78" y="1"/>
                  </a:moveTo>
                  <a:cubicBezTo>
                    <a:pt x="22" y="145"/>
                    <a:pt x="0" y="300"/>
                    <a:pt x="0" y="445"/>
                  </a:cubicBezTo>
                  <a:cubicBezTo>
                    <a:pt x="0" y="589"/>
                    <a:pt x="22" y="744"/>
                    <a:pt x="78" y="889"/>
                  </a:cubicBezTo>
                  <a:cubicBezTo>
                    <a:pt x="144" y="744"/>
                    <a:pt x="156" y="589"/>
                    <a:pt x="156" y="445"/>
                  </a:cubicBezTo>
                  <a:cubicBezTo>
                    <a:pt x="156" y="300"/>
                    <a:pt x="144" y="145"/>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36"/>
            <p:cNvSpPr/>
            <p:nvPr/>
          </p:nvSpPr>
          <p:spPr>
            <a:xfrm>
              <a:off x="3720550" y="4470500"/>
              <a:ext cx="6975" cy="19175"/>
            </a:xfrm>
            <a:custGeom>
              <a:avLst/>
              <a:gdLst/>
              <a:ahLst/>
              <a:cxnLst/>
              <a:rect l="l" t="t" r="r" b="b"/>
              <a:pathLst>
                <a:path w="279" h="767" extrusionOk="0">
                  <a:moveTo>
                    <a:pt x="12" y="0"/>
                  </a:moveTo>
                  <a:lnTo>
                    <a:pt x="12" y="0"/>
                  </a:lnTo>
                  <a:cubicBezTo>
                    <a:pt x="0" y="144"/>
                    <a:pt x="23" y="277"/>
                    <a:pt x="67" y="411"/>
                  </a:cubicBezTo>
                  <a:cubicBezTo>
                    <a:pt x="112" y="533"/>
                    <a:pt x="167" y="655"/>
                    <a:pt x="267" y="766"/>
                  </a:cubicBezTo>
                  <a:cubicBezTo>
                    <a:pt x="279" y="622"/>
                    <a:pt x="256" y="489"/>
                    <a:pt x="212" y="356"/>
                  </a:cubicBezTo>
                  <a:cubicBezTo>
                    <a:pt x="167" y="233"/>
                    <a:pt x="112"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36"/>
            <p:cNvSpPr/>
            <p:nvPr/>
          </p:nvSpPr>
          <p:spPr>
            <a:xfrm>
              <a:off x="3846925" y="4482700"/>
              <a:ext cx="8625" cy="20575"/>
            </a:xfrm>
            <a:custGeom>
              <a:avLst/>
              <a:gdLst/>
              <a:ahLst/>
              <a:cxnLst/>
              <a:rect l="l" t="t" r="r" b="b"/>
              <a:pathLst>
                <a:path w="345" h="823" extrusionOk="0">
                  <a:moveTo>
                    <a:pt x="344" y="1"/>
                  </a:moveTo>
                  <a:lnTo>
                    <a:pt x="344" y="1"/>
                  </a:lnTo>
                  <a:cubicBezTo>
                    <a:pt x="223" y="112"/>
                    <a:pt x="156" y="245"/>
                    <a:pt x="100" y="379"/>
                  </a:cubicBezTo>
                  <a:cubicBezTo>
                    <a:pt x="45" y="512"/>
                    <a:pt x="0" y="656"/>
                    <a:pt x="0" y="823"/>
                  </a:cubicBezTo>
                  <a:cubicBezTo>
                    <a:pt x="111" y="712"/>
                    <a:pt x="178" y="578"/>
                    <a:pt x="245" y="434"/>
                  </a:cubicBezTo>
                  <a:cubicBezTo>
                    <a:pt x="300" y="300"/>
                    <a:pt x="344" y="156"/>
                    <a:pt x="3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36"/>
            <p:cNvSpPr/>
            <p:nvPr/>
          </p:nvSpPr>
          <p:spPr>
            <a:xfrm>
              <a:off x="3787750" y="4506300"/>
              <a:ext cx="4475" cy="12525"/>
            </a:xfrm>
            <a:custGeom>
              <a:avLst/>
              <a:gdLst/>
              <a:ahLst/>
              <a:cxnLst/>
              <a:rect l="l" t="t" r="r" b="b"/>
              <a:pathLst>
                <a:path w="179" h="501" extrusionOk="0">
                  <a:moveTo>
                    <a:pt x="123" y="1"/>
                  </a:moveTo>
                  <a:cubicBezTo>
                    <a:pt x="57" y="79"/>
                    <a:pt x="23" y="156"/>
                    <a:pt x="12" y="245"/>
                  </a:cubicBezTo>
                  <a:cubicBezTo>
                    <a:pt x="1" y="323"/>
                    <a:pt x="1" y="412"/>
                    <a:pt x="45" y="501"/>
                  </a:cubicBezTo>
                  <a:cubicBezTo>
                    <a:pt x="123" y="434"/>
                    <a:pt x="156" y="345"/>
                    <a:pt x="168" y="267"/>
                  </a:cubicBezTo>
                  <a:cubicBezTo>
                    <a:pt x="178" y="178"/>
                    <a:pt x="178" y="89"/>
                    <a:pt x="1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36"/>
            <p:cNvSpPr/>
            <p:nvPr/>
          </p:nvSpPr>
          <p:spPr>
            <a:xfrm>
              <a:off x="3760825" y="4073050"/>
              <a:ext cx="8625" cy="15025"/>
            </a:xfrm>
            <a:custGeom>
              <a:avLst/>
              <a:gdLst/>
              <a:ahLst/>
              <a:cxnLst/>
              <a:rect l="l" t="t" r="r" b="b"/>
              <a:pathLst>
                <a:path w="345" h="601" extrusionOk="0">
                  <a:moveTo>
                    <a:pt x="345" y="1"/>
                  </a:moveTo>
                  <a:cubicBezTo>
                    <a:pt x="233" y="67"/>
                    <a:pt x="167" y="168"/>
                    <a:pt x="100" y="267"/>
                  </a:cubicBezTo>
                  <a:cubicBezTo>
                    <a:pt x="45" y="368"/>
                    <a:pt x="1" y="467"/>
                    <a:pt x="1" y="601"/>
                  </a:cubicBezTo>
                  <a:cubicBezTo>
                    <a:pt x="112" y="534"/>
                    <a:pt x="178" y="445"/>
                    <a:pt x="245" y="346"/>
                  </a:cubicBezTo>
                  <a:cubicBezTo>
                    <a:pt x="300" y="245"/>
                    <a:pt x="345" y="134"/>
                    <a:pt x="3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36"/>
            <p:cNvSpPr/>
            <p:nvPr/>
          </p:nvSpPr>
          <p:spPr>
            <a:xfrm>
              <a:off x="3784975" y="4055850"/>
              <a:ext cx="5025" cy="19750"/>
            </a:xfrm>
            <a:custGeom>
              <a:avLst/>
              <a:gdLst/>
              <a:ahLst/>
              <a:cxnLst/>
              <a:rect l="l" t="t" r="r" b="b"/>
              <a:pathLst>
                <a:path w="201" h="790" extrusionOk="0">
                  <a:moveTo>
                    <a:pt x="45" y="0"/>
                  </a:moveTo>
                  <a:cubicBezTo>
                    <a:pt x="1" y="133"/>
                    <a:pt x="12" y="267"/>
                    <a:pt x="23" y="400"/>
                  </a:cubicBezTo>
                  <a:cubicBezTo>
                    <a:pt x="45" y="533"/>
                    <a:pt x="79" y="667"/>
                    <a:pt x="156" y="789"/>
                  </a:cubicBezTo>
                  <a:cubicBezTo>
                    <a:pt x="201" y="644"/>
                    <a:pt x="201" y="511"/>
                    <a:pt x="178" y="378"/>
                  </a:cubicBezTo>
                  <a:cubicBezTo>
                    <a:pt x="156" y="244"/>
                    <a:pt x="123" y="12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36"/>
            <p:cNvSpPr/>
            <p:nvPr/>
          </p:nvSpPr>
          <p:spPr>
            <a:xfrm>
              <a:off x="3813600" y="4080575"/>
              <a:ext cx="4725" cy="17800"/>
            </a:xfrm>
            <a:custGeom>
              <a:avLst/>
              <a:gdLst/>
              <a:ahLst/>
              <a:cxnLst/>
              <a:rect l="l" t="t" r="r" b="b"/>
              <a:pathLst>
                <a:path w="189" h="712" extrusionOk="0">
                  <a:moveTo>
                    <a:pt x="45" y="0"/>
                  </a:moveTo>
                  <a:cubicBezTo>
                    <a:pt x="0" y="134"/>
                    <a:pt x="11" y="245"/>
                    <a:pt x="23" y="366"/>
                  </a:cubicBezTo>
                  <a:cubicBezTo>
                    <a:pt x="33" y="489"/>
                    <a:pt x="67" y="600"/>
                    <a:pt x="144" y="711"/>
                  </a:cubicBezTo>
                  <a:cubicBezTo>
                    <a:pt x="189" y="589"/>
                    <a:pt x="189" y="467"/>
                    <a:pt x="178" y="344"/>
                  </a:cubicBezTo>
                  <a:cubicBezTo>
                    <a:pt x="156" y="233"/>
                    <a:pt x="122" y="111"/>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36"/>
            <p:cNvSpPr/>
            <p:nvPr/>
          </p:nvSpPr>
          <p:spPr>
            <a:xfrm>
              <a:off x="3725275" y="4125000"/>
              <a:ext cx="3925" cy="25575"/>
            </a:xfrm>
            <a:custGeom>
              <a:avLst/>
              <a:gdLst/>
              <a:ahLst/>
              <a:cxnLst/>
              <a:rect l="l" t="t" r="r" b="b"/>
              <a:pathLst>
                <a:path w="157" h="1023" extrusionOk="0">
                  <a:moveTo>
                    <a:pt x="78" y="1"/>
                  </a:moveTo>
                  <a:cubicBezTo>
                    <a:pt x="11" y="178"/>
                    <a:pt x="1" y="345"/>
                    <a:pt x="1" y="512"/>
                  </a:cubicBezTo>
                  <a:cubicBezTo>
                    <a:pt x="1" y="689"/>
                    <a:pt x="11" y="856"/>
                    <a:pt x="78" y="1023"/>
                  </a:cubicBezTo>
                  <a:cubicBezTo>
                    <a:pt x="134" y="856"/>
                    <a:pt x="156" y="689"/>
                    <a:pt x="156" y="512"/>
                  </a:cubicBezTo>
                  <a:cubicBezTo>
                    <a:pt x="156" y="345"/>
                    <a:pt x="134" y="178"/>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36"/>
            <p:cNvSpPr/>
            <p:nvPr/>
          </p:nvSpPr>
          <p:spPr>
            <a:xfrm>
              <a:off x="3849150" y="4152775"/>
              <a:ext cx="3900" cy="19175"/>
            </a:xfrm>
            <a:custGeom>
              <a:avLst/>
              <a:gdLst/>
              <a:ahLst/>
              <a:cxnLst/>
              <a:rect l="l" t="t" r="r" b="b"/>
              <a:pathLst>
                <a:path w="156" h="767" extrusionOk="0">
                  <a:moveTo>
                    <a:pt x="78" y="1"/>
                  </a:moveTo>
                  <a:cubicBezTo>
                    <a:pt x="22" y="122"/>
                    <a:pt x="0" y="256"/>
                    <a:pt x="0" y="378"/>
                  </a:cubicBezTo>
                  <a:cubicBezTo>
                    <a:pt x="0" y="512"/>
                    <a:pt x="22" y="633"/>
                    <a:pt x="78" y="767"/>
                  </a:cubicBezTo>
                  <a:cubicBezTo>
                    <a:pt x="144" y="633"/>
                    <a:pt x="156" y="512"/>
                    <a:pt x="156" y="378"/>
                  </a:cubicBezTo>
                  <a:cubicBezTo>
                    <a:pt x="156" y="256"/>
                    <a:pt x="144" y="122"/>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36"/>
            <p:cNvSpPr/>
            <p:nvPr/>
          </p:nvSpPr>
          <p:spPr>
            <a:xfrm>
              <a:off x="3759425" y="4351175"/>
              <a:ext cx="143075" cy="50900"/>
            </a:xfrm>
            <a:custGeom>
              <a:avLst/>
              <a:gdLst/>
              <a:ahLst/>
              <a:cxnLst/>
              <a:rect l="l" t="t" r="r" b="b"/>
              <a:pathLst>
                <a:path w="5723" h="2036" extrusionOk="0">
                  <a:moveTo>
                    <a:pt x="198" y="1"/>
                  </a:moveTo>
                  <a:cubicBezTo>
                    <a:pt x="172" y="1"/>
                    <a:pt x="147" y="6"/>
                    <a:pt x="123" y="18"/>
                  </a:cubicBezTo>
                  <a:cubicBezTo>
                    <a:pt x="1" y="85"/>
                    <a:pt x="23" y="285"/>
                    <a:pt x="67" y="418"/>
                  </a:cubicBezTo>
                  <a:cubicBezTo>
                    <a:pt x="112" y="585"/>
                    <a:pt x="156" y="740"/>
                    <a:pt x="212" y="896"/>
                  </a:cubicBezTo>
                  <a:cubicBezTo>
                    <a:pt x="257" y="1040"/>
                    <a:pt x="301" y="1184"/>
                    <a:pt x="401" y="1285"/>
                  </a:cubicBezTo>
                  <a:cubicBezTo>
                    <a:pt x="489" y="1384"/>
                    <a:pt x="623" y="1451"/>
                    <a:pt x="745" y="1507"/>
                  </a:cubicBezTo>
                  <a:cubicBezTo>
                    <a:pt x="1045" y="1651"/>
                    <a:pt x="1356" y="1784"/>
                    <a:pt x="1667" y="1895"/>
                  </a:cubicBezTo>
                  <a:cubicBezTo>
                    <a:pt x="1812" y="1951"/>
                    <a:pt x="1956" y="2006"/>
                    <a:pt x="2111" y="2029"/>
                  </a:cubicBezTo>
                  <a:cubicBezTo>
                    <a:pt x="2154" y="2034"/>
                    <a:pt x="2197" y="2036"/>
                    <a:pt x="2240" y="2036"/>
                  </a:cubicBezTo>
                  <a:cubicBezTo>
                    <a:pt x="2386" y="2036"/>
                    <a:pt x="2532" y="2010"/>
                    <a:pt x="2678" y="1984"/>
                  </a:cubicBezTo>
                  <a:cubicBezTo>
                    <a:pt x="3289" y="1885"/>
                    <a:pt x="3900" y="1784"/>
                    <a:pt x="4478" y="1584"/>
                  </a:cubicBezTo>
                  <a:cubicBezTo>
                    <a:pt x="4856" y="1463"/>
                    <a:pt x="5722" y="1207"/>
                    <a:pt x="5688" y="696"/>
                  </a:cubicBezTo>
                  <a:cubicBezTo>
                    <a:pt x="5678" y="585"/>
                    <a:pt x="5622" y="296"/>
                    <a:pt x="5500" y="263"/>
                  </a:cubicBezTo>
                  <a:cubicBezTo>
                    <a:pt x="5495" y="261"/>
                    <a:pt x="5488" y="260"/>
                    <a:pt x="5481" y="260"/>
                  </a:cubicBezTo>
                  <a:cubicBezTo>
                    <a:pt x="5387" y="260"/>
                    <a:pt x="5115" y="375"/>
                    <a:pt x="5022" y="385"/>
                  </a:cubicBezTo>
                  <a:cubicBezTo>
                    <a:pt x="4973" y="388"/>
                    <a:pt x="4924" y="389"/>
                    <a:pt x="4874" y="389"/>
                  </a:cubicBezTo>
                  <a:cubicBezTo>
                    <a:pt x="4579" y="389"/>
                    <a:pt x="4284" y="340"/>
                    <a:pt x="3989" y="340"/>
                  </a:cubicBezTo>
                  <a:cubicBezTo>
                    <a:pt x="3523" y="340"/>
                    <a:pt x="3067" y="496"/>
                    <a:pt x="2689" y="762"/>
                  </a:cubicBezTo>
                  <a:cubicBezTo>
                    <a:pt x="2474" y="927"/>
                    <a:pt x="2229" y="1167"/>
                    <a:pt x="1948" y="1167"/>
                  </a:cubicBezTo>
                  <a:cubicBezTo>
                    <a:pt x="1925" y="1167"/>
                    <a:pt x="1902" y="1166"/>
                    <a:pt x="1878" y="1162"/>
                  </a:cubicBezTo>
                  <a:cubicBezTo>
                    <a:pt x="1567" y="1107"/>
                    <a:pt x="1223" y="940"/>
                    <a:pt x="923" y="840"/>
                  </a:cubicBezTo>
                  <a:cubicBezTo>
                    <a:pt x="879" y="829"/>
                    <a:pt x="845" y="818"/>
                    <a:pt x="812" y="796"/>
                  </a:cubicBezTo>
                  <a:cubicBezTo>
                    <a:pt x="768" y="762"/>
                    <a:pt x="756" y="707"/>
                    <a:pt x="745" y="651"/>
                  </a:cubicBezTo>
                  <a:cubicBezTo>
                    <a:pt x="689" y="463"/>
                    <a:pt x="590" y="285"/>
                    <a:pt x="457" y="140"/>
                  </a:cubicBezTo>
                  <a:cubicBezTo>
                    <a:pt x="387" y="71"/>
                    <a:pt x="290" y="1"/>
                    <a:pt x="19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36"/>
            <p:cNvSpPr/>
            <p:nvPr/>
          </p:nvSpPr>
          <p:spPr>
            <a:xfrm>
              <a:off x="3840800" y="4167200"/>
              <a:ext cx="207475" cy="238875"/>
            </a:xfrm>
            <a:custGeom>
              <a:avLst/>
              <a:gdLst/>
              <a:ahLst/>
              <a:cxnLst/>
              <a:rect l="l" t="t" r="r" b="b"/>
              <a:pathLst>
                <a:path w="8299" h="9555" extrusionOk="0">
                  <a:moveTo>
                    <a:pt x="741" y="1"/>
                  </a:moveTo>
                  <a:cubicBezTo>
                    <a:pt x="735" y="1"/>
                    <a:pt x="729" y="1"/>
                    <a:pt x="723" y="1"/>
                  </a:cubicBezTo>
                  <a:cubicBezTo>
                    <a:pt x="1" y="46"/>
                    <a:pt x="589" y="957"/>
                    <a:pt x="823" y="1189"/>
                  </a:cubicBezTo>
                  <a:cubicBezTo>
                    <a:pt x="1712" y="2100"/>
                    <a:pt x="2534" y="3078"/>
                    <a:pt x="3300" y="4100"/>
                  </a:cubicBezTo>
                  <a:cubicBezTo>
                    <a:pt x="3223" y="3800"/>
                    <a:pt x="3144" y="3500"/>
                    <a:pt x="3055" y="3211"/>
                  </a:cubicBezTo>
                  <a:lnTo>
                    <a:pt x="3055" y="3211"/>
                  </a:lnTo>
                  <a:cubicBezTo>
                    <a:pt x="3556" y="3744"/>
                    <a:pt x="4045" y="4289"/>
                    <a:pt x="4533" y="4833"/>
                  </a:cubicBezTo>
                  <a:cubicBezTo>
                    <a:pt x="4667" y="4989"/>
                    <a:pt x="5444" y="5811"/>
                    <a:pt x="5455" y="6000"/>
                  </a:cubicBezTo>
                  <a:cubicBezTo>
                    <a:pt x="4844" y="6133"/>
                    <a:pt x="3978" y="6222"/>
                    <a:pt x="3367" y="6344"/>
                  </a:cubicBezTo>
                  <a:cubicBezTo>
                    <a:pt x="3534" y="6388"/>
                    <a:pt x="3689" y="6433"/>
                    <a:pt x="3845" y="6477"/>
                  </a:cubicBezTo>
                  <a:cubicBezTo>
                    <a:pt x="2478" y="6800"/>
                    <a:pt x="3111" y="6633"/>
                    <a:pt x="1745" y="6955"/>
                  </a:cubicBezTo>
                  <a:cubicBezTo>
                    <a:pt x="1956" y="7166"/>
                    <a:pt x="2233" y="7333"/>
                    <a:pt x="2522" y="7410"/>
                  </a:cubicBezTo>
                  <a:cubicBezTo>
                    <a:pt x="2145" y="7511"/>
                    <a:pt x="1756" y="7610"/>
                    <a:pt x="1378" y="7721"/>
                  </a:cubicBezTo>
                  <a:cubicBezTo>
                    <a:pt x="1611" y="7888"/>
                    <a:pt x="1878" y="8032"/>
                    <a:pt x="2145" y="8155"/>
                  </a:cubicBezTo>
                  <a:cubicBezTo>
                    <a:pt x="2033" y="8299"/>
                    <a:pt x="1900" y="8432"/>
                    <a:pt x="1745" y="8533"/>
                  </a:cubicBezTo>
                  <a:cubicBezTo>
                    <a:pt x="1934" y="8588"/>
                    <a:pt x="2122" y="8622"/>
                    <a:pt x="2300" y="8622"/>
                  </a:cubicBezTo>
                  <a:cubicBezTo>
                    <a:pt x="2145" y="8810"/>
                    <a:pt x="1700" y="9365"/>
                    <a:pt x="1545" y="9555"/>
                  </a:cubicBezTo>
                  <a:cubicBezTo>
                    <a:pt x="3645" y="8943"/>
                    <a:pt x="5600" y="7655"/>
                    <a:pt x="7488" y="6822"/>
                  </a:cubicBezTo>
                  <a:cubicBezTo>
                    <a:pt x="8299" y="6433"/>
                    <a:pt x="7488" y="5900"/>
                    <a:pt x="7488" y="5900"/>
                  </a:cubicBezTo>
                  <a:cubicBezTo>
                    <a:pt x="5922" y="4344"/>
                    <a:pt x="3556" y="2456"/>
                    <a:pt x="1967" y="923"/>
                  </a:cubicBezTo>
                  <a:cubicBezTo>
                    <a:pt x="1716" y="682"/>
                    <a:pt x="1130" y="1"/>
                    <a:pt x="7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36"/>
            <p:cNvSpPr/>
            <p:nvPr/>
          </p:nvSpPr>
          <p:spPr>
            <a:xfrm>
              <a:off x="3871350" y="4329675"/>
              <a:ext cx="65850" cy="76950"/>
            </a:xfrm>
            <a:custGeom>
              <a:avLst/>
              <a:gdLst/>
              <a:ahLst/>
              <a:cxnLst/>
              <a:rect l="l" t="t" r="r" b="b"/>
              <a:pathLst>
                <a:path w="2634" h="3078" extrusionOk="0">
                  <a:moveTo>
                    <a:pt x="2633" y="0"/>
                  </a:moveTo>
                  <a:lnTo>
                    <a:pt x="2633" y="0"/>
                  </a:lnTo>
                  <a:cubicBezTo>
                    <a:pt x="2278" y="56"/>
                    <a:pt x="1922" y="123"/>
                    <a:pt x="1567" y="178"/>
                  </a:cubicBezTo>
                  <a:cubicBezTo>
                    <a:pt x="1211" y="234"/>
                    <a:pt x="867" y="323"/>
                    <a:pt x="512" y="400"/>
                  </a:cubicBezTo>
                  <a:lnTo>
                    <a:pt x="379" y="434"/>
                  </a:lnTo>
                  <a:lnTo>
                    <a:pt x="478" y="534"/>
                  </a:lnTo>
                  <a:cubicBezTo>
                    <a:pt x="642" y="697"/>
                    <a:pt x="836" y="831"/>
                    <a:pt x="1051" y="921"/>
                  </a:cubicBezTo>
                  <a:lnTo>
                    <a:pt x="1051" y="921"/>
                  </a:lnTo>
                  <a:lnTo>
                    <a:pt x="145" y="1167"/>
                  </a:lnTo>
                  <a:lnTo>
                    <a:pt x="1" y="1212"/>
                  </a:lnTo>
                  <a:lnTo>
                    <a:pt x="123" y="1289"/>
                  </a:lnTo>
                  <a:cubicBezTo>
                    <a:pt x="347" y="1452"/>
                    <a:pt x="590" y="1587"/>
                    <a:pt x="834" y="1694"/>
                  </a:cubicBezTo>
                  <a:lnTo>
                    <a:pt x="834" y="1694"/>
                  </a:lnTo>
                  <a:cubicBezTo>
                    <a:pt x="743" y="1815"/>
                    <a:pt x="635" y="1925"/>
                    <a:pt x="512" y="2012"/>
                  </a:cubicBezTo>
                  <a:lnTo>
                    <a:pt x="423" y="2067"/>
                  </a:lnTo>
                  <a:lnTo>
                    <a:pt x="523" y="2100"/>
                  </a:lnTo>
                  <a:cubicBezTo>
                    <a:pt x="688" y="2149"/>
                    <a:pt x="853" y="2172"/>
                    <a:pt x="1018" y="2177"/>
                  </a:cubicBezTo>
                  <a:lnTo>
                    <a:pt x="1018" y="2177"/>
                  </a:lnTo>
                  <a:lnTo>
                    <a:pt x="334" y="3078"/>
                  </a:lnTo>
                  <a:cubicBezTo>
                    <a:pt x="601" y="2778"/>
                    <a:pt x="856" y="2467"/>
                    <a:pt x="1123" y="2167"/>
                  </a:cubicBezTo>
                  <a:lnTo>
                    <a:pt x="1178" y="2100"/>
                  </a:lnTo>
                  <a:lnTo>
                    <a:pt x="1090" y="2100"/>
                  </a:lnTo>
                  <a:cubicBezTo>
                    <a:pt x="944" y="2091"/>
                    <a:pt x="791" y="2074"/>
                    <a:pt x="649" y="2032"/>
                  </a:cubicBezTo>
                  <a:lnTo>
                    <a:pt x="649" y="2032"/>
                  </a:lnTo>
                  <a:cubicBezTo>
                    <a:pt x="773" y="1941"/>
                    <a:pt x="887" y="1830"/>
                    <a:pt x="979" y="1711"/>
                  </a:cubicBezTo>
                  <a:lnTo>
                    <a:pt x="1023" y="1645"/>
                  </a:lnTo>
                  <a:lnTo>
                    <a:pt x="956" y="1622"/>
                  </a:lnTo>
                  <a:cubicBezTo>
                    <a:pt x="734" y="1521"/>
                    <a:pt x="519" y="1403"/>
                    <a:pt x="319" y="1264"/>
                  </a:cubicBezTo>
                  <a:lnTo>
                    <a:pt x="319" y="1264"/>
                  </a:lnTo>
                  <a:lnTo>
                    <a:pt x="1334" y="1000"/>
                  </a:lnTo>
                  <a:lnTo>
                    <a:pt x="1601" y="934"/>
                  </a:lnTo>
                  <a:lnTo>
                    <a:pt x="1334" y="856"/>
                  </a:lnTo>
                  <a:cubicBezTo>
                    <a:pt x="1089" y="790"/>
                    <a:pt x="868" y="668"/>
                    <a:pt x="685" y="511"/>
                  </a:cubicBezTo>
                  <a:lnTo>
                    <a:pt x="685" y="511"/>
                  </a:lnTo>
                  <a:lnTo>
                    <a:pt x="1589" y="289"/>
                  </a:lnTo>
                  <a:cubicBezTo>
                    <a:pt x="1945" y="212"/>
                    <a:pt x="2289" y="111"/>
                    <a:pt x="26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36"/>
            <p:cNvSpPr/>
            <p:nvPr/>
          </p:nvSpPr>
          <p:spPr>
            <a:xfrm>
              <a:off x="3776375" y="4290225"/>
              <a:ext cx="63350" cy="81675"/>
            </a:xfrm>
            <a:custGeom>
              <a:avLst/>
              <a:gdLst/>
              <a:ahLst/>
              <a:cxnLst/>
              <a:rect l="l" t="t" r="r" b="b"/>
              <a:pathLst>
                <a:path w="2534" h="3267" extrusionOk="0">
                  <a:moveTo>
                    <a:pt x="34" y="1"/>
                  </a:moveTo>
                  <a:cubicBezTo>
                    <a:pt x="11" y="1"/>
                    <a:pt x="1" y="12"/>
                    <a:pt x="1" y="35"/>
                  </a:cubicBezTo>
                  <a:lnTo>
                    <a:pt x="1" y="3245"/>
                  </a:lnTo>
                  <a:cubicBezTo>
                    <a:pt x="1" y="3256"/>
                    <a:pt x="11" y="3267"/>
                    <a:pt x="34" y="3267"/>
                  </a:cubicBezTo>
                  <a:lnTo>
                    <a:pt x="2511" y="3267"/>
                  </a:lnTo>
                  <a:cubicBezTo>
                    <a:pt x="2522" y="3267"/>
                    <a:pt x="2534" y="3256"/>
                    <a:pt x="2534" y="3245"/>
                  </a:cubicBezTo>
                  <a:lnTo>
                    <a:pt x="2534" y="35"/>
                  </a:lnTo>
                  <a:cubicBezTo>
                    <a:pt x="2534" y="12"/>
                    <a:pt x="2522" y="1"/>
                    <a:pt x="2511" y="1"/>
                  </a:cubicBezTo>
                  <a:close/>
                </a:path>
              </a:pathLst>
            </a:custGeom>
            <a:solidFill>
              <a:srgbClr val="F9F7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36"/>
            <p:cNvSpPr/>
            <p:nvPr/>
          </p:nvSpPr>
          <p:spPr>
            <a:xfrm>
              <a:off x="3753050" y="4301075"/>
              <a:ext cx="23350" cy="60025"/>
            </a:xfrm>
            <a:custGeom>
              <a:avLst/>
              <a:gdLst/>
              <a:ahLst/>
              <a:cxnLst/>
              <a:rect l="l" t="t" r="r" b="b"/>
              <a:pathLst>
                <a:path w="934" h="2401" extrusionOk="0">
                  <a:moveTo>
                    <a:pt x="567" y="1"/>
                  </a:moveTo>
                  <a:cubicBezTo>
                    <a:pt x="256" y="1"/>
                    <a:pt x="1" y="256"/>
                    <a:pt x="1" y="567"/>
                  </a:cubicBezTo>
                  <a:lnTo>
                    <a:pt x="1" y="1833"/>
                  </a:lnTo>
                  <a:cubicBezTo>
                    <a:pt x="1" y="2144"/>
                    <a:pt x="256" y="2400"/>
                    <a:pt x="567" y="2400"/>
                  </a:cubicBezTo>
                  <a:lnTo>
                    <a:pt x="934" y="2400"/>
                  </a:lnTo>
                  <a:lnTo>
                    <a:pt x="934" y="2089"/>
                  </a:lnTo>
                  <a:lnTo>
                    <a:pt x="567" y="2089"/>
                  </a:lnTo>
                  <a:cubicBezTo>
                    <a:pt x="423" y="2089"/>
                    <a:pt x="312" y="1978"/>
                    <a:pt x="312" y="1833"/>
                  </a:cubicBezTo>
                  <a:lnTo>
                    <a:pt x="312" y="567"/>
                  </a:lnTo>
                  <a:cubicBezTo>
                    <a:pt x="312" y="433"/>
                    <a:pt x="423" y="322"/>
                    <a:pt x="567" y="322"/>
                  </a:cubicBezTo>
                  <a:lnTo>
                    <a:pt x="934" y="322"/>
                  </a:lnTo>
                  <a:lnTo>
                    <a:pt x="934" y="1"/>
                  </a:lnTo>
                  <a:close/>
                </a:path>
              </a:pathLst>
            </a:custGeom>
            <a:solidFill>
              <a:srgbClr val="F9F7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36"/>
            <p:cNvSpPr/>
            <p:nvPr/>
          </p:nvSpPr>
          <p:spPr>
            <a:xfrm>
              <a:off x="3795825" y="4304125"/>
              <a:ext cx="28625" cy="57525"/>
            </a:xfrm>
            <a:custGeom>
              <a:avLst/>
              <a:gdLst/>
              <a:ahLst/>
              <a:cxnLst/>
              <a:rect l="l" t="t" r="r" b="b"/>
              <a:pathLst>
                <a:path w="1145" h="2301" extrusionOk="0">
                  <a:moveTo>
                    <a:pt x="522" y="0"/>
                  </a:moveTo>
                  <a:cubicBezTo>
                    <a:pt x="522" y="0"/>
                    <a:pt x="267" y="600"/>
                    <a:pt x="200" y="723"/>
                  </a:cubicBezTo>
                  <a:cubicBezTo>
                    <a:pt x="255" y="711"/>
                    <a:pt x="299" y="689"/>
                    <a:pt x="333" y="667"/>
                  </a:cubicBezTo>
                  <a:lnTo>
                    <a:pt x="333" y="667"/>
                  </a:lnTo>
                  <a:cubicBezTo>
                    <a:pt x="309" y="686"/>
                    <a:pt x="133" y="1212"/>
                    <a:pt x="78" y="1323"/>
                  </a:cubicBezTo>
                  <a:cubicBezTo>
                    <a:pt x="132" y="1301"/>
                    <a:pt x="197" y="1268"/>
                    <a:pt x="252" y="1225"/>
                  </a:cubicBezTo>
                  <a:lnTo>
                    <a:pt x="252" y="1225"/>
                  </a:lnTo>
                  <a:cubicBezTo>
                    <a:pt x="232" y="1247"/>
                    <a:pt x="223" y="1346"/>
                    <a:pt x="223" y="1367"/>
                  </a:cubicBezTo>
                  <a:cubicBezTo>
                    <a:pt x="200" y="1412"/>
                    <a:pt x="189" y="1456"/>
                    <a:pt x="178" y="1511"/>
                  </a:cubicBezTo>
                  <a:cubicBezTo>
                    <a:pt x="156" y="1612"/>
                    <a:pt x="122" y="1723"/>
                    <a:pt x="89" y="1822"/>
                  </a:cubicBezTo>
                  <a:cubicBezTo>
                    <a:pt x="144" y="1800"/>
                    <a:pt x="200" y="1767"/>
                    <a:pt x="255" y="1733"/>
                  </a:cubicBezTo>
                  <a:lnTo>
                    <a:pt x="255" y="1733"/>
                  </a:lnTo>
                  <a:cubicBezTo>
                    <a:pt x="189" y="1911"/>
                    <a:pt x="100" y="2089"/>
                    <a:pt x="0" y="2267"/>
                  </a:cubicBezTo>
                  <a:cubicBezTo>
                    <a:pt x="100" y="2244"/>
                    <a:pt x="200" y="2200"/>
                    <a:pt x="289" y="2133"/>
                  </a:cubicBezTo>
                  <a:lnTo>
                    <a:pt x="289" y="2133"/>
                  </a:lnTo>
                  <a:cubicBezTo>
                    <a:pt x="300" y="2189"/>
                    <a:pt x="289" y="2244"/>
                    <a:pt x="278" y="2300"/>
                  </a:cubicBezTo>
                  <a:cubicBezTo>
                    <a:pt x="367" y="2256"/>
                    <a:pt x="455" y="2200"/>
                    <a:pt x="544" y="2155"/>
                  </a:cubicBezTo>
                  <a:cubicBezTo>
                    <a:pt x="633" y="2222"/>
                    <a:pt x="744" y="2267"/>
                    <a:pt x="855" y="2289"/>
                  </a:cubicBezTo>
                  <a:cubicBezTo>
                    <a:pt x="845" y="2256"/>
                    <a:pt x="822" y="2222"/>
                    <a:pt x="811" y="2189"/>
                  </a:cubicBezTo>
                  <a:lnTo>
                    <a:pt x="811" y="2189"/>
                  </a:lnTo>
                  <a:cubicBezTo>
                    <a:pt x="911" y="2234"/>
                    <a:pt x="1033" y="2256"/>
                    <a:pt x="1144" y="2256"/>
                  </a:cubicBezTo>
                  <a:cubicBezTo>
                    <a:pt x="1022" y="2089"/>
                    <a:pt x="933" y="1900"/>
                    <a:pt x="889" y="1700"/>
                  </a:cubicBezTo>
                  <a:lnTo>
                    <a:pt x="889" y="1700"/>
                  </a:lnTo>
                  <a:cubicBezTo>
                    <a:pt x="933" y="1745"/>
                    <a:pt x="989" y="1778"/>
                    <a:pt x="1045" y="1800"/>
                  </a:cubicBezTo>
                  <a:cubicBezTo>
                    <a:pt x="922" y="1545"/>
                    <a:pt x="833" y="1267"/>
                    <a:pt x="756" y="990"/>
                  </a:cubicBezTo>
                  <a:lnTo>
                    <a:pt x="756" y="990"/>
                  </a:lnTo>
                  <a:cubicBezTo>
                    <a:pt x="800" y="1045"/>
                    <a:pt x="855" y="1089"/>
                    <a:pt x="922" y="1111"/>
                  </a:cubicBezTo>
                  <a:cubicBezTo>
                    <a:pt x="744" y="767"/>
                    <a:pt x="645" y="378"/>
                    <a:pt x="522"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36"/>
            <p:cNvSpPr/>
            <p:nvPr/>
          </p:nvSpPr>
          <p:spPr>
            <a:xfrm>
              <a:off x="3783050" y="4223875"/>
              <a:ext cx="6125" cy="16125"/>
            </a:xfrm>
            <a:custGeom>
              <a:avLst/>
              <a:gdLst/>
              <a:ahLst/>
              <a:cxnLst/>
              <a:rect l="l" t="t" r="r" b="b"/>
              <a:pathLst>
                <a:path w="245" h="645" extrusionOk="0">
                  <a:moveTo>
                    <a:pt x="11" y="0"/>
                  </a:moveTo>
                  <a:cubicBezTo>
                    <a:pt x="11" y="11"/>
                    <a:pt x="0" y="23"/>
                    <a:pt x="0" y="33"/>
                  </a:cubicBezTo>
                  <a:lnTo>
                    <a:pt x="0" y="55"/>
                  </a:lnTo>
                  <a:cubicBezTo>
                    <a:pt x="11" y="255"/>
                    <a:pt x="78" y="467"/>
                    <a:pt x="245" y="645"/>
                  </a:cubicBezTo>
                  <a:cubicBezTo>
                    <a:pt x="245" y="544"/>
                    <a:pt x="223" y="455"/>
                    <a:pt x="200" y="367"/>
                  </a:cubicBezTo>
                  <a:cubicBezTo>
                    <a:pt x="156" y="245"/>
                    <a:pt x="111" y="111"/>
                    <a:pt x="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36"/>
            <p:cNvSpPr/>
            <p:nvPr/>
          </p:nvSpPr>
          <p:spPr>
            <a:xfrm>
              <a:off x="3804700" y="4200250"/>
              <a:ext cx="5025" cy="18925"/>
            </a:xfrm>
            <a:custGeom>
              <a:avLst/>
              <a:gdLst/>
              <a:ahLst/>
              <a:cxnLst/>
              <a:rect l="l" t="t" r="r" b="b"/>
              <a:pathLst>
                <a:path w="201" h="757" extrusionOk="0">
                  <a:moveTo>
                    <a:pt x="78" y="1"/>
                  </a:moveTo>
                  <a:cubicBezTo>
                    <a:pt x="67" y="1"/>
                    <a:pt x="45" y="12"/>
                    <a:pt x="23" y="12"/>
                  </a:cubicBezTo>
                  <a:cubicBezTo>
                    <a:pt x="1" y="123"/>
                    <a:pt x="12" y="245"/>
                    <a:pt x="23" y="356"/>
                  </a:cubicBezTo>
                  <a:cubicBezTo>
                    <a:pt x="45" y="489"/>
                    <a:pt x="78" y="623"/>
                    <a:pt x="156" y="756"/>
                  </a:cubicBezTo>
                  <a:cubicBezTo>
                    <a:pt x="201" y="612"/>
                    <a:pt x="189" y="467"/>
                    <a:pt x="179" y="334"/>
                  </a:cubicBezTo>
                  <a:cubicBezTo>
                    <a:pt x="156" y="223"/>
                    <a:pt x="134" y="112"/>
                    <a:pt x="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36"/>
            <p:cNvSpPr/>
            <p:nvPr/>
          </p:nvSpPr>
          <p:spPr>
            <a:xfrm>
              <a:off x="3832750" y="4228575"/>
              <a:ext cx="4200" cy="14200"/>
            </a:xfrm>
            <a:custGeom>
              <a:avLst/>
              <a:gdLst/>
              <a:ahLst/>
              <a:cxnLst/>
              <a:rect l="l" t="t" r="r" b="b"/>
              <a:pathLst>
                <a:path w="168" h="568" extrusionOk="0">
                  <a:moveTo>
                    <a:pt x="34" y="1"/>
                  </a:moveTo>
                  <a:cubicBezTo>
                    <a:pt x="0" y="146"/>
                    <a:pt x="12" y="290"/>
                    <a:pt x="34" y="434"/>
                  </a:cubicBezTo>
                  <a:lnTo>
                    <a:pt x="67" y="568"/>
                  </a:lnTo>
                  <a:cubicBezTo>
                    <a:pt x="111" y="490"/>
                    <a:pt x="145" y="401"/>
                    <a:pt x="167" y="323"/>
                  </a:cubicBezTo>
                  <a:cubicBezTo>
                    <a:pt x="145" y="212"/>
                    <a:pt x="101" y="101"/>
                    <a:pt x="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36"/>
            <p:cNvSpPr/>
            <p:nvPr/>
          </p:nvSpPr>
          <p:spPr>
            <a:xfrm>
              <a:off x="3641400" y="4308175"/>
              <a:ext cx="135000" cy="63725"/>
            </a:xfrm>
            <a:custGeom>
              <a:avLst/>
              <a:gdLst/>
              <a:ahLst/>
              <a:cxnLst/>
              <a:rect l="l" t="t" r="r" b="b"/>
              <a:pathLst>
                <a:path w="5400" h="2549" extrusionOk="0">
                  <a:moveTo>
                    <a:pt x="2536" y="1"/>
                  </a:moveTo>
                  <a:cubicBezTo>
                    <a:pt x="2524" y="1"/>
                    <a:pt x="2512" y="2"/>
                    <a:pt x="2500" y="5"/>
                  </a:cubicBezTo>
                  <a:cubicBezTo>
                    <a:pt x="2445" y="16"/>
                    <a:pt x="2400" y="50"/>
                    <a:pt x="2367" y="83"/>
                  </a:cubicBezTo>
                  <a:lnTo>
                    <a:pt x="2134" y="250"/>
                  </a:lnTo>
                  <a:lnTo>
                    <a:pt x="1633" y="616"/>
                  </a:lnTo>
                  <a:cubicBezTo>
                    <a:pt x="1312" y="850"/>
                    <a:pt x="978" y="1083"/>
                    <a:pt x="634" y="1294"/>
                  </a:cubicBezTo>
                  <a:cubicBezTo>
                    <a:pt x="256" y="1505"/>
                    <a:pt x="1" y="1971"/>
                    <a:pt x="278" y="2361"/>
                  </a:cubicBezTo>
                  <a:cubicBezTo>
                    <a:pt x="323" y="2427"/>
                    <a:pt x="401" y="2494"/>
                    <a:pt x="490" y="2527"/>
                  </a:cubicBezTo>
                  <a:cubicBezTo>
                    <a:pt x="567" y="2549"/>
                    <a:pt x="656" y="2549"/>
                    <a:pt x="745" y="2549"/>
                  </a:cubicBezTo>
                  <a:cubicBezTo>
                    <a:pt x="1611" y="2527"/>
                    <a:pt x="2467" y="2505"/>
                    <a:pt x="3322" y="2416"/>
                  </a:cubicBezTo>
                  <a:cubicBezTo>
                    <a:pt x="3433" y="2393"/>
                    <a:pt x="3556" y="2371"/>
                    <a:pt x="3589" y="2282"/>
                  </a:cubicBezTo>
                  <a:cubicBezTo>
                    <a:pt x="3611" y="2205"/>
                    <a:pt x="3566" y="2094"/>
                    <a:pt x="3645" y="2060"/>
                  </a:cubicBezTo>
                  <a:cubicBezTo>
                    <a:pt x="3711" y="2016"/>
                    <a:pt x="3811" y="2016"/>
                    <a:pt x="3877" y="1983"/>
                  </a:cubicBezTo>
                  <a:cubicBezTo>
                    <a:pt x="3956" y="1949"/>
                    <a:pt x="4033" y="1927"/>
                    <a:pt x="4111" y="1894"/>
                  </a:cubicBezTo>
                  <a:cubicBezTo>
                    <a:pt x="4144" y="1882"/>
                    <a:pt x="4178" y="1872"/>
                    <a:pt x="4200" y="1850"/>
                  </a:cubicBezTo>
                  <a:cubicBezTo>
                    <a:pt x="4244" y="1805"/>
                    <a:pt x="4233" y="1749"/>
                    <a:pt x="4222" y="1694"/>
                  </a:cubicBezTo>
                  <a:cubicBezTo>
                    <a:pt x="4211" y="1638"/>
                    <a:pt x="4188" y="1594"/>
                    <a:pt x="4178" y="1538"/>
                  </a:cubicBezTo>
                  <a:cubicBezTo>
                    <a:pt x="4344" y="1516"/>
                    <a:pt x="4511" y="1482"/>
                    <a:pt x="4667" y="1427"/>
                  </a:cubicBezTo>
                  <a:cubicBezTo>
                    <a:pt x="4722" y="1405"/>
                    <a:pt x="4788" y="1383"/>
                    <a:pt x="4833" y="1339"/>
                  </a:cubicBezTo>
                  <a:cubicBezTo>
                    <a:pt x="4911" y="1272"/>
                    <a:pt x="4889" y="1116"/>
                    <a:pt x="4889" y="1016"/>
                  </a:cubicBezTo>
                  <a:cubicBezTo>
                    <a:pt x="4889" y="971"/>
                    <a:pt x="4877" y="916"/>
                    <a:pt x="4822" y="894"/>
                  </a:cubicBezTo>
                  <a:lnTo>
                    <a:pt x="4822" y="894"/>
                  </a:lnTo>
                  <a:cubicBezTo>
                    <a:pt x="4845" y="896"/>
                    <a:pt x="4867" y="896"/>
                    <a:pt x="4889" y="896"/>
                  </a:cubicBezTo>
                  <a:cubicBezTo>
                    <a:pt x="5042" y="896"/>
                    <a:pt x="5186" y="865"/>
                    <a:pt x="5322" y="816"/>
                  </a:cubicBezTo>
                  <a:cubicBezTo>
                    <a:pt x="5344" y="816"/>
                    <a:pt x="5378" y="794"/>
                    <a:pt x="5388" y="783"/>
                  </a:cubicBezTo>
                  <a:cubicBezTo>
                    <a:pt x="5400" y="761"/>
                    <a:pt x="5400" y="727"/>
                    <a:pt x="5400" y="705"/>
                  </a:cubicBezTo>
                  <a:cubicBezTo>
                    <a:pt x="5388" y="628"/>
                    <a:pt x="5388" y="561"/>
                    <a:pt x="5378" y="494"/>
                  </a:cubicBezTo>
                  <a:cubicBezTo>
                    <a:pt x="5366" y="372"/>
                    <a:pt x="5333" y="228"/>
                    <a:pt x="5210" y="172"/>
                  </a:cubicBezTo>
                  <a:cubicBezTo>
                    <a:pt x="5155" y="139"/>
                    <a:pt x="5089" y="139"/>
                    <a:pt x="5022" y="139"/>
                  </a:cubicBezTo>
                  <a:cubicBezTo>
                    <a:pt x="4822" y="149"/>
                    <a:pt x="4644" y="183"/>
                    <a:pt x="4444" y="205"/>
                  </a:cubicBezTo>
                  <a:cubicBezTo>
                    <a:pt x="4255" y="228"/>
                    <a:pt x="4044" y="238"/>
                    <a:pt x="3855" y="261"/>
                  </a:cubicBezTo>
                  <a:cubicBezTo>
                    <a:pt x="3829" y="256"/>
                    <a:pt x="3802" y="254"/>
                    <a:pt x="3774" y="254"/>
                  </a:cubicBezTo>
                  <a:cubicBezTo>
                    <a:pt x="3658" y="254"/>
                    <a:pt x="3530" y="285"/>
                    <a:pt x="3422" y="294"/>
                  </a:cubicBezTo>
                  <a:cubicBezTo>
                    <a:pt x="3366" y="294"/>
                    <a:pt x="3311" y="294"/>
                    <a:pt x="3267" y="283"/>
                  </a:cubicBezTo>
                  <a:cubicBezTo>
                    <a:pt x="3166" y="272"/>
                    <a:pt x="3089" y="216"/>
                    <a:pt x="3011" y="172"/>
                  </a:cubicBezTo>
                  <a:cubicBezTo>
                    <a:pt x="2889" y="105"/>
                    <a:pt x="2767" y="61"/>
                    <a:pt x="2645" y="28"/>
                  </a:cubicBezTo>
                  <a:cubicBezTo>
                    <a:pt x="2604" y="11"/>
                    <a:pt x="2569" y="1"/>
                    <a:pt x="253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36"/>
            <p:cNvSpPr/>
            <p:nvPr/>
          </p:nvSpPr>
          <p:spPr>
            <a:xfrm>
              <a:off x="3697500" y="4314625"/>
              <a:ext cx="36400" cy="7025"/>
            </a:xfrm>
            <a:custGeom>
              <a:avLst/>
              <a:gdLst/>
              <a:ahLst/>
              <a:cxnLst/>
              <a:rect l="l" t="t" r="r" b="b"/>
              <a:pathLst>
                <a:path w="1456" h="281" extrusionOk="0">
                  <a:moveTo>
                    <a:pt x="1358" y="0"/>
                  </a:moveTo>
                  <a:cubicBezTo>
                    <a:pt x="1138" y="0"/>
                    <a:pt x="925" y="30"/>
                    <a:pt x="712" y="69"/>
                  </a:cubicBezTo>
                  <a:cubicBezTo>
                    <a:pt x="467" y="114"/>
                    <a:pt x="223" y="180"/>
                    <a:pt x="1" y="281"/>
                  </a:cubicBezTo>
                  <a:lnTo>
                    <a:pt x="1456" y="3"/>
                  </a:lnTo>
                  <a:cubicBezTo>
                    <a:pt x="1423" y="1"/>
                    <a:pt x="1390" y="0"/>
                    <a:pt x="1358"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36"/>
            <p:cNvSpPr/>
            <p:nvPr/>
          </p:nvSpPr>
          <p:spPr>
            <a:xfrm>
              <a:off x="3727500" y="4330525"/>
              <a:ext cx="38075" cy="4725"/>
            </a:xfrm>
            <a:custGeom>
              <a:avLst/>
              <a:gdLst/>
              <a:ahLst/>
              <a:cxnLst/>
              <a:rect l="l" t="t" r="r" b="b"/>
              <a:pathLst>
                <a:path w="1523" h="189" extrusionOk="0">
                  <a:moveTo>
                    <a:pt x="1522" y="0"/>
                  </a:moveTo>
                  <a:cubicBezTo>
                    <a:pt x="1267" y="0"/>
                    <a:pt x="1011" y="33"/>
                    <a:pt x="756" y="55"/>
                  </a:cubicBezTo>
                  <a:cubicBezTo>
                    <a:pt x="500" y="89"/>
                    <a:pt x="245" y="122"/>
                    <a:pt x="1" y="189"/>
                  </a:cubicBezTo>
                  <a:cubicBezTo>
                    <a:pt x="256" y="189"/>
                    <a:pt x="512" y="156"/>
                    <a:pt x="767" y="133"/>
                  </a:cubicBezTo>
                  <a:cubicBezTo>
                    <a:pt x="1023" y="100"/>
                    <a:pt x="1278" y="67"/>
                    <a:pt x="152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36"/>
            <p:cNvSpPr/>
            <p:nvPr/>
          </p:nvSpPr>
          <p:spPr>
            <a:xfrm>
              <a:off x="3726100" y="4346275"/>
              <a:ext cx="22250" cy="3500"/>
            </a:xfrm>
            <a:custGeom>
              <a:avLst/>
              <a:gdLst/>
              <a:ahLst/>
              <a:cxnLst/>
              <a:rect l="l" t="t" r="r" b="b"/>
              <a:pathLst>
                <a:path w="890" h="140" extrusionOk="0">
                  <a:moveTo>
                    <a:pt x="804" y="0"/>
                  </a:moveTo>
                  <a:cubicBezTo>
                    <a:pt x="680" y="0"/>
                    <a:pt x="561" y="16"/>
                    <a:pt x="434" y="25"/>
                  </a:cubicBezTo>
                  <a:cubicBezTo>
                    <a:pt x="289" y="59"/>
                    <a:pt x="145" y="81"/>
                    <a:pt x="1" y="136"/>
                  </a:cubicBezTo>
                  <a:cubicBezTo>
                    <a:pt x="28" y="138"/>
                    <a:pt x="56" y="139"/>
                    <a:pt x="84" y="139"/>
                  </a:cubicBezTo>
                  <a:cubicBezTo>
                    <a:pt x="204" y="139"/>
                    <a:pt x="328" y="121"/>
                    <a:pt x="445" y="103"/>
                  </a:cubicBezTo>
                  <a:cubicBezTo>
                    <a:pt x="600" y="81"/>
                    <a:pt x="745" y="59"/>
                    <a:pt x="889" y="3"/>
                  </a:cubicBezTo>
                  <a:cubicBezTo>
                    <a:pt x="860" y="1"/>
                    <a:pt x="832" y="0"/>
                    <a:pt x="804"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36"/>
            <p:cNvSpPr/>
            <p:nvPr/>
          </p:nvSpPr>
          <p:spPr>
            <a:xfrm>
              <a:off x="3723325" y="4359275"/>
              <a:ext cx="9750" cy="2400"/>
            </a:xfrm>
            <a:custGeom>
              <a:avLst/>
              <a:gdLst/>
              <a:ahLst/>
              <a:cxnLst/>
              <a:rect l="l" t="t" r="r" b="b"/>
              <a:pathLst>
                <a:path w="390" h="96" extrusionOk="0">
                  <a:moveTo>
                    <a:pt x="331" y="1"/>
                  </a:moveTo>
                  <a:cubicBezTo>
                    <a:pt x="284" y="1"/>
                    <a:pt x="237" y="9"/>
                    <a:pt x="190" y="16"/>
                  </a:cubicBezTo>
                  <a:cubicBezTo>
                    <a:pt x="123" y="28"/>
                    <a:pt x="67" y="38"/>
                    <a:pt x="1" y="72"/>
                  </a:cubicBezTo>
                  <a:cubicBezTo>
                    <a:pt x="41" y="92"/>
                    <a:pt x="81" y="96"/>
                    <a:pt x="122" y="96"/>
                  </a:cubicBezTo>
                  <a:cubicBezTo>
                    <a:pt x="148" y="96"/>
                    <a:pt x="174" y="94"/>
                    <a:pt x="200" y="94"/>
                  </a:cubicBezTo>
                  <a:cubicBezTo>
                    <a:pt x="267" y="72"/>
                    <a:pt x="334" y="61"/>
                    <a:pt x="390" y="5"/>
                  </a:cubicBezTo>
                  <a:cubicBezTo>
                    <a:pt x="370" y="2"/>
                    <a:pt x="350" y="1"/>
                    <a:pt x="33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36"/>
            <p:cNvSpPr/>
            <p:nvPr/>
          </p:nvSpPr>
          <p:spPr>
            <a:xfrm>
              <a:off x="3528925" y="4185375"/>
              <a:ext cx="190825" cy="202100"/>
            </a:xfrm>
            <a:custGeom>
              <a:avLst/>
              <a:gdLst/>
              <a:ahLst/>
              <a:cxnLst/>
              <a:rect l="l" t="t" r="r" b="b"/>
              <a:pathLst>
                <a:path w="7633" h="8084" extrusionOk="0">
                  <a:moveTo>
                    <a:pt x="7145" y="0"/>
                  </a:moveTo>
                  <a:cubicBezTo>
                    <a:pt x="6773" y="0"/>
                    <a:pt x="6268" y="564"/>
                    <a:pt x="6100" y="707"/>
                  </a:cubicBezTo>
                  <a:cubicBezTo>
                    <a:pt x="5022" y="1640"/>
                    <a:pt x="3944" y="2562"/>
                    <a:pt x="2866" y="3484"/>
                  </a:cubicBezTo>
                  <a:cubicBezTo>
                    <a:pt x="2034" y="4195"/>
                    <a:pt x="1189" y="4917"/>
                    <a:pt x="590" y="5839"/>
                  </a:cubicBezTo>
                  <a:cubicBezTo>
                    <a:pt x="234" y="6406"/>
                    <a:pt x="0" y="7206"/>
                    <a:pt x="456" y="7695"/>
                  </a:cubicBezTo>
                  <a:cubicBezTo>
                    <a:pt x="746" y="8005"/>
                    <a:pt x="1208" y="8063"/>
                    <a:pt x="1646" y="8063"/>
                  </a:cubicBezTo>
                  <a:cubicBezTo>
                    <a:pt x="1694" y="8063"/>
                    <a:pt x="1742" y="8062"/>
                    <a:pt x="1789" y="8061"/>
                  </a:cubicBezTo>
                  <a:cubicBezTo>
                    <a:pt x="3922" y="8039"/>
                    <a:pt x="4288" y="8083"/>
                    <a:pt x="6377" y="7650"/>
                  </a:cubicBezTo>
                  <a:cubicBezTo>
                    <a:pt x="6044" y="7458"/>
                    <a:pt x="5665" y="7358"/>
                    <a:pt x="5282" y="7358"/>
                  </a:cubicBezTo>
                  <a:cubicBezTo>
                    <a:pt x="5244" y="7358"/>
                    <a:pt x="5205" y="7359"/>
                    <a:pt x="5166" y="7361"/>
                  </a:cubicBezTo>
                  <a:cubicBezTo>
                    <a:pt x="5677" y="7083"/>
                    <a:pt x="6199" y="6828"/>
                    <a:pt x="6722" y="6606"/>
                  </a:cubicBezTo>
                  <a:cubicBezTo>
                    <a:pt x="6288" y="6606"/>
                    <a:pt x="5855" y="6562"/>
                    <a:pt x="5421" y="6483"/>
                  </a:cubicBezTo>
                  <a:cubicBezTo>
                    <a:pt x="5677" y="6217"/>
                    <a:pt x="5966" y="5984"/>
                    <a:pt x="6277" y="5784"/>
                  </a:cubicBezTo>
                  <a:lnTo>
                    <a:pt x="6277" y="5784"/>
                  </a:lnTo>
                  <a:cubicBezTo>
                    <a:pt x="5922" y="5795"/>
                    <a:pt x="5566" y="5795"/>
                    <a:pt x="5211" y="5806"/>
                  </a:cubicBezTo>
                  <a:cubicBezTo>
                    <a:pt x="5389" y="5673"/>
                    <a:pt x="5510" y="5484"/>
                    <a:pt x="5577" y="5273"/>
                  </a:cubicBezTo>
                  <a:lnTo>
                    <a:pt x="5577" y="5273"/>
                  </a:lnTo>
                  <a:cubicBezTo>
                    <a:pt x="4011" y="5562"/>
                    <a:pt x="4222" y="5572"/>
                    <a:pt x="2666" y="5895"/>
                  </a:cubicBezTo>
                  <a:cubicBezTo>
                    <a:pt x="2666" y="5895"/>
                    <a:pt x="4466" y="3940"/>
                    <a:pt x="4844" y="3528"/>
                  </a:cubicBezTo>
                  <a:lnTo>
                    <a:pt x="4844" y="3528"/>
                  </a:lnTo>
                  <a:cubicBezTo>
                    <a:pt x="4833" y="3740"/>
                    <a:pt x="4833" y="3951"/>
                    <a:pt x="4822" y="4162"/>
                  </a:cubicBezTo>
                  <a:cubicBezTo>
                    <a:pt x="5444" y="3240"/>
                    <a:pt x="6088" y="2506"/>
                    <a:pt x="6699" y="1573"/>
                  </a:cubicBezTo>
                  <a:cubicBezTo>
                    <a:pt x="6877" y="1307"/>
                    <a:pt x="7633" y="418"/>
                    <a:pt x="7388" y="118"/>
                  </a:cubicBezTo>
                  <a:cubicBezTo>
                    <a:pt x="7320" y="35"/>
                    <a:pt x="7236" y="0"/>
                    <a:pt x="71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36"/>
            <p:cNvSpPr/>
            <p:nvPr/>
          </p:nvSpPr>
          <p:spPr>
            <a:xfrm>
              <a:off x="3573650" y="4315525"/>
              <a:ext cx="132775" cy="71725"/>
            </a:xfrm>
            <a:custGeom>
              <a:avLst/>
              <a:gdLst/>
              <a:ahLst/>
              <a:cxnLst/>
              <a:rect l="l" t="t" r="r" b="b"/>
              <a:pathLst>
                <a:path w="5311" h="2869" extrusionOk="0">
                  <a:moveTo>
                    <a:pt x="3866" y="0"/>
                  </a:moveTo>
                  <a:lnTo>
                    <a:pt x="3777" y="11"/>
                  </a:lnTo>
                  <a:cubicBezTo>
                    <a:pt x="3289" y="111"/>
                    <a:pt x="2800" y="211"/>
                    <a:pt x="2322" y="334"/>
                  </a:cubicBezTo>
                  <a:cubicBezTo>
                    <a:pt x="1844" y="467"/>
                    <a:pt x="1356" y="578"/>
                    <a:pt x="877" y="689"/>
                  </a:cubicBezTo>
                  <a:cubicBezTo>
                    <a:pt x="1366" y="600"/>
                    <a:pt x="1855" y="500"/>
                    <a:pt x="2333" y="400"/>
                  </a:cubicBezTo>
                  <a:cubicBezTo>
                    <a:pt x="2790" y="296"/>
                    <a:pt x="3247" y="212"/>
                    <a:pt x="3704" y="138"/>
                  </a:cubicBezTo>
                  <a:lnTo>
                    <a:pt x="3704" y="138"/>
                  </a:lnTo>
                  <a:cubicBezTo>
                    <a:pt x="3637" y="296"/>
                    <a:pt x="3521" y="442"/>
                    <a:pt x="3388" y="556"/>
                  </a:cubicBezTo>
                  <a:lnTo>
                    <a:pt x="3255" y="667"/>
                  </a:lnTo>
                  <a:lnTo>
                    <a:pt x="3432" y="655"/>
                  </a:lnTo>
                  <a:lnTo>
                    <a:pt x="4264" y="647"/>
                  </a:lnTo>
                  <a:lnTo>
                    <a:pt x="4264" y="647"/>
                  </a:lnTo>
                  <a:cubicBezTo>
                    <a:pt x="4017" y="818"/>
                    <a:pt x="3790" y="1011"/>
                    <a:pt x="3577" y="1233"/>
                  </a:cubicBezTo>
                  <a:lnTo>
                    <a:pt x="3488" y="1322"/>
                  </a:lnTo>
                  <a:lnTo>
                    <a:pt x="3622" y="1356"/>
                  </a:lnTo>
                  <a:cubicBezTo>
                    <a:pt x="3939" y="1412"/>
                    <a:pt x="4257" y="1451"/>
                    <a:pt x="4578" y="1468"/>
                  </a:cubicBezTo>
                  <a:lnTo>
                    <a:pt x="4578" y="1468"/>
                  </a:lnTo>
                  <a:cubicBezTo>
                    <a:pt x="4164" y="1661"/>
                    <a:pt x="3750" y="1868"/>
                    <a:pt x="3344" y="2089"/>
                  </a:cubicBezTo>
                  <a:lnTo>
                    <a:pt x="3066" y="2244"/>
                  </a:lnTo>
                  <a:lnTo>
                    <a:pt x="3388" y="2233"/>
                  </a:lnTo>
                  <a:cubicBezTo>
                    <a:pt x="3428" y="2230"/>
                    <a:pt x="3468" y="2229"/>
                    <a:pt x="3508" y="2229"/>
                  </a:cubicBezTo>
                  <a:cubicBezTo>
                    <a:pt x="3809" y="2229"/>
                    <a:pt x="4112" y="2292"/>
                    <a:pt x="4390" y="2416"/>
                  </a:cubicBezTo>
                  <a:lnTo>
                    <a:pt x="4390" y="2416"/>
                  </a:lnTo>
                  <a:cubicBezTo>
                    <a:pt x="3697" y="2560"/>
                    <a:pt x="3003" y="2704"/>
                    <a:pt x="2299" y="2755"/>
                  </a:cubicBezTo>
                  <a:cubicBezTo>
                    <a:pt x="1544" y="2822"/>
                    <a:pt x="766" y="2822"/>
                    <a:pt x="0" y="2855"/>
                  </a:cubicBezTo>
                  <a:lnTo>
                    <a:pt x="1156" y="2866"/>
                  </a:lnTo>
                  <a:cubicBezTo>
                    <a:pt x="1308" y="2866"/>
                    <a:pt x="1460" y="2868"/>
                    <a:pt x="1610" y="2868"/>
                  </a:cubicBezTo>
                  <a:cubicBezTo>
                    <a:pt x="1843" y="2868"/>
                    <a:pt x="2075" y="2864"/>
                    <a:pt x="2311" y="2844"/>
                  </a:cubicBezTo>
                  <a:cubicBezTo>
                    <a:pt x="3089" y="2800"/>
                    <a:pt x="3844" y="2666"/>
                    <a:pt x="4599" y="2511"/>
                  </a:cubicBezTo>
                  <a:lnTo>
                    <a:pt x="4777" y="2466"/>
                  </a:lnTo>
                  <a:lnTo>
                    <a:pt x="4622" y="2378"/>
                  </a:lnTo>
                  <a:cubicBezTo>
                    <a:pt x="4328" y="2213"/>
                    <a:pt x="4000" y="2116"/>
                    <a:pt x="3665" y="2086"/>
                  </a:cubicBezTo>
                  <a:lnTo>
                    <a:pt x="3665" y="2086"/>
                  </a:lnTo>
                  <a:cubicBezTo>
                    <a:pt x="4094" y="1863"/>
                    <a:pt x="4530" y="1661"/>
                    <a:pt x="4965" y="1467"/>
                  </a:cubicBezTo>
                  <a:lnTo>
                    <a:pt x="5310" y="1311"/>
                  </a:lnTo>
                  <a:lnTo>
                    <a:pt x="5310" y="1311"/>
                  </a:lnTo>
                  <a:lnTo>
                    <a:pt x="4933" y="1322"/>
                  </a:lnTo>
                  <a:cubicBezTo>
                    <a:pt x="4547" y="1322"/>
                    <a:pt x="4162" y="1287"/>
                    <a:pt x="3785" y="1232"/>
                  </a:cubicBezTo>
                  <a:lnTo>
                    <a:pt x="3785" y="1232"/>
                  </a:lnTo>
                  <a:cubicBezTo>
                    <a:pt x="4008" y="1007"/>
                    <a:pt x="4262" y="807"/>
                    <a:pt x="4533" y="633"/>
                  </a:cubicBezTo>
                  <a:lnTo>
                    <a:pt x="4743" y="500"/>
                  </a:lnTo>
                  <a:lnTo>
                    <a:pt x="4488" y="511"/>
                  </a:lnTo>
                  <a:lnTo>
                    <a:pt x="3577" y="539"/>
                  </a:lnTo>
                  <a:lnTo>
                    <a:pt x="3577" y="539"/>
                  </a:lnTo>
                  <a:cubicBezTo>
                    <a:pt x="3696" y="409"/>
                    <a:pt x="3781" y="250"/>
                    <a:pt x="3832" y="78"/>
                  </a:cubicBezTo>
                  <a:lnTo>
                    <a:pt x="386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36"/>
            <p:cNvSpPr/>
            <p:nvPr/>
          </p:nvSpPr>
          <p:spPr>
            <a:xfrm>
              <a:off x="3606975" y="4539725"/>
              <a:ext cx="178875" cy="212950"/>
            </a:xfrm>
            <a:custGeom>
              <a:avLst/>
              <a:gdLst/>
              <a:ahLst/>
              <a:cxnLst/>
              <a:rect l="l" t="t" r="r" b="b"/>
              <a:pathLst>
                <a:path w="7155" h="8518" extrusionOk="0">
                  <a:moveTo>
                    <a:pt x="951" y="0"/>
                  </a:moveTo>
                  <a:cubicBezTo>
                    <a:pt x="874" y="0"/>
                    <a:pt x="797" y="6"/>
                    <a:pt x="722" y="19"/>
                  </a:cubicBezTo>
                  <a:cubicBezTo>
                    <a:pt x="455" y="63"/>
                    <a:pt x="200" y="219"/>
                    <a:pt x="111" y="475"/>
                  </a:cubicBezTo>
                  <a:cubicBezTo>
                    <a:pt x="0" y="764"/>
                    <a:pt x="144" y="1108"/>
                    <a:pt x="378" y="1319"/>
                  </a:cubicBezTo>
                  <a:cubicBezTo>
                    <a:pt x="978" y="1852"/>
                    <a:pt x="4244" y="2319"/>
                    <a:pt x="4677" y="2608"/>
                  </a:cubicBezTo>
                  <a:cubicBezTo>
                    <a:pt x="3800" y="3329"/>
                    <a:pt x="2855" y="4485"/>
                    <a:pt x="1978" y="5207"/>
                  </a:cubicBezTo>
                  <a:cubicBezTo>
                    <a:pt x="1800" y="5351"/>
                    <a:pt x="1511" y="5563"/>
                    <a:pt x="1411" y="5740"/>
                  </a:cubicBezTo>
                  <a:cubicBezTo>
                    <a:pt x="1366" y="5818"/>
                    <a:pt x="1433" y="5918"/>
                    <a:pt x="1522" y="5918"/>
                  </a:cubicBezTo>
                  <a:cubicBezTo>
                    <a:pt x="1532" y="5919"/>
                    <a:pt x="1542" y="5920"/>
                    <a:pt x="1552" y="5920"/>
                  </a:cubicBezTo>
                  <a:cubicBezTo>
                    <a:pt x="1614" y="5920"/>
                    <a:pt x="1678" y="5897"/>
                    <a:pt x="1726" y="5865"/>
                  </a:cubicBezTo>
                  <a:lnTo>
                    <a:pt x="1726" y="5865"/>
                  </a:lnTo>
                  <a:cubicBezTo>
                    <a:pt x="1548" y="6001"/>
                    <a:pt x="1445" y="6237"/>
                    <a:pt x="1455" y="6474"/>
                  </a:cubicBezTo>
                  <a:cubicBezTo>
                    <a:pt x="1455" y="6568"/>
                    <a:pt x="1535" y="6652"/>
                    <a:pt x="1637" y="6652"/>
                  </a:cubicBezTo>
                  <a:cubicBezTo>
                    <a:pt x="1643" y="6652"/>
                    <a:pt x="1649" y="6652"/>
                    <a:pt x="1655" y="6651"/>
                  </a:cubicBezTo>
                  <a:lnTo>
                    <a:pt x="1788" y="6640"/>
                  </a:lnTo>
                  <a:lnTo>
                    <a:pt x="1788" y="6640"/>
                  </a:lnTo>
                  <a:cubicBezTo>
                    <a:pt x="1677" y="6785"/>
                    <a:pt x="1611" y="6962"/>
                    <a:pt x="1611" y="7151"/>
                  </a:cubicBezTo>
                  <a:cubicBezTo>
                    <a:pt x="1618" y="7293"/>
                    <a:pt x="1744" y="7381"/>
                    <a:pt x="1864" y="7381"/>
                  </a:cubicBezTo>
                  <a:cubicBezTo>
                    <a:pt x="1937" y="7381"/>
                    <a:pt x="2008" y="7349"/>
                    <a:pt x="2048" y="7275"/>
                  </a:cubicBezTo>
                  <a:lnTo>
                    <a:pt x="2048" y="7275"/>
                  </a:lnTo>
                  <a:cubicBezTo>
                    <a:pt x="1970" y="7546"/>
                    <a:pt x="1846" y="7837"/>
                    <a:pt x="1900" y="8118"/>
                  </a:cubicBezTo>
                  <a:cubicBezTo>
                    <a:pt x="1922" y="8306"/>
                    <a:pt x="2099" y="8506"/>
                    <a:pt x="2388" y="8518"/>
                  </a:cubicBezTo>
                  <a:cubicBezTo>
                    <a:pt x="2511" y="8518"/>
                    <a:pt x="2633" y="8473"/>
                    <a:pt x="2744" y="8407"/>
                  </a:cubicBezTo>
                  <a:cubicBezTo>
                    <a:pt x="3311" y="8051"/>
                    <a:pt x="3911" y="7684"/>
                    <a:pt x="4288" y="7129"/>
                  </a:cubicBezTo>
                  <a:cubicBezTo>
                    <a:pt x="4599" y="6674"/>
                    <a:pt x="4733" y="6129"/>
                    <a:pt x="4943" y="5629"/>
                  </a:cubicBezTo>
                  <a:cubicBezTo>
                    <a:pt x="5177" y="5062"/>
                    <a:pt x="5499" y="4541"/>
                    <a:pt x="5910" y="4085"/>
                  </a:cubicBezTo>
                  <a:cubicBezTo>
                    <a:pt x="6266" y="3685"/>
                    <a:pt x="6699" y="3329"/>
                    <a:pt x="6921" y="2852"/>
                  </a:cubicBezTo>
                  <a:cubicBezTo>
                    <a:pt x="7154" y="2363"/>
                    <a:pt x="7098" y="1685"/>
                    <a:pt x="6632" y="1419"/>
                  </a:cubicBezTo>
                  <a:cubicBezTo>
                    <a:pt x="6488" y="1341"/>
                    <a:pt x="6321" y="1308"/>
                    <a:pt x="6165" y="1275"/>
                  </a:cubicBezTo>
                  <a:cubicBezTo>
                    <a:pt x="4588" y="952"/>
                    <a:pt x="3111" y="364"/>
                    <a:pt x="1511" y="63"/>
                  </a:cubicBezTo>
                  <a:cubicBezTo>
                    <a:pt x="1330" y="32"/>
                    <a:pt x="1139" y="0"/>
                    <a:pt x="95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36"/>
            <p:cNvSpPr/>
            <p:nvPr/>
          </p:nvSpPr>
          <p:spPr>
            <a:xfrm>
              <a:off x="3427000" y="4459025"/>
              <a:ext cx="367450" cy="153675"/>
            </a:xfrm>
            <a:custGeom>
              <a:avLst/>
              <a:gdLst/>
              <a:ahLst/>
              <a:cxnLst/>
              <a:rect l="l" t="t" r="r" b="b"/>
              <a:pathLst>
                <a:path w="14698" h="6147" extrusionOk="0">
                  <a:moveTo>
                    <a:pt x="3210" y="0"/>
                  </a:moveTo>
                  <a:cubicBezTo>
                    <a:pt x="2683" y="0"/>
                    <a:pt x="2155" y="34"/>
                    <a:pt x="1667" y="203"/>
                  </a:cubicBezTo>
                  <a:cubicBezTo>
                    <a:pt x="1100" y="403"/>
                    <a:pt x="589" y="792"/>
                    <a:pt x="312" y="1314"/>
                  </a:cubicBezTo>
                  <a:cubicBezTo>
                    <a:pt x="34" y="1847"/>
                    <a:pt x="1" y="2514"/>
                    <a:pt x="290" y="3047"/>
                  </a:cubicBezTo>
                  <a:cubicBezTo>
                    <a:pt x="545" y="3514"/>
                    <a:pt x="1001" y="3825"/>
                    <a:pt x="1467" y="4080"/>
                  </a:cubicBezTo>
                  <a:cubicBezTo>
                    <a:pt x="4089" y="5547"/>
                    <a:pt x="7177" y="5858"/>
                    <a:pt x="10177" y="6147"/>
                  </a:cubicBezTo>
                  <a:cubicBezTo>
                    <a:pt x="9621" y="5980"/>
                    <a:pt x="9110" y="5713"/>
                    <a:pt x="8666" y="5358"/>
                  </a:cubicBezTo>
                  <a:lnTo>
                    <a:pt x="8666" y="5358"/>
                  </a:lnTo>
                  <a:cubicBezTo>
                    <a:pt x="8866" y="5372"/>
                    <a:pt x="9066" y="5379"/>
                    <a:pt x="9267" y="5379"/>
                  </a:cubicBezTo>
                  <a:cubicBezTo>
                    <a:pt x="9847" y="5379"/>
                    <a:pt x="10429" y="5321"/>
                    <a:pt x="10999" y="5214"/>
                  </a:cubicBezTo>
                  <a:cubicBezTo>
                    <a:pt x="10376" y="4913"/>
                    <a:pt x="9754" y="4624"/>
                    <a:pt x="9121" y="4325"/>
                  </a:cubicBezTo>
                  <a:lnTo>
                    <a:pt x="9121" y="4325"/>
                  </a:lnTo>
                  <a:cubicBezTo>
                    <a:pt x="9241" y="4330"/>
                    <a:pt x="9360" y="4333"/>
                    <a:pt x="9480" y="4333"/>
                  </a:cubicBezTo>
                  <a:cubicBezTo>
                    <a:pt x="10090" y="4333"/>
                    <a:pt x="10693" y="4262"/>
                    <a:pt x="11287" y="4113"/>
                  </a:cubicBezTo>
                  <a:cubicBezTo>
                    <a:pt x="10276" y="3814"/>
                    <a:pt x="9254" y="3558"/>
                    <a:pt x="8221" y="3325"/>
                  </a:cubicBezTo>
                  <a:cubicBezTo>
                    <a:pt x="8765" y="3325"/>
                    <a:pt x="9298" y="3325"/>
                    <a:pt x="9832" y="3314"/>
                  </a:cubicBezTo>
                  <a:cubicBezTo>
                    <a:pt x="9466" y="3180"/>
                    <a:pt x="9088" y="3058"/>
                    <a:pt x="8710" y="2925"/>
                  </a:cubicBezTo>
                  <a:lnTo>
                    <a:pt x="8710" y="2925"/>
                  </a:lnTo>
                  <a:cubicBezTo>
                    <a:pt x="9787" y="3069"/>
                    <a:pt x="10865" y="3225"/>
                    <a:pt x="11942" y="3370"/>
                  </a:cubicBezTo>
                  <a:cubicBezTo>
                    <a:pt x="12124" y="3396"/>
                    <a:pt x="12317" y="3418"/>
                    <a:pt x="12507" y="3418"/>
                  </a:cubicBezTo>
                  <a:cubicBezTo>
                    <a:pt x="12862" y="3418"/>
                    <a:pt x="13203" y="3342"/>
                    <a:pt x="13420" y="3081"/>
                  </a:cubicBezTo>
                  <a:cubicBezTo>
                    <a:pt x="14697" y="1525"/>
                    <a:pt x="11310" y="803"/>
                    <a:pt x="10454" y="670"/>
                  </a:cubicBezTo>
                  <a:cubicBezTo>
                    <a:pt x="8143" y="326"/>
                    <a:pt x="5844" y="37"/>
                    <a:pt x="3500" y="3"/>
                  </a:cubicBezTo>
                  <a:cubicBezTo>
                    <a:pt x="3403" y="1"/>
                    <a:pt x="3306" y="0"/>
                    <a:pt x="321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36"/>
            <p:cNvSpPr/>
            <p:nvPr/>
          </p:nvSpPr>
          <p:spPr>
            <a:xfrm>
              <a:off x="3484475" y="4495300"/>
              <a:ext cx="184725" cy="36875"/>
            </a:xfrm>
            <a:custGeom>
              <a:avLst/>
              <a:gdLst/>
              <a:ahLst/>
              <a:cxnLst/>
              <a:rect l="l" t="t" r="r" b="b"/>
              <a:pathLst>
                <a:path w="7389" h="1475" extrusionOk="0">
                  <a:moveTo>
                    <a:pt x="1756" y="1"/>
                  </a:moveTo>
                  <a:cubicBezTo>
                    <a:pt x="1170" y="1"/>
                    <a:pt x="583" y="23"/>
                    <a:pt x="1" y="74"/>
                  </a:cubicBezTo>
                  <a:cubicBezTo>
                    <a:pt x="820" y="74"/>
                    <a:pt x="1619" y="83"/>
                    <a:pt x="2426" y="135"/>
                  </a:cubicBezTo>
                  <a:lnTo>
                    <a:pt x="2426" y="135"/>
                  </a:lnTo>
                  <a:lnTo>
                    <a:pt x="2089" y="297"/>
                  </a:lnTo>
                  <a:lnTo>
                    <a:pt x="1845" y="418"/>
                  </a:lnTo>
                  <a:lnTo>
                    <a:pt x="2112" y="430"/>
                  </a:lnTo>
                  <a:cubicBezTo>
                    <a:pt x="2545" y="452"/>
                    <a:pt x="2978" y="485"/>
                    <a:pt x="3400" y="529"/>
                  </a:cubicBezTo>
                  <a:cubicBezTo>
                    <a:pt x="3834" y="574"/>
                    <a:pt x="4256" y="618"/>
                    <a:pt x="4678" y="685"/>
                  </a:cubicBezTo>
                  <a:cubicBezTo>
                    <a:pt x="5100" y="752"/>
                    <a:pt x="5522" y="830"/>
                    <a:pt x="5945" y="919"/>
                  </a:cubicBezTo>
                  <a:cubicBezTo>
                    <a:pt x="6313" y="986"/>
                    <a:pt x="6680" y="1071"/>
                    <a:pt x="7048" y="1165"/>
                  </a:cubicBezTo>
                  <a:lnTo>
                    <a:pt x="7048" y="1165"/>
                  </a:lnTo>
                  <a:lnTo>
                    <a:pt x="6256" y="1341"/>
                  </a:lnTo>
                  <a:lnTo>
                    <a:pt x="6222" y="1352"/>
                  </a:lnTo>
                  <a:lnTo>
                    <a:pt x="6244" y="1363"/>
                  </a:lnTo>
                  <a:lnTo>
                    <a:pt x="6478" y="1474"/>
                  </a:lnTo>
                  <a:lnTo>
                    <a:pt x="6478" y="1474"/>
                  </a:lnTo>
                  <a:lnTo>
                    <a:pt x="6285" y="1358"/>
                  </a:lnTo>
                  <a:lnTo>
                    <a:pt x="6285" y="1358"/>
                  </a:lnTo>
                  <a:lnTo>
                    <a:pt x="7222" y="1208"/>
                  </a:lnTo>
                  <a:lnTo>
                    <a:pt x="7389" y="1174"/>
                  </a:lnTo>
                  <a:lnTo>
                    <a:pt x="7233" y="1129"/>
                  </a:lnTo>
                  <a:cubicBezTo>
                    <a:pt x="6811" y="1008"/>
                    <a:pt x="6400" y="897"/>
                    <a:pt x="5977" y="796"/>
                  </a:cubicBezTo>
                  <a:cubicBezTo>
                    <a:pt x="5555" y="697"/>
                    <a:pt x="5133" y="618"/>
                    <a:pt x="4700" y="541"/>
                  </a:cubicBezTo>
                  <a:cubicBezTo>
                    <a:pt x="4278" y="474"/>
                    <a:pt x="3845" y="408"/>
                    <a:pt x="3412" y="374"/>
                  </a:cubicBezTo>
                  <a:cubicBezTo>
                    <a:pt x="3075" y="338"/>
                    <a:pt x="2730" y="317"/>
                    <a:pt x="2385" y="299"/>
                  </a:cubicBezTo>
                  <a:lnTo>
                    <a:pt x="2385" y="299"/>
                  </a:lnTo>
                  <a:lnTo>
                    <a:pt x="2701" y="141"/>
                  </a:lnTo>
                  <a:lnTo>
                    <a:pt x="2923" y="30"/>
                  </a:lnTo>
                  <a:lnTo>
                    <a:pt x="2679" y="18"/>
                  </a:lnTo>
                  <a:cubicBezTo>
                    <a:pt x="2372" y="7"/>
                    <a:pt x="2064" y="1"/>
                    <a:pt x="17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36"/>
            <p:cNvSpPr/>
            <p:nvPr/>
          </p:nvSpPr>
          <p:spPr>
            <a:xfrm>
              <a:off x="3472000" y="4526025"/>
              <a:ext cx="19475" cy="9750"/>
            </a:xfrm>
            <a:custGeom>
              <a:avLst/>
              <a:gdLst/>
              <a:ahLst/>
              <a:cxnLst/>
              <a:rect l="l" t="t" r="r" b="b"/>
              <a:pathLst>
                <a:path w="779" h="390" extrusionOk="0">
                  <a:moveTo>
                    <a:pt x="0" y="1"/>
                  </a:moveTo>
                  <a:lnTo>
                    <a:pt x="0" y="1"/>
                  </a:lnTo>
                  <a:cubicBezTo>
                    <a:pt x="100" y="123"/>
                    <a:pt x="223" y="201"/>
                    <a:pt x="356" y="267"/>
                  </a:cubicBezTo>
                  <a:cubicBezTo>
                    <a:pt x="489" y="334"/>
                    <a:pt x="623" y="378"/>
                    <a:pt x="778" y="389"/>
                  </a:cubicBezTo>
                  <a:cubicBezTo>
                    <a:pt x="678" y="267"/>
                    <a:pt x="556" y="189"/>
                    <a:pt x="423" y="123"/>
                  </a:cubicBezTo>
                  <a:cubicBezTo>
                    <a:pt x="300" y="56"/>
                    <a:pt x="156" y="11"/>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36"/>
            <p:cNvSpPr/>
            <p:nvPr/>
          </p:nvSpPr>
          <p:spPr>
            <a:xfrm>
              <a:off x="3501150" y="4521250"/>
              <a:ext cx="21125" cy="7075"/>
            </a:xfrm>
            <a:custGeom>
              <a:avLst/>
              <a:gdLst/>
              <a:ahLst/>
              <a:cxnLst/>
              <a:rect l="l" t="t" r="r" b="b"/>
              <a:pathLst>
                <a:path w="845" h="283" extrusionOk="0">
                  <a:moveTo>
                    <a:pt x="64" y="0"/>
                  </a:moveTo>
                  <a:cubicBezTo>
                    <a:pt x="43" y="0"/>
                    <a:pt x="22" y="1"/>
                    <a:pt x="0" y="2"/>
                  </a:cubicBezTo>
                  <a:cubicBezTo>
                    <a:pt x="123" y="114"/>
                    <a:pt x="256" y="170"/>
                    <a:pt x="400" y="214"/>
                  </a:cubicBezTo>
                  <a:cubicBezTo>
                    <a:pt x="527" y="253"/>
                    <a:pt x="652" y="283"/>
                    <a:pt x="785" y="283"/>
                  </a:cubicBezTo>
                  <a:cubicBezTo>
                    <a:pt x="805" y="283"/>
                    <a:pt x="825" y="282"/>
                    <a:pt x="845" y="281"/>
                  </a:cubicBezTo>
                  <a:cubicBezTo>
                    <a:pt x="723" y="170"/>
                    <a:pt x="590" y="114"/>
                    <a:pt x="445" y="69"/>
                  </a:cubicBezTo>
                  <a:cubicBezTo>
                    <a:pt x="329" y="30"/>
                    <a:pt x="204" y="0"/>
                    <a:pt x="6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36"/>
            <p:cNvSpPr/>
            <p:nvPr/>
          </p:nvSpPr>
          <p:spPr>
            <a:xfrm>
              <a:off x="3517250" y="4547375"/>
              <a:ext cx="24475" cy="8375"/>
            </a:xfrm>
            <a:custGeom>
              <a:avLst/>
              <a:gdLst/>
              <a:ahLst/>
              <a:cxnLst/>
              <a:rect l="l" t="t" r="r" b="b"/>
              <a:pathLst>
                <a:path w="979" h="335" extrusionOk="0">
                  <a:moveTo>
                    <a:pt x="55" y="0"/>
                  </a:moveTo>
                  <a:cubicBezTo>
                    <a:pt x="37" y="0"/>
                    <a:pt x="19" y="1"/>
                    <a:pt x="1" y="2"/>
                  </a:cubicBezTo>
                  <a:cubicBezTo>
                    <a:pt x="146" y="113"/>
                    <a:pt x="301" y="179"/>
                    <a:pt x="467" y="235"/>
                  </a:cubicBezTo>
                  <a:cubicBezTo>
                    <a:pt x="634" y="291"/>
                    <a:pt x="801" y="335"/>
                    <a:pt x="978" y="335"/>
                  </a:cubicBezTo>
                  <a:cubicBezTo>
                    <a:pt x="834" y="213"/>
                    <a:pt x="679" y="147"/>
                    <a:pt x="512" y="91"/>
                  </a:cubicBezTo>
                  <a:cubicBezTo>
                    <a:pt x="372" y="41"/>
                    <a:pt x="214" y="0"/>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36"/>
            <p:cNvSpPr/>
            <p:nvPr/>
          </p:nvSpPr>
          <p:spPr>
            <a:xfrm>
              <a:off x="3526425" y="4566575"/>
              <a:ext cx="30300" cy="9175"/>
            </a:xfrm>
            <a:custGeom>
              <a:avLst/>
              <a:gdLst/>
              <a:ahLst/>
              <a:cxnLst/>
              <a:rect l="l" t="t" r="r" b="b"/>
              <a:pathLst>
                <a:path w="1212" h="367" extrusionOk="0">
                  <a:moveTo>
                    <a:pt x="1" y="1"/>
                  </a:moveTo>
                  <a:cubicBezTo>
                    <a:pt x="179" y="122"/>
                    <a:pt x="378" y="189"/>
                    <a:pt x="578" y="256"/>
                  </a:cubicBezTo>
                  <a:cubicBezTo>
                    <a:pt x="789" y="312"/>
                    <a:pt x="989" y="367"/>
                    <a:pt x="1211" y="367"/>
                  </a:cubicBezTo>
                  <a:cubicBezTo>
                    <a:pt x="1023" y="245"/>
                    <a:pt x="823" y="167"/>
                    <a:pt x="623" y="112"/>
                  </a:cubicBezTo>
                  <a:cubicBezTo>
                    <a:pt x="423" y="45"/>
                    <a:pt x="223" y="1"/>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36"/>
            <p:cNvSpPr/>
            <p:nvPr/>
          </p:nvSpPr>
          <p:spPr>
            <a:xfrm>
              <a:off x="3559475" y="4535750"/>
              <a:ext cx="33900" cy="11675"/>
            </a:xfrm>
            <a:custGeom>
              <a:avLst/>
              <a:gdLst/>
              <a:ahLst/>
              <a:cxnLst/>
              <a:rect l="l" t="t" r="r" b="b"/>
              <a:pathLst>
                <a:path w="1356" h="467" extrusionOk="0">
                  <a:moveTo>
                    <a:pt x="0" y="0"/>
                  </a:moveTo>
                  <a:cubicBezTo>
                    <a:pt x="212" y="145"/>
                    <a:pt x="422" y="234"/>
                    <a:pt x="656" y="311"/>
                  </a:cubicBezTo>
                  <a:cubicBezTo>
                    <a:pt x="878" y="378"/>
                    <a:pt x="1111" y="445"/>
                    <a:pt x="1356" y="467"/>
                  </a:cubicBezTo>
                  <a:cubicBezTo>
                    <a:pt x="1145" y="323"/>
                    <a:pt x="923" y="234"/>
                    <a:pt x="701" y="156"/>
                  </a:cubicBezTo>
                  <a:cubicBezTo>
                    <a:pt x="478" y="89"/>
                    <a:pt x="245" y="22"/>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36"/>
            <p:cNvSpPr/>
            <p:nvPr/>
          </p:nvSpPr>
          <p:spPr>
            <a:xfrm>
              <a:off x="3588075" y="4561300"/>
              <a:ext cx="28375" cy="11425"/>
            </a:xfrm>
            <a:custGeom>
              <a:avLst/>
              <a:gdLst/>
              <a:ahLst/>
              <a:cxnLst/>
              <a:rect l="l" t="t" r="r" b="b"/>
              <a:pathLst>
                <a:path w="1135" h="457" extrusionOk="0">
                  <a:moveTo>
                    <a:pt x="1" y="0"/>
                  </a:moveTo>
                  <a:lnTo>
                    <a:pt x="1" y="0"/>
                  </a:lnTo>
                  <a:cubicBezTo>
                    <a:pt x="167" y="133"/>
                    <a:pt x="356" y="222"/>
                    <a:pt x="545" y="301"/>
                  </a:cubicBezTo>
                  <a:cubicBezTo>
                    <a:pt x="734" y="378"/>
                    <a:pt x="923" y="434"/>
                    <a:pt x="1134" y="456"/>
                  </a:cubicBezTo>
                  <a:cubicBezTo>
                    <a:pt x="967" y="323"/>
                    <a:pt x="789" y="234"/>
                    <a:pt x="601" y="156"/>
                  </a:cubicBezTo>
                  <a:cubicBezTo>
                    <a:pt x="412" y="78"/>
                    <a:pt x="212" y="22"/>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36"/>
            <p:cNvSpPr/>
            <p:nvPr/>
          </p:nvSpPr>
          <p:spPr>
            <a:xfrm>
              <a:off x="3608650" y="4587400"/>
              <a:ext cx="22225" cy="4000"/>
            </a:xfrm>
            <a:custGeom>
              <a:avLst/>
              <a:gdLst/>
              <a:ahLst/>
              <a:cxnLst/>
              <a:rect l="l" t="t" r="r" b="b"/>
              <a:pathLst>
                <a:path w="889" h="160" extrusionOk="0">
                  <a:moveTo>
                    <a:pt x="455" y="0"/>
                  </a:moveTo>
                  <a:cubicBezTo>
                    <a:pt x="299" y="0"/>
                    <a:pt x="156" y="0"/>
                    <a:pt x="0" y="56"/>
                  </a:cubicBezTo>
                  <a:cubicBezTo>
                    <a:pt x="144" y="123"/>
                    <a:pt x="299" y="145"/>
                    <a:pt x="444" y="156"/>
                  </a:cubicBezTo>
                  <a:cubicBezTo>
                    <a:pt x="477" y="159"/>
                    <a:pt x="510" y="160"/>
                    <a:pt x="544" y="160"/>
                  </a:cubicBezTo>
                  <a:cubicBezTo>
                    <a:pt x="658" y="160"/>
                    <a:pt x="777" y="143"/>
                    <a:pt x="889" y="101"/>
                  </a:cubicBezTo>
                  <a:cubicBezTo>
                    <a:pt x="744" y="34"/>
                    <a:pt x="600" y="12"/>
                    <a:pt x="4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36"/>
            <p:cNvSpPr/>
            <p:nvPr/>
          </p:nvSpPr>
          <p:spPr>
            <a:xfrm>
              <a:off x="3454775" y="4502900"/>
              <a:ext cx="16150" cy="6275"/>
            </a:xfrm>
            <a:custGeom>
              <a:avLst/>
              <a:gdLst/>
              <a:ahLst/>
              <a:cxnLst/>
              <a:rect l="l" t="t" r="r" b="b"/>
              <a:pathLst>
                <a:path w="646" h="251" extrusionOk="0">
                  <a:moveTo>
                    <a:pt x="68" y="1"/>
                  </a:moveTo>
                  <a:cubicBezTo>
                    <a:pt x="46" y="1"/>
                    <a:pt x="24" y="1"/>
                    <a:pt x="1" y="3"/>
                  </a:cubicBezTo>
                  <a:cubicBezTo>
                    <a:pt x="90" y="104"/>
                    <a:pt x="189" y="159"/>
                    <a:pt x="300" y="203"/>
                  </a:cubicBezTo>
                  <a:cubicBezTo>
                    <a:pt x="391" y="231"/>
                    <a:pt x="482" y="251"/>
                    <a:pt x="579" y="251"/>
                  </a:cubicBezTo>
                  <a:cubicBezTo>
                    <a:pt x="601" y="251"/>
                    <a:pt x="623" y="250"/>
                    <a:pt x="645" y="248"/>
                  </a:cubicBezTo>
                  <a:cubicBezTo>
                    <a:pt x="556" y="148"/>
                    <a:pt x="456" y="92"/>
                    <a:pt x="356" y="48"/>
                  </a:cubicBezTo>
                  <a:cubicBezTo>
                    <a:pt x="264" y="21"/>
                    <a:pt x="172" y="1"/>
                    <a:pt x="6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36"/>
            <p:cNvSpPr/>
            <p:nvPr/>
          </p:nvSpPr>
          <p:spPr>
            <a:xfrm>
              <a:off x="3453125" y="4539625"/>
              <a:ext cx="18900" cy="11975"/>
            </a:xfrm>
            <a:custGeom>
              <a:avLst/>
              <a:gdLst/>
              <a:ahLst/>
              <a:cxnLst/>
              <a:rect l="l" t="t" r="r" b="b"/>
              <a:pathLst>
                <a:path w="756" h="479" extrusionOk="0">
                  <a:moveTo>
                    <a:pt x="0" y="1"/>
                  </a:moveTo>
                  <a:lnTo>
                    <a:pt x="0" y="1"/>
                  </a:lnTo>
                  <a:cubicBezTo>
                    <a:pt x="100" y="134"/>
                    <a:pt x="211" y="223"/>
                    <a:pt x="333" y="301"/>
                  </a:cubicBezTo>
                  <a:cubicBezTo>
                    <a:pt x="467" y="378"/>
                    <a:pt x="600" y="445"/>
                    <a:pt x="755" y="479"/>
                  </a:cubicBezTo>
                  <a:cubicBezTo>
                    <a:pt x="667" y="345"/>
                    <a:pt x="544" y="257"/>
                    <a:pt x="422" y="168"/>
                  </a:cubicBezTo>
                  <a:cubicBezTo>
                    <a:pt x="300" y="101"/>
                    <a:pt x="166" y="34"/>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36"/>
            <p:cNvSpPr/>
            <p:nvPr/>
          </p:nvSpPr>
          <p:spPr>
            <a:xfrm>
              <a:off x="3794150" y="4539725"/>
              <a:ext cx="178875" cy="212950"/>
            </a:xfrm>
            <a:custGeom>
              <a:avLst/>
              <a:gdLst/>
              <a:ahLst/>
              <a:cxnLst/>
              <a:rect l="l" t="t" r="r" b="b"/>
              <a:pathLst>
                <a:path w="7155" h="8518" extrusionOk="0">
                  <a:moveTo>
                    <a:pt x="6198" y="0"/>
                  </a:moveTo>
                  <a:cubicBezTo>
                    <a:pt x="6010" y="0"/>
                    <a:pt x="5824" y="32"/>
                    <a:pt x="5644" y="63"/>
                  </a:cubicBezTo>
                  <a:cubicBezTo>
                    <a:pt x="4044" y="364"/>
                    <a:pt x="2566" y="952"/>
                    <a:pt x="989" y="1275"/>
                  </a:cubicBezTo>
                  <a:cubicBezTo>
                    <a:pt x="833" y="1308"/>
                    <a:pt x="667" y="1341"/>
                    <a:pt x="522" y="1419"/>
                  </a:cubicBezTo>
                  <a:cubicBezTo>
                    <a:pt x="56" y="1685"/>
                    <a:pt x="1" y="2363"/>
                    <a:pt x="234" y="2852"/>
                  </a:cubicBezTo>
                  <a:cubicBezTo>
                    <a:pt x="456" y="3329"/>
                    <a:pt x="878" y="3685"/>
                    <a:pt x="1245" y="4085"/>
                  </a:cubicBezTo>
                  <a:cubicBezTo>
                    <a:pt x="1655" y="4541"/>
                    <a:pt x="1978" y="5062"/>
                    <a:pt x="2211" y="5629"/>
                  </a:cubicBezTo>
                  <a:cubicBezTo>
                    <a:pt x="2422" y="6129"/>
                    <a:pt x="2556" y="6674"/>
                    <a:pt x="2867" y="7129"/>
                  </a:cubicBezTo>
                  <a:cubicBezTo>
                    <a:pt x="3244" y="7684"/>
                    <a:pt x="3844" y="8051"/>
                    <a:pt x="4410" y="8407"/>
                  </a:cubicBezTo>
                  <a:cubicBezTo>
                    <a:pt x="4522" y="8473"/>
                    <a:pt x="4644" y="8518"/>
                    <a:pt x="4766" y="8518"/>
                  </a:cubicBezTo>
                  <a:cubicBezTo>
                    <a:pt x="5055" y="8506"/>
                    <a:pt x="5233" y="8306"/>
                    <a:pt x="5255" y="8118"/>
                  </a:cubicBezTo>
                  <a:cubicBezTo>
                    <a:pt x="5309" y="7837"/>
                    <a:pt x="5185" y="7546"/>
                    <a:pt x="5106" y="7275"/>
                  </a:cubicBezTo>
                  <a:lnTo>
                    <a:pt x="5106" y="7275"/>
                  </a:lnTo>
                  <a:cubicBezTo>
                    <a:pt x="5147" y="7349"/>
                    <a:pt x="5218" y="7381"/>
                    <a:pt x="5290" y="7381"/>
                  </a:cubicBezTo>
                  <a:cubicBezTo>
                    <a:pt x="5410" y="7381"/>
                    <a:pt x="5533" y="7293"/>
                    <a:pt x="5533" y="7151"/>
                  </a:cubicBezTo>
                  <a:cubicBezTo>
                    <a:pt x="5544" y="6962"/>
                    <a:pt x="5477" y="6785"/>
                    <a:pt x="5366" y="6640"/>
                  </a:cubicBezTo>
                  <a:lnTo>
                    <a:pt x="5366" y="6640"/>
                  </a:lnTo>
                  <a:lnTo>
                    <a:pt x="5499" y="6651"/>
                  </a:lnTo>
                  <a:cubicBezTo>
                    <a:pt x="5505" y="6652"/>
                    <a:pt x="5511" y="6652"/>
                    <a:pt x="5517" y="6652"/>
                  </a:cubicBezTo>
                  <a:cubicBezTo>
                    <a:pt x="5620" y="6652"/>
                    <a:pt x="5699" y="6568"/>
                    <a:pt x="5699" y="6474"/>
                  </a:cubicBezTo>
                  <a:cubicBezTo>
                    <a:pt x="5711" y="6229"/>
                    <a:pt x="5600" y="5985"/>
                    <a:pt x="5400" y="5852"/>
                  </a:cubicBezTo>
                  <a:lnTo>
                    <a:pt x="5400" y="5852"/>
                  </a:lnTo>
                  <a:cubicBezTo>
                    <a:pt x="5458" y="5890"/>
                    <a:pt x="5533" y="5920"/>
                    <a:pt x="5602" y="5920"/>
                  </a:cubicBezTo>
                  <a:cubicBezTo>
                    <a:pt x="5612" y="5920"/>
                    <a:pt x="5622" y="5919"/>
                    <a:pt x="5632" y="5918"/>
                  </a:cubicBezTo>
                  <a:cubicBezTo>
                    <a:pt x="5721" y="5918"/>
                    <a:pt x="5777" y="5818"/>
                    <a:pt x="5744" y="5740"/>
                  </a:cubicBezTo>
                  <a:cubicBezTo>
                    <a:pt x="5644" y="5563"/>
                    <a:pt x="5355" y="5351"/>
                    <a:pt x="5166" y="5207"/>
                  </a:cubicBezTo>
                  <a:cubicBezTo>
                    <a:pt x="4299" y="4485"/>
                    <a:pt x="3344" y="3329"/>
                    <a:pt x="2478" y="2608"/>
                  </a:cubicBezTo>
                  <a:cubicBezTo>
                    <a:pt x="2911" y="2319"/>
                    <a:pt x="6166" y="1852"/>
                    <a:pt x="6777" y="1319"/>
                  </a:cubicBezTo>
                  <a:cubicBezTo>
                    <a:pt x="7010" y="1108"/>
                    <a:pt x="7155" y="764"/>
                    <a:pt x="7044" y="475"/>
                  </a:cubicBezTo>
                  <a:cubicBezTo>
                    <a:pt x="6955" y="219"/>
                    <a:pt x="6688" y="63"/>
                    <a:pt x="6432" y="19"/>
                  </a:cubicBezTo>
                  <a:cubicBezTo>
                    <a:pt x="6354" y="6"/>
                    <a:pt x="6276" y="0"/>
                    <a:pt x="619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36"/>
            <p:cNvSpPr/>
            <p:nvPr/>
          </p:nvSpPr>
          <p:spPr>
            <a:xfrm>
              <a:off x="3785525" y="4459025"/>
              <a:ext cx="367475" cy="153675"/>
            </a:xfrm>
            <a:custGeom>
              <a:avLst/>
              <a:gdLst/>
              <a:ahLst/>
              <a:cxnLst/>
              <a:rect l="l" t="t" r="r" b="b"/>
              <a:pathLst>
                <a:path w="14699" h="6147" extrusionOk="0">
                  <a:moveTo>
                    <a:pt x="11489" y="0"/>
                  </a:moveTo>
                  <a:cubicBezTo>
                    <a:pt x="11392" y="0"/>
                    <a:pt x="11295" y="1"/>
                    <a:pt x="11199" y="3"/>
                  </a:cubicBezTo>
                  <a:cubicBezTo>
                    <a:pt x="8855" y="37"/>
                    <a:pt x="6555" y="326"/>
                    <a:pt x="4244" y="670"/>
                  </a:cubicBezTo>
                  <a:cubicBezTo>
                    <a:pt x="3390" y="803"/>
                    <a:pt x="1" y="1525"/>
                    <a:pt x="1279" y="3081"/>
                  </a:cubicBezTo>
                  <a:cubicBezTo>
                    <a:pt x="1496" y="3342"/>
                    <a:pt x="1837" y="3418"/>
                    <a:pt x="2192" y="3418"/>
                  </a:cubicBezTo>
                  <a:cubicBezTo>
                    <a:pt x="2381" y="3418"/>
                    <a:pt x="2575" y="3396"/>
                    <a:pt x="2756" y="3370"/>
                  </a:cubicBezTo>
                  <a:cubicBezTo>
                    <a:pt x="3834" y="3225"/>
                    <a:pt x="4911" y="3069"/>
                    <a:pt x="5989" y="2925"/>
                  </a:cubicBezTo>
                  <a:lnTo>
                    <a:pt x="5989" y="2925"/>
                  </a:lnTo>
                  <a:cubicBezTo>
                    <a:pt x="5611" y="3058"/>
                    <a:pt x="5234" y="3180"/>
                    <a:pt x="4867" y="3314"/>
                  </a:cubicBezTo>
                  <a:cubicBezTo>
                    <a:pt x="5400" y="3325"/>
                    <a:pt x="5933" y="3325"/>
                    <a:pt x="6478" y="3325"/>
                  </a:cubicBezTo>
                  <a:cubicBezTo>
                    <a:pt x="5444" y="3558"/>
                    <a:pt x="4422" y="3814"/>
                    <a:pt x="3412" y="4113"/>
                  </a:cubicBezTo>
                  <a:cubicBezTo>
                    <a:pt x="4006" y="4262"/>
                    <a:pt x="4608" y="4333"/>
                    <a:pt x="5219" y="4333"/>
                  </a:cubicBezTo>
                  <a:cubicBezTo>
                    <a:pt x="5338" y="4333"/>
                    <a:pt x="5458" y="4330"/>
                    <a:pt x="5578" y="4325"/>
                  </a:cubicBezTo>
                  <a:lnTo>
                    <a:pt x="5578" y="4325"/>
                  </a:lnTo>
                  <a:cubicBezTo>
                    <a:pt x="4945" y="4624"/>
                    <a:pt x="4323" y="4913"/>
                    <a:pt x="3701" y="5214"/>
                  </a:cubicBezTo>
                  <a:cubicBezTo>
                    <a:pt x="4270" y="5321"/>
                    <a:pt x="4852" y="5379"/>
                    <a:pt x="5432" y="5379"/>
                  </a:cubicBezTo>
                  <a:cubicBezTo>
                    <a:pt x="5633" y="5379"/>
                    <a:pt x="5834" y="5372"/>
                    <a:pt x="6033" y="5358"/>
                  </a:cubicBezTo>
                  <a:lnTo>
                    <a:pt x="6033" y="5358"/>
                  </a:lnTo>
                  <a:cubicBezTo>
                    <a:pt x="5589" y="5713"/>
                    <a:pt x="5067" y="5980"/>
                    <a:pt x="4523" y="6147"/>
                  </a:cubicBezTo>
                  <a:cubicBezTo>
                    <a:pt x="7522" y="5858"/>
                    <a:pt x="10610" y="5547"/>
                    <a:pt x="13232" y="4080"/>
                  </a:cubicBezTo>
                  <a:cubicBezTo>
                    <a:pt x="13699" y="3825"/>
                    <a:pt x="14154" y="3514"/>
                    <a:pt x="14409" y="3047"/>
                  </a:cubicBezTo>
                  <a:cubicBezTo>
                    <a:pt x="14698" y="2514"/>
                    <a:pt x="14665" y="1847"/>
                    <a:pt x="14387" y="1314"/>
                  </a:cubicBezTo>
                  <a:cubicBezTo>
                    <a:pt x="14109" y="792"/>
                    <a:pt x="13598" y="403"/>
                    <a:pt x="13032" y="203"/>
                  </a:cubicBezTo>
                  <a:cubicBezTo>
                    <a:pt x="12544" y="34"/>
                    <a:pt x="12016" y="0"/>
                    <a:pt x="1148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36"/>
            <p:cNvSpPr/>
            <p:nvPr/>
          </p:nvSpPr>
          <p:spPr>
            <a:xfrm>
              <a:off x="3910800" y="4495300"/>
              <a:ext cx="184425" cy="36875"/>
            </a:xfrm>
            <a:custGeom>
              <a:avLst/>
              <a:gdLst/>
              <a:ahLst/>
              <a:cxnLst/>
              <a:rect l="l" t="t" r="r" b="b"/>
              <a:pathLst>
                <a:path w="7377" h="1475" extrusionOk="0">
                  <a:moveTo>
                    <a:pt x="5632" y="1"/>
                  </a:moveTo>
                  <a:cubicBezTo>
                    <a:pt x="5325" y="1"/>
                    <a:pt x="5017" y="7"/>
                    <a:pt x="4711" y="18"/>
                  </a:cubicBezTo>
                  <a:lnTo>
                    <a:pt x="4455" y="30"/>
                  </a:lnTo>
                  <a:lnTo>
                    <a:pt x="4688" y="141"/>
                  </a:lnTo>
                  <a:lnTo>
                    <a:pt x="4998" y="299"/>
                  </a:lnTo>
                  <a:lnTo>
                    <a:pt x="4998" y="299"/>
                  </a:lnTo>
                  <a:cubicBezTo>
                    <a:pt x="4654" y="317"/>
                    <a:pt x="4310" y="339"/>
                    <a:pt x="3966" y="374"/>
                  </a:cubicBezTo>
                  <a:cubicBezTo>
                    <a:pt x="3544" y="408"/>
                    <a:pt x="3111" y="474"/>
                    <a:pt x="2689" y="541"/>
                  </a:cubicBezTo>
                  <a:cubicBezTo>
                    <a:pt x="2255" y="618"/>
                    <a:pt x="1833" y="697"/>
                    <a:pt x="1411" y="796"/>
                  </a:cubicBezTo>
                  <a:cubicBezTo>
                    <a:pt x="989" y="897"/>
                    <a:pt x="578" y="1008"/>
                    <a:pt x="156" y="1129"/>
                  </a:cubicBezTo>
                  <a:lnTo>
                    <a:pt x="0" y="1174"/>
                  </a:lnTo>
                  <a:lnTo>
                    <a:pt x="167" y="1208"/>
                  </a:lnTo>
                  <a:lnTo>
                    <a:pt x="1104" y="1358"/>
                  </a:lnTo>
                  <a:lnTo>
                    <a:pt x="1104" y="1358"/>
                  </a:lnTo>
                  <a:lnTo>
                    <a:pt x="911" y="1474"/>
                  </a:lnTo>
                  <a:lnTo>
                    <a:pt x="911" y="1474"/>
                  </a:lnTo>
                  <a:lnTo>
                    <a:pt x="1144" y="1363"/>
                  </a:lnTo>
                  <a:lnTo>
                    <a:pt x="1166" y="1352"/>
                  </a:lnTo>
                  <a:lnTo>
                    <a:pt x="1134" y="1341"/>
                  </a:lnTo>
                  <a:lnTo>
                    <a:pt x="341" y="1165"/>
                  </a:lnTo>
                  <a:lnTo>
                    <a:pt x="341" y="1165"/>
                  </a:lnTo>
                  <a:cubicBezTo>
                    <a:pt x="708" y="1071"/>
                    <a:pt x="1075" y="986"/>
                    <a:pt x="1433" y="919"/>
                  </a:cubicBezTo>
                  <a:cubicBezTo>
                    <a:pt x="1855" y="830"/>
                    <a:pt x="2277" y="752"/>
                    <a:pt x="2711" y="685"/>
                  </a:cubicBezTo>
                  <a:cubicBezTo>
                    <a:pt x="3133" y="618"/>
                    <a:pt x="3555" y="574"/>
                    <a:pt x="3988" y="529"/>
                  </a:cubicBezTo>
                  <a:cubicBezTo>
                    <a:pt x="4410" y="485"/>
                    <a:pt x="4844" y="452"/>
                    <a:pt x="5277" y="430"/>
                  </a:cubicBezTo>
                  <a:lnTo>
                    <a:pt x="5543" y="418"/>
                  </a:lnTo>
                  <a:lnTo>
                    <a:pt x="5299" y="297"/>
                  </a:lnTo>
                  <a:lnTo>
                    <a:pt x="4962" y="135"/>
                  </a:lnTo>
                  <a:lnTo>
                    <a:pt x="4962" y="135"/>
                  </a:lnTo>
                  <a:cubicBezTo>
                    <a:pt x="5761" y="83"/>
                    <a:pt x="6569" y="74"/>
                    <a:pt x="7377" y="74"/>
                  </a:cubicBezTo>
                  <a:cubicBezTo>
                    <a:pt x="6801" y="23"/>
                    <a:pt x="6217" y="1"/>
                    <a:pt x="563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36"/>
            <p:cNvSpPr/>
            <p:nvPr/>
          </p:nvSpPr>
          <p:spPr>
            <a:xfrm>
              <a:off x="4088550" y="4526025"/>
              <a:ext cx="19450" cy="9750"/>
            </a:xfrm>
            <a:custGeom>
              <a:avLst/>
              <a:gdLst/>
              <a:ahLst/>
              <a:cxnLst/>
              <a:rect l="l" t="t" r="r" b="b"/>
              <a:pathLst>
                <a:path w="778" h="390" extrusionOk="0">
                  <a:moveTo>
                    <a:pt x="778" y="1"/>
                  </a:moveTo>
                  <a:lnTo>
                    <a:pt x="778" y="1"/>
                  </a:lnTo>
                  <a:cubicBezTo>
                    <a:pt x="611" y="11"/>
                    <a:pt x="477" y="56"/>
                    <a:pt x="344" y="123"/>
                  </a:cubicBezTo>
                  <a:cubicBezTo>
                    <a:pt x="222" y="189"/>
                    <a:pt x="100" y="267"/>
                    <a:pt x="0" y="389"/>
                  </a:cubicBezTo>
                  <a:cubicBezTo>
                    <a:pt x="156" y="378"/>
                    <a:pt x="289" y="334"/>
                    <a:pt x="422" y="267"/>
                  </a:cubicBezTo>
                  <a:cubicBezTo>
                    <a:pt x="544" y="201"/>
                    <a:pt x="677" y="123"/>
                    <a:pt x="7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36"/>
            <p:cNvSpPr/>
            <p:nvPr/>
          </p:nvSpPr>
          <p:spPr>
            <a:xfrm>
              <a:off x="4057700" y="4521250"/>
              <a:ext cx="21125" cy="7075"/>
            </a:xfrm>
            <a:custGeom>
              <a:avLst/>
              <a:gdLst/>
              <a:ahLst/>
              <a:cxnLst/>
              <a:rect l="l" t="t" r="r" b="b"/>
              <a:pathLst>
                <a:path w="845" h="283" extrusionOk="0">
                  <a:moveTo>
                    <a:pt x="782" y="0"/>
                  </a:moveTo>
                  <a:cubicBezTo>
                    <a:pt x="641" y="0"/>
                    <a:pt x="515" y="30"/>
                    <a:pt x="390" y="69"/>
                  </a:cubicBezTo>
                  <a:cubicBezTo>
                    <a:pt x="256" y="114"/>
                    <a:pt x="112" y="170"/>
                    <a:pt x="1" y="281"/>
                  </a:cubicBezTo>
                  <a:cubicBezTo>
                    <a:pt x="21" y="282"/>
                    <a:pt x="40" y="283"/>
                    <a:pt x="60" y="283"/>
                  </a:cubicBezTo>
                  <a:cubicBezTo>
                    <a:pt x="193" y="283"/>
                    <a:pt x="319" y="253"/>
                    <a:pt x="445" y="214"/>
                  </a:cubicBezTo>
                  <a:cubicBezTo>
                    <a:pt x="578" y="170"/>
                    <a:pt x="723" y="114"/>
                    <a:pt x="845" y="2"/>
                  </a:cubicBezTo>
                  <a:cubicBezTo>
                    <a:pt x="823" y="1"/>
                    <a:pt x="802" y="0"/>
                    <a:pt x="7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36"/>
            <p:cNvSpPr/>
            <p:nvPr/>
          </p:nvSpPr>
          <p:spPr>
            <a:xfrm>
              <a:off x="4038250" y="4547375"/>
              <a:ext cx="24475" cy="8375"/>
            </a:xfrm>
            <a:custGeom>
              <a:avLst/>
              <a:gdLst/>
              <a:ahLst/>
              <a:cxnLst/>
              <a:rect l="l" t="t" r="r" b="b"/>
              <a:pathLst>
                <a:path w="979" h="335" extrusionOk="0">
                  <a:moveTo>
                    <a:pt x="925" y="0"/>
                  </a:moveTo>
                  <a:cubicBezTo>
                    <a:pt x="765" y="0"/>
                    <a:pt x="607" y="41"/>
                    <a:pt x="467" y="91"/>
                  </a:cubicBezTo>
                  <a:cubicBezTo>
                    <a:pt x="301" y="147"/>
                    <a:pt x="134" y="213"/>
                    <a:pt x="1" y="335"/>
                  </a:cubicBezTo>
                  <a:cubicBezTo>
                    <a:pt x="179" y="335"/>
                    <a:pt x="346" y="291"/>
                    <a:pt x="512" y="235"/>
                  </a:cubicBezTo>
                  <a:cubicBezTo>
                    <a:pt x="679" y="179"/>
                    <a:pt x="835" y="113"/>
                    <a:pt x="978" y="2"/>
                  </a:cubicBezTo>
                  <a:cubicBezTo>
                    <a:pt x="961" y="1"/>
                    <a:pt x="943" y="0"/>
                    <a:pt x="92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36"/>
            <p:cNvSpPr/>
            <p:nvPr/>
          </p:nvSpPr>
          <p:spPr>
            <a:xfrm>
              <a:off x="4023275" y="4566575"/>
              <a:ext cx="30300" cy="9175"/>
            </a:xfrm>
            <a:custGeom>
              <a:avLst/>
              <a:gdLst/>
              <a:ahLst/>
              <a:cxnLst/>
              <a:rect l="l" t="t" r="r" b="b"/>
              <a:pathLst>
                <a:path w="1212" h="367" extrusionOk="0">
                  <a:moveTo>
                    <a:pt x="1211" y="1"/>
                  </a:moveTo>
                  <a:cubicBezTo>
                    <a:pt x="989" y="1"/>
                    <a:pt x="789" y="45"/>
                    <a:pt x="589" y="112"/>
                  </a:cubicBezTo>
                  <a:cubicBezTo>
                    <a:pt x="378" y="167"/>
                    <a:pt x="189" y="245"/>
                    <a:pt x="0" y="367"/>
                  </a:cubicBezTo>
                  <a:cubicBezTo>
                    <a:pt x="222" y="367"/>
                    <a:pt x="422" y="312"/>
                    <a:pt x="634" y="256"/>
                  </a:cubicBezTo>
                  <a:cubicBezTo>
                    <a:pt x="834" y="189"/>
                    <a:pt x="1034" y="122"/>
                    <a:pt x="12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36"/>
            <p:cNvSpPr/>
            <p:nvPr/>
          </p:nvSpPr>
          <p:spPr>
            <a:xfrm>
              <a:off x="3986600" y="4535750"/>
              <a:ext cx="33900" cy="11675"/>
            </a:xfrm>
            <a:custGeom>
              <a:avLst/>
              <a:gdLst/>
              <a:ahLst/>
              <a:cxnLst/>
              <a:rect l="l" t="t" r="r" b="b"/>
              <a:pathLst>
                <a:path w="1356" h="467" extrusionOk="0">
                  <a:moveTo>
                    <a:pt x="1356" y="0"/>
                  </a:moveTo>
                  <a:lnTo>
                    <a:pt x="1356" y="0"/>
                  </a:lnTo>
                  <a:cubicBezTo>
                    <a:pt x="1112" y="22"/>
                    <a:pt x="879" y="89"/>
                    <a:pt x="657" y="156"/>
                  </a:cubicBezTo>
                  <a:cubicBezTo>
                    <a:pt x="434" y="234"/>
                    <a:pt x="212" y="323"/>
                    <a:pt x="1" y="467"/>
                  </a:cubicBezTo>
                  <a:cubicBezTo>
                    <a:pt x="245" y="445"/>
                    <a:pt x="479" y="378"/>
                    <a:pt x="701" y="311"/>
                  </a:cubicBezTo>
                  <a:cubicBezTo>
                    <a:pt x="923" y="234"/>
                    <a:pt x="1145" y="145"/>
                    <a:pt x="13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36"/>
            <p:cNvSpPr/>
            <p:nvPr/>
          </p:nvSpPr>
          <p:spPr>
            <a:xfrm>
              <a:off x="3963575" y="4561300"/>
              <a:ext cx="28350" cy="11425"/>
            </a:xfrm>
            <a:custGeom>
              <a:avLst/>
              <a:gdLst/>
              <a:ahLst/>
              <a:cxnLst/>
              <a:rect l="l" t="t" r="r" b="b"/>
              <a:pathLst>
                <a:path w="1134" h="457" extrusionOk="0">
                  <a:moveTo>
                    <a:pt x="1133" y="0"/>
                  </a:moveTo>
                  <a:lnTo>
                    <a:pt x="1133" y="0"/>
                  </a:lnTo>
                  <a:cubicBezTo>
                    <a:pt x="922" y="22"/>
                    <a:pt x="722" y="78"/>
                    <a:pt x="533" y="156"/>
                  </a:cubicBezTo>
                  <a:cubicBezTo>
                    <a:pt x="344" y="234"/>
                    <a:pt x="166" y="323"/>
                    <a:pt x="0" y="456"/>
                  </a:cubicBezTo>
                  <a:cubicBezTo>
                    <a:pt x="211" y="434"/>
                    <a:pt x="400" y="378"/>
                    <a:pt x="588" y="301"/>
                  </a:cubicBezTo>
                  <a:cubicBezTo>
                    <a:pt x="778" y="222"/>
                    <a:pt x="966" y="133"/>
                    <a:pt x="11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36"/>
            <p:cNvSpPr/>
            <p:nvPr/>
          </p:nvSpPr>
          <p:spPr>
            <a:xfrm>
              <a:off x="3949125" y="4587400"/>
              <a:ext cx="21950" cy="4000"/>
            </a:xfrm>
            <a:custGeom>
              <a:avLst/>
              <a:gdLst/>
              <a:ahLst/>
              <a:cxnLst/>
              <a:rect l="l" t="t" r="r" b="b"/>
              <a:pathLst>
                <a:path w="878" h="160" extrusionOk="0">
                  <a:moveTo>
                    <a:pt x="433" y="0"/>
                  </a:moveTo>
                  <a:cubicBezTo>
                    <a:pt x="289" y="12"/>
                    <a:pt x="144" y="34"/>
                    <a:pt x="0" y="101"/>
                  </a:cubicBezTo>
                  <a:cubicBezTo>
                    <a:pt x="112" y="143"/>
                    <a:pt x="230" y="160"/>
                    <a:pt x="345" y="160"/>
                  </a:cubicBezTo>
                  <a:cubicBezTo>
                    <a:pt x="378" y="160"/>
                    <a:pt x="412" y="159"/>
                    <a:pt x="445" y="156"/>
                  </a:cubicBezTo>
                  <a:cubicBezTo>
                    <a:pt x="589" y="145"/>
                    <a:pt x="734" y="123"/>
                    <a:pt x="878" y="56"/>
                  </a:cubicBezTo>
                  <a:cubicBezTo>
                    <a:pt x="734" y="0"/>
                    <a:pt x="589" y="0"/>
                    <a:pt x="4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36"/>
            <p:cNvSpPr/>
            <p:nvPr/>
          </p:nvSpPr>
          <p:spPr>
            <a:xfrm>
              <a:off x="4109100" y="4502900"/>
              <a:ext cx="15825" cy="6275"/>
            </a:xfrm>
            <a:custGeom>
              <a:avLst/>
              <a:gdLst/>
              <a:ahLst/>
              <a:cxnLst/>
              <a:rect l="l" t="t" r="r" b="b"/>
              <a:pathLst>
                <a:path w="633" h="251" extrusionOk="0">
                  <a:moveTo>
                    <a:pt x="571" y="1"/>
                  </a:moveTo>
                  <a:cubicBezTo>
                    <a:pt x="473" y="1"/>
                    <a:pt x="381" y="21"/>
                    <a:pt x="289" y="48"/>
                  </a:cubicBezTo>
                  <a:cubicBezTo>
                    <a:pt x="189" y="92"/>
                    <a:pt x="77" y="148"/>
                    <a:pt x="0" y="248"/>
                  </a:cubicBezTo>
                  <a:cubicBezTo>
                    <a:pt x="22" y="250"/>
                    <a:pt x="44" y="251"/>
                    <a:pt x="66" y="251"/>
                  </a:cubicBezTo>
                  <a:cubicBezTo>
                    <a:pt x="162" y="251"/>
                    <a:pt x="253" y="231"/>
                    <a:pt x="344" y="203"/>
                  </a:cubicBezTo>
                  <a:cubicBezTo>
                    <a:pt x="455" y="159"/>
                    <a:pt x="556" y="104"/>
                    <a:pt x="633" y="3"/>
                  </a:cubicBezTo>
                  <a:cubicBezTo>
                    <a:pt x="612" y="1"/>
                    <a:pt x="591" y="1"/>
                    <a:pt x="57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36"/>
            <p:cNvSpPr/>
            <p:nvPr/>
          </p:nvSpPr>
          <p:spPr>
            <a:xfrm>
              <a:off x="4107975" y="4539625"/>
              <a:ext cx="18925" cy="11975"/>
            </a:xfrm>
            <a:custGeom>
              <a:avLst/>
              <a:gdLst/>
              <a:ahLst/>
              <a:cxnLst/>
              <a:rect l="l" t="t" r="r" b="b"/>
              <a:pathLst>
                <a:path w="757" h="479" extrusionOk="0">
                  <a:moveTo>
                    <a:pt x="756" y="1"/>
                  </a:moveTo>
                  <a:lnTo>
                    <a:pt x="756" y="1"/>
                  </a:lnTo>
                  <a:cubicBezTo>
                    <a:pt x="589" y="34"/>
                    <a:pt x="456" y="101"/>
                    <a:pt x="334" y="168"/>
                  </a:cubicBezTo>
                  <a:cubicBezTo>
                    <a:pt x="211" y="257"/>
                    <a:pt x="90" y="345"/>
                    <a:pt x="1" y="479"/>
                  </a:cubicBezTo>
                  <a:cubicBezTo>
                    <a:pt x="156" y="445"/>
                    <a:pt x="290" y="378"/>
                    <a:pt x="411" y="301"/>
                  </a:cubicBezTo>
                  <a:cubicBezTo>
                    <a:pt x="545" y="223"/>
                    <a:pt x="656" y="134"/>
                    <a:pt x="7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36"/>
            <p:cNvSpPr/>
            <p:nvPr/>
          </p:nvSpPr>
          <p:spPr>
            <a:xfrm>
              <a:off x="3723050" y="4081125"/>
              <a:ext cx="125575" cy="104300"/>
            </a:xfrm>
            <a:custGeom>
              <a:avLst/>
              <a:gdLst/>
              <a:ahLst/>
              <a:cxnLst/>
              <a:rect l="l" t="t" r="r" b="b"/>
              <a:pathLst>
                <a:path w="5023" h="4172" extrusionOk="0">
                  <a:moveTo>
                    <a:pt x="2100" y="0"/>
                  </a:moveTo>
                  <a:cubicBezTo>
                    <a:pt x="1589" y="0"/>
                    <a:pt x="1090" y="278"/>
                    <a:pt x="811" y="711"/>
                  </a:cubicBezTo>
                  <a:cubicBezTo>
                    <a:pt x="645" y="978"/>
                    <a:pt x="556" y="1289"/>
                    <a:pt x="423" y="1566"/>
                  </a:cubicBezTo>
                  <a:cubicBezTo>
                    <a:pt x="345" y="1744"/>
                    <a:pt x="245" y="1911"/>
                    <a:pt x="167" y="2077"/>
                  </a:cubicBezTo>
                  <a:cubicBezTo>
                    <a:pt x="67" y="2289"/>
                    <a:pt x="1" y="2499"/>
                    <a:pt x="23" y="2722"/>
                  </a:cubicBezTo>
                  <a:cubicBezTo>
                    <a:pt x="67" y="3055"/>
                    <a:pt x="300" y="3322"/>
                    <a:pt x="567" y="3521"/>
                  </a:cubicBezTo>
                  <a:cubicBezTo>
                    <a:pt x="1067" y="3899"/>
                    <a:pt x="1689" y="4099"/>
                    <a:pt x="2311" y="4155"/>
                  </a:cubicBezTo>
                  <a:cubicBezTo>
                    <a:pt x="2437" y="4166"/>
                    <a:pt x="2564" y="4172"/>
                    <a:pt x="2690" y="4172"/>
                  </a:cubicBezTo>
                  <a:cubicBezTo>
                    <a:pt x="3188" y="4172"/>
                    <a:pt x="3688" y="4090"/>
                    <a:pt x="4166" y="3966"/>
                  </a:cubicBezTo>
                  <a:cubicBezTo>
                    <a:pt x="4366" y="3911"/>
                    <a:pt x="4578" y="3844"/>
                    <a:pt x="4722" y="3699"/>
                  </a:cubicBezTo>
                  <a:cubicBezTo>
                    <a:pt x="5022" y="3410"/>
                    <a:pt x="4978" y="2922"/>
                    <a:pt x="4877" y="2511"/>
                  </a:cubicBezTo>
                  <a:cubicBezTo>
                    <a:pt x="4744" y="1922"/>
                    <a:pt x="4544" y="1333"/>
                    <a:pt x="4300" y="778"/>
                  </a:cubicBezTo>
                  <a:cubicBezTo>
                    <a:pt x="4211" y="556"/>
                    <a:pt x="4089" y="311"/>
                    <a:pt x="3877" y="200"/>
                  </a:cubicBezTo>
                  <a:cubicBezTo>
                    <a:pt x="3792" y="151"/>
                    <a:pt x="3697" y="129"/>
                    <a:pt x="3603" y="129"/>
                  </a:cubicBezTo>
                  <a:cubicBezTo>
                    <a:pt x="3440" y="129"/>
                    <a:pt x="3279" y="195"/>
                    <a:pt x="3166" y="300"/>
                  </a:cubicBezTo>
                  <a:cubicBezTo>
                    <a:pt x="3085" y="371"/>
                    <a:pt x="3041" y="526"/>
                    <a:pt x="2941" y="526"/>
                  </a:cubicBezTo>
                  <a:cubicBezTo>
                    <a:pt x="2932" y="526"/>
                    <a:pt x="2922" y="525"/>
                    <a:pt x="2911" y="522"/>
                  </a:cubicBezTo>
                  <a:cubicBezTo>
                    <a:pt x="2822" y="489"/>
                    <a:pt x="2734" y="211"/>
                    <a:pt x="2633" y="144"/>
                  </a:cubicBezTo>
                  <a:cubicBezTo>
                    <a:pt x="2478" y="45"/>
                    <a:pt x="2289" y="11"/>
                    <a:pt x="210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36"/>
            <p:cNvSpPr/>
            <p:nvPr/>
          </p:nvSpPr>
          <p:spPr>
            <a:xfrm>
              <a:off x="3769150" y="4153775"/>
              <a:ext cx="12800" cy="9275"/>
            </a:xfrm>
            <a:custGeom>
              <a:avLst/>
              <a:gdLst/>
              <a:ahLst/>
              <a:cxnLst/>
              <a:rect l="l" t="t" r="r" b="b"/>
              <a:pathLst>
                <a:path w="512" h="371" extrusionOk="0">
                  <a:moveTo>
                    <a:pt x="125" y="0"/>
                  </a:moveTo>
                  <a:cubicBezTo>
                    <a:pt x="116" y="0"/>
                    <a:pt x="107" y="2"/>
                    <a:pt x="100" y="5"/>
                  </a:cubicBezTo>
                  <a:cubicBezTo>
                    <a:pt x="56" y="27"/>
                    <a:pt x="34" y="60"/>
                    <a:pt x="12" y="104"/>
                  </a:cubicBezTo>
                  <a:cubicBezTo>
                    <a:pt x="12" y="116"/>
                    <a:pt x="1" y="127"/>
                    <a:pt x="1" y="138"/>
                  </a:cubicBezTo>
                  <a:cubicBezTo>
                    <a:pt x="1" y="160"/>
                    <a:pt x="23" y="183"/>
                    <a:pt x="45" y="193"/>
                  </a:cubicBezTo>
                  <a:cubicBezTo>
                    <a:pt x="123" y="260"/>
                    <a:pt x="212" y="316"/>
                    <a:pt x="300" y="360"/>
                  </a:cubicBezTo>
                  <a:cubicBezTo>
                    <a:pt x="316" y="367"/>
                    <a:pt x="332" y="370"/>
                    <a:pt x="346" y="370"/>
                  </a:cubicBezTo>
                  <a:cubicBezTo>
                    <a:pt x="401" y="370"/>
                    <a:pt x="443" y="325"/>
                    <a:pt x="478" y="272"/>
                  </a:cubicBezTo>
                  <a:cubicBezTo>
                    <a:pt x="500" y="249"/>
                    <a:pt x="512" y="227"/>
                    <a:pt x="512" y="205"/>
                  </a:cubicBezTo>
                  <a:cubicBezTo>
                    <a:pt x="500" y="183"/>
                    <a:pt x="490" y="160"/>
                    <a:pt x="478" y="149"/>
                  </a:cubicBezTo>
                  <a:cubicBezTo>
                    <a:pt x="401" y="82"/>
                    <a:pt x="300" y="38"/>
                    <a:pt x="189" y="16"/>
                  </a:cubicBezTo>
                  <a:cubicBezTo>
                    <a:pt x="174" y="8"/>
                    <a:pt x="147" y="0"/>
                    <a:pt x="12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36"/>
            <p:cNvSpPr/>
            <p:nvPr/>
          </p:nvSpPr>
          <p:spPr>
            <a:xfrm>
              <a:off x="3745550" y="4123050"/>
              <a:ext cx="28625" cy="17575"/>
            </a:xfrm>
            <a:custGeom>
              <a:avLst/>
              <a:gdLst/>
              <a:ahLst/>
              <a:cxnLst/>
              <a:rect l="l" t="t" r="r" b="b"/>
              <a:pathLst>
                <a:path w="1145" h="703" extrusionOk="0">
                  <a:moveTo>
                    <a:pt x="156" y="0"/>
                  </a:moveTo>
                  <a:cubicBezTo>
                    <a:pt x="0" y="134"/>
                    <a:pt x="101" y="467"/>
                    <a:pt x="234" y="600"/>
                  </a:cubicBezTo>
                  <a:cubicBezTo>
                    <a:pt x="278" y="645"/>
                    <a:pt x="356" y="679"/>
                    <a:pt x="422" y="689"/>
                  </a:cubicBezTo>
                  <a:cubicBezTo>
                    <a:pt x="471" y="697"/>
                    <a:pt x="521" y="702"/>
                    <a:pt x="571" y="702"/>
                  </a:cubicBezTo>
                  <a:cubicBezTo>
                    <a:pt x="657" y="702"/>
                    <a:pt x="741" y="687"/>
                    <a:pt x="812" y="645"/>
                  </a:cubicBezTo>
                  <a:cubicBezTo>
                    <a:pt x="1012" y="545"/>
                    <a:pt x="1089" y="301"/>
                    <a:pt x="1145" y="67"/>
                  </a:cubicBezTo>
                  <a:cubicBezTo>
                    <a:pt x="822" y="67"/>
                    <a:pt x="478" y="0"/>
                    <a:pt x="15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36"/>
            <p:cNvSpPr/>
            <p:nvPr/>
          </p:nvSpPr>
          <p:spPr>
            <a:xfrm>
              <a:off x="3805825" y="4124450"/>
              <a:ext cx="20825" cy="12600"/>
            </a:xfrm>
            <a:custGeom>
              <a:avLst/>
              <a:gdLst/>
              <a:ahLst/>
              <a:cxnLst/>
              <a:rect l="l" t="t" r="r" b="b"/>
              <a:pathLst>
                <a:path w="833" h="504" extrusionOk="0">
                  <a:moveTo>
                    <a:pt x="0" y="0"/>
                  </a:moveTo>
                  <a:lnTo>
                    <a:pt x="0" y="0"/>
                  </a:lnTo>
                  <a:cubicBezTo>
                    <a:pt x="22" y="167"/>
                    <a:pt x="67" y="344"/>
                    <a:pt x="200" y="445"/>
                  </a:cubicBezTo>
                  <a:cubicBezTo>
                    <a:pt x="260" y="487"/>
                    <a:pt x="334" y="504"/>
                    <a:pt x="410" y="504"/>
                  </a:cubicBezTo>
                  <a:cubicBezTo>
                    <a:pt x="432" y="504"/>
                    <a:pt x="455" y="502"/>
                    <a:pt x="478" y="500"/>
                  </a:cubicBezTo>
                  <a:cubicBezTo>
                    <a:pt x="533" y="489"/>
                    <a:pt x="589" y="478"/>
                    <a:pt x="622" y="445"/>
                  </a:cubicBezTo>
                  <a:cubicBezTo>
                    <a:pt x="733" y="367"/>
                    <a:pt x="833" y="122"/>
                    <a:pt x="733" y="23"/>
                  </a:cubicBezTo>
                  <a:cubicBezTo>
                    <a:pt x="617" y="12"/>
                    <a:pt x="494" y="12"/>
                    <a:pt x="371" y="12"/>
                  </a:cubicBezTo>
                  <a:cubicBezTo>
                    <a:pt x="247" y="12"/>
                    <a:pt x="122" y="12"/>
                    <a:pt x="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36"/>
            <p:cNvSpPr/>
            <p:nvPr/>
          </p:nvSpPr>
          <p:spPr>
            <a:xfrm>
              <a:off x="3798300" y="4105225"/>
              <a:ext cx="31425" cy="14250"/>
            </a:xfrm>
            <a:custGeom>
              <a:avLst/>
              <a:gdLst/>
              <a:ahLst/>
              <a:cxnLst/>
              <a:rect l="l" t="t" r="r" b="b"/>
              <a:pathLst>
                <a:path w="1257" h="570" extrusionOk="0">
                  <a:moveTo>
                    <a:pt x="128" y="1"/>
                  </a:moveTo>
                  <a:cubicBezTo>
                    <a:pt x="111" y="1"/>
                    <a:pt x="95" y="1"/>
                    <a:pt x="79" y="2"/>
                  </a:cubicBezTo>
                  <a:cubicBezTo>
                    <a:pt x="57" y="147"/>
                    <a:pt x="23" y="281"/>
                    <a:pt x="1" y="414"/>
                  </a:cubicBezTo>
                  <a:cubicBezTo>
                    <a:pt x="35" y="425"/>
                    <a:pt x="68" y="425"/>
                    <a:pt x="101" y="425"/>
                  </a:cubicBezTo>
                  <a:cubicBezTo>
                    <a:pt x="479" y="436"/>
                    <a:pt x="879" y="425"/>
                    <a:pt x="1223" y="569"/>
                  </a:cubicBezTo>
                  <a:cubicBezTo>
                    <a:pt x="1234" y="547"/>
                    <a:pt x="1245" y="525"/>
                    <a:pt x="1257" y="491"/>
                  </a:cubicBezTo>
                  <a:cubicBezTo>
                    <a:pt x="1057" y="303"/>
                    <a:pt x="823" y="170"/>
                    <a:pt x="568" y="81"/>
                  </a:cubicBezTo>
                  <a:cubicBezTo>
                    <a:pt x="438" y="41"/>
                    <a:pt x="273" y="1"/>
                    <a:pt x="12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36"/>
            <p:cNvSpPr/>
            <p:nvPr/>
          </p:nvSpPr>
          <p:spPr>
            <a:xfrm>
              <a:off x="3743325" y="4101375"/>
              <a:ext cx="35850" cy="16975"/>
            </a:xfrm>
            <a:custGeom>
              <a:avLst/>
              <a:gdLst/>
              <a:ahLst/>
              <a:cxnLst/>
              <a:rect l="l" t="t" r="r" b="b"/>
              <a:pathLst>
                <a:path w="1434" h="679" extrusionOk="0">
                  <a:moveTo>
                    <a:pt x="1345" y="1"/>
                  </a:moveTo>
                  <a:cubicBezTo>
                    <a:pt x="1156" y="1"/>
                    <a:pt x="956" y="68"/>
                    <a:pt x="778" y="124"/>
                  </a:cubicBezTo>
                  <a:cubicBezTo>
                    <a:pt x="489" y="235"/>
                    <a:pt x="234" y="390"/>
                    <a:pt x="0" y="601"/>
                  </a:cubicBezTo>
                  <a:cubicBezTo>
                    <a:pt x="12" y="623"/>
                    <a:pt x="23" y="645"/>
                    <a:pt x="34" y="679"/>
                  </a:cubicBezTo>
                  <a:cubicBezTo>
                    <a:pt x="434" y="490"/>
                    <a:pt x="889" y="468"/>
                    <a:pt x="1333" y="423"/>
                  </a:cubicBezTo>
                  <a:cubicBezTo>
                    <a:pt x="1367" y="423"/>
                    <a:pt x="1400" y="423"/>
                    <a:pt x="1434" y="412"/>
                  </a:cubicBezTo>
                  <a:cubicBezTo>
                    <a:pt x="1400" y="279"/>
                    <a:pt x="1378" y="134"/>
                    <a:pt x="13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36"/>
            <p:cNvSpPr/>
            <p:nvPr/>
          </p:nvSpPr>
          <p:spPr>
            <a:xfrm>
              <a:off x="3748875" y="4123575"/>
              <a:ext cx="9475" cy="9800"/>
            </a:xfrm>
            <a:custGeom>
              <a:avLst/>
              <a:gdLst/>
              <a:ahLst/>
              <a:cxnLst/>
              <a:rect l="l" t="t" r="r" b="b"/>
              <a:pathLst>
                <a:path w="379" h="392" extrusionOk="0">
                  <a:moveTo>
                    <a:pt x="195" y="1"/>
                  </a:moveTo>
                  <a:cubicBezTo>
                    <a:pt x="189" y="1"/>
                    <a:pt x="184" y="1"/>
                    <a:pt x="178" y="2"/>
                  </a:cubicBezTo>
                  <a:cubicBezTo>
                    <a:pt x="79" y="13"/>
                    <a:pt x="1" y="102"/>
                    <a:pt x="12" y="213"/>
                  </a:cubicBezTo>
                  <a:cubicBezTo>
                    <a:pt x="12" y="307"/>
                    <a:pt x="101" y="392"/>
                    <a:pt x="196" y="392"/>
                  </a:cubicBezTo>
                  <a:cubicBezTo>
                    <a:pt x="201" y="392"/>
                    <a:pt x="207" y="391"/>
                    <a:pt x="212" y="391"/>
                  </a:cubicBezTo>
                  <a:cubicBezTo>
                    <a:pt x="312" y="379"/>
                    <a:pt x="378" y="290"/>
                    <a:pt x="378" y="191"/>
                  </a:cubicBezTo>
                  <a:cubicBezTo>
                    <a:pt x="378" y="86"/>
                    <a:pt x="289" y="1"/>
                    <a:pt x="19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36"/>
            <p:cNvSpPr/>
            <p:nvPr/>
          </p:nvSpPr>
          <p:spPr>
            <a:xfrm>
              <a:off x="3806650" y="4125675"/>
              <a:ext cx="10300" cy="9450"/>
            </a:xfrm>
            <a:custGeom>
              <a:avLst/>
              <a:gdLst/>
              <a:ahLst/>
              <a:cxnLst/>
              <a:rect l="l" t="t" r="r" b="b"/>
              <a:pathLst>
                <a:path w="412" h="378" extrusionOk="0">
                  <a:moveTo>
                    <a:pt x="211" y="1"/>
                  </a:moveTo>
                  <a:cubicBezTo>
                    <a:pt x="140" y="1"/>
                    <a:pt x="77" y="44"/>
                    <a:pt x="45" y="118"/>
                  </a:cubicBezTo>
                  <a:cubicBezTo>
                    <a:pt x="0" y="206"/>
                    <a:pt x="45" y="318"/>
                    <a:pt x="123" y="362"/>
                  </a:cubicBezTo>
                  <a:cubicBezTo>
                    <a:pt x="147" y="373"/>
                    <a:pt x="171" y="378"/>
                    <a:pt x="195" y="378"/>
                  </a:cubicBezTo>
                  <a:cubicBezTo>
                    <a:pt x="268" y="378"/>
                    <a:pt x="334" y="330"/>
                    <a:pt x="367" y="262"/>
                  </a:cubicBezTo>
                  <a:cubicBezTo>
                    <a:pt x="412" y="174"/>
                    <a:pt x="367" y="51"/>
                    <a:pt x="289" y="18"/>
                  </a:cubicBezTo>
                  <a:cubicBezTo>
                    <a:pt x="263" y="6"/>
                    <a:pt x="237"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36"/>
            <p:cNvSpPr/>
            <p:nvPr/>
          </p:nvSpPr>
          <p:spPr>
            <a:xfrm>
              <a:off x="3756375" y="4142825"/>
              <a:ext cx="9475" cy="14675"/>
            </a:xfrm>
            <a:custGeom>
              <a:avLst/>
              <a:gdLst/>
              <a:ahLst/>
              <a:cxnLst/>
              <a:rect l="l" t="t" r="r" b="b"/>
              <a:pathLst>
                <a:path w="379" h="587" extrusionOk="0">
                  <a:moveTo>
                    <a:pt x="322" y="0"/>
                  </a:moveTo>
                  <a:cubicBezTo>
                    <a:pt x="314" y="0"/>
                    <a:pt x="307" y="3"/>
                    <a:pt x="300" y="9"/>
                  </a:cubicBezTo>
                  <a:cubicBezTo>
                    <a:pt x="201" y="76"/>
                    <a:pt x="100" y="165"/>
                    <a:pt x="23" y="265"/>
                  </a:cubicBezTo>
                  <a:cubicBezTo>
                    <a:pt x="12" y="287"/>
                    <a:pt x="1" y="298"/>
                    <a:pt x="1" y="320"/>
                  </a:cubicBezTo>
                  <a:lnTo>
                    <a:pt x="12" y="320"/>
                  </a:lnTo>
                  <a:cubicBezTo>
                    <a:pt x="100" y="421"/>
                    <a:pt x="189" y="498"/>
                    <a:pt x="312" y="554"/>
                  </a:cubicBezTo>
                  <a:lnTo>
                    <a:pt x="379" y="587"/>
                  </a:lnTo>
                  <a:cubicBezTo>
                    <a:pt x="367" y="498"/>
                    <a:pt x="356" y="409"/>
                    <a:pt x="356" y="320"/>
                  </a:cubicBezTo>
                  <a:cubicBezTo>
                    <a:pt x="356" y="287"/>
                    <a:pt x="345" y="132"/>
                    <a:pt x="356" y="31"/>
                  </a:cubicBezTo>
                  <a:cubicBezTo>
                    <a:pt x="356" y="16"/>
                    <a:pt x="339" y="0"/>
                    <a:pt x="322"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36"/>
            <p:cNvSpPr/>
            <p:nvPr/>
          </p:nvSpPr>
          <p:spPr>
            <a:xfrm>
              <a:off x="3785525" y="4153575"/>
              <a:ext cx="12250" cy="12000"/>
            </a:xfrm>
            <a:custGeom>
              <a:avLst/>
              <a:gdLst/>
              <a:ahLst/>
              <a:cxnLst/>
              <a:rect l="l" t="t" r="r" b="b"/>
              <a:pathLst>
                <a:path w="490" h="480" extrusionOk="0">
                  <a:moveTo>
                    <a:pt x="421" y="1"/>
                  </a:moveTo>
                  <a:cubicBezTo>
                    <a:pt x="413" y="1"/>
                    <a:pt x="405" y="4"/>
                    <a:pt x="401" y="13"/>
                  </a:cubicBezTo>
                  <a:cubicBezTo>
                    <a:pt x="346" y="90"/>
                    <a:pt x="235" y="201"/>
                    <a:pt x="212" y="224"/>
                  </a:cubicBezTo>
                  <a:cubicBezTo>
                    <a:pt x="146" y="290"/>
                    <a:pt x="79" y="357"/>
                    <a:pt x="1" y="413"/>
                  </a:cubicBezTo>
                  <a:lnTo>
                    <a:pt x="1" y="435"/>
                  </a:lnTo>
                  <a:cubicBezTo>
                    <a:pt x="19" y="432"/>
                    <a:pt x="38" y="431"/>
                    <a:pt x="57" y="431"/>
                  </a:cubicBezTo>
                  <a:cubicBezTo>
                    <a:pt x="110" y="431"/>
                    <a:pt x="167" y="441"/>
                    <a:pt x="223" y="457"/>
                  </a:cubicBezTo>
                  <a:cubicBezTo>
                    <a:pt x="301" y="468"/>
                    <a:pt x="379" y="480"/>
                    <a:pt x="457" y="480"/>
                  </a:cubicBezTo>
                  <a:cubicBezTo>
                    <a:pt x="467" y="480"/>
                    <a:pt x="467" y="480"/>
                    <a:pt x="467" y="468"/>
                  </a:cubicBezTo>
                  <a:cubicBezTo>
                    <a:pt x="479" y="457"/>
                    <a:pt x="490" y="435"/>
                    <a:pt x="490" y="413"/>
                  </a:cubicBezTo>
                  <a:cubicBezTo>
                    <a:pt x="490" y="290"/>
                    <a:pt x="479" y="157"/>
                    <a:pt x="457" y="24"/>
                  </a:cubicBezTo>
                  <a:cubicBezTo>
                    <a:pt x="450" y="10"/>
                    <a:pt x="435" y="1"/>
                    <a:pt x="42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36"/>
            <p:cNvSpPr/>
            <p:nvPr/>
          </p:nvSpPr>
          <p:spPr>
            <a:xfrm>
              <a:off x="3749425" y="4121675"/>
              <a:ext cx="25325" cy="3950"/>
            </a:xfrm>
            <a:custGeom>
              <a:avLst/>
              <a:gdLst/>
              <a:ahLst/>
              <a:cxnLst/>
              <a:rect l="l" t="t" r="r" b="b"/>
              <a:pathLst>
                <a:path w="1013" h="158" extrusionOk="0">
                  <a:moveTo>
                    <a:pt x="12" y="0"/>
                  </a:moveTo>
                  <a:lnTo>
                    <a:pt x="1" y="67"/>
                  </a:lnTo>
                  <a:cubicBezTo>
                    <a:pt x="293" y="125"/>
                    <a:pt x="584" y="158"/>
                    <a:pt x="884" y="158"/>
                  </a:cubicBezTo>
                  <a:cubicBezTo>
                    <a:pt x="927" y="158"/>
                    <a:pt x="969" y="157"/>
                    <a:pt x="1012" y="156"/>
                  </a:cubicBezTo>
                  <a:lnTo>
                    <a:pt x="1012" y="89"/>
                  </a:lnTo>
                  <a:cubicBezTo>
                    <a:pt x="961" y="91"/>
                    <a:pt x="909" y="92"/>
                    <a:pt x="857" y="92"/>
                  </a:cubicBezTo>
                  <a:cubicBezTo>
                    <a:pt x="573" y="92"/>
                    <a:pt x="284" y="66"/>
                    <a:pt x="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36"/>
            <p:cNvSpPr/>
            <p:nvPr/>
          </p:nvSpPr>
          <p:spPr>
            <a:xfrm>
              <a:off x="3804975" y="4123600"/>
              <a:ext cx="19475" cy="2375"/>
            </a:xfrm>
            <a:custGeom>
              <a:avLst/>
              <a:gdLst/>
              <a:ahLst/>
              <a:cxnLst/>
              <a:rect l="l" t="t" r="r" b="b"/>
              <a:pathLst>
                <a:path w="779" h="95" extrusionOk="0">
                  <a:moveTo>
                    <a:pt x="12" y="1"/>
                  </a:moveTo>
                  <a:lnTo>
                    <a:pt x="1" y="67"/>
                  </a:lnTo>
                  <a:cubicBezTo>
                    <a:pt x="142" y="86"/>
                    <a:pt x="286" y="94"/>
                    <a:pt x="430" y="94"/>
                  </a:cubicBezTo>
                  <a:cubicBezTo>
                    <a:pt x="547" y="94"/>
                    <a:pt x="664" y="89"/>
                    <a:pt x="778" y="79"/>
                  </a:cubicBezTo>
                  <a:lnTo>
                    <a:pt x="778" y="12"/>
                  </a:lnTo>
                  <a:cubicBezTo>
                    <a:pt x="664" y="22"/>
                    <a:pt x="549" y="28"/>
                    <a:pt x="435" y="28"/>
                  </a:cubicBezTo>
                  <a:cubicBezTo>
                    <a:pt x="294" y="28"/>
                    <a:pt x="153" y="19"/>
                    <a:pt x="1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36"/>
            <p:cNvSpPr/>
            <p:nvPr/>
          </p:nvSpPr>
          <p:spPr>
            <a:xfrm>
              <a:off x="3776100" y="4129925"/>
              <a:ext cx="24200" cy="17575"/>
            </a:xfrm>
            <a:custGeom>
              <a:avLst/>
              <a:gdLst/>
              <a:ahLst/>
              <a:cxnLst/>
              <a:rect l="l" t="t" r="r" b="b"/>
              <a:pathLst>
                <a:path w="968" h="703" extrusionOk="0">
                  <a:moveTo>
                    <a:pt x="767" y="0"/>
                  </a:moveTo>
                  <a:cubicBezTo>
                    <a:pt x="695" y="0"/>
                    <a:pt x="623" y="35"/>
                    <a:pt x="578" y="81"/>
                  </a:cubicBezTo>
                  <a:cubicBezTo>
                    <a:pt x="556" y="115"/>
                    <a:pt x="533" y="159"/>
                    <a:pt x="511" y="192"/>
                  </a:cubicBezTo>
                  <a:cubicBezTo>
                    <a:pt x="444" y="86"/>
                    <a:pt x="317" y="22"/>
                    <a:pt x="190" y="22"/>
                  </a:cubicBezTo>
                  <a:cubicBezTo>
                    <a:pt x="171" y="22"/>
                    <a:pt x="152" y="23"/>
                    <a:pt x="133" y="26"/>
                  </a:cubicBezTo>
                  <a:cubicBezTo>
                    <a:pt x="111" y="26"/>
                    <a:pt x="89" y="36"/>
                    <a:pt x="67" y="48"/>
                  </a:cubicBezTo>
                  <a:cubicBezTo>
                    <a:pt x="45" y="59"/>
                    <a:pt x="34" y="92"/>
                    <a:pt x="22" y="115"/>
                  </a:cubicBezTo>
                  <a:cubicBezTo>
                    <a:pt x="0" y="226"/>
                    <a:pt x="56" y="315"/>
                    <a:pt x="101" y="381"/>
                  </a:cubicBezTo>
                  <a:cubicBezTo>
                    <a:pt x="167" y="492"/>
                    <a:pt x="245" y="614"/>
                    <a:pt x="378" y="659"/>
                  </a:cubicBezTo>
                  <a:cubicBezTo>
                    <a:pt x="389" y="659"/>
                    <a:pt x="400" y="670"/>
                    <a:pt x="412" y="670"/>
                  </a:cubicBezTo>
                  <a:lnTo>
                    <a:pt x="434" y="570"/>
                  </a:lnTo>
                  <a:cubicBezTo>
                    <a:pt x="323" y="537"/>
                    <a:pt x="256" y="436"/>
                    <a:pt x="189" y="325"/>
                  </a:cubicBezTo>
                  <a:cubicBezTo>
                    <a:pt x="145" y="259"/>
                    <a:pt x="111" y="204"/>
                    <a:pt x="123" y="148"/>
                  </a:cubicBezTo>
                  <a:cubicBezTo>
                    <a:pt x="133" y="137"/>
                    <a:pt x="133" y="137"/>
                    <a:pt x="133" y="125"/>
                  </a:cubicBezTo>
                  <a:lnTo>
                    <a:pt x="156" y="125"/>
                  </a:lnTo>
                  <a:cubicBezTo>
                    <a:pt x="168" y="123"/>
                    <a:pt x="181" y="122"/>
                    <a:pt x="194" y="122"/>
                  </a:cubicBezTo>
                  <a:cubicBezTo>
                    <a:pt x="317" y="122"/>
                    <a:pt x="447" y="217"/>
                    <a:pt x="467" y="348"/>
                  </a:cubicBezTo>
                  <a:lnTo>
                    <a:pt x="523" y="547"/>
                  </a:lnTo>
                  <a:lnTo>
                    <a:pt x="578" y="348"/>
                  </a:lnTo>
                  <a:cubicBezTo>
                    <a:pt x="589" y="281"/>
                    <a:pt x="612" y="204"/>
                    <a:pt x="656" y="148"/>
                  </a:cubicBezTo>
                  <a:cubicBezTo>
                    <a:pt x="687" y="124"/>
                    <a:pt x="730" y="101"/>
                    <a:pt x="768" y="101"/>
                  </a:cubicBezTo>
                  <a:cubicBezTo>
                    <a:pt x="784" y="101"/>
                    <a:pt x="799" y="105"/>
                    <a:pt x="812" y="115"/>
                  </a:cubicBezTo>
                  <a:cubicBezTo>
                    <a:pt x="856" y="137"/>
                    <a:pt x="867" y="214"/>
                    <a:pt x="856" y="270"/>
                  </a:cubicBezTo>
                  <a:cubicBezTo>
                    <a:pt x="844" y="404"/>
                    <a:pt x="767" y="537"/>
                    <a:pt x="700" y="648"/>
                  </a:cubicBezTo>
                  <a:lnTo>
                    <a:pt x="789" y="703"/>
                  </a:lnTo>
                  <a:cubicBezTo>
                    <a:pt x="867" y="581"/>
                    <a:pt x="945" y="436"/>
                    <a:pt x="967" y="270"/>
                  </a:cubicBezTo>
                  <a:cubicBezTo>
                    <a:pt x="967" y="159"/>
                    <a:pt x="933" y="70"/>
                    <a:pt x="867" y="26"/>
                  </a:cubicBezTo>
                  <a:cubicBezTo>
                    <a:pt x="835" y="8"/>
                    <a:pt x="801" y="0"/>
                    <a:pt x="76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36"/>
            <p:cNvSpPr/>
            <p:nvPr/>
          </p:nvSpPr>
          <p:spPr>
            <a:xfrm>
              <a:off x="3755275" y="4149450"/>
              <a:ext cx="42225" cy="17225"/>
            </a:xfrm>
            <a:custGeom>
              <a:avLst/>
              <a:gdLst/>
              <a:ahLst/>
              <a:cxnLst/>
              <a:rect l="l" t="t" r="r" b="b"/>
              <a:pathLst>
                <a:path w="1689" h="689" extrusionOk="0">
                  <a:moveTo>
                    <a:pt x="45" y="0"/>
                  </a:moveTo>
                  <a:cubicBezTo>
                    <a:pt x="33" y="22"/>
                    <a:pt x="11" y="33"/>
                    <a:pt x="0" y="45"/>
                  </a:cubicBezTo>
                  <a:cubicBezTo>
                    <a:pt x="334" y="356"/>
                    <a:pt x="756" y="566"/>
                    <a:pt x="1200" y="645"/>
                  </a:cubicBezTo>
                  <a:cubicBezTo>
                    <a:pt x="1356" y="677"/>
                    <a:pt x="1522" y="689"/>
                    <a:pt x="1677" y="689"/>
                  </a:cubicBezTo>
                  <a:cubicBezTo>
                    <a:pt x="1677" y="667"/>
                    <a:pt x="1689" y="645"/>
                    <a:pt x="1689" y="622"/>
                  </a:cubicBezTo>
                  <a:lnTo>
                    <a:pt x="1689" y="622"/>
                  </a:lnTo>
                  <a:cubicBezTo>
                    <a:pt x="1675" y="623"/>
                    <a:pt x="1661" y="623"/>
                    <a:pt x="1648" y="623"/>
                  </a:cubicBezTo>
                  <a:cubicBezTo>
                    <a:pt x="1062" y="623"/>
                    <a:pt x="479" y="401"/>
                    <a:pt x="4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892"/>
        <p:cNvGrpSpPr/>
        <p:nvPr/>
      </p:nvGrpSpPr>
      <p:grpSpPr>
        <a:xfrm>
          <a:off x="0" y="0"/>
          <a:ext cx="0" cy="0"/>
          <a:chOff x="0" y="0"/>
          <a:chExt cx="0" cy="0"/>
        </a:xfrm>
      </p:grpSpPr>
      <p:sp>
        <p:nvSpPr>
          <p:cNvPr id="893" name="Google Shape;893;p37"/>
          <p:cNvSpPr/>
          <p:nvPr/>
        </p:nvSpPr>
        <p:spPr>
          <a:xfrm>
            <a:off x="5767286" y="17092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894" name="Google Shape;894;p37"/>
          <p:cNvSpPr/>
          <p:nvPr/>
        </p:nvSpPr>
        <p:spPr>
          <a:xfrm>
            <a:off x="2256723" y="17092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895" name="Google Shape;895;p37"/>
          <p:cNvSpPr/>
          <p:nvPr/>
        </p:nvSpPr>
        <p:spPr>
          <a:xfrm>
            <a:off x="1542709" y="2988638"/>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896" name="Google Shape;896;p37"/>
          <p:cNvSpPr/>
          <p:nvPr/>
        </p:nvSpPr>
        <p:spPr>
          <a:xfrm flipH="1">
            <a:off x="5053321" y="2988638"/>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897" name="Google Shape;897;p37"/>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898" name="Google Shape;898;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two columns</a:t>
            </a:r>
            <a:endParaRPr/>
          </a:p>
        </p:txBody>
      </p:sp>
      <p:sp>
        <p:nvSpPr>
          <p:cNvPr id="899" name="Google Shape;899;p37"/>
          <p:cNvSpPr txBox="1">
            <a:spLocks noGrp="1"/>
          </p:cNvSpPr>
          <p:nvPr>
            <p:ph type="subTitle" idx="1"/>
          </p:nvPr>
        </p:nvSpPr>
        <p:spPr>
          <a:xfrm>
            <a:off x="1542709" y="3592950"/>
            <a:ext cx="2510700" cy="101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It’s a hot and small planet</a:t>
            </a:r>
            <a:endParaRPr/>
          </a:p>
        </p:txBody>
      </p:sp>
      <p:sp>
        <p:nvSpPr>
          <p:cNvPr id="900" name="Google Shape;900;p37"/>
          <p:cNvSpPr txBox="1">
            <a:spLocks noGrp="1"/>
          </p:cNvSpPr>
          <p:nvPr>
            <p:ph type="subTitle" idx="2"/>
          </p:nvPr>
        </p:nvSpPr>
        <p:spPr>
          <a:xfrm>
            <a:off x="5071959" y="3592950"/>
            <a:ext cx="2510700" cy="101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it’s the second planet from the Sun</a:t>
            </a:r>
            <a:endParaRPr/>
          </a:p>
        </p:txBody>
      </p:sp>
      <p:sp>
        <p:nvSpPr>
          <p:cNvPr id="901" name="Google Shape;901;p37"/>
          <p:cNvSpPr txBox="1">
            <a:spLocks noGrp="1"/>
          </p:cNvSpPr>
          <p:nvPr>
            <p:ph type="subTitle" idx="3"/>
          </p:nvPr>
        </p:nvSpPr>
        <p:spPr>
          <a:xfrm>
            <a:off x="1732209" y="30600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902" name="Google Shape;902;p37"/>
          <p:cNvSpPr txBox="1">
            <a:spLocks noGrp="1"/>
          </p:cNvSpPr>
          <p:nvPr>
            <p:ph type="subTitle" idx="4"/>
          </p:nvPr>
        </p:nvSpPr>
        <p:spPr>
          <a:xfrm>
            <a:off x="5261409" y="30600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grpSp>
        <p:nvGrpSpPr>
          <p:cNvPr id="903" name="Google Shape;903;p37"/>
          <p:cNvGrpSpPr/>
          <p:nvPr/>
        </p:nvGrpSpPr>
        <p:grpSpPr>
          <a:xfrm>
            <a:off x="2531179" y="1925733"/>
            <a:ext cx="571046" cy="571056"/>
            <a:chOff x="3168505" y="798235"/>
            <a:chExt cx="385972" cy="385979"/>
          </a:xfrm>
        </p:grpSpPr>
        <p:sp>
          <p:nvSpPr>
            <p:cNvPr id="904" name="Google Shape;904;p37"/>
            <p:cNvSpPr/>
            <p:nvPr/>
          </p:nvSpPr>
          <p:spPr>
            <a:xfrm>
              <a:off x="3350211" y="930070"/>
              <a:ext cx="22668" cy="203200"/>
            </a:xfrm>
            <a:custGeom>
              <a:avLst/>
              <a:gdLst/>
              <a:ahLst/>
              <a:cxnLst/>
              <a:rect l="l" t="t" r="r" b="b"/>
              <a:pathLst>
                <a:path w="445" h="3989" extrusionOk="0">
                  <a:moveTo>
                    <a:pt x="0" y="0"/>
                  </a:moveTo>
                  <a:lnTo>
                    <a:pt x="0" y="3989"/>
                  </a:lnTo>
                  <a:lnTo>
                    <a:pt x="444" y="3989"/>
                  </a:lnTo>
                  <a:lnTo>
                    <a:pt x="4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37"/>
            <p:cNvSpPr/>
            <p:nvPr/>
          </p:nvSpPr>
          <p:spPr>
            <a:xfrm>
              <a:off x="3350211" y="798235"/>
              <a:ext cx="22668" cy="27762"/>
            </a:xfrm>
            <a:custGeom>
              <a:avLst/>
              <a:gdLst/>
              <a:ahLst/>
              <a:cxnLst/>
              <a:rect l="l" t="t" r="r" b="b"/>
              <a:pathLst>
                <a:path w="445" h="545" extrusionOk="0">
                  <a:moveTo>
                    <a:pt x="0" y="1"/>
                  </a:moveTo>
                  <a:lnTo>
                    <a:pt x="0" y="544"/>
                  </a:lnTo>
                  <a:lnTo>
                    <a:pt x="444" y="544"/>
                  </a:lnTo>
                  <a:lnTo>
                    <a:pt x="4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37"/>
            <p:cNvSpPr/>
            <p:nvPr/>
          </p:nvSpPr>
          <p:spPr>
            <a:xfrm>
              <a:off x="3428813" y="940819"/>
              <a:ext cx="41924" cy="78702"/>
            </a:xfrm>
            <a:custGeom>
              <a:avLst/>
              <a:gdLst/>
              <a:ahLst/>
              <a:cxnLst/>
              <a:rect l="l" t="t" r="r" b="b"/>
              <a:pathLst>
                <a:path w="823" h="1545" extrusionOk="0">
                  <a:moveTo>
                    <a:pt x="390" y="1"/>
                  </a:moveTo>
                  <a:lnTo>
                    <a:pt x="1" y="1434"/>
                  </a:lnTo>
                  <a:lnTo>
                    <a:pt x="434" y="1545"/>
                  </a:lnTo>
                  <a:lnTo>
                    <a:pt x="823" y="112"/>
                  </a:lnTo>
                  <a:lnTo>
                    <a:pt x="390" y="1"/>
                  </a:lnTo>
                  <a:close/>
                </a:path>
              </a:pathLst>
            </a:custGeom>
            <a:solidFill>
              <a:srgbClr val="FFB6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7"/>
            <p:cNvSpPr/>
            <p:nvPr/>
          </p:nvSpPr>
          <p:spPr>
            <a:xfrm>
              <a:off x="3428813" y="940819"/>
              <a:ext cx="41924" cy="78702"/>
            </a:xfrm>
            <a:custGeom>
              <a:avLst/>
              <a:gdLst/>
              <a:ahLst/>
              <a:cxnLst/>
              <a:rect l="l" t="t" r="r" b="b"/>
              <a:pathLst>
                <a:path w="823" h="1545" extrusionOk="0">
                  <a:moveTo>
                    <a:pt x="390" y="1"/>
                  </a:moveTo>
                  <a:lnTo>
                    <a:pt x="1" y="1434"/>
                  </a:lnTo>
                  <a:lnTo>
                    <a:pt x="434" y="1545"/>
                  </a:lnTo>
                  <a:lnTo>
                    <a:pt x="823" y="112"/>
                  </a:lnTo>
                  <a:lnTo>
                    <a:pt x="390"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7"/>
            <p:cNvSpPr/>
            <p:nvPr/>
          </p:nvSpPr>
          <p:spPr>
            <a:xfrm>
              <a:off x="3475831" y="812346"/>
              <a:ext cx="28883" cy="33468"/>
            </a:xfrm>
            <a:custGeom>
              <a:avLst/>
              <a:gdLst/>
              <a:ahLst/>
              <a:cxnLst/>
              <a:rect l="l" t="t" r="r" b="b"/>
              <a:pathLst>
                <a:path w="567" h="657" extrusionOk="0">
                  <a:moveTo>
                    <a:pt x="144" y="1"/>
                  </a:moveTo>
                  <a:lnTo>
                    <a:pt x="0" y="546"/>
                  </a:lnTo>
                  <a:lnTo>
                    <a:pt x="422" y="657"/>
                  </a:lnTo>
                  <a:lnTo>
                    <a:pt x="566" y="123"/>
                  </a:lnTo>
                  <a:lnTo>
                    <a:pt x="144" y="1"/>
                  </a:lnTo>
                  <a:close/>
                </a:path>
              </a:pathLst>
            </a:custGeom>
            <a:solidFill>
              <a:srgbClr val="FFB6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7"/>
            <p:cNvSpPr/>
            <p:nvPr/>
          </p:nvSpPr>
          <p:spPr>
            <a:xfrm>
              <a:off x="3475831" y="812346"/>
              <a:ext cx="28883" cy="33468"/>
            </a:xfrm>
            <a:custGeom>
              <a:avLst/>
              <a:gdLst/>
              <a:ahLst/>
              <a:cxnLst/>
              <a:rect l="l" t="t" r="r" b="b"/>
              <a:pathLst>
                <a:path w="567" h="657" extrusionOk="0">
                  <a:moveTo>
                    <a:pt x="144" y="1"/>
                  </a:moveTo>
                  <a:lnTo>
                    <a:pt x="0" y="546"/>
                  </a:lnTo>
                  <a:lnTo>
                    <a:pt x="422" y="657"/>
                  </a:lnTo>
                  <a:lnTo>
                    <a:pt x="566" y="123"/>
                  </a:lnTo>
                  <a:lnTo>
                    <a:pt x="1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7"/>
            <p:cNvSpPr/>
            <p:nvPr/>
          </p:nvSpPr>
          <p:spPr>
            <a:xfrm>
              <a:off x="3251742" y="940819"/>
              <a:ext cx="41924" cy="78702"/>
            </a:xfrm>
            <a:custGeom>
              <a:avLst/>
              <a:gdLst/>
              <a:ahLst/>
              <a:cxnLst/>
              <a:rect l="l" t="t" r="r" b="b"/>
              <a:pathLst>
                <a:path w="823" h="1545" extrusionOk="0">
                  <a:moveTo>
                    <a:pt x="433" y="1"/>
                  </a:moveTo>
                  <a:lnTo>
                    <a:pt x="0" y="112"/>
                  </a:lnTo>
                  <a:lnTo>
                    <a:pt x="388" y="1545"/>
                  </a:lnTo>
                  <a:lnTo>
                    <a:pt x="822" y="1434"/>
                  </a:lnTo>
                  <a:lnTo>
                    <a:pt x="433"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37"/>
            <p:cNvSpPr/>
            <p:nvPr/>
          </p:nvSpPr>
          <p:spPr>
            <a:xfrm>
              <a:off x="3217765" y="812346"/>
              <a:ext cx="28883" cy="33468"/>
            </a:xfrm>
            <a:custGeom>
              <a:avLst/>
              <a:gdLst/>
              <a:ahLst/>
              <a:cxnLst/>
              <a:rect l="l" t="t" r="r" b="b"/>
              <a:pathLst>
                <a:path w="567" h="657" extrusionOk="0">
                  <a:moveTo>
                    <a:pt x="423" y="1"/>
                  </a:moveTo>
                  <a:lnTo>
                    <a:pt x="1" y="123"/>
                  </a:lnTo>
                  <a:lnTo>
                    <a:pt x="145" y="657"/>
                  </a:lnTo>
                  <a:lnTo>
                    <a:pt x="567" y="546"/>
                  </a:lnTo>
                  <a:lnTo>
                    <a:pt x="423"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37"/>
            <p:cNvSpPr/>
            <p:nvPr/>
          </p:nvSpPr>
          <p:spPr>
            <a:xfrm>
              <a:off x="3320767" y="814638"/>
              <a:ext cx="81555" cy="126790"/>
            </a:xfrm>
            <a:custGeom>
              <a:avLst/>
              <a:gdLst/>
              <a:ahLst/>
              <a:cxnLst/>
              <a:rect l="l" t="t" r="r" b="b"/>
              <a:pathLst>
                <a:path w="1601" h="2489" extrusionOk="0">
                  <a:moveTo>
                    <a:pt x="778" y="0"/>
                  </a:moveTo>
                  <a:cubicBezTo>
                    <a:pt x="344" y="0"/>
                    <a:pt x="0" y="345"/>
                    <a:pt x="0" y="778"/>
                  </a:cubicBezTo>
                  <a:lnTo>
                    <a:pt x="0" y="1711"/>
                  </a:lnTo>
                  <a:cubicBezTo>
                    <a:pt x="0" y="2145"/>
                    <a:pt x="344" y="2489"/>
                    <a:pt x="778" y="2489"/>
                  </a:cubicBezTo>
                  <a:lnTo>
                    <a:pt x="822" y="2489"/>
                  </a:lnTo>
                  <a:cubicBezTo>
                    <a:pt x="1255" y="2489"/>
                    <a:pt x="1600" y="2145"/>
                    <a:pt x="1600" y="1711"/>
                  </a:cubicBezTo>
                  <a:lnTo>
                    <a:pt x="1600" y="778"/>
                  </a:lnTo>
                  <a:cubicBezTo>
                    <a:pt x="1600" y="345"/>
                    <a:pt x="1255" y="0"/>
                    <a:pt x="82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7"/>
            <p:cNvSpPr/>
            <p:nvPr/>
          </p:nvSpPr>
          <p:spPr>
            <a:xfrm>
              <a:off x="3422038" y="830481"/>
              <a:ext cx="101880" cy="125669"/>
            </a:xfrm>
            <a:custGeom>
              <a:avLst/>
              <a:gdLst/>
              <a:ahLst/>
              <a:cxnLst/>
              <a:rect l="l" t="t" r="r" b="b"/>
              <a:pathLst>
                <a:path w="2000" h="2467" extrusionOk="0">
                  <a:moveTo>
                    <a:pt x="1101" y="0"/>
                  </a:moveTo>
                  <a:cubicBezTo>
                    <a:pt x="756" y="0"/>
                    <a:pt x="445" y="234"/>
                    <a:pt x="356" y="567"/>
                  </a:cubicBezTo>
                  <a:lnTo>
                    <a:pt x="111" y="1478"/>
                  </a:lnTo>
                  <a:cubicBezTo>
                    <a:pt x="0" y="1900"/>
                    <a:pt x="245" y="2323"/>
                    <a:pt x="656" y="2434"/>
                  </a:cubicBezTo>
                  <a:lnTo>
                    <a:pt x="701" y="2444"/>
                  </a:lnTo>
                  <a:cubicBezTo>
                    <a:pt x="767" y="2456"/>
                    <a:pt x="834" y="2466"/>
                    <a:pt x="901" y="2466"/>
                  </a:cubicBezTo>
                  <a:cubicBezTo>
                    <a:pt x="1256" y="2466"/>
                    <a:pt x="1556" y="2234"/>
                    <a:pt x="1644" y="1900"/>
                  </a:cubicBezTo>
                  <a:lnTo>
                    <a:pt x="1889" y="978"/>
                  </a:lnTo>
                  <a:cubicBezTo>
                    <a:pt x="2000" y="567"/>
                    <a:pt x="1756" y="145"/>
                    <a:pt x="1345" y="34"/>
                  </a:cubicBezTo>
                  <a:lnTo>
                    <a:pt x="1301" y="23"/>
                  </a:lnTo>
                  <a:cubicBezTo>
                    <a:pt x="1234" y="0"/>
                    <a:pt x="1167" y="0"/>
                    <a:pt x="1101"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7"/>
            <p:cNvSpPr/>
            <p:nvPr/>
          </p:nvSpPr>
          <p:spPr>
            <a:xfrm>
              <a:off x="3198509" y="830481"/>
              <a:ext cx="101931" cy="126280"/>
            </a:xfrm>
            <a:custGeom>
              <a:avLst/>
              <a:gdLst/>
              <a:ahLst/>
              <a:cxnLst/>
              <a:rect l="l" t="t" r="r" b="b"/>
              <a:pathLst>
                <a:path w="2001" h="2479" extrusionOk="0">
                  <a:moveTo>
                    <a:pt x="900" y="0"/>
                  </a:moveTo>
                  <a:cubicBezTo>
                    <a:pt x="834" y="0"/>
                    <a:pt x="767" y="12"/>
                    <a:pt x="700" y="23"/>
                  </a:cubicBezTo>
                  <a:lnTo>
                    <a:pt x="656" y="34"/>
                  </a:lnTo>
                  <a:cubicBezTo>
                    <a:pt x="245" y="145"/>
                    <a:pt x="1" y="578"/>
                    <a:pt x="100" y="989"/>
                  </a:cubicBezTo>
                  <a:lnTo>
                    <a:pt x="345" y="1900"/>
                  </a:lnTo>
                  <a:cubicBezTo>
                    <a:pt x="445" y="2234"/>
                    <a:pt x="745" y="2478"/>
                    <a:pt x="1100" y="2478"/>
                  </a:cubicBezTo>
                  <a:cubicBezTo>
                    <a:pt x="1167" y="2478"/>
                    <a:pt x="1233" y="2466"/>
                    <a:pt x="1300" y="2444"/>
                  </a:cubicBezTo>
                  <a:lnTo>
                    <a:pt x="1345" y="2434"/>
                  </a:lnTo>
                  <a:cubicBezTo>
                    <a:pt x="1756" y="2323"/>
                    <a:pt x="2000" y="1900"/>
                    <a:pt x="1889" y="1489"/>
                  </a:cubicBezTo>
                  <a:lnTo>
                    <a:pt x="1645" y="578"/>
                  </a:lnTo>
                  <a:cubicBezTo>
                    <a:pt x="1556" y="234"/>
                    <a:pt x="1245" y="0"/>
                    <a:pt x="90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7"/>
            <p:cNvSpPr/>
            <p:nvPr/>
          </p:nvSpPr>
          <p:spPr>
            <a:xfrm>
              <a:off x="3170237" y="1038727"/>
              <a:ext cx="128471" cy="134176"/>
            </a:xfrm>
            <a:custGeom>
              <a:avLst/>
              <a:gdLst/>
              <a:ahLst/>
              <a:cxnLst/>
              <a:rect l="l" t="t" r="r" b="b"/>
              <a:pathLst>
                <a:path w="2522" h="2634" extrusionOk="0">
                  <a:moveTo>
                    <a:pt x="0" y="0"/>
                  </a:moveTo>
                  <a:lnTo>
                    <a:pt x="578" y="1333"/>
                  </a:lnTo>
                  <a:cubicBezTo>
                    <a:pt x="689" y="1589"/>
                    <a:pt x="744" y="1856"/>
                    <a:pt x="744" y="2133"/>
                  </a:cubicBezTo>
                  <a:lnTo>
                    <a:pt x="744" y="2634"/>
                  </a:lnTo>
                  <a:lnTo>
                    <a:pt x="2522" y="2634"/>
                  </a:lnTo>
                  <a:lnTo>
                    <a:pt x="2522" y="2600"/>
                  </a:lnTo>
                  <a:cubicBezTo>
                    <a:pt x="2522" y="2100"/>
                    <a:pt x="2378" y="1622"/>
                    <a:pt x="2089" y="1212"/>
                  </a:cubicBezTo>
                  <a:cubicBezTo>
                    <a:pt x="1778" y="756"/>
                    <a:pt x="1322" y="423"/>
                    <a:pt x="800" y="256"/>
                  </a:cubicBezTo>
                  <a:lnTo>
                    <a:pt x="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37"/>
            <p:cNvSpPr/>
            <p:nvPr/>
          </p:nvSpPr>
          <p:spPr>
            <a:xfrm>
              <a:off x="3423158" y="1038727"/>
              <a:ext cx="128522" cy="134176"/>
            </a:xfrm>
            <a:custGeom>
              <a:avLst/>
              <a:gdLst/>
              <a:ahLst/>
              <a:cxnLst/>
              <a:rect l="l" t="t" r="r" b="b"/>
              <a:pathLst>
                <a:path w="2523" h="2634" extrusionOk="0">
                  <a:moveTo>
                    <a:pt x="2523" y="0"/>
                  </a:moveTo>
                  <a:lnTo>
                    <a:pt x="1723" y="256"/>
                  </a:lnTo>
                  <a:cubicBezTo>
                    <a:pt x="1200" y="423"/>
                    <a:pt x="745" y="756"/>
                    <a:pt x="434" y="1212"/>
                  </a:cubicBezTo>
                  <a:cubicBezTo>
                    <a:pt x="156" y="1622"/>
                    <a:pt x="1" y="2100"/>
                    <a:pt x="1" y="2600"/>
                  </a:cubicBezTo>
                  <a:lnTo>
                    <a:pt x="1" y="2634"/>
                  </a:lnTo>
                  <a:lnTo>
                    <a:pt x="1778" y="2634"/>
                  </a:lnTo>
                  <a:lnTo>
                    <a:pt x="1778" y="2133"/>
                  </a:lnTo>
                  <a:cubicBezTo>
                    <a:pt x="1778" y="1856"/>
                    <a:pt x="1834" y="1589"/>
                    <a:pt x="1945" y="1333"/>
                  </a:cubicBezTo>
                  <a:lnTo>
                    <a:pt x="2523" y="0"/>
                  </a:lnTo>
                  <a:close/>
                </a:path>
              </a:pathLst>
            </a:custGeom>
            <a:solidFill>
              <a:srgbClr val="00CC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7"/>
            <p:cNvSpPr/>
            <p:nvPr/>
          </p:nvSpPr>
          <p:spPr>
            <a:xfrm>
              <a:off x="3423158" y="1038727"/>
              <a:ext cx="128522" cy="134176"/>
            </a:xfrm>
            <a:custGeom>
              <a:avLst/>
              <a:gdLst/>
              <a:ahLst/>
              <a:cxnLst/>
              <a:rect l="l" t="t" r="r" b="b"/>
              <a:pathLst>
                <a:path w="2523" h="2634" extrusionOk="0">
                  <a:moveTo>
                    <a:pt x="2523" y="0"/>
                  </a:moveTo>
                  <a:lnTo>
                    <a:pt x="1723" y="256"/>
                  </a:lnTo>
                  <a:cubicBezTo>
                    <a:pt x="1200" y="423"/>
                    <a:pt x="745" y="756"/>
                    <a:pt x="434" y="1212"/>
                  </a:cubicBezTo>
                  <a:cubicBezTo>
                    <a:pt x="156" y="1622"/>
                    <a:pt x="1" y="2100"/>
                    <a:pt x="1" y="2600"/>
                  </a:cubicBezTo>
                  <a:lnTo>
                    <a:pt x="1" y="2634"/>
                  </a:lnTo>
                  <a:lnTo>
                    <a:pt x="1778" y="2634"/>
                  </a:lnTo>
                  <a:lnTo>
                    <a:pt x="1778" y="2133"/>
                  </a:lnTo>
                  <a:cubicBezTo>
                    <a:pt x="1778" y="1856"/>
                    <a:pt x="1834" y="1589"/>
                    <a:pt x="1945" y="1333"/>
                  </a:cubicBezTo>
                  <a:lnTo>
                    <a:pt x="252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7"/>
            <p:cNvSpPr/>
            <p:nvPr/>
          </p:nvSpPr>
          <p:spPr>
            <a:xfrm>
              <a:off x="3210378" y="980451"/>
              <a:ext cx="301106" cy="192451"/>
            </a:xfrm>
            <a:custGeom>
              <a:avLst/>
              <a:gdLst/>
              <a:ahLst/>
              <a:cxnLst/>
              <a:rect l="l" t="t" r="r" b="b"/>
              <a:pathLst>
                <a:path w="5911" h="3778" extrusionOk="0">
                  <a:moveTo>
                    <a:pt x="1" y="1"/>
                  </a:moveTo>
                  <a:lnTo>
                    <a:pt x="978" y="1655"/>
                  </a:lnTo>
                  <a:cubicBezTo>
                    <a:pt x="1190" y="2011"/>
                    <a:pt x="1289" y="2400"/>
                    <a:pt x="1289" y="2800"/>
                  </a:cubicBezTo>
                  <a:lnTo>
                    <a:pt x="1289" y="3778"/>
                  </a:lnTo>
                  <a:lnTo>
                    <a:pt x="4622" y="3778"/>
                  </a:lnTo>
                  <a:lnTo>
                    <a:pt x="4622" y="2800"/>
                  </a:lnTo>
                  <a:cubicBezTo>
                    <a:pt x="4622" y="2400"/>
                    <a:pt x="4733" y="2011"/>
                    <a:pt x="4933" y="1655"/>
                  </a:cubicBezTo>
                  <a:lnTo>
                    <a:pt x="5911" y="1"/>
                  </a:lnTo>
                  <a:lnTo>
                    <a:pt x="4578" y="445"/>
                  </a:lnTo>
                  <a:cubicBezTo>
                    <a:pt x="3834" y="689"/>
                    <a:pt x="3256" y="1233"/>
                    <a:pt x="2956" y="1922"/>
                  </a:cubicBezTo>
                  <a:cubicBezTo>
                    <a:pt x="2656" y="1233"/>
                    <a:pt x="2078" y="689"/>
                    <a:pt x="1334" y="445"/>
                  </a:cubicBezTo>
                  <a:lnTo>
                    <a:pt x="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37"/>
            <p:cNvSpPr/>
            <p:nvPr/>
          </p:nvSpPr>
          <p:spPr>
            <a:xfrm>
              <a:off x="3360909" y="981011"/>
              <a:ext cx="150579" cy="191891"/>
            </a:xfrm>
            <a:custGeom>
              <a:avLst/>
              <a:gdLst/>
              <a:ahLst/>
              <a:cxnLst/>
              <a:rect l="l" t="t" r="r" b="b"/>
              <a:pathLst>
                <a:path w="2956" h="3767" extrusionOk="0">
                  <a:moveTo>
                    <a:pt x="2956" y="0"/>
                  </a:moveTo>
                  <a:lnTo>
                    <a:pt x="1623" y="445"/>
                  </a:lnTo>
                  <a:cubicBezTo>
                    <a:pt x="879" y="689"/>
                    <a:pt x="301" y="1234"/>
                    <a:pt x="1" y="1923"/>
                  </a:cubicBezTo>
                  <a:lnTo>
                    <a:pt x="1" y="3767"/>
                  </a:lnTo>
                  <a:lnTo>
                    <a:pt x="1667" y="3767"/>
                  </a:lnTo>
                  <a:lnTo>
                    <a:pt x="1667" y="2800"/>
                  </a:lnTo>
                  <a:cubicBezTo>
                    <a:pt x="1667" y="2400"/>
                    <a:pt x="1778" y="2000"/>
                    <a:pt x="1978" y="1656"/>
                  </a:cubicBezTo>
                  <a:lnTo>
                    <a:pt x="295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37"/>
            <p:cNvSpPr/>
            <p:nvPr/>
          </p:nvSpPr>
          <p:spPr>
            <a:xfrm>
              <a:off x="3168505" y="1161546"/>
              <a:ext cx="385972" cy="22668"/>
            </a:xfrm>
            <a:custGeom>
              <a:avLst/>
              <a:gdLst/>
              <a:ahLst/>
              <a:cxnLst/>
              <a:rect l="l" t="t" r="r" b="b"/>
              <a:pathLst>
                <a:path w="7577" h="445" extrusionOk="0">
                  <a:moveTo>
                    <a:pt x="1" y="0"/>
                  </a:moveTo>
                  <a:lnTo>
                    <a:pt x="1" y="445"/>
                  </a:lnTo>
                  <a:lnTo>
                    <a:pt x="7577" y="445"/>
                  </a:lnTo>
                  <a:lnTo>
                    <a:pt x="757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7"/>
            <p:cNvSpPr/>
            <p:nvPr/>
          </p:nvSpPr>
          <p:spPr>
            <a:xfrm>
              <a:off x="3422038" y="830481"/>
              <a:ext cx="101880" cy="125669"/>
            </a:xfrm>
            <a:custGeom>
              <a:avLst/>
              <a:gdLst/>
              <a:ahLst/>
              <a:cxnLst/>
              <a:rect l="l" t="t" r="r" b="b"/>
              <a:pathLst>
                <a:path w="2000" h="2467" extrusionOk="0">
                  <a:moveTo>
                    <a:pt x="1101" y="0"/>
                  </a:moveTo>
                  <a:cubicBezTo>
                    <a:pt x="756" y="0"/>
                    <a:pt x="445" y="234"/>
                    <a:pt x="356" y="567"/>
                  </a:cubicBezTo>
                  <a:lnTo>
                    <a:pt x="111" y="1478"/>
                  </a:lnTo>
                  <a:cubicBezTo>
                    <a:pt x="0" y="1900"/>
                    <a:pt x="245" y="2323"/>
                    <a:pt x="656" y="2434"/>
                  </a:cubicBezTo>
                  <a:lnTo>
                    <a:pt x="701" y="2444"/>
                  </a:lnTo>
                  <a:cubicBezTo>
                    <a:pt x="767" y="2456"/>
                    <a:pt x="834" y="2466"/>
                    <a:pt x="901" y="2466"/>
                  </a:cubicBezTo>
                  <a:cubicBezTo>
                    <a:pt x="1256" y="2466"/>
                    <a:pt x="1556" y="2234"/>
                    <a:pt x="1644" y="1900"/>
                  </a:cubicBezTo>
                  <a:lnTo>
                    <a:pt x="1889" y="978"/>
                  </a:lnTo>
                  <a:cubicBezTo>
                    <a:pt x="2000" y="567"/>
                    <a:pt x="1756" y="145"/>
                    <a:pt x="1345" y="34"/>
                  </a:cubicBezTo>
                  <a:lnTo>
                    <a:pt x="1301" y="23"/>
                  </a:lnTo>
                  <a:cubicBezTo>
                    <a:pt x="1234" y="0"/>
                    <a:pt x="1167" y="0"/>
                    <a:pt x="110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 name="Google Shape;922;p37"/>
          <p:cNvGrpSpPr/>
          <p:nvPr/>
        </p:nvGrpSpPr>
        <p:grpSpPr>
          <a:xfrm>
            <a:off x="6064770" y="1924904"/>
            <a:ext cx="525079" cy="572714"/>
            <a:chOff x="7184070" y="797675"/>
            <a:chExt cx="354903" cy="387100"/>
          </a:xfrm>
        </p:grpSpPr>
        <p:sp>
          <p:nvSpPr>
            <p:cNvPr id="923" name="Google Shape;923;p37"/>
            <p:cNvSpPr/>
            <p:nvPr/>
          </p:nvSpPr>
          <p:spPr>
            <a:xfrm>
              <a:off x="7425733" y="797675"/>
              <a:ext cx="113240" cy="159086"/>
            </a:xfrm>
            <a:custGeom>
              <a:avLst/>
              <a:gdLst/>
              <a:ahLst/>
              <a:cxnLst/>
              <a:rect l="l" t="t" r="r" b="b"/>
              <a:pathLst>
                <a:path w="2223" h="3123" extrusionOk="0">
                  <a:moveTo>
                    <a:pt x="1556" y="0"/>
                  </a:moveTo>
                  <a:cubicBezTo>
                    <a:pt x="1189" y="0"/>
                    <a:pt x="889" y="300"/>
                    <a:pt x="889" y="667"/>
                  </a:cubicBezTo>
                  <a:lnTo>
                    <a:pt x="889" y="1567"/>
                  </a:lnTo>
                  <a:cubicBezTo>
                    <a:pt x="889" y="1689"/>
                    <a:pt x="789" y="1789"/>
                    <a:pt x="667" y="1789"/>
                  </a:cubicBezTo>
                  <a:lnTo>
                    <a:pt x="1" y="1789"/>
                  </a:lnTo>
                  <a:lnTo>
                    <a:pt x="1" y="3122"/>
                  </a:lnTo>
                  <a:lnTo>
                    <a:pt x="956" y="3122"/>
                  </a:lnTo>
                  <a:cubicBezTo>
                    <a:pt x="1656" y="3122"/>
                    <a:pt x="2223" y="2555"/>
                    <a:pt x="2223" y="1866"/>
                  </a:cubicBezTo>
                  <a:lnTo>
                    <a:pt x="2223" y="667"/>
                  </a:lnTo>
                  <a:cubicBezTo>
                    <a:pt x="2223" y="300"/>
                    <a:pt x="1922" y="0"/>
                    <a:pt x="1556" y="0"/>
                  </a:cubicBezTo>
                  <a:close/>
                </a:path>
              </a:pathLst>
            </a:custGeom>
            <a:solidFill>
              <a:srgbClr val="FF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37"/>
            <p:cNvSpPr/>
            <p:nvPr/>
          </p:nvSpPr>
          <p:spPr>
            <a:xfrm>
              <a:off x="7425733" y="797675"/>
              <a:ext cx="113240" cy="159086"/>
            </a:xfrm>
            <a:custGeom>
              <a:avLst/>
              <a:gdLst/>
              <a:ahLst/>
              <a:cxnLst/>
              <a:rect l="l" t="t" r="r" b="b"/>
              <a:pathLst>
                <a:path w="2223" h="3123" extrusionOk="0">
                  <a:moveTo>
                    <a:pt x="1556" y="0"/>
                  </a:moveTo>
                  <a:cubicBezTo>
                    <a:pt x="1189" y="0"/>
                    <a:pt x="889" y="300"/>
                    <a:pt x="889" y="667"/>
                  </a:cubicBezTo>
                  <a:lnTo>
                    <a:pt x="889" y="1567"/>
                  </a:lnTo>
                  <a:cubicBezTo>
                    <a:pt x="889" y="1689"/>
                    <a:pt x="789" y="1789"/>
                    <a:pt x="667" y="1789"/>
                  </a:cubicBezTo>
                  <a:lnTo>
                    <a:pt x="1" y="1789"/>
                  </a:lnTo>
                  <a:lnTo>
                    <a:pt x="1" y="3122"/>
                  </a:lnTo>
                  <a:lnTo>
                    <a:pt x="956" y="3122"/>
                  </a:lnTo>
                  <a:cubicBezTo>
                    <a:pt x="1656" y="3122"/>
                    <a:pt x="2223" y="2555"/>
                    <a:pt x="2223" y="1866"/>
                  </a:cubicBezTo>
                  <a:lnTo>
                    <a:pt x="2223" y="667"/>
                  </a:lnTo>
                  <a:cubicBezTo>
                    <a:pt x="2223" y="300"/>
                    <a:pt x="1922" y="0"/>
                    <a:pt x="155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7"/>
            <p:cNvSpPr/>
            <p:nvPr/>
          </p:nvSpPr>
          <p:spPr>
            <a:xfrm>
              <a:off x="7184070" y="855238"/>
              <a:ext cx="113240" cy="143906"/>
            </a:xfrm>
            <a:custGeom>
              <a:avLst/>
              <a:gdLst/>
              <a:ahLst/>
              <a:cxnLst/>
              <a:rect l="l" t="t" r="r" b="b"/>
              <a:pathLst>
                <a:path w="2223" h="2825" extrusionOk="0">
                  <a:moveTo>
                    <a:pt x="676" y="1"/>
                  </a:moveTo>
                  <a:cubicBezTo>
                    <a:pt x="302" y="1"/>
                    <a:pt x="1" y="300"/>
                    <a:pt x="1" y="670"/>
                  </a:cubicBezTo>
                  <a:lnTo>
                    <a:pt x="1" y="1558"/>
                  </a:lnTo>
                  <a:cubicBezTo>
                    <a:pt x="1" y="2259"/>
                    <a:pt x="568" y="2825"/>
                    <a:pt x="1257" y="2825"/>
                  </a:cubicBezTo>
                  <a:lnTo>
                    <a:pt x="2223" y="2825"/>
                  </a:lnTo>
                  <a:lnTo>
                    <a:pt x="2223" y="1492"/>
                  </a:lnTo>
                  <a:lnTo>
                    <a:pt x="1556" y="1492"/>
                  </a:lnTo>
                  <a:cubicBezTo>
                    <a:pt x="1434" y="1492"/>
                    <a:pt x="1334" y="1392"/>
                    <a:pt x="1334" y="1270"/>
                  </a:cubicBezTo>
                  <a:lnTo>
                    <a:pt x="1334" y="681"/>
                  </a:lnTo>
                  <a:cubicBezTo>
                    <a:pt x="1334" y="336"/>
                    <a:pt x="1067" y="37"/>
                    <a:pt x="734" y="3"/>
                  </a:cubicBezTo>
                  <a:cubicBezTo>
                    <a:pt x="715" y="1"/>
                    <a:pt x="695" y="1"/>
                    <a:pt x="676"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7"/>
            <p:cNvSpPr/>
            <p:nvPr/>
          </p:nvSpPr>
          <p:spPr>
            <a:xfrm>
              <a:off x="7274643" y="839548"/>
              <a:ext cx="173807" cy="299935"/>
            </a:xfrm>
            <a:custGeom>
              <a:avLst/>
              <a:gdLst/>
              <a:ahLst/>
              <a:cxnLst/>
              <a:rect l="l" t="t" r="r" b="b"/>
              <a:pathLst>
                <a:path w="3412" h="5888" extrusionOk="0">
                  <a:moveTo>
                    <a:pt x="2745" y="0"/>
                  </a:moveTo>
                  <a:cubicBezTo>
                    <a:pt x="2378" y="0"/>
                    <a:pt x="2078" y="300"/>
                    <a:pt x="2078" y="667"/>
                  </a:cubicBezTo>
                  <a:lnTo>
                    <a:pt x="2078" y="3322"/>
                  </a:lnTo>
                  <a:cubicBezTo>
                    <a:pt x="2078" y="3444"/>
                    <a:pt x="1978" y="3544"/>
                    <a:pt x="1856" y="3544"/>
                  </a:cubicBezTo>
                  <a:lnTo>
                    <a:pt x="1500" y="3544"/>
                  </a:lnTo>
                  <a:cubicBezTo>
                    <a:pt x="1412" y="3544"/>
                    <a:pt x="1333" y="3466"/>
                    <a:pt x="1333" y="3377"/>
                  </a:cubicBezTo>
                  <a:lnTo>
                    <a:pt x="1333" y="1167"/>
                  </a:lnTo>
                  <a:cubicBezTo>
                    <a:pt x="1333" y="1022"/>
                    <a:pt x="1234" y="834"/>
                    <a:pt x="1111" y="745"/>
                  </a:cubicBezTo>
                  <a:cubicBezTo>
                    <a:pt x="962" y="639"/>
                    <a:pt x="809" y="593"/>
                    <a:pt x="666" y="593"/>
                  </a:cubicBezTo>
                  <a:cubicBezTo>
                    <a:pt x="300" y="593"/>
                    <a:pt x="0" y="896"/>
                    <a:pt x="0" y="1256"/>
                  </a:cubicBezTo>
                  <a:lnTo>
                    <a:pt x="0" y="3622"/>
                  </a:lnTo>
                  <a:cubicBezTo>
                    <a:pt x="0" y="4244"/>
                    <a:pt x="445" y="4755"/>
                    <a:pt x="1034" y="4866"/>
                  </a:cubicBezTo>
                  <a:lnTo>
                    <a:pt x="1034" y="5888"/>
                  </a:lnTo>
                  <a:lnTo>
                    <a:pt x="2367" y="5888"/>
                  </a:lnTo>
                  <a:lnTo>
                    <a:pt x="2367" y="4866"/>
                  </a:lnTo>
                  <a:cubicBezTo>
                    <a:pt x="2955" y="4755"/>
                    <a:pt x="3411" y="4244"/>
                    <a:pt x="3411" y="3622"/>
                  </a:cubicBezTo>
                  <a:lnTo>
                    <a:pt x="3411" y="667"/>
                  </a:lnTo>
                  <a:cubicBezTo>
                    <a:pt x="3411" y="300"/>
                    <a:pt x="3111" y="0"/>
                    <a:pt x="2745"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7"/>
            <p:cNvSpPr/>
            <p:nvPr/>
          </p:nvSpPr>
          <p:spPr>
            <a:xfrm>
              <a:off x="7474433" y="1017230"/>
              <a:ext cx="22668" cy="22668"/>
            </a:xfrm>
            <a:custGeom>
              <a:avLst/>
              <a:gdLst/>
              <a:ahLst/>
              <a:cxnLst/>
              <a:rect l="l" t="t" r="r" b="b"/>
              <a:pathLst>
                <a:path w="445" h="445" extrusionOk="0">
                  <a:moveTo>
                    <a:pt x="0" y="0"/>
                  </a:moveTo>
                  <a:lnTo>
                    <a:pt x="0" y="445"/>
                  </a:lnTo>
                  <a:lnTo>
                    <a:pt x="444" y="445"/>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7"/>
            <p:cNvSpPr/>
            <p:nvPr/>
          </p:nvSpPr>
          <p:spPr>
            <a:xfrm>
              <a:off x="7229968" y="803329"/>
              <a:ext cx="22668" cy="22668"/>
            </a:xfrm>
            <a:custGeom>
              <a:avLst/>
              <a:gdLst/>
              <a:ahLst/>
              <a:cxnLst/>
              <a:rect l="l" t="t" r="r" b="b"/>
              <a:pathLst>
                <a:path w="445" h="445" extrusionOk="0">
                  <a:moveTo>
                    <a:pt x="0" y="0"/>
                  </a:moveTo>
                  <a:lnTo>
                    <a:pt x="0" y="444"/>
                  </a:lnTo>
                  <a:lnTo>
                    <a:pt x="444" y="444"/>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7"/>
            <p:cNvSpPr/>
            <p:nvPr/>
          </p:nvSpPr>
          <p:spPr>
            <a:xfrm>
              <a:off x="7274643" y="825947"/>
              <a:ext cx="22668" cy="22668"/>
            </a:xfrm>
            <a:custGeom>
              <a:avLst/>
              <a:gdLst/>
              <a:ahLst/>
              <a:cxnLst/>
              <a:rect l="l" t="t" r="r" b="b"/>
              <a:pathLst>
                <a:path w="445" h="445" extrusionOk="0">
                  <a:moveTo>
                    <a:pt x="0" y="0"/>
                  </a:moveTo>
                  <a:lnTo>
                    <a:pt x="0" y="445"/>
                  </a:lnTo>
                  <a:lnTo>
                    <a:pt x="445" y="445"/>
                  </a:lnTo>
                  <a:lnTo>
                    <a:pt x="445"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7"/>
            <p:cNvSpPr/>
            <p:nvPr/>
          </p:nvSpPr>
          <p:spPr>
            <a:xfrm>
              <a:off x="7218048" y="1036435"/>
              <a:ext cx="22668" cy="22719"/>
            </a:xfrm>
            <a:custGeom>
              <a:avLst/>
              <a:gdLst/>
              <a:ahLst/>
              <a:cxnLst/>
              <a:rect l="l" t="t" r="r" b="b"/>
              <a:pathLst>
                <a:path w="445" h="446"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7"/>
            <p:cNvSpPr/>
            <p:nvPr/>
          </p:nvSpPr>
          <p:spPr>
            <a:xfrm>
              <a:off x="7497051" y="971944"/>
              <a:ext cx="22668" cy="22668"/>
            </a:xfrm>
            <a:custGeom>
              <a:avLst/>
              <a:gdLst/>
              <a:ahLst/>
              <a:cxnLst/>
              <a:rect l="l" t="t" r="r" b="b"/>
              <a:pathLst>
                <a:path w="445" h="445"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37"/>
            <p:cNvSpPr/>
            <p:nvPr/>
          </p:nvSpPr>
          <p:spPr>
            <a:xfrm>
              <a:off x="7275203" y="1116820"/>
              <a:ext cx="172075" cy="56645"/>
            </a:xfrm>
            <a:custGeom>
              <a:avLst/>
              <a:gdLst/>
              <a:ahLst/>
              <a:cxnLst/>
              <a:rect l="l" t="t" r="r" b="b"/>
              <a:pathLst>
                <a:path w="3378" h="1112" extrusionOk="0">
                  <a:moveTo>
                    <a:pt x="967" y="0"/>
                  </a:moveTo>
                  <a:cubicBezTo>
                    <a:pt x="434" y="0"/>
                    <a:pt x="1" y="434"/>
                    <a:pt x="1" y="967"/>
                  </a:cubicBezTo>
                  <a:lnTo>
                    <a:pt x="1" y="1111"/>
                  </a:lnTo>
                  <a:lnTo>
                    <a:pt x="3378" y="1111"/>
                  </a:lnTo>
                  <a:lnTo>
                    <a:pt x="3378" y="967"/>
                  </a:lnTo>
                  <a:cubicBezTo>
                    <a:pt x="3378" y="434"/>
                    <a:pt x="2944" y="0"/>
                    <a:pt x="2411"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37"/>
            <p:cNvSpPr/>
            <p:nvPr/>
          </p:nvSpPr>
          <p:spPr>
            <a:xfrm>
              <a:off x="7195430" y="1162106"/>
              <a:ext cx="332231" cy="22668"/>
            </a:xfrm>
            <a:custGeom>
              <a:avLst/>
              <a:gdLst/>
              <a:ahLst/>
              <a:cxnLst/>
              <a:rect l="l" t="t" r="r" b="b"/>
              <a:pathLst>
                <a:path w="6522" h="445" extrusionOk="0">
                  <a:moveTo>
                    <a:pt x="0" y="0"/>
                  </a:moveTo>
                  <a:lnTo>
                    <a:pt x="0" y="444"/>
                  </a:lnTo>
                  <a:lnTo>
                    <a:pt x="6521" y="444"/>
                  </a:lnTo>
                  <a:lnTo>
                    <a:pt x="652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37"/>
            <p:cNvSpPr/>
            <p:nvPr/>
          </p:nvSpPr>
          <p:spPr>
            <a:xfrm>
              <a:off x="7474433" y="1017230"/>
              <a:ext cx="22668" cy="22668"/>
            </a:xfrm>
            <a:custGeom>
              <a:avLst/>
              <a:gdLst/>
              <a:ahLst/>
              <a:cxnLst/>
              <a:rect l="l" t="t" r="r" b="b"/>
              <a:pathLst>
                <a:path w="445" h="445" extrusionOk="0">
                  <a:moveTo>
                    <a:pt x="0" y="0"/>
                  </a:moveTo>
                  <a:lnTo>
                    <a:pt x="0" y="445"/>
                  </a:lnTo>
                  <a:lnTo>
                    <a:pt x="444" y="445"/>
                  </a:lnTo>
                  <a:lnTo>
                    <a:pt x="444"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37"/>
            <p:cNvSpPr/>
            <p:nvPr/>
          </p:nvSpPr>
          <p:spPr>
            <a:xfrm>
              <a:off x="7497051" y="971944"/>
              <a:ext cx="22668" cy="22668"/>
            </a:xfrm>
            <a:custGeom>
              <a:avLst/>
              <a:gdLst/>
              <a:ahLst/>
              <a:cxnLst/>
              <a:rect l="l" t="t" r="r" b="b"/>
              <a:pathLst>
                <a:path w="445" h="445" extrusionOk="0">
                  <a:moveTo>
                    <a:pt x="0" y="1"/>
                  </a:moveTo>
                  <a:lnTo>
                    <a:pt x="0" y="445"/>
                  </a:lnTo>
                  <a:lnTo>
                    <a:pt x="445" y="445"/>
                  </a:lnTo>
                  <a:lnTo>
                    <a:pt x="4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939"/>
        <p:cNvGrpSpPr/>
        <p:nvPr/>
      </p:nvGrpSpPr>
      <p:grpSpPr>
        <a:xfrm>
          <a:off x="0" y="0"/>
          <a:ext cx="0" cy="0"/>
          <a:chOff x="0" y="0"/>
          <a:chExt cx="0" cy="0"/>
        </a:xfrm>
      </p:grpSpPr>
      <p:sp>
        <p:nvSpPr>
          <p:cNvPr id="940" name="Google Shape;940;p38"/>
          <p:cNvSpPr/>
          <p:nvPr/>
        </p:nvSpPr>
        <p:spPr>
          <a:xfrm>
            <a:off x="870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1" name="Google Shape;941;p38"/>
          <p:cNvSpPr/>
          <p:nvPr/>
        </p:nvSpPr>
        <p:spPr>
          <a:xfrm flipH="1">
            <a:off x="3448237"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2" name="Google Shape;942;p38"/>
          <p:cNvSpPr/>
          <p:nvPr/>
        </p:nvSpPr>
        <p:spPr>
          <a:xfrm flipH="1">
            <a:off x="6026275" y="3217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943" name="Google Shape;943;p38"/>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44" name="Google Shape;944;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three columns</a:t>
            </a:r>
            <a:endParaRPr/>
          </a:p>
        </p:txBody>
      </p:sp>
      <p:sp>
        <p:nvSpPr>
          <p:cNvPr id="945" name="Google Shape;945;p38"/>
          <p:cNvSpPr txBox="1">
            <a:spLocks noGrp="1"/>
          </p:cNvSpPr>
          <p:nvPr>
            <p:ph type="subTitle" idx="1"/>
          </p:nvPr>
        </p:nvSpPr>
        <p:spPr>
          <a:xfrm>
            <a:off x="7200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946" name="Google Shape;946;p38"/>
          <p:cNvSpPr txBox="1">
            <a:spLocks noGrp="1"/>
          </p:cNvSpPr>
          <p:nvPr>
            <p:ph type="subTitle" idx="2"/>
          </p:nvPr>
        </p:nvSpPr>
        <p:spPr>
          <a:xfrm>
            <a:off x="331665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947" name="Google Shape;947;p38"/>
          <p:cNvSpPr txBox="1">
            <a:spLocks noGrp="1"/>
          </p:cNvSpPr>
          <p:nvPr>
            <p:ph type="subTitle" idx="3"/>
          </p:nvPr>
        </p:nvSpPr>
        <p:spPr>
          <a:xfrm>
            <a:off x="90950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948" name="Google Shape;948;p38"/>
          <p:cNvSpPr txBox="1">
            <a:spLocks noGrp="1"/>
          </p:cNvSpPr>
          <p:nvPr>
            <p:ph type="subTitle" idx="4"/>
          </p:nvPr>
        </p:nvSpPr>
        <p:spPr>
          <a:xfrm>
            <a:off x="3506125"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949" name="Google Shape;949;p38"/>
          <p:cNvSpPr txBox="1">
            <a:spLocks noGrp="1"/>
          </p:cNvSpPr>
          <p:nvPr>
            <p:ph type="subTitle" idx="5"/>
          </p:nvPr>
        </p:nvSpPr>
        <p:spPr>
          <a:xfrm>
            <a:off x="5913300" y="3821550"/>
            <a:ext cx="2510700" cy="755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950" name="Google Shape;950;p38"/>
          <p:cNvSpPr txBox="1">
            <a:spLocks noGrp="1"/>
          </p:cNvSpPr>
          <p:nvPr>
            <p:ph type="subTitle" idx="6"/>
          </p:nvPr>
        </p:nvSpPr>
        <p:spPr>
          <a:xfrm>
            <a:off x="6102750" y="32886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951" name="Google Shape;951;p38"/>
          <p:cNvSpPr/>
          <p:nvPr/>
        </p:nvSpPr>
        <p:spPr>
          <a:xfrm rot="10800000">
            <a:off x="4012002"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2" name="Google Shape;952;p38"/>
          <p:cNvSpPr/>
          <p:nvPr/>
        </p:nvSpPr>
        <p:spPr>
          <a:xfrm>
            <a:off x="1434015"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953" name="Google Shape;953;p38"/>
          <p:cNvSpPr/>
          <p:nvPr/>
        </p:nvSpPr>
        <p:spPr>
          <a:xfrm flipH="1">
            <a:off x="6589998" y="1937825"/>
            <a:ext cx="1120033" cy="101075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954" name="Google Shape;954;p38"/>
          <p:cNvGrpSpPr/>
          <p:nvPr/>
        </p:nvGrpSpPr>
        <p:grpSpPr>
          <a:xfrm>
            <a:off x="1758423" y="2173165"/>
            <a:ext cx="471282" cy="492960"/>
            <a:chOff x="6080691" y="2067722"/>
            <a:chExt cx="375823" cy="393110"/>
          </a:xfrm>
        </p:grpSpPr>
        <p:sp>
          <p:nvSpPr>
            <p:cNvPr id="955" name="Google Shape;955;p38"/>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8"/>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8"/>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8"/>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8"/>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 name="Google Shape;960;p38"/>
          <p:cNvGrpSpPr/>
          <p:nvPr/>
        </p:nvGrpSpPr>
        <p:grpSpPr>
          <a:xfrm>
            <a:off x="6903189" y="2196715"/>
            <a:ext cx="493630" cy="492962"/>
            <a:chOff x="7430405" y="2067722"/>
            <a:chExt cx="393644" cy="393111"/>
          </a:xfrm>
        </p:grpSpPr>
        <p:sp>
          <p:nvSpPr>
            <p:cNvPr id="961" name="Google Shape;961;p38"/>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8"/>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8"/>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8"/>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8"/>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8"/>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8"/>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8"/>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8"/>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8"/>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8"/>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 name="Google Shape;972;p38"/>
          <p:cNvGrpSpPr/>
          <p:nvPr/>
        </p:nvGrpSpPr>
        <p:grpSpPr>
          <a:xfrm>
            <a:off x="4325214" y="2196738"/>
            <a:ext cx="493622" cy="492915"/>
            <a:chOff x="7430405" y="4209866"/>
            <a:chExt cx="393638" cy="393074"/>
          </a:xfrm>
        </p:grpSpPr>
        <p:sp>
          <p:nvSpPr>
            <p:cNvPr id="973" name="Google Shape;973;p38"/>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8"/>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8"/>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8"/>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8"/>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8"/>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8"/>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8"/>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8"/>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8"/>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8"/>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8"/>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8"/>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8"/>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8"/>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991"/>
        <p:cNvGrpSpPr/>
        <p:nvPr/>
      </p:nvGrpSpPr>
      <p:grpSpPr>
        <a:xfrm>
          <a:off x="0" y="0"/>
          <a:ext cx="0" cy="0"/>
          <a:chOff x="0" y="0"/>
          <a:chExt cx="0" cy="0"/>
        </a:xfrm>
      </p:grpSpPr>
      <p:sp>
        <p:nvSpPr>
          <p:cNvPr id="992" name="Google Shape;992;p3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993" name="Google Shape;993;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Pictures are helpful</a:t>
            </a:r>
            <a:endParaRPr/>
          </a:p>
        </p:txBody>
      </p:sp>
      <p:sp>
        <p:nvSpPr>
          <p:cNvPr id="994" name="Google Shape;994;p39"/>
          <p:cNvSpPr txBox="1">
            <a:spLocks noGrp="1"/>
          </p:cNvSpPr>
          <p:nvPr>
            <p:ph type="subTitle" idx="1"/>
          </p:nvPr>
        </p:nvSpPr>
        <p:spPr>
          <a:xfrm>
            <a:off x="1317325" y="1773350"/>
            <a:ext cx="3248400" cy="283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Images reveal large amounts of data, so remember: use an image instead of a long text. Your audience will appreciate it</a:t>
            </a:r>
            <a:endParaRPr sz="1800"/>
          </a:p>
        </p:txBody>
      </p:sp>
      <p:pic>
        <p:nvPicPr>
          <p:cNvPr id="995" name="Google Shape;995;p39"/>
          <p:cNvPicPr preferRelativeResize="0"/>
          <p:nvPr/>
        </p:nvPicPr>
        <p:blipFill rotWithShape="1">
          <a:blip r:embed="rId3">
            <a:alphaModFix/>
          </a:blip>
          <a:srcRect l="11661" r="21778" b="159"/>
          <a:stretch/>
        </p:blipFill>
        <p:spPr>
          <a:xfrm>
            <a:off x="4874975" y="1587225"/>
            <a:ext cx="2951700" cy="2951700"/>
          </a:xfrm>
          <a:prstGeom prst="ellipse">
            <a:avLst/>
          </a:prstGeom>
          <a:noFill/>
          <a:ln w="76200" cap="flat" cmpd="sng">
            <a:solidFill>
              <a:schemeClr val="accent6"/>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999"/>
        <p:cNvGrpSpPr/>
        <p:nvPr/>
      </p:nvGrpSpPr>
      <p:grpSpPr>
        <a:xfrm>
          <a:off x="0" y="0"/>
          <a:ext cx="0" cy="0"/>
          <a:chOff x="0" y="0"/>
          <a:chExt cx="0" cy="0"/>
        </a:xfrm>
      </p:grpSpPr>
      <p:sp>
        <p:nvSpPr>
          <p:cNvPr id="1000" name="Google Shape;1000;p40"/>
          <p:cNvSpPr/>
          <p:nvPr/>
        </p:nvSpPr>
        <p:spPr>
          <a:xfrm flipH="1">
            <a:off x="720007" y="3155562"/>
            <a:ext cx="4035992" cy="1294733"/>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01" name="Google Shape;1001;p40"/>
          <p:cNvSpPr txBox="1">
            <a:spLocks noGrp="1"/>
          </p:cNvSpPr>
          <p:nvPr>
            <p:ph type="body" idx="1"/>
          </p:nvPr>
        </p:nvSpPr>
        <p:spPr>
          <a:xfrm>
            <a:off x="894100" y="3273875"/>
            <a:ext cx="3640500" cy="105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An image is worth a thousand words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005"/>
        <p:cNvGrpSpPr/>
        <p:nvPr/>
      </p:nvGrpSpPr>
      <p:grpSpPr>
        <a:xfrm>
          <a:off x="0" y="0"/>
          <a:ext cx="0" cy="0"/>
          <a:chOff x="0" y="0"/>
          <a:chExt cx="0" cy="0"/>
        </a:xfrm>
      </p:grpSpPr>
      <p:sp>
        <p:nvSpPr>
          <p:cNvPr id="1006" name="Google Shape;1006;p41"/>
          <p:cNvSpPr/>
          <p:nvPr/>
        </p:nvSpPr>
        <p:spPr>
          <a:xfrm>
            <a:off x="2586875" y="3134800"/>
            <a:ext cx="3970096" cy="1310338"/>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07" name="Google Shape;1007;p41"/>
          <p:cNvSpPr txBox="1">
            <a:spLocks noGrp="1"/>
          </p:cNvSpPr>
          <p:nvPr>
            <p:ph type="title"/>
          </p:nvPr>
        </p:nvSpPr>
        <p:spPr>
          <a:xfrm>
            <a:off x="1388100" y="1897700"/>
            <a:ext cx="6367800" cy="2282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a:t>
            </a:r>
            <a:r>
              <a:rPr lang="en">
                <a:solidFill>
                  <a:schemeClr val="lt1"/>
                </a:solidFill>
              </a:rPr>
              <a:t>Words</a:t>
            </a:r>
            <a:endParaRPr>
              <a:solidFill>
                <a:schemeClr val="lt1"/>
              </a:solidFill>
            </a:endParaRPr>
          </a:p>
        </p:txBody>
      </p:sp>
      <p:sp>
        <p:nvSpPr>
          <p:cNvPr id="1008" name="Google Shape;1008;p41"/>
          <p:cNvSpPr/>
          <p:nvPr/>
        </p:nvSpPr>
        <p:spPr>
          <a:xfrm>
            <a:off x="3972963" y="574288"/>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009" name="Google Shape;1009;p41"/>
          <p:cNvGrpSpPr/>
          <p:nvPr/>
        </p:nvGrpSpPr>
        <p:grpSpPr>
          <a:xfrm>
            <a:off x="4295457" y="838384"/>
            <a:ext cx="553081" cy="553010"/>
            <a:chOff x="4036001" y="1353714"/>
            <a:chExt cx="393120" cy="393070"/>
          </a:xfrm>
        </p:grpSpPr>
        <p:sp>
          <p:nvSpPr>
            <p:cNvPr id="1010" name="Google Shape;1010;p41"/>
            <p:cNvSpPr/>
            <p:nvPr/>
          </p:nvSpPr>
          <p:spPr>
            <a:xfrm>
              <a:off x="4045839" y="1555390"/>
              <a:ext cx="372879" cy="179908"/>
            </a:xfrm>
            <a:custGeom>
              <a:avLst/>
              <a:gdLst/>
              <a:ahLst/>
              <a:cxnLst/>
              <a:rect l="l" t="t" r="r" b="b"/>
              <a:pathLst>
                <a:path w="9248" h="4462" extrusionOk="0">
                  <a:moveTo>
                    <a:pt x="4641" y="0"/>
                  </a:moveTo>
                  <a:cubicBezTo>
                    <a:pt x="4184" y="0"/>
                    <a:pt x="3816" y="368"/>
                    <a:pt x="3816" y="816"/>
                  </a:cubicBezTo>
                  <a:lnTo>
                    <a:pt x="3816" y="1588"/>
                  </a:lnTo>
                  <a:cubicBezTo>
                    <a:pt x="3816" y="1588"/>
                    <a:pt x="3702" y="1816"/>
                    <a:pt x="3574" y="1816"/>
                  </a:cubicBezTo>
                  <a:cubicBezTo>
                    <a:pt x="3517" y="1816"/>
                    <a:pt x="3445" y="1803"/>
                    <a:pt x="3402" y="1745"/>
                  </a:cubicBezTo>
                  <a:cubicBezTo>
                    <a:pt x="3359" y="1702"/>
                    <a:pt x="3330" y="1645"/>
                    <a:pt x="3330" y="1588"/>
                  </a:cubicBezTo>
                  <a:lnTo>
                    <a:pt x="3330" y="816"/>
                  </a:lnTo>
                  <a:cubicBezTo>
                    <a:pt x="3330" y="373"/>
                    <a:pt x="2974" y="2"/>
                    <a:pt x="2530" y="2"/>
                  </a:cubicBezTo>
                  <a:lnTo>
                    <a:pt x="2230" y="2"/>
                  </a:lnTo>
                  <a:lnTo>
                    <a:pt x="1" y="4461"/>
                  </a:lnTo>
                  <a:lnTo>
                    <a:pt x="9248" y="4461"/>
                  </a:lnTo>
                  <a:lnTo>
                    <a:pt x="7018" y="2"/>
                  </a:lnTo>
                  <a:lnTo>
                    <a:pt x="6175" y="2"/>
                  </a:lnTo>
                  <a:cubicBezTo>
                    <a:pt x="6032" y="2"/>
                    <a:pt x="5932" y="116"/>
                    <a:pt x="5932" y="259"/>
                  </a:cubicBezTo>
                  <a:lnTo>
                    <a:pt x="5932" y="1059"/>
                  </a:lnTo>
                  <a:cubicBezTo>
                    <a:pt x="5932" y="1073"/>
                    <a:pt x="5918" y="1088"/>
                    <a:pt x="5903" y="1102"/>
                  </a:cubicBezTo>
                  <a:cubicBezTo>
                    <a:pt x="5838" y="1180"/>
                    <a:pt x="5759" y="1215"/>
                    <a:pt x="5685" y="1215"/>
                  </a:cubicBezTo>
                  <a:cubicBezTo>
                    <a:pt x="5582" y="1215"/>
                    <a:pt x="5488" y="1147"/>
                    <a:pt x="5446" y="1031"/>
                  </a:cubicBezTo>
                  <a:lnTo>
                    <a:pt x="5446" y="1002"/>
                  </a:lnTo>
                  <a:lnTo>
                    <a:pt x="5446" y="816"/>
                  </a:lnTo>
                  <a:cubicBezTo>
                    <a:pt x="5446" y="459"/>
                    <a:pt x="5160" y="87"/>
                    <a:pt x="4803" y="15"/>
                  </a:cubicBezTo>
                  <a:cubicBezTo>
                    <a:pt x="4748" y="5"/>
                    <a:pt x="4694" y="0"/>
                    <a:pt x="464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41"/>
            <p:cNvSpPr/>
            <p:nvPr/>
          </p:nvSpPr>
          <p:spPr>
            <a:xfrm>
              <a:off x="4036001" y="1723721"/>
              <a:ext cx="393120" cy="23063"/>
            </a:xfrm>
            <a:custGeom>
              <a:avLst/>
              <a:gdLst/>
              <a:ahLst/>
              <a:cxnLst/>
              <a:rect l="l" t="t" r="r" b="b"/>
              <a:pathLst>
                <a:path w="9750" h="572" extrusionOk="0">
                  <a:moveTo>
                    <a:pt x="1" y="0"/>
                  </a:moveTo>
                  <a:lnTo>
                    <a:pt x="1" y="572"/>
                  </a:lnTo>
                  <a:lnTo>
                    <a:pt x="9749" y="572"/>
                  </a:lnTo>
                  <a:lnTo>
                    <a:pt x="974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41"/>
            <p:cNvSpPr/>
            <p:nvPr/>
          </p:nvSpPr>
          <p:spPr>
            <a:xfrm>
              <a:off x="4124219" y="1483380"/>
              <a:ext cx="216115" cy="168578"/>
            </a:xfrm>
            <a:custGeom>
              <a:avLst/>
              <a:gdLst/>
              <a:ahLst/>
              <a:cxnLst/>
              <a:rect l="l" t="t" r="r" b="b"/>
              <a:pathLst>
                <a:path w="5360" h="4181" extrusionOk="0">
                  <a:moveTo>
                    <a:pt x="1186" y="0"/>
                  </a:moveTo>
                  <a:lnTo>
                    <a:pt x="0" y="2359"/>
                  </a:lnTo>
                  <a:lnTo>
                    <a:pt x="586" y="2359"/>
                  </a:lnTo>
                  <a:cubicBezTo>
                    <a:pt x="715" y="2359"/>
                    <a:pt x="815" y="2474"/>
                    <a:pt x="815" y="2602"/>
                  </a:cubicBezTo>
                  <a:lnTo>
                    <a:pt x="815" y="3360"/>
                  </a:lnTo>
                  <a:cubicBezTo>
                    <a:pt x="815" y="3531"/>
                    <a:pt x="872" y="3703"/>
                    <a:pt x="972" y="3846"/>
                  </a:cubicBezTo>
                  <a:cubicBezTo>
                    <a:pt x="1122" y="4064"/>
                    <a:pt x="1364" y="4181"/>
                    <a:pt x="1633" y="4181"/>
                  </a:cubicBezTo>
                  <a:cubicBezTo>
                    <a:pt x="1697" y="4181"/>
                    <a:pt x="1763" y="4174"/>
                    <a:pt x="1830" y="4160"/>
                  </a:cubicBezTo>
                  <a:cubicBezTo>
                    <a:pt x="2158" y="4075"/>
                    <a:pt x="2444" y="3717"/>
                    <a:pt x="2444" y="3374"/>
                  </a:cubicBezTo>
                  <a:lnTo>
                    <a:pt x="2444" y="2602"/>
                  </a:lnTo>
                  <a:cubicBezTo>
                    <a:pt x="2444" y="2502"/>
                    <a:pt x="2501" y="2402"/>
                    <a:pt x="2602" y="2373"/>
                  </a:cubicBezTo>
                  <a:cubicBezTo>
                    <a:pt x="2630" y="2364"/>
                    <a:pt x="2658" y="2359"/>
                    <a:pt x="2685" y="2359"/>
                  </a:cubicBezTo>
                  <a:cubicBezTo>
                    <a:pt x="2821" y="2359"/>
                    <a:pt x="2930" y="2471"/>
                    <a:pt x="2930" y="2602"/>
                  </a:cubicBezTo>
                  <a:lnTo>
                    <a:pt x="2930" y="2760"/>
                  </a:lnTo>
                  <a:cubicBezTo>
                    <a:pt x="2930" y="3202"/>
                    <a:pt x="3302" y="3574"/>
                    <a:pt x="3745" y="3574"/>
                  </a:cubicBezTo>
                  <a:cubicBezTo>
                    <a:pt x="4188" y="3574"/>
                    <a:pt x="4559" y="3202"/>
                    <a:pt x="4559" y="2760"/>
                  </a:cubicBezTo>
                  <a:lnTo>
                    <a:pt x="4559" y="2602"/>
                  </a:lnTo>
                  <a:cubicBezTo>
                    <a:pt x="4559" y="2474"/>
                    <a:pt x="4660" y="2359"/>
                    <a:pt x="4788" y="2359"/>
                  </a:cubicBezTo>
                  <a:lnTo>
                    <a:pt x="5360" y="2359"/>
                  </a:lnTo>
                  <a:lnTo>
                    <a:pt x="418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41"/>
            <p:cNvSpPr/>
            <p:nvPr/>
          </p:nvSpPr>
          <p:spPr>
            <a:xfrm>
              <a:off x="4221024" y="1353714"/>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41"/>
            <p:cNvSpPr/>
            <p:nvPr/>
          </p:nvSpPr>
          <p:spPr>
            <a:xfrm>
              <a:off x="4221024" y="1395767"/>
              <a:ext cx="23103" cy="50763"/>
            </a:xfrm>
            <a:custGeom>
              <a:avLst/>
              <a:gdLst/>
              <a:ahLst/>
              <a:cxnLst/>
              <a:rect l="l" t="t" r="r" b="b"/>
              <a:pathLst>
                <a:path w="573" h="1259" extrusionOk="0">
                  <a:moveTo>
                    <a:pt x="1" y="1"/>
                  </a:moveTo>
                  <a:lnTo>
                    <a:pt x="1" y="1259"/>
                  </a:lnTo>
                  <a:lnTo>
                    <a:pt x="572" y="1259"/>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41"/>
            <p:cNvSpPr/>
            <p:nvPr/>
          </p:nvSpPr>
          <p:spPr>
            <a:xfrm>
              <a:off x="4128815" y="1378954"/>
              <a:ext cx="69189" cy="85478"/>
            </a:xfrm>
            <a:custGeom>
              <a:avLst/>
              <a:gdLst/>
              <a:ahLst/>
              <a:cxnLst/>
              <a:rect l="l" t="t" r="r" b="b"/>
              <a:pathLst>
                <a:path w="1716" h="2120" extrusionOk="0">
                  <a:moveTo>
                    <a:pt x="849" y="1"/>
                  </a:moveTo>
                  <a:cubicBezTo>
                    <a:pt x="824" y="1"/>
                    <a:pt x="798" y="2"/>
                    <a:pt x="773" y="4"/>
                  </a:cubicBezTo>
                  <a:cubicBezTo>
                    <a:pt x="344" y="46"/>
                    <a:pt x="1" y="446"/>
                    <a:pt x="1" y="875"/>
                  </a:cubicBezTo>
                  <a:lnTo>
                    <a:pt x="1" y="1047"/>
                  </a:lnTo>
                  <a:lnTo>
                    <a:pt x="573" y="1047"/>
                  </a:lnTo>
                  <a:lnTo>
                    <a:pt x="573" y="861"/>
                  </a:lnTo>
                  <a:cubicBezTo>
                    <a:pt x="573" y="705"/>
                    <a:pt x="703" y="572"/>
                    <a:pt x="868" y="572"/>
                  </a:cubicBezTo>
                  <a:cubicBezTo>
                    <a:pt x="884" y="572"/>
                    <a:pt x="899" y="573"/>
                    <a:pt x="916" y="576"/>
                  </a:cubicBezTo>
                  <a:cubicBezTo>
                    <a:pt x="1044" y="604"/>
                    <a:pt x="1144" y="732"/>
                    <a:pt x="1144" y="875"/>
                  </a:cubicBezTo>
                  <a:lnTo>
                    <a:pt x="1144" y="2119"/>
                  </a:lnTo>
                  <a:lnTo>
                    <a:pt x="1716" y="2119"/>
                  </a:lnTo>
                  <a:lnTo>
                    <a:pt x="1716" y="861"/>
                  </a:lnTo>
                  <a:cubicBezTo>
                    <a:pt x="1716" y="386"/>
                    <a:pt x="1329" y="1"/>
                    <a:pt x="849"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41"/>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41"/>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41"/>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41"/>
            <p:cNvSpPr/>
            <p:nvPr/>
          </p:nvSpPr>
          <p:spPr>
            <a:xfrm>
              <a:off x="4128815" y="1441327"/>
              <a:ext cx="23103" cy="23103"/>
            </a:xfrm>
            <a:custGeom>
              <a:avLst/>
              <a:gdLst/>
              <a:ahLst/>
              <a:cxnLst/>
              <a:rect l="l" t="t" r="r" b="b"/>
              <a:pathLst>
                <a:path w="573" h="573" extrusionOk="0">
                  <a:moveTo>
                    <a:pt x="1" y="0"/>
                  </a:moveTo>
                  <a:lnTo>
                    <a:pt x="1" y="572"/>
                  </a:lnTo>
                  <a:lnTo>
                    <a:pt x="573" y="572"/>
                  </a:lnTo>
                  <a:lnTo>
                    <a:pt x="573"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41"/>
            <p:cNvSpPr/>
            <p:nvPr/>
          </p:nvSpPr>
          <p:spPr>
            <a:xfrm>
              <a:off x="4090190"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41"/>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41"/>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41"/>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027"/>
        <p:cNvGrpSpPr/>
        <p:nvPr/>
      </p:nvGrpSpPr>
      <p:grpSpPr>
        <a:xfrm>
          <a:off x="0" y="0"/>
          <a:ext cx="0" cy="0"/>
          <a:chOff x="0" y="0"/>
          <a:chExt cx="0" cy="0"/>
        </a:xfrm>
      </p:grpSpPr>
      <p:sp>
        <p:nvSpPr>
          <p:cNvPr id="1028" name="Google Shape;1028;p42"/>
          <p:cNvSpPr/>
          <p:nvPr/>
        </p:nvSpPr>
        <p:spPr>
          <a:xfrm>
            <a:off x="4898827" y="2561150"/>
            <a:ext cx="2623758" cy="841737"/>
          </a:xfrm>
          <a:custGeom>
            <a:avLst/>
            <a:gdLst/>
            <a:ahLst/>
            <a:cxnLst/>
            <a:rect l="l" t="t" r="r" b="b"/>
            <a:pathLst>
              <a:path w="241821" h="61195" extrusionOk="0">
                <a:moveTo>
                  <a:pt x="237970" y="8681"/>
                </a:moveTo>
                <a:lnTo>
                  <a:pt x="229202" y="0"/>
                </a:lnTo>
                <a:lnTo>
                  <a:pt x="145615" y="868"/>
                </a:lnTo>
                <a:lnTo>
                  <a:pt x="68607" y="1900"/>
                </a:lnTo>
                <a:lnTo>
                  <a:pt x="7083" y="2550"/>
                </a:lnTo>
                <a:lnTo>
                  <a:pt x="280" y="12233"/>
                </a:lnTo>
                <a:lnTo>
                  <a:pt x="0" y="38579"/>
                </a:lnTo>
                <a:lnTo>
                  <a:pt x="3920" y="52526"/>
                </a:lnTo>
                <a:lnTo>
                  <a:pt x="13883" y="59779"/>
                </a:lnTo>
                <a:lnTo>
                  <a:pt x="79248" y="59760"/>
                </a:lnTo>
                <a:lnTo>
                  <a:pt x="151776" y="59242"/>
                </a:lnTo>
                <a:lnTo>
                  <a:pt x="230782" y="61195"/>
                </a:lnTo>
                <a:lnTo>
                  <a:pt x="238996" y="51620"/>
                </a:lnTo>
                <a:lnTo>
                  <a:pt x="241821" y="24929"/>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029" name="Google Shape;1029;p42"/>
          <p:cNvSpPr txBox="1">
            <a:spLocks noGrp="1"/>
          </p:cNvSpPr>
          <p:nvPr>
            <p:ph type="title"/>
          </p:nvPr>
        </p:nvSpPr>
        <p:spPr>
          <a:xfrm>
            <a:off x="4734175" y="2720150"/>
            <a:ext cx="29550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Section B</a:t>
            </a:r>
            <a:endParaRPr/>
          </a:p>
        </p:txBody>
      </p:sp>
      <p:sp>
        <p:nvSpPr>
          <p:cNvPr id="1030" name="Google Shape;1030;p42"/>
          <p:cNvSpPr txBox="1">
            <a:spLocks noGrp="1"/>
          </p:cNvSpPr>
          <p:nvPr>
            <p:ph type="title" idx="2"/>
          </p:nvPr>
        </p:nvSpPr>
        <p:spPr>
          <a:xfrm>
            <a:off x="4734186" y="540000"/>
            <a:ext cx="2955000" cy="196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1031" name="Google Shape;1031;p42"/>
          <p:cNvSpPr txBox="1">
            <a:spLocks noGrp="1"/>
          </p:cNvSpPr>
          <p:nvPr>
            <p:ph type="subTitle" idx="1"/>
          </p:nvPr>
        </p:nvSpPr>
        <p:spPr>
          <a:xfrm>
            <a:off x="4865050" y="3726475"/>
            <a:ext cx="2691300" cy="46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Here you can describe the topic of the section</a:t>
            </a:r>
            <a:endParaRPr/>
          </a:p>
        </p:txBody>
      </p:sp>
      <p:grpSp>
        <p:nvGrpSpPr>
          <p:cNvPr id="1032" name="Google Shape;1032;p42"/>
          <p:cNvGrpSpPr/>
          <p:nvPr/>
        </p:nvGrpSpPr>
        <p:grpSpPr>
          <a:xfrm>
            <a:off x="1338593" y="1678171"/>
            <a:ext cx="2926862" cy="3410599"/>
            <a:chOff x="6185050" y="3191500"/>
            <a:chExt cx="682650" cy="795475"/>
          </a:xfrm>
        </p:grpSpPr>
        <p:sp>
          <p:nvSpPr>
            <p:cNvPr id="1033" name="Google Shape;1033;p42"/>
            <p:cNvSpPr/>
            <p:nvPr/>
          </p:nvSpPr>
          <p:spPr>
            <a:xfrm>
              <a:off x="6688100" y="3402525"/>
              <a:ext cx="105175" cy="211475"/>
            </a:xfrm>
            <a:custGeom>
              <a:avLst/>
              <a:gdLst/>
              <a:ahLst/>
              <a:cxnLst/>
              <a:rect l="l" t="t" r="r" b="b"/>
              <a:pathLst>
                <a:path w="4207" h="8459" extrusionOk="0">
                  <a:moveTo>
                    <a:pt x="736" y="1"/>
                  </a:moveTo>
                  <a:cubicBezTo>
                    <a:pt x="1" y="1"/>
                    <a:pt x="554" y="3047"/>
                    <a:pt x="585" y="3427"/>
                  </a:cubicBezTo>
                  <a:cubicBezTo>
                    <a:pt x="629" y="4138"/>
                    <a:pt x="563" y="4849"/>
                    <a:pt x="607" y="5560"/>
                  </a:cubicBezTo>
                  <a:cubicBezTo>
                    <a:pt x="629" y="5871"/>
                    <a:pt x="674" y="6182"/>
                    <a:pt x="796" y="6470"/>
                  </a:cubicBezTo>
                  <a:cubicBezTo>
                    <a:pt x="985" y="6882"/>
                    <a:pt x="1330" y="7193"/>
                    <a:pt x="1685" y="7470"/>
                  </a:cubicBezTo>
                  <a:cubicBezTo>
                    <a:pt x="2196" y="7848"/>
                    <a:pt x="2752" y="8171"/>
                    <a:pt x="3340" y="8415"/>
                  </a:cubicBezTo>
                  <a:cubicBezTo>
                    <a:pt x="3384" y="8437"/>
                    <a:pt x="3437" y="8458"/>
                    <a:pt x="3487" y="8458"/>
                  </a:cubicBezTo>
                  <a:cubicBezTo>
                    <a:pt x="3514" y="8458"/>
                    <a:pt x="3539" y="8452"/>
                    <a:pt x="3562" y="8437"/>
                  </a:cubicBezTo>
                  <a:cubicBezTo>
                    <a:pt x="3607" y="8415"/>
                    <a:pt x="3640" y="8370"/>
                    <a:pt x="3663" y="8315"/>
                  </a:cubicBezTo>
                  <a:cubicBezTo>
                    <a:pt x="4029" y="7581"/>
                    <a:pt x="4206" y="6693"/>
                    <a:pt x="3863" y="5949"/>
                  </a:cubicBezTo>
                  <a:cubicBezTo>
                    <a:pt x="3673" y="5549"/>
                    <a:pt x="3352" y="5226"/>
                    <a:pt x="3096" y="4871"/>
                  </a:cubicBezTo>
                  <a:cubicBezTo>
                    <a:pt x="2707" y="4338"/>
                    <a:pt x="2473" y="3715"/>
                    <a:pt x="2263" y="3093"/>
                  </a:cubicBezTo>
                  <a:cubicBezTo>
                    <a:pt x="2074" y="2549"/>
                    <a:pt x="1918" y="1982"/>
                    <a:pt x="1696" y="1449"/>
                  </a:cubicBezTo>
                  <a:cubicBezTo>
                    <a:pt x="1563" y="1105"/>
                    <a:pt x="1241" y="172"/>
                    <a:pt x="863" y="27"/>
                  </a:cubicBezTo>
                  <a:cubicBezTo>
                    <a:pt x="817" y="9"/>
                    <a:pt x="774" y="1"/>
                    <a:pt x="736"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42"/>
            <p:cNvSpPr/>
            <p:nvPr/>
          </p:nvSpPr>
          <p:spPr>
            <a:xfrm>
              <a:off x="6699125" y="3841050"/>
              <a:ext cx="168575" cy="95825"/>
            </a:xfrm>
            <a:custGeom>
              <a:avLst/>
              <a:gdLst/>
              <a:ahLst/>
              <a:cxnLst/>
              <a:rect l="l" t="t" r="r" b="b"/>
              <a:pathLst>
                <a:path w="6743" h="3833" extrusionOk="0">
                  <a:moveTo>
                    <a:pt x="145" y="1"/>
                  </a:moveTo>
                  <a:cubicBezTo>
                    <a:pt x="88" y="1"/>
                    <a:pt x="38" y="5"/>
                    <a:pt x="0" y="16"/>
                  </a:cubicBezTo>
                  <a:cubicBezTo>
                    <a:pt x="211" y="894"/>
                    <a:pt x="555" y="2360"/>
                    <a:pt x="766" y="3227"/>
                  </a:cubicBezTo>
                  <a:cubicBezTo>
                    <a:pt x="800" y="3393"/>
                    <a:pt x="844" y="3560"/>
                    <a:pt x="966" y="3682"/>
                  </a:cubicBezTo>
                  <a:cubicBezTo>
                    <a:pt x="1079" y="3795"/>
                    <a:pt x="1232" y="3833"/>
                    <a:pt x="1391" y="3833"/>
                  </a:cubicBezTo>
                  <a:cubicBezTo>
                    <a:pt x="1498" y="3833"/>
                    <a:pt x="1608" y="3816"/>
                    <a:pt x="1711" y="3793"/>
                  </a:cubicBezTo>
                  <a:cubicBezTo>
                    <a:pt x="2266" y="3682"/>
                    <a:pt x="2799" y="3482"/>
                    <a:pt x="3288" y="3193"/>
                  </a:cubicBezTo>
                  <a:cubicBezTo>
                    <a:pt x="3621" y="2993"/>
                    <a:pt x="3943" y="2760"/>
                    <a:pt x="4310" y="2627"/>
                  </a:cubicBezTo>
                  <a:cubicBezTo>
                    <a:pt x="4460" y="2577"/>
                    <a:pt x="4621" y="2547"/>
                    <a:pt x="4779" y="2547"/>
                  </a:cubicBezTo>
                  <a:cubicBezTo>
                    <a:pt x="5007" y="2547"/>
                    <a:pt x="5228" y="2609"/>
                    <a:pt x="5399" y="2760"/>
                  </a:cubicBezTo>
                  <a:cubicBezTo>
                    <a:pt x="5498" y="2838"/>
                    <a:pt x="5587" y="2960"/>
                    <a:pt x="5698" y="3015"/>
                  </a:cubicBezTo>
                  <a:cubicBezTo>
                    <a:pt x="5739" y="3040"/>
                    <a:pt x="5789" y="3052"/>
                    <a:pt x="5838" y="3052"/>
                  </a:cubicBezTo>
                  <a:cubicBezTo>
                    <a:pt x="5924" y="3052"/>
                    <a:pt x="6008" y="3015"/>
                    <a:pt x="6043" y="2938"/>
                  </a:cubicBezTo>
                  <a:cubicBezTo>
                    <a:pt x="6088" y="2838"/>
                    <a:pt x="6043" y="2727"/>
                    <a:pt x="5987" y="2638"/>
                  </a:cubicBezTo>
                  <a:cubicBezTo>
                    <a:pt x="5809" y="2327"/>
                    <a:pt x="5554" y="2072"/>
                    <a:pt x="5243" y="1894"/>
                  </a:cubicBezTo>
                  <a:lnTo>
                    <a:pt x="5243" y="1894"/>
                  </a:lnTo>
                  <a:cubicBezTo>
                    <a:pt x="5565" y="2060"/>
                    <a:pt x="5888" y="2227"/>
                    <a:pt x="6199" y="2393"/>
                  </a:cubicBezTo>
                  <a:cubicBezTo>
                    <a:pt x="6240" y="2414"/>
                    <a:pt x="6289" y="2434"/>
                    <a:pt x="6331" y="2434"/>
                  </a:cubicBezTo>
                  <a:cubicBezTo>
                    <a:pt x="6358" y="2434"/>
                    <a:pt x="6381" y="2426"/>
                    <a:pt x="6399" y="2405"/>
                  </a:cubicBezTo>
                  <a:cubicBezTo>
                    <a:pt x="6432" y="2360"/>
                    <a:pt x="6421" y="2294"/>
                    <a:pt x="6409" y="2249"/>
                  </a:cubicBezTo>
                  <a:cubicBezTo>
                    <a:pt x="6298" y="1905"/>
                    <a:pt x="6043" y="1627"/>
                    <a:pt x="5721" y="1494"/>
                  </a:cubicBezTo>
                  <a:lnTo>
                    <a:pt x="5721" y="1494"/>
                  </a:lnTo>
                  <a:cubicBezTo>
                    <a:pt x="5977" y="1594"/>
                    <a:pt x="6243" y="1694"/>
                    <a:pt x="6510" y="1793"/>
                  </a:cubicBezTo>
                  <a:cubicBezTo>
                    <a:pt x="6533" y="1802"/>
                    <a:pt x="6557" y="1809"/>
                    <a:pt x="6580" y="1809"/>
                  </a:cubicBezTo>
                  <a:cubicBezTo>
                    <a:pt x="6590" y="1809"/>
                    <a:pt x="6600" y="1808"/>
                    <a:pt x="6609" y="1805"/>
                  </a:cubicBezTo>
                  <a:cubicBezTo>
                    <a:pt x="6720" y="1793"/>
                    <a:pt x="6743" y="1638"/>
                    <a:pt x="6720" y="1527"/>
                  </a:cubicBezTo>
                  <a:cubicBezTo>
                    <a:pt x="6609" y="1083"/>
                    <a:pt x="6199" y="805"/>
                    <a:pt x="5765" y="739"/>
                  </a:cubicBezTo>
                  <a:cubicBezTo>
                    <a:pt x="5687" y="728"/>
                    <a:pt x="5609" y="724"/>
                    <a:pt x="5530" y="724"/>
                  </a:cubicBezTo>
                  <a:cubicBezTo>
                    <a:pt x="5183" y="724"/>
                    <a:pt x="4832" y="814"/>
                    <a:pt x="4488" y="905"/>
                  </a:cubicBezTo>
                  <a:cubicBezTo>
                    <a:pt x="3799" y="1083"/>
                    <a:pt x="3121" y="1260"/>
                    <a:pt x="2432" y="1438"/>
                  </a:cubicBezTo>
                  <a:cubicBezTo>
                    <a:pt x="2334" y="1468"/>
                    <a:pt x="2224" y="1491"/>
                    <a:pt x="2121" y="1491"/>
                  </a:cubicBezTo>
                  <a:cubicBezTo>
                    <a:pt x="1992" y="1491"/>
                    <a:pt x="1874" y="1454"/>
                    <a:pt x="1800" y="1349"/>
                  </a:cubicBezTo>
                  <a:cubicBezTo>
                    <a:pt x="1744" y="1282"/>
                    <a:pt x="1733" y="1194"/>
                    <a:pt x="1711" y="1116"/>
                  </a:cubicBezTo>
                  <a:cubicBezTo>
                    <a:pt x="1644" y="783"/>
                    <a:pt x="1666" y="349"/>
                    <a:pt x="1366" y="260"/>
                  </a:cubicBezTo>
                  <a:cubicBezTo>
                    <a:pt x="1146" y="184"/>
                    <a:pt x="497" y="1"/>
                    <a:pt x="14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2"/>
            <p:cNvSpPr/>
            <p:nvPr/>
          </p:nvSpPr>
          <p:spPr>
            <a:xfrm>
              <a:off x="6742150" y="3869500"/>
              <a:ext cx="1700" cy="5025"/>
            </a:xfrm>
            <a:custGeom>
              <a:avLst/>
              <a:gdLst/>
              <a:ahLst/>
              <a:cxnLst/>
              <a:rect l="l" t="t" r="r" b="b"/>
              <a:pathLst>
                <a:path w="68" h="201" extrusionOk="0">
                  <a:moveTo>
                    <a:pt x="0" y="1"/>
                  </a:moveTo>
                  <a:cubicBezTo>
                    <a:pt x="12" y="67"/>
                    <a:pt x="23" y="145"/>
                    <a:pt x="67" y="200"/>
                  </a:cubicBezTo>
                  <a:cubicBezTo>
                    <a:pt x="34" y="145"/>
                    <a:pt x="12" y="67"/>
                    <a:pt x="0" y="1"/>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42"/>
            <p:cNvSpPr/>
            <p:nvPr/>
          </p:nvSpPr>
          <p:spPr>
            <a:xfrm>
              <a:off x="6699125" y="3841175"/>
              <a:ext cx="44725" cy="36125"/>
            </a:xfrm>
            <a:custGeom>
              <a:avLst/>
              <a:gdLst/>
              <a:ahLst/>
              <a:cxnLst/>
              <a:rect l="l" t="t" r="r" b="b"/>
              <a:pathLst>
                <a:path w="1789" h="1445" extrusionOk="0">
                  <a:moveTo>
                    <a:pt x="144" y="0"/>
                  </a:moveTo>
                  <a:cubicBezTo>
                    <a:pt x="89" y="0"/>
                    <a:pt x="44" y="0"/>
                    <a:pt x="0" y="11"/>
                  </a:cubicBezTo>
                  <a:cubicBezTo>
                    <a:pt x="100" y="411"/>
                    <a:pt x="222" y="922"/>
                    <a:pt x="344" y="1445"/>
                  </a:cubicBezTo>
                  <a:cubicBezTo>
                    <a:pt x="411" y="1311"/>
                    <a:pt x="477" y="1166"/>
                    <a:pt x="544" y="1011"/>
                  </a:cubicBezTo>
                  <a:cubicBezTo>
                    <a:pt x="566" y="956"/>
                    <a:pt x="622" y="922"/>
                    <a:pt x="667" y="922"/>
                  </a:cubicBezTo>
                  <a:cubicBezTo>
                    <a:pt x="699" y="922"/>
                    <a:pt x="733" y="934"/>
                    <a:pt x="755" y="966"/>
                  </a:cubicBezTo>
                  <a:cubicBezTo>
                    <a:pt x="1010" y="1233"/>
                    <a:pt x="1266" y="1400"/>
                    <a:pt x="1511" y="1400"/>
                  </a:cubicBezTo>
                  <a:cubicBezTo>
                    <a:pt x="1600" y="1400"/>
                    <a:pt x="1699" y="1378"/>
                    <a:pt x="1788" y="1333"/>
                  </a:cubicBezTo>
                  <a:cubicBezTo>
                    <a:pt x="1744" y="1277"/>
                    <a:pt x="1733" y="1200"/>
                    <a:pt x="1721" y="1133"/>
                  </a:cubicBezTo>
                  <a:cubicBezTo>
                    <a:pt x="1721" y="1122"/>
                    <a:pt x="1711" y="1111"/>
                    <a:pt x="1711" y="1111"/>
                  </a:cubicBezTo>
                  <a:cubicBezTo>
                    <a:pt x="1655" y="833"/>
                    <a:pt x="1666" y="478"/>
                    <a:pt x="1489" y="322"/>
                  </a:cubicBezTo>
                  <a:cubicBezTo>
                    <a:pt x="1455" y="289"/>
                    <a:pt x="1410" y="267"/>
                    <a:pt x="1366" y="255"/>
                  </a:cubicBezTo>
                  <a:cubicBezTo>
                    <a:pt x="1155" y="178"/>
                    <a:pt x="499" y="0"/>
                    <a:pt x="144"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42"/>
            <p:cNvSpPr/>
            <p:nvPr/>
          </p:nvSpPr>
          <p:spPr>
            <a:xfrm>
              <a:off x="6646050" y="3716175"/>
              <a:ext cx="125850" cy="149925"/>
            </a:xfrm>
            <a:custGeom>
              <a:avLst/>
              <a:gdLst/>
              <a:ahLst/>
              <a:cxnLst/>
              <a:rect l="l" t="t" r="r" b="b"/>
              <a:pathLst>
                <a:path w="5034" h="5997" extrusionOk="0">
                  <a:moveTo>
                    <a:pt x="3687" y="0"/>
                  </a:moveTo>
                  <a:cubicBezTo>
                    <a:pt x="3622" y="0"/>
                    <a:pt x="2221" y="1713"/>
                    <a:pt x="2123" y="1745"/>
                  </a:cubicBezTo>
                  <a:cubicBezTo>
                    <a:pt x="1845" y="1834"/>
                    <a:pt x="1600" y="1957"/>
                    <a:pt x="1301" y="1989"/>
                  </a:cubicBezTo>
                  <a:cubicBezTo>
                    <a:pt x="634" y="2078"/>
                    <a:pt x="168" y="2245"/>
                    <a:pt x="201" y="3045"/>
                  </a:cubicBezTo>
                  <a:cubicBezTo>
                    <a:pt x="212" y="3401"/>
                    <a:pt x="346" y="3745"/>
                    <a:pt x="467" y="4078"/>
                  </a:cubicBezTo>
                  <a:cubicBezTo>
                    <a:pt x="334" y="3967"/>
                    <a:pt x="168" y="3900"/>
                    <a:pt x="1" y="3890"/>
                  </a:cubicBezTo>
                  <a:lnTo>
                    <a:pt x="1" y="3890"/>
                  </a:lnTo>
                  <a:cubicBezTo>
                    <a:pt x="245" y="4312"/>
                    <a:pt x="556" y="4700"/>
                    <a:pt x="912" y="5045"/>
                  </a:cubicBezTo>
                  <a:cubicBezTo>
                    <a:pt x="712" y="4934"/>
                    <a:pt x="501" y="4856"/>
                    <a:pt x="279" y="4811"/>
                  </a:cubicBezTo>
                  <a:lnTo>
                    <a:pt x="279" y="4811"/>
                  </a:lnTo>
                  <a:cubicBezTo>
                    <a:pt x="490" y="5189"/>
                    <a:pt x="801" y="5522"/>
                    <a:pt x="1168" y="5756"/>
                  </a:cubicBezTo>
                  <a:cubicBezTo>
                    <a:pt x="1374" y="5890"/>
                    <a:pt x="1625" y="5996"/>
                    <a:pt x="1872" y="5996"/>
                  </a:cubicBezTo>
                  <a:cubicBezTo>
                    <a:pt x="1930" y="5996"/>
                    <a:pt x="1988" y="5991"/>
                    <a:pt x="2045" y="5978"/>
                  </a:cubicBezTo>
                  <a:cubicBezTo>
                    <a:pt x="2356" y="5922"/>
                    <a:pt x="2622" y="5611"/>
                    <a:pt x="2545" y="5311"/>
                  </a:cubicBezTo>
                  <a:lnTo>
                    <a:pt x="2545" y="5311"/>
                  </a:lnTo>
                  <a:cubicBezTo>
                    <a:pt x="2725" y="5466"/>
                    <a:pt x="2958" y="5561"/>
                    <a:pt x="3188" y="5561"/>
                  </a:cubicBezTo>
                  <a:cubicBezTo>
                    <a:pt x="3271" y="5561"/>
                    <a:pt x="3354" y="5549"/>
                    <a:pt x="3434" y="5522"/>
                  </a:cubicBezTo>
                  <a:cubicBezTo>
                    <a:pt x="3656" y="5445"/>
                    <a:pt x="3834" y="5223"/>
                    <a:pt x="3856" y="4989"/>
                  </a:cubicBezTo>
                  <a:cubicBezTo>
                    <a:pt x="3867" y="4912"/>
                    <a:pt x="3856" y="4833"/>
                    <a:pt x="3834" y="4767"/>
                  </a:cubicBezTo>
                  <a:lnTo>
                    <a:pt x="3834" y="4767"/>
                  </a:lnTo>
                  <a:cubicBezTo>
                    <a:pt x="3918" y="4905"/>
                    <a:pt x="4081" y="4984"/>
                    <a:pt x="4244" y="4984"/>
                  </a:cubicBezTo>
                  <a:cubicBezTo>
                    <a:pt x="4317" y="4984"/>
                    <a:pt x="4390" y="4968"/>
                    <a:pt x="4456" y="4934"/>
                  </a:cubicBezTo>
                  <a:cubicBezTo>
                    <a:pt x="5034" y="4633"/>
                    <a:pt x="4444" y="3756"/>
                    <a:pt x="4278" y="3379"/>
                  </a:cubicBezTo>
                  <a:cubicBezTo>
                    <a:pt x="4000" y="2723"/>
                    <a:pt x="3967" y="656"/>
                    <a:pt x="3689" y="1"/>
                  </a:cubicBezTo>
                  <a:cubicBezTo>
                    <a:pt x="3689" y="1"/>
                    <a:pt x="3688" y="0"/>
                    <a:pt x="3687"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42"/>
            <p:cNvSpPr/>
            <p:nvPr/>
          </p:nvSpPr>
          <p:spPr>
            <a:xfrm>
              <a:off x="6668575" y="3821725"/>
              <a:ext cx="62500" cy="36975"/>
            </a:xfrm>
            <a:custGeom>
              <a:avLst/>
              <a:gdLst/>
              <a:ahLst/>
              <a:cxnLst/>
              <a:rect l="l" t="t" r="r" b="b"/>
              <a:pathLst>
                <a:path w="2500" h="1479" extrusionOk="0">
                  <a:moveTo>
                    <a:pt x="1444" y="112"/>
                  </a:moveTo>
                  <a:cubicBezTo>
                    <a:pt x="1511" y="156"/>
                    <a:pt x="1555" y="234"/>
                    <a:pt x="1566" y="312"/>
                  </a:cubicBezTo>
                  <a:lnTo>
                    <a:pt x="1566" y="456"/>
                  </a:lnTo>
                  <a:cubicBezTo>
                    <a:pt x="1511" y="345"/>
                    <a:pt x="1477" y="234"/>
                    <a:pt x="1444" y="112"/>
                  </a:cubicBezTo>
                  <a:close/>
                  <a:moveTo>
                    <a:pt x="1355" y="1"/>
                  </a:moveTo>
                  <a:lnTo>
                    <a:pt x="1366" y="56"/>
                  </a:lnTo>
                  <a:cubicBezTo>
                    <a:pt x="1388" y="245"/>
                    <a:pt x="1455" y="423"/>
                    <a:pt x="1544" y="578"/>
                  </a:cubicBezTo>
                  <a:cubicBezTo>
                    <a:pt x="1544" y="601"/>
                    <a:pt x="1544" y="623"/>
                    <a:pt x="1533" y="645"/>
                  </a:cubicBezTo>
                  <a:cubicBezTo>
                    <a:pt x="1511" y="745"/>
                    <a:pt x="1489" y="856"/>
                    <a:pt x="1433" y="945"/>
                  </a:cubicBezTo>
                  <a:cubicBezTo>
                    <a:pt x="1394" y="1002"/>
                    <a:pt x="1314" y="1060"/>
                    <a:pt x="1236" y="1060"/>
                  </a:cubicBezTo>
                  <a:cubicBezTo>
                    <a:pt x="1224" y="1060"/>
                    <a:pt x="1212" y="1059"/>
                    <a:pt x="1200" y="1056"/>
                  </a:cubicBezTo>
                  <a:cubicBezTo>
                    <a:pt x="1155" y="1045"/>
                    <a:pt x="1122" y="1011"/>
                    <a:pt x="1089" y="978"/>
                  </a:cubicBezTo>
                  <a:cubicBezTo>
                    <a:pt x="1089" y="889"/>
                    <a:pt x="1055" y="811"/>
                    <a:pt x="1022" y="734"/>
                  </a:cubicBezTo>
                  <a:lnTo>
                    <a:pt x="922" y="578"/>
                  </a:lnTo>
                  <a:lnTo>
                    <a:pt x="944" y="756"/>
                  </a:lnTo>
                  <a:cubicBezTo>
                    <a:pt x="955" y="856"/>
                    <a:pt x="988" y="934"/>
                    <a:pt x="1022" y="1001"/>
                  </a:cubicBezTo>
                  <a:cubicBezTo>
                    <a:pt x="1022" y="1078"/>
                    <a:pt x="1010" y="1156"/>
                    <a:pt x="978" y="1223"/>
                  </a:cubicBezTo>
                  <a:cubicBezTo>
                    <a:pt x="924" y="1330"/>
                    <a:pt x="804" y="1402"/>
                    <a:pt x="696" y="1402"/>
                  </a:cubicBezTo>
                  <a:cubicBezTo>
                    <a:pt x="671" y="1402"/>
                    <a:pt x="646" y="1397"/>
                    <a:pt x="622" y="1389"/>
                  </a:cubicBezTo>
                  <a:cubicBezTo>
                    <a:pt x="499" y="1356"/>
                    <a:pt x="422" y="1223"/>
                    <a:pt x="366" y="1122"/>
                  </a:cubicBezTo>
                  <a:cubicBezTo>
                    <a:pt x="211" y="833"/>
                    <a:pt x="111" y="500"/>
                    <a:pt x="67" y="167"/>
                  </a:cubicBezTo>
                  <a:lnTo>
                    <a:pt x="0" y="167"/>
                  </a:lnTo>
                  <a:cubicBezTo>
                    <a:pt x="33" y="512"/>
                    <a:pt x="133" y="856"/>
                    <a:pt x="300" y="1156"/>
                  </a:cubicBezTo>
                  <a:cubicBezTo>
                    <a:pt x="356" y="1278"/>
                    <a:pt x="444" y="1423"/>
                    <a:pt x="600" y="1467"/>
                  </a:cubicBezTo>
                  <a:lnTo>
                    <a:pt x="611" y="1467"/>
                  </a:lnTo>
                  <a:cubicBezTo>
                    <a:pt x="639" y="1475"/>
                    <a:pt x="669" y="1479"/>
                    <a:pt x="698" y="1479"/>
                  </a:cubicBezTo>
                  <a:cubicBezTo>
                    <a:pt x="839" y="1479"/>
                    <a:pt x="980" y="1394"/>
                    <a:pt x="1044" y="1256"/>
                  </a:cubicBezTo>
                  <a:cubicBezTo>
                    <a:pt x="1066" y="1201"/>
                    <a:pt x="1089" y="1145"/>
                    <a:pt x="1089" y="1089"/>
                  </a:cubicBezTo>
                  <a:cubicBezTo>
                    <a:pt x="1122" y="1112"/>
                    <a:pt x="1144" y="1122"/>
                    <a:pt x="1178" y="1134"/>
                  </a:cubicBezTo>
                  <a:cubicBezTo>
                    <a:pt x="1195" y="1139"/>
                    <a:pt x="1213" y="1141"/>
                    <a:pt x="1231" y="1141"/>
                  </a:cubicBezTo>
                  <a:cubicBezTo>
                    <a:pt x="1337" y="1141"/>
                    <a:pt x="1442" y="1065"/>
                    <a:pt x="1499" y="989"/>
                  </a:cubicBezTo>
                  <a:cubicBezTo>
                    <a:pt x="1555" y="889"/>
                    <a:pt x="1588" y="778"/>
                    <a:pt x="1610" y="678"/>
                  </a:cubicBezTo>
                  <a:cubicBezTo>
                    <a:pt x="1800" y="967"/>
                    <a:pt x="2088" y="1189"/>
                    <a:pt x="2422" y="1289"/>
                  </a:cubicBezTo>
                  <a:lnTo>
                    <a:pt x="2466" y="1300"/>
                  </a:lnTo>
                  <a:lnTo>
                    <a:pt x="2499" y="767"/>
                  </a:lnTo>
                  <a:lnTo>
                    <a:pt x="2422" y="767"/>
                  </a:lnTo>
                  <a:lnTo>
                    <a:pt x="2400" y="1201"/>
                  </a:lnTo>
                  <a:cubicBezTo>
                    <a:pt x="2077" y="1089"/>
                    <a:pt x="1800" y="867"/>
                    <a:pt x="1622" y="567"/>
                  </a:cubicBezTo>
                  <a:cubicBezTo>
                    <a:pt x="1644" y="478"/>
                    <a:pt x="1655" y="389"/>
                    <a:pt x="1633" y="300"/>
                  </a:cubicBezTo>
                  <a:cubicBezTo>
                    <a:pt x="1622" y="179"/>
                    <a:pt x="1544" y="45"/>
                    <a:pt x="1410" y="11"/>
                  </a:cubicBezTo>
                  <a:lnTo>
                    <a:pt x="13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42"/>
            <p:cNvSpPr/>
            <p:nvPr/>
          </p:nvSpPr>
          <p:spPr>
            <a:xfrm>
              <a:off x="6856575" y="3870775"/>
              <a:ext cx="10025" cy="13450"/>
            </a:xfrm>
            <a:custGeom>
              <a:avLst/>
              <a:gdLst/>
              <a:ahLst/>
              <a:cxnLst/>
              <a:rect l="l" t="t" r="r" b="b"/>
              <a:pathLst>
                <a:path w="401" h="538" extrusionOk="0">
                  <a:moveTo>
                    <a:pt x="305" y="1"/>
                  </a:moveTo>
                  <a:cubicBezTo>
                    <a:pt x="286" y="1"/>
                    <a:pt x="260" y="15"/>
                    <a:pt x="222" y="49"/>
                  </a:cubicBezTo>
                  <a:cubicBezTo>
                    <a:pt x="145" y="127"/>
                    <a:pt x="67" y="216"/>
                    <a:pt x="0" y="316"/>
                  </a:cubicBezTo>
                  <a:cubicBezTo>
                    <a:pt x="101" y="416"/>
                    <a:pt x="212" y="493"/>
                    <a:pt x="345" y="538"/>
                  </a:cubicBezTo>
                  <a:lnTo>
                    <a:pt x="378" y="538"/>
                  </a:lnTo>
                  <a:cubicBezTo>
                    <a:pt x="390" y="527"/>
                    <a:pt x="400" y="505"/>
                    <a:pt x="390" y="483"/>
                  </a:cubicBezTo>
                  <a:lnTo>
                    <a:pt x="356" y="149"/>
                  </a:lnTo>
                  <a:cubicBezTo>
                    <a:pt x="348" y="73"/>
                    <a:pt x="346" y="1"/>
                    <a:pt x="30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2"/>
            <p:cNvSpPr/>
            <p:nvPr/>
          </p:nvSpPr>
          <p:spPr>
            <a:xfrm>
              <a:off x="6850200" y="3888525"/>
              <a:ext cx="8350" cy="9875"/>
            </a:xfrm>
            <a:custGeom>
              <a:avLst/>
              <a:gdLst/>
              <a:ahLst/>
              <a:cxnLst/>
              <a:rect l="l" t="t" r="r" b="b"/>
              <a:pathLst>
                <a:path w="334" h="395" extrusionOk="0">
                  <a:moveTo>
                    <a:pt x="183" y="0"/>
                  </a:moveTo>
                  <a:cubicBezTo>
                    <a:pt x="169" y="0"/>
                    <a:pt x="150" y="15"/>
                    <a:pt x="122" y="50"/>
                  </a:cubicBezTo>
                  <a:cubicBezTo>
                    <a:pt x="78" y="128"/>
                    <a:pt x="33" y="206"/>
                    <a:pt x="0" y="284"/>
                  </a:cubicBezTo>
                  <a:cubicBezTo>
                    <a:pt x="89" y="350"/>
                    <a:pt x="189" y="383"/>
                    <a:pt x="300" y="395"/>
                  </a:cubicBezTo>
                  <a:lnTo>
                    <a:pt x="322" y="395"/>
                  </a:lnTo>
                  <a:cubicBezTo>
                    <a:pt x="333" y="383"/>
                    <a:pt x="333" y="361"/>
                    <a:pt x="322" y="350"/>
                  </a:cubicBezTo>
                  <a:cubicBezTo>
                    <a:pt x="300" y="272"/>
                    <a:pt x="267" y="183"/>
                    <a:pt x="233" y="106"/>
                  </a:cubicBezTo>
                  <a:cubicBezTo>
                    <a:pt x="219" y="49"/>
                    <a:pt x="209" y="0"/>
                    <a:pt x="1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2"/>
            <p:cNvSpPr/>
            <p:nvPr/>
          </p:nvSpPr>
          <p:spPr>
            <a:xfrm>
              <a:off x="6839350" y="3904300"/>
              <a:ext cx="9750" cy="11600"/>
            </a:xfrm>
            <a:custGeom>
              <a:avLst/>
              <a:gdLst/>
              <a:ahLst/>
              <a:cxnLst/>
              <a:rect l="l" t="t" r="r" b="b"/>
              <a:pathLst>
                <a:path w="390" h="464" extrusionOk="0">
                  <a:moveTo>
                    <a:pt x="212" y="1"/>
                  </a:moveTo>
                  <a:cubicBezTo>
                    <a:pt x="196" y="1"/>
                    <a:pt x="175" y="16"/>
                    <a:pt x="145" y="53"/>
                  </a:cubicBezTo>
                  <a:cubicBezTo>
                    <a:pt x="89" y="142"/>
                    <a:pt x="45" y="230"/>
                    <a:pt x="1" y="330"/>
                  </a:cubicBezTo>
                  <a:cubicBezTo>
                    <a:pt x="101" y="408"/>
                    <a:pt x="223" y="453"/>
                    <a:pt x="345" y="463"/>
                  </a:cubicBezTo>
                  <a:cubicBezTo>
                    <a:pt x="356" y="463"/>
                    <a:pt x="368" y="463"/>
                    <a:pt x="368" y="453"/>
                  </a:cubicBezTo>
                  <a:cubicBezTo>
                    <a:pt x="390" y="453"/>
                    <a:pt x="378" y="419"/>
                    <a:pt x="378" y="408"/>
                  </a:cubicBezTo>
                  <a:cubicBezTo>
                    <a:pt x="345" y="308"/>
                    <a:pt x="312" y="219"/>
                    <a:pt x="279" y="119"/>
                  </a:cubicBezTo>
                  <a:cubicBezTo>
                    <a:pt x="256" y="60"/>
                    <a:pt x="244" y="1"/>
                    <a:pt x="212"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2"/>
            <p:cNvSpPr/>
            <p:nvPr/>
          </p:nvSpPr>
          <p:spPr>
            <a:xfrm>
              <a:off x="6408875" y="3332475"/>
              <a:ext cx="339400" cy="457925"/>
            </a:xfrm>
            <a:custGeom>
              <a:avLst/>
              <a:gdLst/>
              <a:ahLst/>
              <a:cxnLst/>
              <a:rect l="l" t="t" r="r" b="b"/>
              <a:pathLst>
                <a:path w="13576" h="18317" extrusionOk="0">
                  <a:moveTo>
                    <a:pt x="7202" y="1"/>
                  </a:moveTo>
                  <a:cubicBezTo>
                    <a:pt x="6600" y="1"/>
                    <a:pt x="6004" y="100"/>
                    <a:pt x="5434" y="363"/>
                  </a:cubicBezTo>
                  <a:cubicBezTo>
                    <a:pt x="4567" y="763"/>
                    <a:pt x="3834" y="1397"/>
                    <a:pt x="3190" y="2108"/>
                  </a:cubicBezTo>
                  <a:cubicBezTo>
                    <a:pt x="1645" y="3829"/>
                    <a:pt x="612" y="6051"/>
                    <a:pt x="534" y="8362"/>
                  </a:cubicBezTo>
                  <a:cubicBezTo>
                    <a:pt x="534" y="8551"/>
                    <a:pt x="534" y="8761"/>
                    <a:pt x="634" y="8929"/>
                  </a:cubicBezTo>
                  <a:lnTo>
                    <a:pt x="1001" y="8561"/>
                  </a:lnTo>
                  <a:lnTo>
                    <a:pt x="1001" y="8561"/>
                  </a:lnTo>
                  <a:cubicBezTo>
                    <a:pt x="368" y="10017"/>
                    <a:pt x="1" y="11617"/>
                    <a:pt x="123" y="13205"/>
                  </a:cubicBezTo>
                  <a:cubicBezTo>
                    <a:pt x="190" y="13983"/>
                    <a:pt x="379" y="14760"/>
                    <a:pt x="679" y="15471"/>
                  </a:cubicBezTo>
                  <a:cubicBezTo>
                    <a:pt x="956" y="16115"/>
                    <a:pt x="1401" y="16994"/>
                    <a:pt x="2000" y="17416"/>
                  </a:cubicBezTo>
                  <a:cubicBezTo>
                    <a:pt x="3036" y="18133"/>
                    <a:pt x="4422" y="18316"/>
                    <a:pt x="5701" y="18316"/>
                  </a:cubicBezTo>
                  <a:cubicBezTo>
                    <a:pt x="5985" y="18316"/>
                    <a:pt x="6264" y="18307"/>
                    <a:pt x="6533" y="18293"/>
                  </a:cubicBezTo>
                  <a:cubicBezTo>
                    <a:pt x="7133" y="18271"/>
                    <a:pt x="7722" y="18204"/>
                    <a:pt x="8310" y="18149"/>
                  </a:cubicBezTo>
                  <a:cubicBezTo>
                    <a:pt x="9221" y="18048"/>
                    <a:pt x="10132" y="17860"/>
                    <a:pt x="11032" y="17793"/>
                  </a:cubicBezTo>
                  <a:cubicBezTo>
                    <a:pt x="11854" y="17727"/>
                    <a:pt x="12632" y="17360"/>
                    <a:pt x="13020" y="16594"/>
                  </a:cubicBezTo>
                  <a:cubicBezTo>
                    <a:pt x="13308" y="16029"/>
                    <a:pt x="13340" y="15379"/>
                    <a:pt x="13323" y="14741"/>
                  </a:cubicBezTo>
                  <a:lnTo>
                    <a:pt x="13323" y="14741"/>
                  </a:lnTo>
                  <a:cubicBezTo>
                    <a:pt x="13332" y="14766"/>
                    <a:pt x="13342" y="14791"/>
                    <a:pt x="13354" y="14816"/>
                  </a:cubicBezTo>
                  <a:cubicBezTo>
                    <a:pt x="13432" y="14627"/>
                    <a:pt x="13454" y="14416"/>
                    <a:pt x="13465" y="14216"/>
                  </a:cubicBezTo>
                  <a:cubicBezTo>
                    <a:pt x="13576" y="11817"/>
                    <a:pt x="11887" y="9773"/>
                    <a:pt x="11821" y="7428"/>
                  </a:cubicBezTo>
                  <a:cubicBezTo>
                    <a:pt x="11810" y="7062"/>
                    <a:pt x="11832" y="6695"/>
                    <a:pt x="11910" y="6317"/>
                  </a:cubicBezTo>
                  <a:cubicBezTo>
                    <a:pt x="11976" y="5996"/>
                    <a:pt x="12087" y="5695"/>
                    <a:pt x="12143" y="5374"/>
                  </a:cubicBezTo>
                  <a:cubicBezTo>
                    <a:pt x="12354" y="4273"/>
                    <a:pt x="11998" y="3130"/>
                    <a:pt x="11443" y="2163"/>
                  </a:cubicBezTo>
                  <a:cubicBezTo>
                    <a:pt x="10865" y="1163"/>
                    <a:pt x="10110" y="474"/>
                    <a:pt x="8977" y="230"/>
                  </a:cubicBezTo>
                  <a:cubicBezTo>
                    <a:pt x="8392" y="98"/>
                    <a:pt x="7794" y="1"/>
                    <a:pt x="72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2"/>
            <p:cNvSpPr/>
            <p:nvPr/>
          </p:nvSpPr>
          <p:spPr>
            <a:xfrm>
              <a:off x="6425825" y="3546500"/>
              <a:ext cx="8075" cy="20575"/>
            </a:xfrm>
            <a:custGeom>
              <a:avLst/>
              <a:gdLst/>
              <a:ahLst/>
              <a:cxnLst/>
              <a:rect l="l" t="t" r="r" b="b"/>
              <a:pathLst>
                <a:path w="323" h="823" extrusionOk="0">
                  <a:moveTo>
                    <a:pt x="323" y="0"/>
                  </a:moveTo>
                  <a:cubicBezTo>
                    <a:pt x="134" y="178"/>
                    <a:pt x="68" y="511"/>
                    <a:pt x="1" y="823"/>
                  </a:cubicBezTo>
                  <a:cubicBezTo>
                    <a:pt x="100" y="545"/>
                    <a:pt x="201" y="267"/>
                    <a:pt x="323" y="0"/>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2"/>
            <p:cNvSpPr/>
            <p:nvPr/>
          </p:nvSpPr>
          <p:spPr>
            <a:xfrm>
              <a:off x="6399175" y="3409300"/>
              <a:ext cx="297450" cy="292750"/>
            </a:xfrm>
            <a:custGeom>
              <a:avLst/>
              <a:gdLst/>
              <a:ahLst/>
              <a:cxnLst/>
              <a:rect l="l" t="t" r="r" b="b"/>
              <a:pathLst>
                <a:path w="11898" h="11710" extrusionOk="0">
                  <a:moveTo>
                    <a:pt x="2800" y="1"/>
                  </a:moveTo>
                  <a:cubicBezTo>
                    <a:pt x="1744" y="1479"/>
                    <a:pt x="1055" y="3200"/>
                    <a:pt x="944" y="5000"/>
                  </a:cubicBezTo>
                  <a:lnTo>
                    <a:pt x="944" y="5011"/>
                  </a:lnTo>
                  <a:cubicBezTo>
                    <a:pt x="944" y="5011"/>
                    <a:pt x="944" y="5022"/>
                    <a:pt x="934" y="5022"/>
                  </a:cubicBezTo>
                  <a:lnTo>
                    <a:pt x="934" y="5056"/>
                  </a:lnTo>
                  <a:lnTo>
                    <a:pt x="934" y="5066"/>
                  </a:lnTo>
                  <a:lnTo>
                    <a:pt x="934" y="5078"/>
                  </a:lnTo>
                  <a:lnTo>
                    <a:pt x="934" y="5089"/>
                  </a:lnTo>
                  <a:lnTo>
                    <a:pt x="934" y="5100"/>
                  </a:lnTo>
                  <a:lnTo>
                    <a:pt x="934" y="5111"/>
                  </a:lnTo>
                  <a:lnTo>
                    <a:pt x="934" y="5122"/>
                  </a:lnTo>
                  <a:lnTo>
                    <a:pt x="934" y="5133"/>
                  </a:lnTo>
                  <a:lnTo>
                    <a:pt x="934" y="5145"/>
                  </a:lnTo>
                  <a:lnTo>
                    <a:pt x="934" y="5155"/>
                  </a:lnTo>
                  <a:lnTo>
                    <a:pt x="934" y="5167"/>
                  </a:lnTo>
                  <a:lnTo>
                    <a:pt x="934" y="5177"/>
                  </a:lnTo>
                  <a:lnTo>
                    <a:pt x="934" y="5189"/>
                  </a:lnTo>
                  <a:lnTo>
                    <a:pt x="934" y="5200"/>
                  </a:lnTo>
                  <a:lnTo>
                    <a:pt x="934" y="5211"/>
                  </a:lnTo>
                  <a:lnTo>
                    <a:pt x="934" y="5222"/>
                  </a:lnTo>
                  <a:lnTo>
                    <a:pt x="934" y="5233"/>
                  </a:lnTo>
                  <a:lnTo>
                    <a:pt x="934" y="5244"/>
                  </a:lnTo>
                  <a:lnTo>
                    <a:pt x="922" y="5244"/>
                  </a:lnTo>
                  <a:lnTo>
                    <a:pt x="922" y="5256"/>
                  </a:lnTo>
                  <a:lnTo>
                    <a:pt x="922" y="5266"/>
                  </a:lnTo>
                  <a:lnTo>
                    <a:pt x="922" y="5278"/>
                  </a:lnTo>
                  <a:lnTo>
                    <a:pt x="922" y="5289"/>
                  </a:lnTo>
                  <a:lnTo>
                    <a:pt x="922" y="5333"/>
                  </a:lnTo>
                  <a:cubicBezTo>
                    <a:pt x="922" y="5511"/>
                    <a:pt x="934" y="5700"/>
                    <a:pt x="1022" y="5856"/>
                  </a:cubicBezTo>
                  <a:lnTo>
                    <a:pt x="1389" y="5488"/>
                  </a:lnTo>
                  <a:lnTo>
                    <a:pt x="1389" y="5488"/>
                  </a:lnTo>
                  <a:cubicBezTo>
                    <a:pt x="1267" y="5755"/>
                    <a:pt x="1166" y="6033"/>
                    <a:pt x="1067" y="6311"/>
                  </a:cubicBezTo>
                  <a:cubicBezTo>
                    <a:pt x="1033" y="6466"/>
                    <a:pt x="1000" y="6622"/>
                    <a:pt x="967" y="6755"/>
                  </a:cubicBezTo>
                  <a:cubicBezTo>
                    <a:pt x="867" y="7066"/>
                    <a:pt x="0" y="9877"/>
                    <a:pt x="922" y="11709"/>
                  </a:cubicBezTo>
                  <a:cubicBezTo>
                    <a:pt x="1322" y="11398"/>
                    <a:pt x="1956" y="11043"/>
                    <a:pt x="2489" y="11043"/>
                  </a:cubicBezTo>
                  <a:cubicBezTo>
                    <a:pt x="2556" y="11043"/>
                    <a:pt x="2622" y="11054"/>
                    <a:pt x="2677" y="11065"/>
                  </a:cubicBezTo>
                  <a:cubicBezTo>
                    <a:pt x="2933" y="11110"/>
                    <a:pt x="3144" y="11143"/>
                    <a:pt x="3410" y="11143"/>
                  </a:cubicBezTo>
                  <a:lnTo>
                    <a:pt x="3489" y="11143"/>
                  </a:lnTo>
                  <a:cubicBezTo>
                    <a:pt x="3721" y="11143"/>
                    <a:pt x="3966" y="11154"/>
                    <a:pt x="4121" y="11343"/>
                  </a:cubicBezTo>
                  <a:cubicBezTo>
                    <a:pt x="4321" y="11565"/>
                    <a:pt x="4632" y="11643"/>
                    <a:pt x="4933" y="11643"/>
                  </a:cubicBezTo>
                  <a:cubicBezTo>
                    <a:pt x="4988" y="11643"/>
                    <a:pt x="5044" y="11643"/>
                    <a:pt x="5099" y="11632"/>
                  </a:cubicBezTo>
                  <a:cubicBezTo>
                    <a:pt x="5399" y="11598"/>
                    <a:pt x="5688" y="11499"/>
                    <a:pt x="5977" y="11432"/>
                  </a:cubicBezTo>
                  <a:cubicBezTo>
                    <a:pt x="6155" y="11388"/>
                    <a:pt x="6333" y="11365"/>
                    <a:pt x="6521" y="11365"/>
                  </a:cubicBezTo>
                  <a:cubicBezTo>
                    <a:pt x="6632" y="11365"/>
                    <a:pt x="6743" y="11376"/>
                    <a:pt x="6854" y="11398"/>
                  </a:cubicBezTo>
                  <a:cubicBezTo>
                    <a:pt x="7165" y="11465"/>
                    <a:pt x="7454" y="11588"/>
                    <a:pt x="7765" y="11632"/>
                  </a:cubicBezTo>
                  <a:cubicBezTo>
                    <a:pt x="7854" y="11643"/>
                    <a:pt x="7943" y="11654"/>
                    <a:pt x="8032" y="11654"/>
                  </a:cubicBezTo>
                  <a:cubicBezTo>
                    <a:pt x="8454" y="11654"/>
                    <a:pt x="8898" y="11521"/>
                    <a:pt x="9298" y="11410"/>
                  </a:cubicBezTo>
                  <a:cubicBezTo>
                    <a:pt x="9831" y="11243"/>
                    <a:pt x="10354" y="11032"/>
                    <a:pt x="10820" y="10732"/>
                  </a:cubicBezTo>
                  <a:cubicBezTo>
                    <a:pt x="11243" y="10455"/>
                    <a:pt x="11698" y="10065"/>
                    <a:pt x="11820" y="9554"/>
                  </a:cubicBezTo>
                  <a:cubicBezTo>
                    <a:pt x="11898" y="9233"/>
                    <a:pt x="11764" y="8977"/>
                    <a:pt x="11564" y="8732"/>
                  </a:cubicBezTo>
                  <a:cubicBezTo>
                    <a:pt x="11387" y="8510"/>
                    <a:pt x="11243" y="8299"/>
                    <a:pt x="11109" y="8044"/>
                  </a:cubicBezTo>
                  <a:cubicBezTo>
                    <a:pt x="10964" y="7777"/>
                    <a:pt x="10843" y="7500"/>
                    <a:pt x="10665" y="7266"/>
                  </a:cubicBezTo>
                  <a:cubicBezTo>
                    <a:pt x="10509" y="7044"/>
                    <a:pt x="10320" y="6944"/>
                    <a:pt x="10054" y="6900"/>
                  </a:cubicBezTo>
                  <a:cubicBezTo>
                    <a:pt x="9898" y="6878"/>
                    <a:pt x="9720" y="6866"/>
                    <a:pt x="9554" y="6866"/>
                  </a:cubicBezTo>
                  <a:cubicBezTo>
                    <a:pt x="9365" y="6866"/>
                    <a:pt x="9165" y="6878"/>
                    <a:pt x="8965" y="6888"/>
                  </a:cubicBezTo>
                  <a:cubicBezTo>
                    <a:pt x="8776" y="6900"/>
                    <a:pt x="8576" y="6922"/>
                    <a:pt x="8387" y="6922"/>
                  </a:cubicBezTo>
                  <a:lnTo>
                    <a:pt x="8377" y="6922"/>
                  </a:lnTo>
                  <a:cubicBezTo>
                    <a:pt x="7387" y="6922"/>
                    <a:pt x="6444" y="6355"/>
                    <a:pt x="5943" y="5500"/>
                  </a:cubicBezTo>
                  <a:cubicBezTo>
                    <a:pt x="5477" y="4711"/>
                    <a:pt x="5355" y="3778"/>
                    <a:pt x="5022" y="2945"/>
                  </a:cubicBezTo>
                  <a:cubicBezTo>
                    <a:pt x="4622" y="1945"/>
                    <a:pt x="3855" y="512"/>
                    <a:pt x="2800"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2"/>
            <p:cNvSpPr/>
            <p:nvPr/>
          </p:nvSpPr>
          <p:spPr>
            <a:xfrm>
              <a:off x="6704375" y="3405425"/>
              <a:ext cx="14750" cy="35850"/>
            </a:xfrm>
            <a:custGeom>
              <a:avLst/>
              <a:gdLst/>
              <a:ahLst/>
              <a:cxnLst/>
              <a:rect l="l" t="t" r="r" b="b"/>
              <a:pathLst>
                <a:path w="590" h="1434" extrusionOk="0">
                  <a:moveTo>
                    <a:pt x="1" y="0"/>
                  </a:moveTo>
                  <a:cubicBezTo>
                    <a:pt x="190" y="467"/>
                    <a:pt x="323" y="945"/>
                    <a:pt x="368" y="1434"/>
                  </a:cubicBezTo>
                  <a:lnTo>
                    <a:pt x="590" y="1434"/>
                  </a:lnTo>
                  <a:cubicBezTo>
                    <a:pt x="512" y="1145"/>
                    <a:pt x="412" y="867"/>
                    <a:pt x="301" y="589"/>
                  </a:cubicBezTo>
                  <a:cubicBezTo>
                    <a:pt x="212" y="389"/>
                    <a:pt x="112" y="189"/>
                    <a:pt x="1" y="0"/>
                  </a:cubicBezTo>
                  <a:close/>
                </a:path>
              </a:pathLst>
            </a:custGeom>
            <a:solidFill>
              <a:srgbClr val="6131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2"/>
            <p:cNvSpPr/>
            <p:nvPr/>
          </p:nvSpPr>
          <p:spPr>
            <a:xfrm>
              <a:off x="6501075" y="3342950"/>
              <a:ext cx="212500" cy="162475"/>
            </a:xfrm>
            <a:custGeom>
              <a:avLst/>
              <a:gdLst/>
              <a:ahLst/>
              <a:cxnLst/>
              <a:rect l="l" t="t" r="r" b="b"/>
              <a:pathLst>
                <a:path w="8500" h="6499" extrusionOk="0">
                  <a:moveTo>
                    <a:pt x="3967" y="0"/>
                  </a:moveTo>
                  <a:cubicBezTo>
                    <a:pt x="3311" y="0"/>
                    <a:pt x="2790" y="222"/>
                    <a:pt x="2190" y="600"/>
                  </a:cubicBezTo>
                  <a:cubicBezTo>
                    <a:pt x="1201" y="1244"/>
                    <a:pt x="412" y="2210"/>
                    <a:pt x="1" y="3311"/>
                  </a:cubicBezTo>
                  <a:cubicBezTo>
                    <a:pt x="13" y="3432"/>
                    <a:pt x="35" y="3566"/>
                    <a:pt x="57" y="3688"/>
                  </a:cubicBezTo>
                  <a:cubicBezTo>
                    <a:pt x="134" y="4022"/>
                    <a:pt x="312" y="4277"/>
                    <a:pt x="579" y="4499"/>
                  </a:cubicBezTo>
                  <a:cubicBezTo>
                    <a:pt x="756" y="4632"/>
                    <a:pt x="845" y="4799"/>
                    <a:pt x="1012" y="4932"/>
                  </a:cubicBezTo>
                  <a:cubicBezTo>
                    <a:pt x="1146" y="5054"/>
                    <a:pt x="1323" y="5110"/>
                    <a:pt x="1445" y="5232"/>
                  </a:cubicBezTo>
                  <a:cubicBezTo>
                    <a:pt x="1546" y="5332"/>
                    <a:pt x="1612" y="5454"/>
                    <a:pt x="1679" y="5577"/>
                  </a:cubicBezTo>
                  <a:cubicBezTo>
                    <a:pt x="1978" y="6043"/>
                    <a:pt x="2479" y="6387"/>
                    <a:pt x="3023" y="6476"/>
                  </a:cubicBezTo>
                  <a:cubicBezTo>
                    <a:pt x="3134" y="6498"/>
                    <a:pt x="3245" y="6498"/>
                    <a:pt x="3345" y="6498"/>
                  </a:cubicBezTo>
                  <a:cubicBezTo>
                    <a:pt x="3800" y="6498"/>
                    <a:pt x="4245" y="6354"/>
                    <a:pt x="4589" y="6076"/>
                  </a:cubicBezTo>
                  <a:cubicBezTo>
                    <a:pt x="4733" y="5965"/>
                    <a:pt x="4867" y="5821"/>
                    <a:pt x="5044" y="5799"/>
                  </a:cubicBezTo>
                  <a:lnTo>
                    <a:pt x="5100" y="5799"/>
                  </a:lnTo>
                  <a:cubicBezTo>
                    <a:pt x="5178" y="5799"/>
                    <a:pt x="5256" y="5821"/>
                    <a:pt x="5333" y="5832"/>
                  </a:cubicBezTo>
                  <a:lnTo>
                    <a:pt x="5422" y="5832"/>
                  </a:lnTo>
                  <a:cubicBezTo>
                    <a:pt x="5834" y="5832"/>
                    <a:pt x="6200" y="5565"/>
                    <a:pt x="6500" y="5288"/>
                  </a:cubicBezTo>
                  <a:cubicBezTo>
                    <a:pt x="6833" y="4977"/>
                    <a:pt x="7133" y="4644"/>
                    <a:pt x="7488" y="4377"/>
                  </a:cubicBezTo>
                  <a:cubicBezTo>
                    <a:pt x="7777" y="4143"/>
                    <a:pt x="8133" y="3966"/>
                    <a:pt x="8500" y="3933"/>
                  </a:cubicBezTo>
                  <a:cubicBezTo>
                    <a:pt x="8455" y="3444"/>
                    <a:pt x="8322" y="2966"/>
                    <a:pt x="8133" y="2499"/>
                  </a:cubicBezTo>
                  <a:cubicBezTo>
                    <a:pt x="7799" y="1944"/>
                    <a:pt x="7377" y="1433"/>
                    <a:pt x="6888" y="1011"/>
                  </a:cubicBezTo>
                  <a:cubicBezTo>
                    <a:pt x="6177" y="411"/>
                    <a:pt x="5278" y="133"/>
                    <a:pt x="4367" y="22"/>
                  </a:cubicBezTo>
                  <a:cubicBezTo>
                    <a:pt x="4222" y="11"/>
                    <a:pt x="4089" y="0"/>
                    <a:pt x="396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2"/>
            <p:cNvSpPr/>
            <p:nvPr/>
          </p:nvSpPr>
          <p:spPr>
            <a:xfrm>
              <a:off x="6631900" y="3662575"/>
              <a:ext cx="87500" cy="97800"/>
            </a:xfrm>
            <a:custGeom>
              <a:avLst/>
              <a:gdLst/>
              <a:ahLst/>
              <a:cxnLst/>
              <a:rect l="l" t="t" r="r" b="b"/>
              <a:pathLst>
                <a:path w="3500" h="3912" extrusionOk="0">
                  <a:moveTo>
                    <a:pt x="3400" y="1"/>
                  </a:moveTo>
                  <a:cubicBezTo>
                    <a:pt x="3378" y="13"/>
                    <a:pt x="3356" y="23"/>
                    <a:pt x="3333" y="23"/>
                  </a:cubicBezTo>
                  <a:cubicBezTo>
                    <a:pt x="3400" y="212"/>
                    <a:pt x="3411" y="401"/>
                    <a:pt x="3411" y="534"/>
                  </a:cubicBezTo>
                  <a:cubicBezTo>
                    <a:pt x="3422" y="1323"/>
                    <a:pt x="3055" y="2123"/>
                    <a:pt x="2455" y="2623"/>
                  </a:cubicBezTo>
                  <a:cubicBezTo>
                    <a:pt x="2422" y="2512"/>
                    <a:pt x="2400" y="2390"/>
                    <a:pt x="2400" y="2267"/>
                  </a:cubicBezTo>
                  <a:cubicBezTo>
                    <a:pt x="2411" y="2201"/>
                    <a:pt x="2411" y="2123"/>
                    <a:pt x="2400" y="2057"/>
                  </a:cubicBezTo>
                  <a:lnTo>
                    <a:pt x="2356" y="1701"/>
                  </a:lnTo>
                  <a:lnTo>
                    <a:pt x="2322" y="2057"/>
                  </a:lnTo>
                  <a:cubicBezTo>
                    <a:pt x="2322" y="2123"/>
                    <a:pt x="2311" y="2190"/>
                    <a:pt x="2322" y="2267"/>
                  </a:cubicBezTo>
                  <a:cubicBezTo>
                    <a:pt x="2267" y="2545"/>
                    <a:pt x="2067" y="2790"/>
                    <a:pt x="1878" y="2956"/>
                  </a:cubicBezTo>
                  <a:cubicBezTo>
                    <a:pt x="1455" y="3334"/>
                    <a:pt x="912" y="3600"/>
                    <a:pt x="356" y="3701"/>
                  </a:cubicBezTo>
                  <a:cubicBezTo>
                    <a:pt x="234" y="3723"/>
                    <a:pt x="67" y="3745"/>
                    <a:pt x="1" y="3878"/>
                  </a:cubicBezTo>
                  <a:lnTo>
                    <a:pt x="67" y="3911"/>
                  </a:lnTo>
                  <a:cubicBezTo>
                    <a:pt x="122" y="3812"/>
                    <a:pt x="256" y="3790"/>
                    <a:pt x="367" y="3767"/>
                  </a:cubicBezTo>
                  <a:cubicBezTo>
                    <a:pt x="944" y="3667"/>
                    <a:pt x="1500" y="3400"/>
                    <a:pt x="1922" y="3012"/>
                  </a:cubicBezTo>
                  <a:cubicBezTo>
                    <a:pt x="2078" y="2879"/>
                    <a:pt x="2245" y="2689"/>
                    <a:pt x="2344" y="2467"/>
                  </a:cubicBezTo>
                  <a:cubicBezTo>
                    <a:pt x="2356" y="2545"/>
                    <a:pt x="2378" y="2623"/>
                    <a:pt x="2400" y="2701"/>
                  </a:cubicBezTo>
                  <a:lnTo>
                    <a:pt x="2411" y="2756"/>
                  </a:lnTo>
                  <a:lnTo>
                    <a:pt x="2455" y="2723"/>
                  </a:lnTo>
                  <a:cubicBezTo>
                    <a:pt x="3111" y="2201"/>
                    <a:pt x="3500" y="1368"/>
                    <a:pt x="3489" y="534"/>
                  </a:cubicBezTo>
                  <a:cubicBezTo>
                    <a:pt x="3489" y="401"/>
                    <a:pt x="3467" y="201"/>
                    <a:pt x="34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2"/>
            <p:cNvSpPr/>
            <p:nvPr/>
          </p:nvSpPr>
          <p:spPr>
            <a:xfrm>
              <a:off x="6510525" y="3191500"/>
              <a:ext cx="249700" cy="288025"/>
            </a:xfrm>
            <a:custGeom>
              <a:avLst/>
              <a:gdLst/>
              <a:ahLst/>
              <a:cxnLst/>
              <a:rect l="l" t="t" r="r" b="b"/>
              <a:pathLst>
                <a:path w="9988" h="11521" extrusionOk="0">
                  <a:moveTo>
                    <a:pt x="4071" y="1"/>
                  </a:moveTo>
                  <a:cubicBezTo>
                    <a:pt x="3818" y="1"/>
                    <a:pt x="3568" y="30"/>
                    <a:pt x="3345" y="104"/>
                  </a:cubicBezTo>
                  <a:cubicBezTo>
                    <a:pt x="3178" y="148"/>
                    <a:pt x="3022" y="259"/>
                    <a:pt x="2911" y="393"/>
                  </a:cubicBezTo>
                  <a:cubicBezTo>
                    <a:pt x="2756" y="581"/>
                    <a:pt x="2701" y="837"/>
                    <a:pt x="2901" y="1070"/>
                  </a:cubicBezTo>
                  <a:cubicBezTo>
                    <a:pt x="2667" y="1114"/>
                    <a:pt x="2445" y="1215"/>
                    <a:pt x="2256" y="1370"/>
                  </a:cubicBezTo>
                  <a:cubicBezTo>
                    <a:pt x="2323" y="1470"/>
                    <a:pt x="2434" y="1559"/>
                    <a:pt x="2545" y="1592"/>
                  </a:cubicBezTo>
                  <a:cubicBezTo>
                    <a:pt x="1489" y="2148"/>
                    <a:pt x="745" y="3281"/>
                    <a:pt x="667" y="4481"/>
                  </a:cubicBezTo>
                  <a:cubicBezTo>
                    <a:pt x="657" y="4647"/>
                    <a:pt x="701" y="4780"/>
                    <a:pt x="845" y="4858"/>
                  </a:cubicBezTo>
                  <a:cubicBezTo>
                    <a:pt x="768" y="5069"/>
                    <a:pt x="146" y="7135"/>
                    <a:pt x="1" y="7135"/>
                  </a:cubicBezTo>
                  <a:lnTo>
                    <a:pt x="368" y="7135"/>
                  </a:lnTo>
                  <a:cubicBezTo>
                    <a:pt x="323" y="7824"/>
                    <a:pt x="279" y="8502"/>
                    <a:pt x="234" y="9179"/>
                  </a:cubicBezTo>
                  <a:cubicBezTo>
                    <a:pt x="212" y="9480"/>
                    <a:pt x="190" y="9801"/>
                    <a:pt x="334" y="10068"/>
                  </a:cubicBezTo>
                  <a:cubicBezTo>
                    <a:pt x="435" y="10278"/>
                    <a:pt x="662" y="10431"/>
                    <a:pt x="882" y="10431"/>
                  </a:cubicBezTo>
                  <a:cubicBezTo>
                    <a:pt x="953" y="10431"/>
                    <a:pt x="1024" y="10415"/>
                    <a:pt x="1089" y="10379"/>
                  </a:cubicBezTo>
                  <a:cubicBezTo>
                    <a:pt x="1248" y="11074"/>
                    <a:pt x="1993" y="11521"/>
                    <a:pt x="2713" y="11521"/>
                  </a:cubicBezTo>
                  <a:cubicBezTo>
                    <a:pt x="2798" y="11521"/>
                    <a:pt x="2883" y="11514"/>
                    <a:pt x="2967" y="11501"/>
                  </a:cubicBezTo>
                  <a:cubicBezTo>
                    <a:pt x="3755" y="11368"/>
                    <a:pt x="4422" y="10791"/>
                    <a:pt x="4844" y="10102"/>
                  </a:cubicBezTo>
                  <a:lnTo>
                    <a:pt x="4844" y="10102"/>
                  </a:lnTo>
                  <a:cubicBezTo>
                    <a:pt x="4767" y="10324"/>
                    <a:pt x="4977" y="10557"/>
                    <a:pt x="5211" y="10579"/>
                  </a:cubicBezTo>
                  <a:cubicBezTo>
                    <a:pt x="5230" y="10581"/>
                    <a:pt x="5249" y="10582"/>
                    <a:pt x="5267" y="10582"/>
                  </a:cubicBezTo>
                  <a:cubicBezTo>
                    <a:pt x="5478" y="10582"/>
                    <a:pt x="5672" y="10470"/>
                    <a:pt x="5855" y="10368"/>
                  </a:cubicBezTo>
                  <a:cubicBezTo>
                    <a:pt x="6377" y="10057"/>
                    <a:pt x="6888" y="9702"/>
                    <a:pt x="7277" y="9235"/>
                  </a:cubicBezTo>
                  <a:cubicBezTo>
                    <a:pt x="7399" y="9102"/>
                    <a:pt x="7544" y="8713"/>
                    <a:pt x="7700" y="8646"/>
                  </a:cubicBezTo>
                  <a:cubicBezTo>
                    <a:pt x="7708" y="8641"/>
                    <a:pt x="7717" y="8639"/>
                    <a:pt x="7727" y="8639"/>
                  </a:cubicBezTo>
                  <a:cubicBezTo>
                    <a:pt x="7796" y="8639"/>
                    <a:pt x="7899" y="8745"/>
                    <a:pt x="8002" y="8745"/>
                  </a:cubicBezTo>
                  <a:cubicBezTo>
                    <a:pt x="8020" y="8745"/>
                    <a:pt x="8038" y="8742"/>
                    <a:pt x="8055" y="8735"/>
                  </a:cubicBezTo>
                  <a:cubicBezTo>
                    <a:pt x="8760" y="8493"/>
                    <a:pt x="9563" y="6765"/>
                    <a:pt x="9187" y="6065"/>
                  </a:cubicBezTo>
                  <a:lnTo>
                    <a:pt x="9187" y="6065"/>
                  </a:lnTo>
                  <a:cubicBezTo>
                    <a:pt x="9295" y="6258"/>
                    <a:pt x="9414" y="6442"/>
                    <a:pt x="9521" y="6636"/>
                  </a:cubicBezTo>
                  <a:cubicBezTo>
                    <a:pt x="9988" y="5858"/>
                    <a:pt x="9754" y="4858"/>
                    <a:pt x="9388" y="4025"/>
                  </a:cubicBezTo>
                  <a:cubicBezTo>
                    <a:pt x="9255" y="3703"/>
                    <a:pt x="9088" y="3380"/>
                    <a:pt x="8899" y="3081"/>
                  </a:cubicBezTo>
                  <a:cubicBezTo>
                    <a:pt x="8766" y="2859"/>
                    <a:pt x="8399" y="2548"/>
                    <a:pt x="8344" y="2292"/>
                  </a:cubicBezTo>
                  <a:cubicBezTo>
                    <a:pt x="8304" y="2134"/>
                    <a:pt x="8762" y="1174"/>
                    <a:pt x="8465" y="1174"/>
                  </a:cubicBezTo>
                  <a:cubicBezTo>
                    <a:pt x="8426" y="1174"/>
                    <a:pt x="8376" y="1190"/>
                    <a:pt x="8310" y="1225"/>
                  </a:cubicBezTo>
                  <a:cubicBezTo>
                    <a:pt x="8110" y="1336"/>
                    <a:pt x="7932" y="1470"/>
                    <a:pt x="7766" y="1625"/>
                  </a:cubicBezTo>
                  <a:cubicBezTo>
                    <a:pt x="7866" y="1459"/>
                    <a:pt x="7844" y="1237"/>
                    <a:pt x="7710" y="1104"/>
                  </a:cubicBezTo>
                  <a:cubicBezTo>
                    <a:pt x="7511" y="1225"/>
                    <a:pt x="7510" y="1524"/>
                    <a:pt x="7378" y="1691"/>
                  </a:cubicBezTo>
                  <a:lnTo>
                    <a:pt x="7378" y="1691"/>
                  </a:lnTo>
                  <a:cubicBezTo>
                    <a:pt x="7483" y="1554"/>
                    <a:pt x="6466" y="748"/>
                    <a:pt x="6355" y="681"/>
                  </a:cubicBezTo>
                  <a:cubicBezTo>
                    <a:pt x="5911" y="381"/>
                    <a:pt x="5411" y="181"/>
                    <a:pt x="4878" y="82"/>
                  </a:cubicBezTo>
                  <a:cubicBezTo>
                    <a:pt x="4628" y="35"/>
                    <a:pt x="4348" y="1"/>
                    <a:pt x="4071"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2"/>
            <p:cNvSpPr/>
            <p:nvPr/>
          </p:nvSpPr>
          <p:spPr>
            <a:xfrm>
              <a:off x="6533850" y="3237175"/>
              <a:ext cx="153900" cy="134150"/>
            </a:xfrm>
            <a:custGeom>
              <a:avLst/>
              <a:gdLst/>
              <a:ahLst/>
              <a:cxnLst/>
              <a:rect l="l" t="t" r="r" b="b"/>
              <a:pathLst>
                <a:path w="6156" h="5366" extrusionOk="0">
                  <a:moveTo>
                    <a:pt x="2741" y="0"/>
                  </a:moveTo>
                  <a:cubicBezTo>
                    <a:pt x="2705" y="0"/>
                    <a:pt x="2670" y="3"/>
                    <a:pt x="2634" y="10"/>
                  </a:cubicBezTo>
                  <a:cubicBezTo>
                    <a:pt x="2345" y="65"/>
                    <a:pt x="2111" y="276"/>
                    <a:pt x="1901" y="499"/>
                  </a:cubicBezTo>
                  <a:cubicBezTo>
                    <a:pt x="1390" y="1042"/>
                    <a:pt x="934" y="1632"/>
                    <a:pt x="523" y="2264"/>
                  </a:cubicBezTo>
                  <a:cubicBezTo>
                    <a:pt x="257" y="2698"/>
                    <a:pt x="1" y="3231"/>
                    <a:pt x="223" y="3686"/>
                  </a:cubicBezTo>
                  <a:cubicBezTo>
                    <a:pt x="334" y="3920"/>
                    <a:pt x="546" y="4076"/>
                    <a:pt x="746" y="4220"/>
                  </a:cubicBezTo>
                  <a:cubicBezTo>
                    <a:pt x="1378" y="4653"/>
                    <a:pt x="2067" y="5019"/>
                    <a:pt x="2812" y="5209"/>
                  </a:cubicBezTo>
                  <a:cubicBezTo>
                    <a:pt x="3188" y="5310"/>
                    <a:pt x="3579" y="5366"/>
                    <a:pt x="3967" y="5366"/>
                  </a:cubicBezTo>
                  <a:cubicBezTo>
                    <a:pt x="4345" y="5366"/>
                    <a:pt x="4721" y="5313"/>
                    <a:pt x="5078" y="5197"/>
                  </a:cubicBezTo>
                  <a:cubicBezTo>
                    <a:pt x="5466" y="5075"/>
                    <a:pt x="5856" y="4864"/>
                    <a:pt x="6033" y="4498"/>
                  </a:cubicBezTo>
                  <a:cubicBezTo>
                    <a:pt x="6155" y="4253"/>
                    <a:pt x="6155" y="3975"/>
                    <a:pt x="6133" y="3698"/>
                  </a:cubicBezTo>
                  <a:cubicBezTo>
                    <a:pt x="6111" y="3464"/>
                    <a:pt x="6066" y="3231"/>
                    <a:pt x="6044" y="3009"/>
                  </a:cubicBezTo>
                  <a:cubicBezTo>
                    <a:pt x="6000" y="2620"/>
                    <a:pt x="6033" y="2232"/>
                    <a:pt x="5944" y="1854"/>
                  </a:cubicBezTo>
                  <a:cubicBezTo>
                    <a:pt x="5811" y="1242"/>
                    <a:pt x="5345" y="721"/>
                    <a:pt x="4755" y="521"/>
                  </a:cubicBezTo>
                  <a:cubicBezTo>
                    <a:pt x="4601" y="467"/>
                    <a:pt x="4442" y="434"/>
                    <a:pt x="4285" y="434"/>
                  </a:cubicBezTo>
                  <a:cubicBezTo>
                    <a:pt x="4216" y="434"/>
                    <a:pt x="4146" y="440"/>
                    <a:pt x="4078" y="454"/>
                  </a:cubicBezTo>
                  <a:cubicBezTo>
                    <a:pt x="3947" y="486"/>
                    <a:pt x="3731" y="776"/>
                    <a:pt x="3618" y="776"/>
                  </a:cubicBezTo>
                  <a:cubicBezTo>
                    <a:pt x="3616" y="776"/>
                    <a:pt x="3614" y="776"/>
                    <a:pt x="3612" y="776"/>
                  </a:cubicBezTo>
                  <a:cubicBezTo>
                    <a:pt x="3456" y="765"/>
                    <a:pt x="3478" y="554"/>
                    <a:pt x="3412" y="420"/>
                  </a:cubicBezTo>
                  <a:cubicBezTo>
                    <a:pt x="3283" y="184"/>
                    <a:pt x="3016" y="0"/>
                    <a:pt x="274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2"/>
            <p:cNvSpPr/>
            <p:nvPr/>
          </p:nvSpPr>
          <p:spPr>
            <a:xfrm>
              <a:off x="6604700" y="3324450"/>
              <a:ext cx="14725" cy="8550"/>
            </a:xfrm>
            <a:custGeom>
              <a:avLst/>
              <a:gdLst/>
              <a:ahLst/>
              <a:cxnLst/>
              <a:rect l="l" t="t" r="r" b="b"/>
              <a:pathLst>
                <a:path w="589" h="342" extrusionOk="0">
                  <a:moveTo>
                    <a:pt x="319" y="1"/>
                  </a:moveTo>
                  <a:cubicBezTo>
                    <a:pt x="235" y="1"/>
                    <a:pt x="150" y="13"/>
                    <a:pt x="67" y="51"/>
                  </a:cubicBezTo>
                  <a:cubicBezTo>
                    <a:pt x="55" y="62"/>
                    <a:pt x="33" y="74"/>
                    <a:pt x="22" y="84"/>
                  </a:cubicBezTo>
                  <a:cubicBezTo>
                    <a:pt x="0" y="118"/>
                    <a:pt x="11" y="140"/>
                    <a:pt x="11" y="173"/>
                  </a:cubicBezTo>
                  <a:cubicBezTo>
                    <a:pt x="42" y="267"/>
                    <a:pt x="73" y="341"/>
                    <a:pt x="160" y="341"/>
                  </a:cubicBezTo>
                  <a:cubicBezTo>
                    <a:pt x="166" y="341"/>
                    <a:pt x="172" y="341"/>
                    <a:pt x="178" y="340"/>
                  </a:cubicBezTo>
                  <a:cubicBezTo>
                    <a:pt x="289" y="329"/>
                    <a:pt x="411" y="296"/>
                    <a:pt x="522" y="262"/>
                  </a:cubicBezTo>
                  <a:cubicBezTo>
                    <a:pt x="544" y="262"/>
                    <a:pt x="578" y="251"/>
                    <a:pt x="588" y="218"/>
                  </a:cubicBezTo>
                  <a:lnTo>
                    <a:pt x="588" y="173"/>
                  </a:lnTo>
                  <a:cubicBezTo>
                    <a:pt x="578" y="129"/>
                    <a:pt x="566" y="74"/>
                    <a:pt x="533" y="40"/>
                  </a:cubicBezTo>
                  <a:cubicBezTo>
                    <a:pt x="511" y="18"/>
                    <a:pt x="467" y="7"/>
                    <a:pt x="433" y="7"/>
                  </a:cubicBezTo>
                  <a:cubicBezTo>
                    <a:pt x="395" y="3"/>
                    <a:pt x="357" y="1"/>
                    <a:pt x="31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2"/>
            <p:cNvSpPr/>
            <p:nvPr/>
          </p:nvSpPr>
          <p:spPr>
            <a:xfrm>
              <a:off x="6625500" y="3292650"/>
              <a:ext cx="31425" cy="24100"/>
            </a:xfrm>
            <a:custGeom>
              <a:avLst/>
              <a:gdLst/>
              <a:ahLst/>
              <a:cxnLst/>
              <a:rect l="l" t="t" r="r" b="b"/>
              <a:pathLst>
                <a:path w="1257" h="964" extrusionOk="0">
                  <a:moveTo>
                    <a:pt x="34" y="1"/>
                  </a:moveTo>
                  <a:lnTo>
                    <a:pt x="34" y="1"/>
                  </a:lnTo>
                  <a:cubicBezTo>
                    <a:pt x="12" y="279"/>
                    <a:pt x="1" y="568"/>
                    <a:pt x="178" y="768"/>
                  </a:cubicBezTo>
                  <a:cubicBezTo>
                    <a:pt x="279" y="879"/>
                    <a:pt x="434" y="934"/>
                    <a:pt x="590" y="956"/>
                  </a:cubicBezTo>
                  <a:cubicBezTo>
                    <a:pt x="618" y="961"/>
                    <a:pt x="649" y="963"/>
                    <a:pt x="679" y="963"/>
                  </a:cubicBezTo>
                  <a:cubicBezTo>
                    <a:pt x="731" y="963"/>
                    <a:pt x="785" y="955"/>
                    <a:pt x="834" y="934"/>
                  </a:cubicBezTo>
                  <a:cubicBezTo>
                    <a:pt x="1023" y="845"/>
                    <a:pt x="1256" y="512"/>
                    <a:pt x="1134" y="312"/>
                  </a:cubicBezTo>
                  <a:cubicBezTo>
                    <a:pt x="790" y="190"/>
                    <a:pt x="390" y="124"/>
                    <a:pt x="3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2"/>
            <p:cNvSpPr/>
            <p:nvPr/>
          </p:nvSpPr>
          <p:spPr>
            <a:xfrm>
              <a:off x="6568575" y="3273500"/>
              <a:ext cx="23625" cy="16925"/>
            </a:xfrm>
            <a:custGeom>
              <a:avLst/>
              <a:gdLst/>
              <a:ahLst/>
              <a:cxnLst/>
              <a:rect l="l" t="t" r="r" b="b"/>
              <a:pathLst>
                <a:path w="945" h="677" extrusionOk="0">
                  <a:moveTo>
                    <a:pt x="156" y="1"/>
                  </a:moveTo>
                  <a:cubicBezTo>
                    <a:pt x="1" y="78"/>
                    <a:pt x="23" y="379"/>
                    <a:pt x="100" y="500"/>
                  </a:cubicBezTo>
                  <a:cubicBezTo>
                    <a:pt x="134" y="556"/>
                    <a:pt x="189" y="589"/>
                    <a:pt x="245" y="623"/>
                  </a:cubicBezTo>
                  <a:cubicBezTo>
                    <a:pt x="318" y="656"/>
                    <a:pt x="397" y="676"/>
                    <a:pt x="478" y="676"/>
                  </a:cubicBezTo>
                  <a:cubicBezTo>
                    <a:pt x="507" y="676"/>
                    <a:pt x="537" y="673"/>
                    <a:pt x="567" y="667"/>
                  </a:cubicBezTo>
                  <a:cubicBezTo>
                    <a:pt x="745" y="623"/>
                    <a:pt x="856" y="434"/>
                    <a:pt x="945" y="268"/>
                  </a:cubicBezTo>
                  <a:cubicBezTo>
                    <a:pt x="690" y="189"/>
                    <a:pt x="423" y="68"/>
                    <a:pt x="156"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2"/>
            <p:cNvSpPr/>
            <p:nvPr/>
          </p:nvSpPr>
          <p:spPr>
            <a:xfrm>
              <a:off x="6569150" y="3259025"/>
              <a:ext cx="36950" cy="14500"/>
            </a:xfrm>
            <a:custGeom>
              <a:avLst/>
              <a:gdLst/>
              <a:ahLst/>
              <a:cxnLst/>
              <a:rect l="l" t="t" r="r" b="b"/>
              <a:pathLst>
                <a:path w="1478" h="580" extrusionOk="0">
                  <a:moveTo>
                    <a:pt x="823" y="1"/>
                  </a:moveTo>
                  <a:cubicBezTo>
                    <a:pt x="549" y="1"/>
                    <a:pt x="274" y="58"/>
                    <a:pt x="0" y="180"/>
                  </a:cubicBezTo>
                  <a:cubicBezTo>
                    <a:pt x="11" y="213"/>
                    <a:pt x="11" y="247"/>
                    <a:pt x="11" y="280"/>
                  </a:cubicBezTo>
                  <a:cubicBezTo>
                    <a:pt x="48" y="277"/>
                    <a:pt x="86" y="275"/>
                    <a:pt x="123" y="275"/>
                  </a:cubicBezTo>
                  <a:cubicBezTo>
                    <a:pt x="518" y="275"/>
                    <a:pt x="903" y="425"/>
                    <a:pt x="1289" y="558"/>
                  </a:cubicBezTo>
                  <a:cubicBezTo>
                    <a:pt x="1322" y="568"/>
                    <a:pt x="1355" y="580"/>
                    <a:pt x="1400" y="580"/>
                  </a:cubicBezTo>
                  <a:cubicBezTo>
                    <a:pt x="1422" y="424"/>
                    <a:pt x="1444" y="269"/>
                    <a:pt x="1477" y="102"/>
                  </a:cubicBezTo>
                  <a:cubicBezTo>
                    <a:pt x="1299" y="24"/>
                    <a:pt x="1089" y="2"/>
                    <a:pt x="899" y="2"/>
                  </a:cubicBezTo>
                  <a:cubicBezTo>
                    <a:pt x="874" y="1"/>
                    <a:pt x="849" y="1"/>
                    <a:pt x="82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2"/>
            <p:cNvSpPr/>
            <p:nvPr/>
          </p:nvSpPr>
          <p:spPr>
            <a:xfrm>
              <a:off x="6626350" y="3266550"/>
              <a:ext cx="36950" cy="30875"/>
            </a:xfrm>
            <a:custGeom>
              <a:avLst/>
              <a:gdLst/>
              <a:ahLst/>
              <a:cxnLst/>
              <a:rect l="l" t="t" r="r" b="b"/>
              <a:pathLst>
                <a:path w="1478" h="1235" extrusionOk="0">
                  <a:moveTo>
                    <a:pt x="245" y="1"/>
                  </a:moveTo>
                  <a:cubicBezTo>
                    <a:pt x="167" y="134"/>
                    <a:pt x="78" y="267"/>
                    <a:pt x="0" y="401"/>
                  </a:cubicBezTo>
                  <a:cubicBezTo>
                    <a:pt x="23" y="423"/>
                    <a:pt x="67" y="445"/>
                    <a:pt x="100" y="467"/>
                  </a:cubicBezTo>
                  <a:cubicBezTo>
                    <a:pt x="567" y="679"/>
                    <a:pt x="1045" y="889"/>
                    <a:pt x="1411" y="1234"/>
                  </a:cubicBezTo>
                  <a:lnTo>
                    <a:pt x="1478" y="1168"/>
                  </a:lnTo>
                  <a:cubicBezTo>
                    <a:pt x="1311" y="857"/>
                    <a:pt x="1089" y="578"/>
                    <a:pt x="811" y="356"/>
                  </a:cubicBezTo>
                  <a:cubicBezTo>
                    <a:pt x="655" y="212"/>
                    <a:pt x="456" y="67"/>
                    <a:pt x="2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2"/>
            <p:cNvSpPr/>
            <p:nvPr/>
          </p:nvSpPr>
          <p:spPr>
            <a:xfrm>
              <a:off x="6641350" y="3299225"/>
              <a:ext cx="11950" cy="11175"/>
            </a:xfrm>
            <a:custGeom>
              <a:avLst/>
              <a:gdLst/>
              <a:ahLst/>
              <a:cxnLst/>
              <a:rect l="l" t="t" r="r" b="b"/>
              <a:pathLst>
                <a:path w="478" h="447" extrusionOk="0">
                  <a:moveTo>
                    <a:pt x="257" y="1"/>
                  </a:moveTo>
                  <a:cubicBezTo>
                    <a:pt x="171" y="1"/>
                    <a:pt x="79" y="53"/>
                    <a:pt x="45" y="138"/>
                  </a:cubicBezTo>
                  <a:cubicBezTo>
                    <a:pt x="0" y="261"/>
                    <a:pt x="45" y="382"/>
                    <a:pt x="144" y="427"/>
                  </a:cubicBezTo>
                  <a:cubicBezTo>
                    <a:pt x="169" y="441"/>
                    <a:pt x="197" y="447"/>
                    <a:pt x="225" y="447"/>
                  </a:cubicBezTo>
                  <a:cubicBezTo>
                    <a:pt x="310" y="447"/>
                    <a:pt x="400" y="389"/>
                    <a:pt x="433" y="305"/>
                  </a:cubicBezTo>
                  <a:cubicBezTo>
                    <a:pt x="478" y="194"/>
                    <a:pt x="433" y="71"/>
                    <a:pt x="334" y="16"/>
                  </a:cubicBezTo>
                  <a:cubicBezTo>
                    <a:pt x="310" y="6"/>
                    <a:pt x="284" y="1"/>
                    <a:pt x="25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2"/>
            <p:cNvSpPr/>
            <p:nvPr/>
          </p:nvSpPr>
          <p:spPr>
            <a:xfrm>
              <a:off x="6578025" y="3278750"/>
              <a:ext cx="11125" cy="10925"/>
            </a:xfrm>
            <a:custGeom>
              <a:avLst/>
              <a:gdLst/>
              <a:ahLst/>
              <a:cxnLst/>
              <a:rect l="l" t="t" r="r" b="b"/>
              <a:pathLst>
                <a:path w="445" h="437" extrusionOk="0">
                  <a:moveTo>
                    <a:pt x="229" y="1"/>
                  </a:moveTo>
                  <a:cubicBezTo>
                    <a:pt x="223" y="1"/>
                    <a:pt x="217" y="1"/>
                    <a:pt x="211" y="2"/>
                  </a:cubicBezTo>
                  <a:cubicBezTo>
                    <a:pt x="100" y="13"/>
                    <a:pt x="1" y="124"/>
                    <a:pt x="23" y="235"/>
                  </a:cubicBezTo>
                  <a:cubicBezTo>
                    <a:pt x="33" y="350"/>
                    <a:pt x="123" y="436"/>
                    <a:pt x="227" y="436"/>
                  </a:cubicBezTo>
                  <a:cubicBezTo>
                    <a:pt x="233" y="436"/>
                    <a:pt x="239" y="436"/>
                    <a:pt x="245" y="435"/>
                  </a:cubicBezTo>
                  <a:cubicBezTo>
                    <a:pt x="356" y="435"/>
                    <a:pt x="445" y="324"/>
                    <a:pt x="433" y="202"/>
                  </a:cubicBezTo>
                  <a:cubicBezTo>
                    <a:pt x="423" y="86"/>
                    <a:pt x="333" y="1"/>
                    <a:pt x="2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2"/>
            <p:cNvSpPr/>
            <p:nvPr/>
          </p:nvSpPr>
          <p:spPr>
            <a:xfrm>
              <a:off x="6623025" y="3316050"/>
              <a:ext cx="13050" cy="15525"/>
            </a:xfrm>
            <a:custGeom>
              <a:avLst/>
              <a:gdLst/>
              <a:ahLst/>
              <a:cxnLst/>
              <a:rect l="l" t="t" r="r" b="b"/>
              <a:pathLst>
                <a:path w="522" h="621" extrusionOk="0">
                  <a:moveTo>
                    <a:pt x="273" y="0"/>
                  </a:moveTo>
                  <a:cubicBezTo>
                    <a:pt x="258" y="0"/>
                    <a:pt x="240" y="12"/>
                    <a:pt x="233" y="32"/>
                  </a:cubicBezTo>
                  <a:cubicBezTo>
                    <a:pt x="211" y="131"/>
                    <a:pt x="133" y="299"/>
                    <a:pt x="122" y="331"/>
                  </a:cubicBezTo>
                  <a:cubicBezTo>
                    <a:pt x="89" y="432"/>
                    <a:pt x="45" y="531"/>
                    <a:pt x="0" y="620"/>
                  </a:cubicBezTo>
                  <a:cubicBezTo>
                    <a:pt x="22" y="620"/>
                    <a:pt x="55" y="620"/>
                    <a:pt x="78" y="610"/>
                  </a:cubicBezTo>
                  <a:cubicBezTo>
                    <a:pt x="233" y="598"/>
                    <a:pt x="366" y="543"/>
                    <a:pt x="500" y="476"/>
                  </a:cubicBezTo>
                  <a:lnTo>
                    <a:pt x="511" y="476"/>
                  </a:lnTo>
                  <a:cubicBezTo>
                    <a:pt x="522" y="454"/>
                    <a:pt x="511" y="432"/>
                    <a:pt x="500" y="410"/>
                  </a:cubicBezTo>
                  <a:cubicBezTo>
                    <a:pt x="455" y="276"/>
                    <a:pt x="389" y="143"/>
                    <a:pt x="300" y="20"/>
                  </a:cubicBezTo>
                  <a:cubicBezTo>
                    <a:pt x="295" y="7"/>
                    <a:pt x="285" y="0"/>
                    <a:pt x="2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2"/>
            <p:cNvSpPr/>
            <p:nvPr/>
          </p:nvSpPr>
          <p:spPr>
            <a:xfrm>
              <a:off x="6585525" y="3315475"/>
              <a:ext cx="13625" cy="15825"/>
            </a:xfrm>
            <a:custGeom>
              <a:avLst/>
              <a:gdLst/>
              <a:ahLst/>
              <a:cxnLst/>
              <a:rect l="l" t="t" r="r" b="b"/>
              <a:pathLst>
                <a:path w="545" h="633" extrusionOk="0">
                  <a:moveTo>
                    <a:pt x="230" y="0"/>
                  </a:moveTo>
                  <a:cubicBezTo>
                    <a:pt x="217" y="0"/>
                    <a:pt x="205" y="6"/>
                    <a:pt x="200" y="21"/>
                  </a:cubicBezTo>
                  <a:cubicBezTo>
                    <a:pt x="123" y="144"/>
                    <a:pt x="56" y="288"/>
                    <a:pt x="12" y="433"/>
                  </a:cubicBezTo>
                  <a:cubicBezTo>
                    <a:pt x="12" y="443"/>
                    <a:pt x="0" y="477"/>
                    <a:pt x="12" y="488"/>
                  </a:cubicBezTo>
                  <a:cubicBezTo>
                    <a:pt x="12" y="499"/>
                    <a:pt x="12" y="510"/>
                    <a:pt x="22" y="510"/>
                  </a:cubicBezTo>
                  <a:cubicBezTo>
                    <a:pt x="111" y="532"/>
                    <a:pt x="200" y="554"/>
                    <a:pt x="289" y="566"/>
                  </a:cubicBezTo>
                  <a:cubicBezTo>
                    <a:pt x="378" y="588"/>
                    <a:pt x="467" y="599"/>
                    <a:pt x="545" y="633"/>
                  </a:cubicBezTo>
                  <a:cubicBezTo>
                    <a:pt x="545" y="633"/>
                    <a:pt x="533" y="621"/>
                    <a:pt x="533" y="610"/>
                  </a:cubicBezTo>
                  <a:cubicBezTo>
                    <a:pt x="489" y="521"/>
                    <a:pt x="434" y="421"/>
                    <a:pt x="389" y="322"/>
                  </a:cubicBezTo>
                  <a:cubicBezTo>
                    <a:pt x="378" y="288"/>
                    <a:pt x="300" y="132"/>
                    <a:pt x="267" y="21"/>
                  </a:cubicBezTo>
                  <a:cubicBezTo>
                    <a:pt x="261" y="9"/>
                    <a:pt x="245" y="0"/>
                    <a:pt x="23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2"/>
            <p:cNvSpPr/>
            <p:nvPr/>
          </p:nvSpPr>
          <p:spPr>
            <a:xfrm>
              <a:off x="6625800" y="3291850"/>
              <a:ext cx="28625" cy="8900"/>
            </a:xfrm>
            <a:custGeom>
              <a:avLst/>
              <a:gdLst/>
              <a:ahLst/>
              <a:cxnLst/>
              <a:rect l="l" t="t" r="r" b="b"/>
              <a:pathLst>
                <a:path w="1145" h="356" extrusionOk="0">
                  <a:moveTo>
                    <a:pt x="22" y="0"/>
                  </a:moveTo>
                  <a:lnTo>
                    <a:pt x="0" y="67"/>
                  </a:lnTo>
                  <a:cubicBezTo>
                    <a:pt x="356" y="211"/>
                    <a:pt x="744" y="311"/>
                    <a:pt x="1133" y="356"/>
                  </a:cubicBezTo>
                  <a:lnTo>
                    <a:pt x="1144" y="289"/>
                  </a:lnTo>
                  <a:cubicBezTo>
                    <a:pt x="756" y="233"/>
                    <a:pt x="378" y="133"/>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2"/>
            <p:cNvSpPr/>
            <p:nvPr/>
          </p:nvSpPr>
          <p:spPr>
            <a:xfrm>
              <a:off x="6571925" y="3272400"/>
              <a:ext cx="21400" cy="8900"/>
            </a:xfrm>
            <a:custGeom>
              <a:avLst/>
              <a:gdLst/>
              <a:ahLst/>
              <a:cxnLst/>
              <a:rect l="l" t="t" r="r" b="b"/>
              <a:pathLst>
                <a:path w="856" h="356" extrusionOk="0">
                  <a:moveTo>
                    <a:pt x="22" y="0"/>
                  </a:moveTo>
                  <a:lnTo>
                    <a:pt x="0" y="67"/>
                  </a:lnTo>
                  <a:cubicBezTo>
                    <a:pt x="267" y="189"/>
                    <a:pt x="556" y="289"/>
                    <a:pt x="844" y="356"/>
                  </a:cubicBezTo>
                  <a:lnTo>
                    <a:pt x="855" y="289"/>
                  </a:lnTo>
                  <a:cubicBezTo>
                    <a:pt x="578" y="223"/>
                    <a:pt x="289" y="122"/>
                    <a:pt x="2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2"/>
            <p:cNvSpPr/>
            <p:nvPr/>
          </p:nvSpPr>
          <p:spPr>
            <a:xfrm>
              <a:off x="6592475" y="3289800"/>
              <a:ext cx="28350" cy="22050"/>
            </a:xfrm>
            <a:custGeom>
              <a:avLst/>
              <a:gdLst/>
              <a:ahLst/>
              <a:cxnLst/>
              <a:rect l="l" t="t" r="r" b="b"/>
              <a:pathLst>
                <a:path w="1134" h="882" extrusionOk="0">
                  <a:moveTo>
                    <a:pt x="294" y="0"/>
                  </a:moveTo>
                  <a:cubicBezTo>
                    <a:pt x="281" y="0"/>
                    <a:pt x="268" y="2"/>
                    <a:pt x="255" y="4"/>
                  </a:cubicBezTo>
                  <a:cubicBezTo>
                    <a:pt x="166" y="26"/>
                    <a:pt x="89" y="115"/>
                    <a:pt x="55" y="238"/>
                  </a:cubicBezTo>
                  <a:cubicBezTo>
                    <a:pt x="0" y="415"/>
                    <a:pt x="45" y="604"/>
                    <a:pt x="78" y="771"/>
                  </a:cubicBezTo>
                  <a:lnTo>
                    <a:pt x="200" y="749"/>
                  </a:lnTo>
                  <a:cubicBezTo>
                    <a:pt x="166" y="593"/>
                    <a:pt x="134" y="426"/>
                    <a:pt x="166" y="271"/>
                  </a:cubicBezTo>
                  <a:cubicBezTo>
                    <a:pt x="189" y="204"/>
                    <a:pt x="222" y="137"/>
                    <a:pt x="277" y="127"/>
                  </a:cubicBezTo>
                  <a:cubicBezTo>
                    <a:pt x="285" y="125"/>
                    <a:pt x="292" y="125"/>
                    <a:pt x="298" y="125"/>
                  </a:cubicBezTo>
                  <a:cubicBezTo>
                    <a:pt x="356" y="125"/>
                    <a:pt x="404" y="167"/>
                    <a:pt x="433" y="226"/>
                  </a:cubicBezTo>
                  <a:cubicBezTo>
                    <a:pt x="455" y="293"/>
                    <a:pt x="455" y="382"/>
                    <a:pt x="445" y="470"/>
                  </a:cubicBezTo>
                  <a:lnTo>
                    <a:pt x="433" y="704"/>
                  </a:lnTo>
                  <a:lnTo>
                    <a:pt x="556" y="504"/>
                  </a:lnTo>
                  <a:cubicBezTo>
                    <a:pt x="617" y="413"/>
                    <a:pt x="731" y="357"/>
                    <a:pt x="842" y="357"/>
                  </a:cubicBezTo>
                  <a:cubicBezTo>
                    <a:pt x="893" y="357"/>
                    <a:pt x="944" y="369"/>
                    <a:pt x="988" y="393"/>
                  </a:cubicBezTo>
                  <a:cubicBezTo>
                    <a:pt x="1000" y="404"/>
                    <a:pt x="1011" y="404"/>
                    <a:pt x="1011" y="404"/>
                  </a:cubicBezTo>
                  <a:lnTo>
                    <a:pt x="1011" y="426"/>
                  </a:lnTo>
                  <a:cubicBezTo>
                    <a:pt x="1000" y="482"/>
                    <a:pt x="944" y="537"/>
                    <a:pt x="877" y="593"/>
                  </a:cubicBezTo>
                  <a:cubicBezTo>
                    <a:pt x="763" y="677"/>
                    <a:pt x="648" y="760"/>
                    <a:pt x="533" y="760"/>
                  </a:cubicBezTo>
                  <a:cubicBezTo>
                    <a:pt x="526" y="760"/>
                    <a:pt x="518" y="760"/>
                    <a:pt x="511" y="759"/>
                  </a:cubicBezTo>
                  <a:lnTo>
                    <a:pt x="489" y="882"/>
                  </a:lnTo>
                  <a:lnTo>
                    <a:pt x="533" y="882"/>
                  </a:lnTo>
                  <a:cubicBezTo>
                    <a:pt x="689" y="882"/>
                    <a:pt x="822" y="782"/>
                    <a:pt x="956" y="682"/>
                  </a:cubicBezTo>
                  <a:cubicBezTo>
                    <a:pt x="1011" y="638"/>
                    <a:pt x="1122" y="549"/>
                    <a:pt x="1122" y="438"/>
                  </a:cubicBezTo>
                  <a:cubicBezTo>
                    <a:pt x="1133" y="393"/>
                    <a:pt x="1122" y="359"/>
                    <a:pt x="1111" y="337"/>
                  </a:cubicBezTo>
                  <a:cubicBezTo>
                    <a:pt x="1089" y="315"/>
                    <a:pt x="1067" y="293"/>
                    <a:pt x="1044" y="282"/>
                  </a:cubicBezTo>
                  <a:cubicBezTo>
                    <a:pt x="985" y="250"/>
                    <a:pt x="919" y="235"/>
                    <a:pt x="851" y="235"/>
                  </a:cubicBezTo>
                  <a:cubicBezTo>
                    <a:pt x="753" y="235"/>
                    <a:pt x="652" y="267"/>
                    <a:pt x="566" y="327"/>
                  </a:cubicBezTo>
                  <a:cubicBezTo>
                    <a:pt x="566" y="271"/>
                    <a:pt x="556" y="226"/>
                    <a:pt x="533" y="182"/>
                  </a:cubicBezTo>
                  <a:cubicBezTo>
                    <a:pt x="503" y="82"/>
                    <a:pt x="402" y="0"/>
                    <a:pt x="2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2"/>
            <p:cNvSpPr/>
            <p:nvPr/>
          </p:nvSpPr>
          <p:spPr>
            <a:xfrm>
              <a:off x="6585250" y="3326550"/>
              <a:ext cx="51675" cy="7100"/>
            </a:xfrm>
            <a:custGeom>
              <a:avLst/>
              <a:gdLst/>
              <a:ahLst/>
              <a:cxnLst/>
              <a:rect l="l" t="t" r="r" b="b"/>
              <a:pathLst>
                <a:path w="2067" h="284" extrusionOk="0">
                  <a:moveTo>
                    <a:pt x="2033" y="0"/>
                  </a:moveTo>
                  <a:cubicBezTo>
                    <a:pt x="1696" y="139"/>
                    <a:pt x="1339" y="209"/>
                    <a:pt x="982" y="209"/>
                  </a:cubicBezTo>
                  <a:cubicBezTo>
                    <a:pt x="656" y="209"/>
                    <a:pt x="330" y="151"/>
                    <a:pt x="23" y="34"/>
                  </a:cubicBezTo>
                  <a:cubicBezTo>
                    <a:pt x="11" y="56"/>
                    <a:pt x="11" y="78"/>
                    <a:pt x="0" y="101"/>
                  </a:cubicBezTo>
                  <a:cubicBezTo>
                    <a:pt x="178" y="167"/>
                    <a:pt x="356" y="222"/>
                    <a:pt x="534" y="245"/>
                  </a:cubicBezTo>
                  <a:cubicBezTo>
                    <a:pt x="683" y="271"/>
                    <a:pt x="835" y="283"/>
                    <a:pt x="987" y="283"/>
                  </a:cubicBezTo>
                  <a:cubicBezTo>
                    <a:pt x="1356" y="283"/>
                    <a:pt x="1728" y="209"/>
                    <a:pt x="2067" y="67"/>
                  </a:cubicBezTo>
                  <a:lnTo>
                    <a:pt x="20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2"/>
            <p:cNvSpPr/>
            <p:nvPr/>
          </p:nvSpPr>
          <p:spPr>
            <a:xfrm>
              <a:off x="6676625" y="3303025"/>
              <a:ext cx="53875" cy="51625"/>
            </a:xfrm>
            <a:custGeom>
              <a:avLst/>
              <a:gdLst/>
              <a:ahLst/>
              <a:cxnLst/>
              <a:rect l="l" t="t" r="r" b="b"/>
              <a:pathLst>
                <a:path w="2155" h="2065" extrusionOk="0">
                  <a:moveTo>
                    <a:pt x="1535" y="1"/>
                  </a:moveTo>
                  <a:cubicBezTo>
                    <a:pt x="1378" y="1"/>
                    <a:pt x="1220" y="56"/>
                    <a:pt x="1078" y="131"/>
                  </a:cubicBezTo>
                  <a:cubicBezTo>
                    <a:pt x="577" y="408"/>
                    <a:pt x="233" y="975"/>
                    <a:pt x="100" y="1519"/>
                  </a:cubicBezTo>
                  <a:cubicBezTo>
                    <a:pt x="0" y="1891"/>
                    <a:pt x="190" y="2065"/>
                    <a:pt x="450" y="2065"/>
                  </a:cubicBezTo>
                  <a:cubicBezTo>
                    <a:pt x="594" y="2065"/>
                    <a:pt x="760" y="2011"/>
                    <a:pt x="911" y="1908"/>
                  </a:cubicBezTo>
                  <a:cubicBezTo>
                    <a:pt x="1078" y="1808"/>
                    <a:pt x="1233" y="1664"/>
                    <a:pt x="1399" y="1553"/>
                  </a:cubicBezTo>
                  <a:cubicBezTo>
                    <a:pt x="1488" y="1497"/>
                    <a:pt x="1589" y="1442"/>
                    <a:pt x="1678" y="1375"/>
                  </a:cubicBezTo>
                  <a:cubicBezTo>
                    <a:pt x="1910" y="1219"/>
                    <a:pt x="2088" y="986"/>
                    <a:pt x="2122" y="708"/>
                  </a:cubicBezTo>
                  <a:cubicBezTo>
                    <a:pt x="2155" y="442"/>
                    <a:pt x="2011" y="141"/>
                    <a:pt x="1755" y="42"/>
                  </a:cubicBezTo>
                  <a:cubicBezTo>
                    <a:pt x="1683" y="13"/>
                    <a:pt x="1609" y="1"/>
                    <a:pt x="153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2"/>
            <p:cNvSpPr/>
            <p:nvPr/>
          </p:nvSpPr>
          <p:spPr>
            <a:xfrm>
              <a:off x="6685275" y="3311200"/>
              <a:ext cx="37200" cy="35675"/>
            </a:xfrm>
            <a:custGeom>
              <a:avLst/>
              <a:gdLst/>
              <a:ahLst/>
              <a:cxnLst/>
              <a:rect l="l" t="t" r="r" b="b"/>
              <a:pathLst>
                <a:path w="1488" h="1427" extrusionOk="0">
                  <a:moveTo>
                    <a:pt x="1067" y="1"/>
                  </a:moveTo>
                  <a:cubicBezTo>
                    <a:pt x="959" y="1"/>
                    <a:pt x="846" y="39"/>
                    <a:pt x="754" y="93"/>
                  </a:cubicBezTo>
                  <a:cubicBezTo>
                    <a:pt x="409" y="293"/>
                    <a:pt x="165" y="670"/>
                    <a:pt x="65" y="1048"/>
                  </a:cubicBezTo>
                  <a:cubicBezTo>
                    <a:pt x="0" y="1307"/>
                    <a:pt x="132" y="1427"/>
                    <a:pt x="314" y="1427"/>
                  </a:cubicBezTo>
                  <a:cubicBezTo>
                    <a:pt x="413" y="1427"/>
                    <a:pt x="526" y="1392"/>
                    <a:pt x="631" y="1325"/>
                  </a:cubicBezTo>
                  <a:cubicBezTo>
                    <a:pt x="754" y="1248"/>
                    <a:pt x="854" y="1147"/>
                    <a:pt x="965" y="1070"/>
                  </a:cubicBezTo>
                  <a:cubicBezTo>
                    <a:pt x="1031" y="1036"/>
                    <a:pt x="1098" y="1004"/>
                    <a:pt x="1165" y="959"/>
                  </a:cubicBezTo>
                  <a:cubicBezTo>
                    <a:pt x="1320" y="848"/>
                    <a:pt x="1443" y="681"/>
                    <a:pt x="1465" y="493"/>
                  </a:cubicBezTo>
                  <a:cubicBezTo>
                    <a:pt x="1487" y="303"/>
                    <a:pt x="1387" y="103"/>
                    <a:pt x="1209" y="26"/>
                  </a:cubicBezTo>
                  <a:cubicBezTo>
                    <a:pt x="1164" y="9"/>
                    <a:pt x="1116" y="1"/>
                    <a:pt x="106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2"/>
            <p:cNvSpPr/>
            <p:nvPr/>
          </p:nvSpPr>
          <p:spPr>
            <a:xfrm>
              <a:off x="6692450" y="3316825"/>
              <a:ext cx="23900" cy="23075"/>
            </a:xfrm>
            <a:custGeom>
              <a:avLst/>
              <a:gdLst/>
              <a:ahLst/>
              <a:cxnLst/>
              <a:rect l="l" t="t" r="r" b="b"/>
              <a:pathLst>
                <a:path w="956" h="923" extrusionOk="0">
                  <a:moveTo>
                    <a:pt x="67" y="801"/>
                  </a:moveTo>
                  <a:lnTo>
                    <a:pt x="78" y="845"/>
                  </a:lnTo>
                  <a:lnTo>
                    <a:pt x="33" y="845"/>
                  </a:lnTo>
                  <a:cubicBezTo>
                    <a:pt x="33" y="823"/>
                    <a:pt x="45" y="811"/>
                    <a:pt x="67" y="801"/>
                  </a:cubicBezTo>
                  <a:close/>
                  <a:moveTo>
                    <a:pt x="956" y="1"/>
                  </a:moveTo>
                  <a:cubicBezTo>
                    <a:pt x="845" y="1"/>
                    <a:pt x="744" y="56"/>
                    <a:pt x="655" y="112"/>
                  </a:cubicBezTo>
                  <a:cubicBezTo>
                    <a:pt x="400" y="290"/>
                    <a:pt x="189" y="523"/>
                    <a:pt x="23" y="801"/>
                  </a:cubicBezTo>
                  <a:cubicBezTo>
                    <a:pt x="0" y="845"/>
                    <a:pt x="23" y="878"/>
                    <a:pt x="33" y="900"/>
                  </a:cubicBezTo>
                  <a:cubicBezTo>
                    <a:pt x="45" y="912"/>
                    <a:pt x="55" y="922"/>
                    <a:pt x="78" y="922"/>
                  </a:cubicBezTo>
                  <a:cubicBezTo>
                    <a:pt x="89" y="922"/>
                    <a:pt x="100" y="922"/>
                    <a:pt x="100" y="912"/>
                  </a:cubicBezTo>
                  <a:lnTo>
                    <a:pt x="156" y="856"/>
                  </a:lnTo>
                  <a:lnTo>
                    <a:pt x="144" y="834"/>
                  </a:lnTo>
                  <a:cubicBezTo>
                    <a:pt x="289" y="589"/>
                    <a:pt x="489" y="379"/>
                    <a:pt x="722" y="212"/>
                  </a:cubicBezTo>
                  <a:cubicBezTo>
                    <a:pt x="800" y="167"/>
                    <a:pt x="878" y="112"/>
                    <a:pt x="956" y="112"/>
                  </a:cubicBezTo>
                  <a:lnTo>
                    <a:pt x="9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2"/>
            <p:cNvSpPr/>
            <p:nvPr/>
          </p:nvSpPr>
          <p:spPr>
            <a:xfrm>
              <a:off x="6698825" y="3327100"/>
              <a:ext cx="13100" cy="5300"/>
            </a:xfrm>
            <a:custGeom>
              <a:avLst/>
              <a:gdLst/>
              <a:ahLst/>
              <a:cxnLst/>
              <a:rect l="l" t="t" r="r" b="b"/>
              <a:pathLst>
                <a:path w="524" h="212" extrusionOk="0">
                  <a:moveTo>
                    <a:pt x="523" y="0"/>
                  </a:moveTo>
                  <a:cubicBezTo>
                    <a:pt x="345" y="0"/>
                    <a:pt x="168" y="45"/>
                    <a:pt x="0" y="101"/>
                  </a:cubicBezTo>
                  <a:lnTo>
                    <a:pt x="45" y="212"/>
                  </a:lnTo>
                  <a:cubicBezTo>
                    <a:pt x="200" y="156"/>
                    <a:pt x="356" y="123"/>
                    <a:pt x="523" y="112"/>
                  </a:cubicBezTo>
                  <a:lnTo>
                    <a:pt x="5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2"/>
            <p:cNvSpPr/>
            <p:nvPr/>
          </p:nvSpPr>
          <p:spPr>
            <a:xfrm>
              <a:off x="6572475" y="3354875"/>
              <a:ext cx="151375" cy="103325"/>
            </a:xfrm>
            <a:custGeom>
              <a:avLst/>
              <a:gdLst/>
              <a:ahLst/>
              <a:cxnLst/>
              <a:rect l="l" t="t" r="r" b="b"/>
              <a:pathLst>
                <a:path w="6055" h="4133" extrusionOk="0">
                  <a:moveTo>
                    <a:pt x="5943" y="0"/>
                  </a:moveTo>
                  <a:cubicBezTo>
                    <a:pt x="5866" y="501"/>
                    <a:pt x="5632" y="978"/>
                    <a:pt x="5288" y="1333"/>
                  </a:cubicBezTo>
                  <a:cubicBezTo>
                    <a:pt x="5254" y="1367"/>
                    <a:pt x="5232" y="1389"/>
                    <a:pt x="5199" y="1400"/>
                  </a:cubicBezTo>
                  <a:cubicBezTo>
                    <a:pt x="5189" y="1403"/>
                    <a:pt x="5179" y="1405"/>
                    <a:pt x="5170" y="1405"/>
                  </a:cubicBezTo>
                  <a:cubicBezTo>
                    <a:pt x="5148" y="1405"/>
                    <a:pt x="5129" y="1397"/>
                    <a:pt x="5121" y="1389"/>
                  </a:cubicBezTo>
                  <a:cubicBezTo>
                    <a:pt x="5077" y="1356"/>
                    <a:pt x="5044" y="1311"/>
                    <a:pt x="5032" y="1267"/>
                  </a:cubicBezTo>
                  <a:cubicBezTo>
                    <a:pt x="5032" y="1222"/>
                    <a:pt x="5032" y="1189"/>
                    <a:pt x="5044" y="1145"/>
                  </a:cubicBezTo>
                  <a:cubicBezTo>
                    <a:pt x="5066" y="1089"/>
                    <a:pt x="5088" y="1034"/>
                    <a:pt x="5110" y="967"/>
                  </a:cubicBezTo>
                  <a:lnTo>
                    <a:pt x="4999" y="934"/>
                  </a:lnTo>
                  <a:cubicBezTo>
                    <a:pt x="4977" y="990"/>
                    <a:pt x="4943" y="1045"/>
                    <a:pt x="4933" y="1111"/>
                  </a:cubicBezTo>
                  <a:cubicBezTo>
                    <a:pt x="4632" y="1867"/>
                    <a:pt x="4088" y="2533"/>
                    <a:pt x="3400" y="2955"/>
                  </a:cubicBezTo>
                  <a:cubicBezTo>
                    <a:pt x="3356" y="2982"/>
                    <a:pt x="3285" y="3021"/>
                    <a:pt x="3224" y="3021"/>
                  </a:cubicBezTo>
                  <a:cubicBezTo>
                    <a:pt x="3208" y="3021"/>
                    <a:pt x="3192" y="3018"/>
                    <a:pt x="3178" y="3011"/>
                  </a:cubicBezTo>
                  <a:cubicBezTo>
                    <a:pt x="3133" y="2989"/>
                    <a:pt x="3111" y="2933"/>
                    <a:pt x="3089" y="2834"/>
                  </a:cubicBezTo>
                  <a:cubicBezTo>
                    <a:pt x="3066" y="2711"/>
                    <a:pt x="3066" y="2589"/>
                    <a:pt x="3077" y="2478"/>
                  </a:cubicBezTo>
                  <a:cubicBezTo>
                    <a:pt x="3144" y="2355"/>
                    <a:pt x="3178" y="2234"/>
                    <a:pt x="3155" y="2100"/>
                  </a:cubicBezTo>
                  <a:lnTo>
                    <a:pt x="3133" y="1867"/>
                  </a:lnTo>
                  <a:lnTo>
                    <a:pt x="3044" y="2089"/>
                  </a:lnTo>
                  <a:cubicBezTo>
                    <a:pt x="3000" y="2200"/>
                    <a:pt x="2978" y="2311"/>
                    <a:pt x="2955" y="2434"/>
                  </a:cubicBezTo>
                  <a:cubicBezTo>
                    <a:pt x="2911" y="2523"/>
                    <a:pt x="2833" y="2600"/>
                    <a:pt x="2766" y="2678"/>
                  </a:cubicBezTo>
                  <a:cubicBezTo>
                    <a:pt x="2411" y="3089"/>
                    <a:pt x="2044" y="3500"/>
                    <a:pt x="1578" y="3767"/>
                  </a:cubicBezTo>
                  <a:cubicBezTo>
                    <a:pt x="1326" y="3909"/>
                    <a:pt x="1000" y="4019"/>
                    <a:pt x="673" y="4019"/>
                  </a:cubicBezTo>
                  <a:cubicBezTo>
                    <a:pt x="465" y="4019"/>
                    <a:pt x="257" y="3974"/>
                    <a:pt x="67" y="3866"/>
                  </a:cubicBezTo>
                  <a:lnTo>
                    <a:pt x="0" y="3967"/>
                  </a:lnTo>
                  <a:cubicBezTo>
                    <a:pt x="200" y="4078"/>
                    <a:pt x="433" y="4133"/>
                    <a:pt x="678" y="4133"/>
                  </a:cubicBezTo>
                  <a:cubicBezTo>
                    <a:pt x="989" y="4133"/>
                    <a:pt x="1322" y="4044"/>
                    <a:pt x="1633" y="3878"/>
                  </a:cubicBezTo>
                  <a:cubicBezTo>
                    <a:pt x="2122" y="3600"/>
                    <a:pt x="2499" y="3167"/>
                    <a:pt x="2855" y="2755"/>
                  </a:cubicBezTo>
                  <a:lnTo>
                    <a:pt x="2955" y="2656"/>
                  </a:lnTo>
                  <a:cubicBezTo>
                    <a:pt x="2955" y="2722"/>
                    <a:pt x="2955" y="2789"/>
                    <a:pt x="2966" y="2856"/>
                  </a:cubicBezTo>
                  <a:cubicBezTo>
                    <a:pt x="3000" y="2989"/>
                    <a:pt x="3044" y="3078"/>
                    <a:pt x="3133" y="3122"/>
                  </a:cubicBezTo>
                  <a:cubicBezTo>
                    <a:pt x="3165" y="3137"/>
                    <a:pt x="3198" y="3143"/>
                    <a:pt x="3229" y="3143"/>
                  </a:cubicBezTo>
                  <a:cubicBezTo>
                    <a:pt x="3317" y="3143"/>
                    <a:pt x="3401" y="3096"/>
                    <a:pt x="3466" y="3056"/>
                  </a:cubicBezTo>
                  <a:cubicBezTo>
                    <a:pt x="4111" y="2656"/>
                    <a:pt x="4632" y="2056"/>
                    <a:pt x="4943" y="1378"/>
                  </a:cubicBezTo>
                  <a:cubicBezTo>
                    <a:pt x="4977" y="1422"/>
                    <a:pt x="5010" y="1456"/>
                    <a:pt x="5054" y="1489"/>
                  </a:cubicBezTo>
                  <a:cubicBezTo>
                    <a:pt x="5097" y="1514"/>
                    <a:pt x="5138" y="1527"/>
                    <a:pt x="5185" y="1527"/>
                  </a:cubicBezTo>
                  <a:cubicBezTo>
                    <a:pt x="5200" y="1527"/>
                    <a:pt x="5216" y="1525"/>
                    <a:pt x="5232" y="1523"/>
                  </a:cubicBezTo>
                  <a:cubicBezTo>
                    <a:pt x="5288" y="1501"/>
                    <a:pt x="5333" y="1456"/>
                    <a:pt x="5377" y="1412"/>
                  </a:cubicBezTo>
                  <a:cubicBezTo>
                    <a:pt x="5743" y="1034"/>
                    <a:pt x="5988" y="545"/>
                    <a:pt x="6054" y="23"/>
                  </a:cubicBezTo>
                  <a:lnTo>
                    <a:pt x="594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2"/>
            <p:cNvSpPr/>
            <p:nvPr/>
          </p:nvSpPr>
          <p:spPr>
            <a:xfrm>
              <a:off x="6381950" y="3826450"/>
              <a:ext cx="148900" cy="160525"/>
            </a:xfrm>
            <a:custGeom>
              <a:avLst/>
              <a:gdLst/>
              <a:ahLst/>
              <a:cxnLst/>
              <a:rect l="l" t="t" r="r" b="b"/>
              <a:pathLst>
                <a:path w="5956" h="6421" extrusionOk="0">
                  <a:moveTo>
                    <a:pt x="1534" y="0"/>
                  </a:moveTo>
                  <a:cubicBezTo>
                    <a:pt x="1178" y="644"/>
                    <a:pt x="823" y="1278"/>
                    <a:pt x="467" y="1922"/>
                  </a:cubicBezTo>
                  <a:cubicBezTo>
                    <a:pt x="178" y="2456"/>
                    <a:pt x="1" y="2811"/>
                    <a:pt x="490" y="3300"/>
                  </a:cubicBezTo>
                  <a:cubicBezTo>
                    <a:pt x="1011" y="3799"/>
                    <a:pt x="1678" y="4078"/>
                    <a:pt x="2289" y="4421"/>
                  </a:cubicBezTo>
                  <a:cubicBezTo>
                    <a:pt x="2911" y="4777"/>
                    <a:pt x="3522" y="5233"/>
                    <a:pt x="3788" y="5910"/>
                  </a:cubicBezTo>
                  <a:cubicBezTo>
                    <a:pt x="3833" y="6033"/>
                    <a:pt x="3877" y="6154"/>
                    <a:pt x="3955" y="6255"/>
                  </a:cubicBezTo>
                  <a:cubicBezTo>
                    <a:pt x="4043" y="6372"/>
                    <a:pt x="4114" y="6421"/>
                    <a:pt x="4173" y="6421"/>
                  </a:cubicBezTo>
                  <a:cubicBezTo>
                    <a:pt x="4465" y="6421"/>
                    <a:pt x="4433" y="5194"/>
                    <a:pt x="4378" y="4999"/>
                  </a:cubicBezTo>
                  <a:lnTo>
                    <a:pt x="4378" y="4999"/>
                  </a:lnTo>
                  <a:cubicBezTo>
                    <a:pt x="4489" y="5377"/>
                    <a:pt x="4610" y="5755"/>
                    <a:pt x="4722" y="6132"/>
                  </a:cubicBezTo>
                  <a:cubicBezTo>
                    <a:pt x="4744" y="6199"/>
                    <a:pt x="4788" y="6288"/>
                    <a:pt x="4866" y="6288"/>
                  </a:cubicBezTo>
                  <a:cubicBezTo>
                    <a:pt x="4921" y="6277"/>
                    <a:pt x="4955" y="6221"/>
                    <a:pt x="4977" y="6177"/>
                  </a:cubicBezTo>
                  <a:cubicBezTo>
                    <a:pt x="5144" y="5821"/>
                    <a:pt x="5155" y="5411"/>
                    <a:pt x="5010" y="5055"/>
                  </a:cubicBezTo>
                  <a:lnTo>
                    <a:pt x="5010" y="5055"/>
                  </a:lnTo>
                  <a:cubicBezTo>
                    <a:pt x="5133" y="5332"/>
                    <a:pt x="5255" y="5621"/>
                    <a:pt x="5377" y="5899"/>
                  </a:cubicBezTo>
                  <a:cubicBezTo>
                    <a:pt x="5388" y="5932"/>
                    <a:pt x="5410" y="5977"/>
                    <a:pt x="5444" y="5999"/>
                  </a:cubicBezTo>
                  <a:cubicBezTo>
                    <a:pt x="5464" y="6014"/>
                    <a:pt x="5486" y="6021"/>
                    <a:pt x="5508" y="6021"/>
                  </a:cubicBezTo>
                  <a:cubicBezTo>
                    <a:pt x="5585" y="6021"/>
                    <a:pt x="5670" y="5943"/>
                    <a:pt x="5721" y="5866"/>
                  </a:cubicBezTo>
                  <a:cubicBezTo>
                    <a:pt x="5955" y="5444"/>
                    <a:pt x="5844" y="4900"/>
                    <a:pt x="5577" y="4510"/>
                  </a:cubicBezTo>
                  <a:cubicBezTo>
                    <a:pt x="5311" y="4133"/>
                    <a:pt x="4911" y="3878"/>
                    <a:pt x="4522" y="3633"/>
                  </a:cubicBezTo>
                  <a:cubicBezTo>
                    <a:pt x="3889" y="3233"/>
                    <a:pt x="3267" y="2833"/>
                    <a:pt x="2633" y="2444"/>
                  </a:cubicBezTo>
                  <a:cubicBezTo>
                    <a:pt x="2433" y="2311"/>
                    <a:pt x="2189" y="2122"/>
                    <a:pt x="2233" y="1866"/>
                  </a:cubicBezTo>
                  <a:cubicBezTo>
                    <a:pt x="2245" y="1778"/>
                    <a:pt x="2289" y="1700"/>
                    <a:pt x="2344" y="1622"/>
                  </a:cubicBezTo>
                  <a:cubicBezTo>
                    <a:pt x="2522" y="1323"/>
                    <a:pt x="2845" y="1012"/>
                    <a:pt x="2700" y="700"/>
                  </a:cubicBezTo>
                  <a:cubicBezTo>
                    <a:pt x="2566" y="434"/>
                    <a:pt x="1789" y="156"/>
                    <a:pt x="153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2"/>
            <p:cNvSpPr/>
            <p:nvPr/>
          </p:nvSpPr>
          <p:spPr>
            <a:xfrm>
              <a:off x="6480525" y="3971675"/>
              <a:ext cx="9775" cy="13100"/>
            </a:xfrm>
            <a:custGeom>
              <a:avLst/>
              <a:gdLst/>
              <a:ahLst/>
              <a:cxnLst/>
              <a:rect l="l" t="t" r="r" b="b"/>
              <a:pathLst>
                <a:path w="391" h="524" extrusionOk="0">
                  <a:moveTo>
                    <a:pt x="339" y="1"/>
                  </a:moveTo>
                  <a:cubicBezTo>
                    <a:pt x="323" y="1"/>
                    <a:pt x="300" y="8"/>
                    <a:pt x="268" y="24"/>
                  </a:cubicBezTo>
                  <a:cubicBezTo>
                    <a:pt x="179" y="68"/>
                    <a:pt x="90" y="135"/>
                    <a:pt x="1" y="202"/>
                  </a:cubicBezTo>
                  <a:cubicBezTo>
                    <a:pt x="68" y="323"/>
                    <a:pt x="156" y="434"/>
                    <a:pt x="268" y="513"/>
                  </a:cubicBezTo>
                  <a:cubicBezTo>
                    <a:pt x="268" y="513"/>
                    <a:pt x="279" y="523"/>
                    <a:pt x="290" y="523"/>
                  </a:cubicBezTo>
                  <a:cubicBezTo>
                    <a:pt x="301" y="523"/>
                    <a:pt x="312" y="490"/>
                    <a:pt x="312" y="468"/>
                  </a:cubicBezTo>
                  <a:cubicBezTo>
                    <a:pt x="334" y="368"/>
                    <a:pt x="346" y="257"/>
                    <a:pt x="368" y="146"/>
                  </a:cubicBezTo>
                  <a:cubicBezTo>
                    <a:pt x="376" y="70"/>
                    <a:pt x="391" y="1"/>
                    <a:pt x="339"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2"/>
            <p:cNvSpPr/>
            <p:nvPr/>
          </p:nvSpPr>
          <p:spPr>
            <a:xfrm>
              <a:off x="6408875" y="3826450"/>
              <a:ext cx="44200" cy="49450"/>
            </a:xfrm>
            <a:custGeom>
              <a:avLst/>
              <a:gdLst/>
              <a:ahLst/>
              <a:cxnLst/>
              <a:rect l="l" t="t" r="r" b="b"/>
              <a:pathLst>
                <a:path w="1768" h="1978" extrusionOk="0">
                  <a:moveTo>
                    <a:pt x="1267" y="1622"/>
                  </a:moveTo>
                  <a:cubicBezTo>
                    <a:pt x="1212" y="1700"/>
                    <a:pt x="1168" y="1778"/>
                    <a:pt x="1156" y="1866"/>
                  </a:cubicBezTo>
                  <a:cubicBezTo>
                    <a:pt x="1145" y="1911"/>
                    <a:pt x="1145" y="1945"/>
                    <a:pt x="1156" y="1978"/>
                  </a:cubicBezTo>
                  <a:lnTo>
                    <a:pt x="1156" y="1978"/>
                  </a:lnTo>
                  <a:cubicBezTo>
                    <a:pt x="1145" y="1945"/>
                    <a:pt x="1145" y="1911"/>
                    <a:pt x="1156" y="1866"/>
                  </a:cubicBezTo>
                  <a:cubicBezTo>
                    <a:pt x="1168" y="1778"/>
                    <a:pt x="1212" y="1700"/>
                    <a:pt x="1267" y="1622"/>
                  </a:cubicBezTo>
                  <a:close/>
                  <a:moveTo>
                    <a:pt x="346" y="200"/>
                  </a:moveTo>
                  <a:cubicBezTo>
                    <a:pt x="235" y="412"/>
                    <a:pt x="112" y="622"/>
                    <a:pt x="1" y="822"/>
                  </a:cubicBezTo>
                  <a:lnTo>
                    <a:pt x="1" y="822"/>
                  </a:lnTo>
                  <a:cubicBezTo>
                    <a:pt x="112" y="622"/>
                    <a:pt x="235" y="412"/>
                    <a:pt x="346" y="200"/>
                  </a:cubicBezTo>
                  <a:close/>
                  <a:moveTo>
                    <a:pt x="457" y="0"/>
                  </a:moveTo>
                  <a:lnTo>
                    <a:pt x="457" y="0"/>
                  </a:lnTo>
                  <a:lnTo>
                    <a:pt x="457" y="0"/>
                  </a:lnTo>
                  <a:cubicBezTo>
                    <a:pt x="712" y="156"/>
                    <a:pt x="1489" y="434"/>
                    <a:pt x="1623" y="700"/>
                  </a:cubicBezTo>
                  <a:cubicBezTo>
                    <a:pt x="1768" y="1000"/>
                    <a:pt x="1457" y="1311"/>
                    <a:pt x="1267" y="1611"/>
                  </a:cubicBezTo>
                  <a:cubicBezTo>
                    <a:pt x="1457" y="1311"/>
                    <a:pt x="1768" y="1000"/>
                    <a:pt x="1623" y="700"/>
                  </a:cubicBezTo>
                  <a:cubicBezTo>
                    <a:pt x="1489" y="434"/>
                    <a:pt x="712" y="156"/>
                    <a:pt x="457" y="0"/>
                  </a:cubicBez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2"/>
            <p:cNvSpPr/>
            <p:nvPr/>
          </p:nvSpPr>
          <p:spPr>
            <a:xfrm>
              <a:off x="6403325" y="3826450"/>
              <a:ext cx="49750" cy="56125"/>
            </a:xfrm>
            <a:custGeom>
              <a:avLst/>
              <a:gdLst/>
              <a:ahLst/>
              <a:cxnLst/>
              <a:rect l="l" t="t" r="r" b="b"/>
              <a:pathLst>
                <a:path w="1990" h="2245" extrusionOk="0">
                  <a:moveTo>
                    <a:pt x="679" y="0"/>
                  </a:moveTo>
                  <a:cubicBezTo>
                    <a:pt x="645" y="67"/>
                    <a:pt x="601" y="133"/>
                    <a:pt x="568" y="200"/>
                  </a:cubicBezTo>
                  <a:cubicBezTo>
                    <a:pt x="457" y="412"/>
                    <a:pt x="334" y="622"/>
                    <a:pt x="223" y="822"/>
                  </a:cubicBezTo>
                  <a:cubicBezTo>
                    <a:pt x="134" y="1234"/>
                    <a:pt x="1" y="1767"/>
                    <a:pt x="279" y="2066"/>
                  </a:cubicBezTo>
                  <a:cubicBezTo>
                    <a:pt x="390" y="2189"/>
                    <a:pt x="534" y="2244"/>
                    <a:pt x="679" y="2244"/>
                  </a:cubicBezTo>
                  <a:cubicBezTo>
                    <a:pt x="901" y="2244"/>
                    <a:pt x="1156" y="2122"/>
                    <a:pt x="1378" y="1978"/>
                  </a:cubicBezTo>
                  <a:cubicBezTo>
                    <a:pt x="1367" y="1945"/>
                    <a:pt x="1367" y="1911"/>
                    <a:pt x="1378" y="1866"/>
                  </a:cubicBezTo>
                  <a:cubicBezTo>
                    <a:pt x="1390" y="1778"/>
                    <a:pt x="1434" y="1700"/>
                    <a:pt x="1489" y="1622"/>
                  </a:cubicBezTo>
                  <a:lnTo>
                    <a:pt x="1489" y="1611"/>
                  </a:lnTo>
                  <a:cubicBezTo>
                    <a:pt x="1679" y="1311"/>
                    <a:pt x="1990" y="1000"/>
                    <a:pt x="1845" y="700"/>
                  </a:cubicBezTo>
                  <a:cubicBezTo>
                    <a:pt x="1711" y="434"/>
                    <a:pt x="934" y="156"/>
                    <a:pt x="679"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2"/>
            <p:cNvSpPr/>
            <p:nvPr/>
          </p:nvSpPr>
          <p:spPr>
            <a:xfrm>
              <a:off x="6382500" y="3697025"/>
              <a:ext cx="148600" cy="167175"/>
            </a:xfrm>
            <a:custGeom>
              <a:avLst/>
              <a:gdLst/>
              <a:ahLst/>
              <a:cxnLst/>
              <a:rect l="l" t="t" r="r" b="b"/>
              <a:pathLst>
                <a:path w="5944" h="6687" extrusionOk="0">
                  <a:moveTo>
                    <a:pt x="2794" y="1"/>
                  </a:moveTo>
                  <a:cubicBezTo>
                    <a:pt x="2593" y="1"/>
                    <a:pt x="2385" y="121"/>
                    <a:pt x="2167" y="412"/>
                  </a:cubicBezTo>
                  <a:cubicBezTo>
                    <a:pt x="1845" y="823"/>
                    <a:pt x="1223" y="2456"/>
                    <a:pt x="967" y="2911"/>
                  </a:cubicBezTo>
                  <a:cubicBezTo>
                    <a:pt x="890" y="2723"/>
                    <a:pt x="856" y="2523"/>
                    <a:pt x="856" y="2323"/>
                  </a:cubicBezTo>
                  <a:cubicBezTo>
                    <a:pt x="534" y="2755"/>
                    <a:pt x="379" y="3311"/>
                    <a:pt x="423" y="3844"/>
                  </a:cubicBezTo>
                  <a:cubicBezTo>
                    <a:pt x="345" y="3678"/>
                    <a:pt x="300" y="3500"/>
                    <a:pt x="278" y="3322"/>
                  </a:cubicBezTo>
                  <a:lnTo>
                    <a:pt x="278" y="3322"/>
                  </a:lnTo>
                  <a:cubicBezTo>
                    <a:pt x="1" y="3789"/>
                    <a:pt x="123" y="4389"/>
                    <a:pt x="290" y="4911"/>
                  </a:cubicBezTo>
                  <a:cubicBezTo>
                    <a:pt x="470" y="5472"/>
                    <a:pt x="1325" y="6138"/>
                    <a:pt x="1966" y="6138"/>
                  </a:cubicBezTo>
                  <a:cubicBezTo>
                    <a:pt x="2074" y="6138"/>
                    <a:pt x="2176" y="6119"/>
                    <a:pt x="2267" y="6077"/>
                  </a:cubicBezTo>
                  <a:lnTo>
                    <a:pt x="2267" y="6077"/>
                  </a:lnTo>
                  <a:cubicBezTo>
                    <a:pt x="2245" y="6155"/>
                    <a:pt x="2256" y="6233"/>
                    <a:pt x="2278" y="6310"/>
                  </a:cubicBezTo>
                  <a:cubicBezTo>
                    <a:pt x="2322" y="6477"/>
                    <a:pt x="2467" y="6611"/>
                    <a:pt x="2645" y="6666"/>
                  </a:cubicBezTo>
                  <a:cubicBezTo>
                    <a:pt x="2698" y="6680"/>
                    <a:pt x="2751" y="6687"/>
                    <a:pt x="2805" y="6687"/>
                  </a:cubicBezTo>
                  <a:cubicBezTo>
                    <a:pt x="3001" y="6687"/>
                    <a:pt x="3199" y="6599"/>
                    <a:pt x="3356" y="6477"/>
                  </a:cubicBezTo>
                  <a:cubicBezTo>
                    <a:pt x="3556" y="6310"/>
                    <a:pt x="3700" y="6088"/>
                    <a:pt x="3845" y="5877"/>
                  </a:cubicBezTo>
                  <a:cubicBezTo>
                    <a:pt x="4356" y="5088"/>
                    <a:pt x="5944" y="3456"/>
                    <a:pt x="5033" y="2634"/>
                  </a:cubicBezTo>
                  <a:cubicBezTo>
                    <a:pt x="4302" y="1975"/>
                    <a:pt x="3608" y="1"/>
                    <a:pt x="279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2"/>
            <p:cNvSpPr/>
            <p:nvPr/>
          </p:nvSpPr>
          <p:spPr>
            <a:xfrm>
              <a:off x="6398625" y="3765900"/>
              <a:ext cx="41125" cy="81400"/>
            </a:xfrm>
            <a:custGeom>
              <a:avLst/>
              <a:gdLst/>
              <a:ahLst/>
              <a:cxnLst/>
              <a:rect l="l" t="t" r="r" b="b"/>
              <a:pathLst>
                <a:path w="1645" h="3256" extrusionOk="0">
                  <a:moveTo>
                    <a:pt x="1444" y="2000"/>
                  </a:moveTo>
                  <a:cubicBezTo>
                    <a:pt x="1467" y="2000"/>
                    <a:pt x="1477" y="2012"/>
                    <a:pt x="1489" y="2022"/>
                  </a:cubicBezTo>
                  <a:cubicBezTo>
                    <a:pt x="1522" y="2056"/>
                    <a:pt x="1533" y="2111"/>
                    <a:pt x="1522" y="2156"/>
                  </a:cubicBezTo>
                  <a:cubicBezTo>
                    <a:pt x="1489" y="2234"/>
                    <a:pt x="1411" y="2289"/>
                    <a:pt x="1333" y="2333"/>
                  </a:cubicBezTo>
                  <a:lnTo>
                    <a:pt x="1267" y="2367"/>
                  </a:lnTo>
                  <a:lnTo>
                    <a:pt x="1333" y="2133"/>
                  </a:lnTo>
                  <a:cubicBezTo>
                    <a:pt x="1356" y="2056"/>
                    <a:pt x="1388" y="2012"/>
                    <a:pt x="1422" y="2000"/>
                  </a:cubicBezTo>
                  <a:close/>
                  <a:moveTo>
                    <a:pt x="956" y="0"/>
                  </a:moveTo>
                  <a:cubicBezTo>
                    <a:pt x="389" y="501"/>
                    <a:pt x="33" y="1256"/>
                    <a:pt x="11" y="2022"/>
                  </a:cubicBezTo>
                  <a:cubicBezTo>
                    <a:pt x="0" y="2267"/>
                    <a:pt x="67" y="2422"/>
                    <a:pt x="200" y="2489"/>
                  </a:cubicBezTo>
                  <a:cubicBezTo>
                    <a:pt x="241" y="2510"/>
                    <a:pt x="282" y="2520"/>
                    <a:pt x="323" y="2520"/>
                  </a:cubicBezTo>
                  <a:cubicBezTo>
                    <a:pt x="450" y="2520"/>
                    <a:pt x="577" y="2431"/>
                    <a:pt x="677" y="2356"/>
                  </a:cubicBezTo>
                  <a:cubicBezTo>
                    <a:pt x="722" y="2323"/>
                    <a:pt x="778" y="2278"/>
                    <a:pt x="833" y="2222"/>
                  </a:cubicBezTo>
                  <a:cubicBezTo>
                    <a:pt x="845" y="2323"/>
                    <a:pt x="889" y="2422"/>
                    <a:pt x="989" y="2467"/>
                  </a:cubicBezTo>
                  <a:cubicBezTo>
                    <a:pt x="1024" y="2488"/>
                    <a:pt x="1063" y="2496"/>
                    <a:pt x="1102" y="2496"/>
                  </a:cubicBezTo>
                  <a:cubicBezTo>
                    <a:pt x="1124" y="2496"/>
                    <a:pt x="1146" y="2493"/>
                    <a:pt x="1166" y="2489"/>
                  </a:cubicBezTo>
                  <a:lnTo>
                    <a:pt x="1166" y="2489"/>
                  </a:lnTo>
                  <a:cubicBezTo>
                    <a:pt x="1156" y="2578"/>
                    <a:pt x="1144" y="2678"/>
                    <a:pt x="1144" y="2767"/>
                  </a:cubicBezTo>
                  <a:cubicBezTo>
                    <a:pt x="1144" y="2867"/>
                    <a:pt x="1144" y="2989"/>
                    <a:pt x="1188" y="3089"/>
                  </a:cubicBezTo>
                  <a:cubicBezTo>
                    <a:pt x="1233" y="3178"/>
                    <a:pt x="1311" y="3244"/>
                    <a:pt x="1388" y="3256"/>
                  </a:cubicBezTo>
                  <a:lnTo>
                    <a:pt x="1455" y="3256"/>
                  </a:lnTo>
                  <a:cubicBezTo>
                    <a:pt x="1522" y="3244"/>
                    <a:pt x="1578" y="3200"/>
                    <a:pt x="1611" y="3145"/>
                  </a:cubicBezTo>
                  <a:cubicBezTo>
                    <a:pt x="1644" y="3089"/>
                    <a:pt x="1644" y="3022"/>
                    <a:pt x="1611" y="2978"/>
                  </a:cubicBezTo>
                  <a:lnTo>
                    <a:pt x="1544" y="3011"/>
                  </a:lnTo>
                  <a:cubicBezTo>
                    <a:pt x="1566" y="3044"/>
                    <a:pt x="1555" y="3078"/>
                    <a:pt x="1544" y="3111"/>
                  </a:cubicBezTo>
                  <a:cubicBezTo>
                    <a:pt x="1522" y="3145"/>
                    <a:pt x="1489" y="3178"/>
                    <a:pt x="1444" y="3178"/>
                  </a:cubicBezTo>
                  <a:cubicBezTo>
                    <a:pt x="1435" y="3180"/>
                    <a:pt x="1426" y="3181"/>
                    <a:pt x="1416" y="3181"/>
                  </a:cubicBezTo>
                  <a:cubicBezTo>
                    <a:pt x="1348" y="3181"/>
                    <a:pt x="1285" y="3115"/>
                    <a:pt x="1255" y="3056"/>
                  </a:cubicBezTo>
                  <a:cubicBezTo>
                    <a:pt x="1211" y="2967"/>
                    <a:pt x="1211" y="2867"/>
                    <a:pt x="1222" y="2778"/>
                  </a:cubicBezTo>
                  <a:cubicBezTo>
                    <a:pt x="1222" y="2667"/>
                    <a:pt x="1233" y="2567"/>
                    <a:pt x="1255" y="2456"/>
                  </a:cubicBezTo>
                  <a:cubicBezTo>
                    <a:pt x="1289" y="2444"/>
                    <a:pt x="1333" y="2422"/>
                    <a:pt x="1366" y="2400"/>
                  </a:cubicBezTo>
                  <a:cubicBezTo>
                    <a:pt x="1467" y="2345"/>
                    <a:pt x="1555" y="2278"/>
                    <a:pt x="1588" y="2178"/>
                  </a:cubicBezTo>
                  <a:cubicBezTo>
                    <a:pt x="1611" y="2111"/>
                    <a:pt x="1588" y="2022"/>
                    <a:pt x="1544" y="1967"/>
                  </a:cubicBezTo>
                  <a:cubicBezTo>
                    <a:pt x="1508" y="1940"/>
                    <a:pt x="1471" y="1920"/>
                    <a:pt x="1435" y="1920"/>
                  </a:cubicBezTo>
                  <a:cubicBezTo>
                    <a:pt x="1427" y="1920"/>
                    <a:pt x="1419" y="1921"/>
                    <a:pt x="1411" y="1923"/>
                  </a:cubicBezTo>
                  <a:cubicBezTo>
                    <a:pt x="1322" y="1945"/>
                    <a:pt x="1277" y="2044"/>
                    <a:pt x="1255" y="2111"/>
                  </a:cubicBezTo>
                  <a:cubicBezTo>
                    <a:pt x="1233" y="2212"/>
                    <a:pt x="1200" y="2300"/>
                    <a:pt x="1188" y="2400"/>
                  </a:cubicBezTo>
                  <a:cubicBezTo>
                    <a:pt x="1161" y="2411"/>
                    <a:pt x="1130" y="2417"/>
                    <a:pt x="1101" y="2417"/>
                  </a:cubicBezTo>
                  <a:cubicBezTo>
                    <a:pt x="1072" y="2417"/>
                    <a:pt x="1044" y="2411"/>
                    <a:pt x="1022" y="2400"/>
                  </a:cubicBezTo>
                  <a:cubicBezTo>
                    <a:pt x="933" y="2356"/>
                    <a:pt x="900" y="2244"/>
                    <a:pt x="911" y="2156"/>
                  </a:cubicBezTo>
                  <a:lnTo>
                    <a:pt x="911" y="2133"/>
                  </a:lnTo>
                  <a:cubicBezTo>
                    <a:pt x="978" y="2044"/>
                    <a:pt x="1011" y="1945"/>
                    <a:pt x="1011" y="1834"/>
                  </a:cubicBezTo>
                  <a:lnTo>
                    <a:pt x="1000" y="1689"/>
                  </a:lnTo>
                  <a:lnTo>
                    <a:pt x="933" y="1822"/>
                  </a:lnTo>
                  <a:cubicBezTo>
                    <a:pt x="900" y="1901"/>
                    <a:pt x="855" y="2000"/>
                    <a:pt x="833" y="2100"/>
                  </a:cubicBezTo>
                  <a:cubicBezTo>
                    <a:pt x="778" y="2178"/>
                    <a:pt x="700" y="2244"/>
                    <a:pt x="633" y="2300"/>
                  </a:cubicBezTo>
                  <a:cubicBezTo>
                    <a:pt x="506" y="2396"/>
                    <a:pt x="407" y="2446"/>
                    <a:pt x="324" y="2446"/>
                  </a:cubicBezTo>
                  <a:cubicBezTo>
                    <a:pt x="292" y="2446"/>
                    <a:pt x="262" y="2438"/>
                    <a:pt x="233" y="2422"/>
                  </a:cubicBezTo>
                  <a:cubicBezTo>
                    <a:pt x="100" y="2356"/>
                    <a:pt x="78" y="2178"/>
                    <a:pt x="89" y="2022"/>
                  </a:cubicBezTo>
                  <a:cubicBezTo>
                    <a:pt x="111" y="1278"/>
                    <a:pt x="455" y="545"/>
                    <a:pt x="1011" y="56"/>
                  </a:cubicBezTo>
                  <a:lnTo>
                    <a:pt x="956"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2"/>
            <p:cNvSpPr/>
            <p:nvPr/>
          </p:nvSpPr>
          <p:spPr>
            <a:xfrm>
              <a:off x="6515525" y="3958125"/>
              <a:ext cx="10575" cy="14425"/>
            </a:xfrm>
            <a:custGeom>
              <a:avLst/>
              <a:gdLst/>
              <a:ahLst/>
              <a:cxnLst/>
              <a:rect l="l" t="t" r="r" b="b"/>
              <a:pathLst>
                <a:path w="423" h="577" extrusionOk="0">
                  <a:moveTo>
                    <a:pt x="370" y="0"/>
                  </a:moveTo>
                  <a:cubicBezTo>
                    <a:pt x="352" y="0"/>
                    <a:pt x="326" y="10"/>
                    <a:pt x="289" y="33"/>
                  </a:cubicBezTo>
                  <a:cubicBezTo>
                    <a:pt x="190" y="88"/>
                    <a:pt x="90" y="154"/>
                    <a:pt x="1" y="243"/>
                  </a:cubicBezTo>
                  <a:cubicBezTo>
                    <a:pt x="67" y="376"/>
                    <a:pt x="168" y="488"/>
                    <a:pt x="289" y="566"/>
                  </a:cubicBezTo>
                  <a:cubicBezTo>
                    <a:pt x="301" y="576"/>
                    <a:pt x="301" y="576"/>
                    <a:pt x="312" y="576"/>
                  </a:cubicBezTo>
                  <a:cubicBezTo>
                    <a:pt x="334" y="576"/>
                    <a:pt x="345" y="554"/>
                    <a:pt x="345" y="532"/>
                  </a:cubicBezTo>
                  <a:cubicBezTo>
                    <a:pt x="368" y="410"/>
                    <a:pt x="378" y="288"/>
                    <a:pt x="390" y="166"/>
                  </a:cubicBezTo>
                  <a:cubicBezTo>
                    <a:pt x="406" y="83"/>
                    <a:pt x="423" y="0"/>
                    <a:pt x="370"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2"/>
            <p:cNvSpPr/>
            <p:nvPr/>
          </p:nvSpPr>
          <p:spPr>
            <a:xfrm>
              <a:off x="6499425" y="3967750"/>
              <a:ext cx="8875" cy="11200"/>
            </a:xfrm>
            <a:custGeom>
              <a:avLst/>
              <a:gdLst/>
              <a:ahLst/>
              <a:cxnLst/>
              <a:rect l="l" t="t" r="r" b="b"/>
              <a:pathLst>
                <a:path w="355" h="448" extrusionOk="0">
                  <a:moveTo>
                    <a:pt x="301" y="1"/>
                  </a:moveTo>
                  <a:cubicBezTo>
                    <a:pt x="287" y="1"/>
                    <a:pt x="269" y="5"/>
                    <a:pt x="245" y="14"/>
                  </a:cubicBezTo>
                  <a:cubicBezTo>
                    <a:pt x="156" y="47"/>
                    <a:pt x="79" y="92"/>
                    <a:pt x="0" y="147"/>
                  </a:cubicBezTo>
                  <a:cubicBezTo>
                    <a:pt x="34" y="258"/>
                    <a:pt x="101" y="359"/>
                    <a:pt x="190" y="436"/>
                  </a:cubicBezTo>
                  <a:cubicBezTo>
                    <a:pt x="200" y="447"/>
                    <a:pt x="200" y="447"/>
                    <a:pt x="212" y="447"/>
                  </a:cubicBezTo>
                  <a:cubicBezTo>
                    <a:pt x="222" y="447"/>
                    <a:pt x="234" y="425"/>
                    <a:pt x="245" y="414"/>
                  </a:cubicBezTo>
                  <a:cubicBezTo>
                    <a:pt x="267" y="325"/>
                    <a:pt x="289" y="225"/>
                    <a:pt x="311" y="136"/>
                  </a:cubicBezTo>
                  <a:cubicBezTo>
                    <a:pt x="329" y="65"/>
                    <a:pt x="354" y="1"/>
                    <a:pt x="301"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2"/>
            <p:cNvSpPr/>
            <p:nvPr/>
          </p:nvSpPr>
          <p:spPr>
            <a:xfrm>
              <a:off x="6447775" y="3709800"/>
              <a:ext cx="18625" cy="15875"/>
            </a:xfrm>
            <a:custGeom>
              <a:avLst/>
              <a:gdLst/>
              <a:ahLst/>
              <a:cxnLst/>
              <a:rect l="l" t="t" r="r" b="b"/>
              <a:pathLst>
                <a:path w="745" h="635" extrusionOk="0">
                  <a:moveTo>
                    <a:pt x="711" y="0"/>
                  </a:moveTo>
                  <a:cubicBezTo>
                    <a:pt x="412" y="101"/>
                    <a:pt x="167" y="312"/>
                    <a:pt x="0" y="578"/>
                  </a:cubicBezTo>
                  <a:lnTo>
                    <a:pt x="101" y="634"/>
                  </a:lnTo>
                  <a:cubicBezTo>
                    <a:pt x="244" y="400"/>
                    <a:pt x="489" y="212"/>
                    <a:pt x="745" y="112"/>
                  </a:cubicBezTo>
                  <a:lnTo>
                    <a:pt x="711"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2"/>
            <p:cNvSpPr/>
            <p:nvPr/>
          </p:nvSpPr>
          <p:spPr>
            <a:xfrm>
              <a:off x="6451100" y="3730900"/>
              <a:ext cx="11125" cy="13925"/>
            </a:xfrm>
            <a:custGeom>
              <a:avLst/>
              <a:gdLst/>
              <a:ahLst/>
              <a:cxnLst/>
              <a:rect l="l" t="t" r="r" b="b"/>
              <a:pathLst>
                <a:path w="445" h="557" extrusionOk="0">
                  <a:moveTo>
                    <a:pt x="367" y="1"/>
                  </a:moveTo>
                  <a:cubicBezTo>
                    <a:pt x="200" y="134"/>
                    <a:pt x="79" y="312"/>
                    <a:pt x="0" y="512"/>
                  </a:cubicBezTo>
                  <a:lnTo>
                    <a:pt x="111" y="556"/>
                  </a:lnTo>
                  <a:cubicBezTo>
                    <a:pt x="178" y="378"/>
                    <a:pt x="301" y="212"/>
                    <a:pt x="445" y="90"/>
                  </a:cubicBezTo>
                  <a:lnTo>
                    <a:pt x="3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2"/>
            <p:cNvSpPr/>
            <p:nvPr/>
          </p:nvSpPr>
          <p:spPr>
            <a:xfrm>
              <a:off x="6436400" y="3741450"/>
              <a:ext cx="5275" cy="6700"/>
            </a:xfrm>
            <a:custGeom>
              <a:avLst/>
              <a:gdLst/>
              <a:ahLst/>
              <a:cxnLst/>
              <a:rect l="l" t="t" r="r" b="b"/>
              <a:pathLst>
                <a:path w="211" h="268" extrusionOk="0">
                  <a:moveTo>
                    <a:pt x="89" y="1"/>
                  </a:moveTo>
                  <a:cubicBezTo>
                    <a:pt x="77" y="68"/>
                    <a:pt x="44" y="134"/>
                    <a:pt x="0" y="190"/>
                  </a:cubicBezTo>
                  <a:lnTo>
                    <a:pt x="100" y="267"/>
                  </a:lnTo>
                  <a:cubicBezTo>
                    <a:pt x="156" y="201"/>
                    <a:pt x="188" y="112"/>
                    <a:pt x="211" y="23"/>
                  </a:cubicBezTo>
                  <a:lnTo>
                    <a:pt x="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2"/>
            <p:cNvSpPr/>
            <p:nvPr/>
          </p:nvSpPr>
          <p:spPr>
            <a:xfrm>
              <a:off x="6443875" y="3761750"/>
              <a:ext cx="4200" cy="4175"/>
            </a:xfrm>
            <a:custGeom>
              <a:avLst/>
              <a:gdLst/>
              <a:ahLst/>
              <a:cxnLst/>
              <a:rect l="l" t="t" r="r" b="b"/>
              <a:pathLst>
                <a:path w="168" h="167" extrusionOk="0">
                  <a:moveTo>
                    <a:pt x="57" y="0"/>
                  </a:moveTo>
                  <a:lnTo>
                    <a:pt x="1" y="111"/>
                  </a:lnTo>
                  <a:lnTo>
                    <a:pt x="101" y="166"/>
                  </a:lnTo>
                  <a:lnTo>
                    <a:pt x="168" y="55"/>
                  </a:lnTo>
                  <a:lnTo>
                    <a:pt x="5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2"/>
            <p:cNvSpPr/>
            <p:nvPr/>
          </p:nvSpPr>
          <p:spPr>
            <a:xfrm>
              <a:off x="6531925" y="3433750"/>
              <a:ext cx="4175" cy="8075"/>
            </a:xfrm>
            <a:custGeom>
              <a:avLst/>
              <a:gdLst/>
              <a:ahLst/>
              <a:cxnLst/>
              <a:rect l="l" t="t" r="r" b="b"/>
              <a:pathLst>
                <a:path w="167" h="323" extrusionOk="0">
                  <a:moveTo>
                    <a:pt x="67" y="0"/>
                  </a:moveTo>
                  <a:cubicBezTo>
                    <a:pt x="23" y="45"/>
                    <a:pt x="0" y="111"/>
                    <a:pt x="11" y="178"/>
                  </a:cubicBezTo>
                  <a:cubicBezTo>
                    <a:pt x="23" y="234"/>
                    <a:pt x="56" y="289"/>
                    <a:pt x="112" y="323"/>
                  </a:cubicBezTo>
                  <a:lnTo>
                    <a:pt x="167" y="222"/>
                  </a:lnTo>
                  <a:cubicBezTo>
                    <a:pt x="156" y="212"/>
                    <a:pt x="134" y="178"/>
                    <a:pt x="134" y="156"/>
                  </a:cubicBezTo>
                  <a:cubicBezTo>
                    <a:pt x="134" y="123"/>
                    <a:pt x="134" y="101"/>
                    <a:pt x="156" y="78"/>
                  </a:cubicBezTo>
                  <a:lnTo>
                    <a:pt x="67"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2"/>
            <p:cNvSpPr/>
            <p:nvPr/>
          </p:nvSpPr>
          <p:spPr>
            <a:xfrm>
              <a:off x="6526625" y="3417925"/>
              <a:ext cx="3650" cy="6950"/>
            </a:xfrm>
            <a:custGeom>
              <a:avLst/>
              <a:gdLst/>
              <a:ahLst/>
              <a:cxnLst/>
              <a:rect l="l" t="t" r="r" b="b"/>
              <a:pathLst>
                <a:path w="146" h="278" extrusionOk="0">
                  <a:moveTo>
                    <a:pt x="68" y="1"/>
                  </a:moveTo>
                  <a:cubicBezTo>
                    <a:pt x="23" y="33"/>
                    <a:pt x="1" y="89"/>
                    <a:pt x="13" y="144"/>
                  </a:cubicBezTo>
                  <a:cubicBezTo>
                    <a:pt x="13" y="200"/>
                    <a:pt x="35" y="245"/>
                    <a:pt x="79" y="278"/>
                  </a:cubicBezTo>
                  <a:lnTo>
                    <a:pt x="146" y="178"/>
                  </a:lnTo>
                  <a:cubicBezTo>
                    <a:pt x="134" y="167"/>
                    <a:pt x="134" y="156"/>
                    <a:pt x="124" y="134"/>
                  </a:cubicBezTo>
                  <a:cubicBezTo>
                    <a:pt x="124" y="122"/>
                    <a:pt x="134" y="100"/>
                    <a:pt x="146" y="89"/>
                  </a:cubicBezTo>
                  <a:lnTo>
                    <a:pt x="68"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2"/>
            <p:cNvSpPr/>
            <p:nvPr/>
          </p:nvSpPr>
          <p:spPr>
            <a:xfrm>
              <a:off x="6185050" y="3499850"/>
              <a:ext cx="480750" cy="153175"/>
            </a:xfrm>
            <a:custGeom>
              <a:avLst/>
              <a:gdLst/>
              <a:ahLst/>
              <a:cxnLst/>
              <a:rect l="l" t="t" r="r" b="b"/>
              <a:pathLst>
                <a:path w="19230" h="6127" extrusionOk="0">
                  <a:moveTo>
                    <a:pt x="19074" y="0"/>
                  </a:moveTo>
                  <a:lnTo>
                    <a:pt x="1900" y="501"/>
                  </a:lnTo>
                  <a:lnTo>
                    <a:pt x="1900" y="656"/>
                  </a:lnTo>
                  <a:cubicBezTo>
                    <a:pt x="1456" y="800"/>
                    <a:pt x="1044" y="1022"/>
                    <a:pt x="678" y="1355"/>
                  </a:cubicBezTo>
                  <a:cubicBezTo>
                    <a:pt x="634" y="1400"/>
                    <a:pt x="589" y="1444"/>
                    <a:pt x="578" y="1500"/>
                  </a:cubicBezTo>
                  <a:cubicBezTo>
                    <a:pt x="568" y="1562"/>
                    <a:pt x="614" y="1623"/>
                    <a:pt x="674" y="1623"/>
                  </a:cubicBezTo>
                  <a:cubicBezTo>
                    <a:pt x="679" y="1623"/>
                    <a:pt x="684" y="1623"/>
                    <a:pt x="689" y="1622"/>
                  </a:cubicBezTo>
                  <a:lnTo>
                    <a:pt x="689" y="1622"/>
                  </a:lnTo>
                  <a:cubicBezTo>
                    <a:pt x="333" y="1922"/>
                    <a:pt x="111" y="2355"/>
                    <a:pt x="67" y="2800"/>
                  </a:cubicBezTo>
                  <a:cubicBezTo>
                    <a:pt x="56" y="2844"/>
                    <a:pt x="56" y="2900"/>
                    <a:pt x="78" y="2933"/>
                  </a:cubicBezTo>
                  <a:cubicBezTo>
                    <a:pt x="102" y="2965"/>
                    <a:pt x="139" y="2986"/>
                    <a:pt x="174" y="2986"/>
                  </a:cubicBezTo>
                  <a:cubicBezTo>
                    <a:pt x="187" y="2986"/>
                    <a:pt x="200" y="2983"/>
                    <a:pt x="212" y="2977"/>
                  </a:cubicBezTo>
                  <a:lnTo>
                    <a:pt x="212" y="2977"/>
                  </a:lnTo>
                  <a:cubicBezTo>
                    <a:pt x="101" y="3100"/>
                    <a:pt x="45" y="3244"/>
                    <a:pt x="22" y="3389"/>
                  </a:cubicBezTo>
                  <a:cubicBezTo>
                    <a:pt x="0" y="3577"/>
                    <a:pt x="22" y="3767"/>
                    <a:pt x="56" y="3955"/>
                  </a:cubicBezTo>
                  <a:cubicBezTo>
                    <a:pt x="133" y="4344"/>
                    <a:pt x="267" y="4722"/>
                    <a:pt x="389" y="5100"/>
                  </a:cubicBezTo>
                  <a:cubicBezTo>
                    <a:pt x="422" y="5166"/>
                    <a:pt x="456" y="5255"/>
                    <a:pt x="523" y="5288"/>
                  </a:cubicBezTo>
                  <a:cubicBezTo>
                    <a:pt x="538" y="5295"/>
                    <a:pt x="556" y="5298"/>
                    <a:pt x="574" y="5298"/>
                  </a:cubicBezTo>
                  <a:cubicBezTo>
                    <a:pt x="644" y="5298"/>
                    <a:pt x="718" y="5250"/>
                    <a:pt x="700" y="5188"/>
                  </a:cubicBezTo>
                  <a:lnTo>
                    <a:pt x="700" y="5188"/>
                  </a:lnTo>
                  <a:cubicBezTo>
                    <a:pt x="945" y="5444"/>
                    <a:pt x="1200" y="5699"/>
                    <a:pt x="1545" y="5799"/>
                  </a:cubicBezTo>
                  <a:cubicBezTo>
                    <a:pt x="1711" y="5843"/>
                    <a:pt x="1889" y="5866"/>
                    <a:pt x="2056" y="5932"/>
                  </a:cubicBezTo>
                  <a:lnTo>
                    <a:pt x="2056" y="6110"/>
                  </a:lnTo>
                  <a:lnTo>
                    <a:pt x="2511" y="6088"/>
                  </a:lnTo>
                  <a:cubicBezTo>
                    <a:pt x="2544" y="6099"/>
                    <a:pt x="2589" y="6110"/>
                    <a:pt x="2622" y="6110"/>
                  </a:cubicBezTo>
                  <a:cubicBezTo>
                    <a:pt x="2702" y="6122"/>
                    <a:pt x="2785" y="6127"/>
                    <a:pt x="2870" y="6127"/>
                  </a:cubicBezTo>
                  <a:cubicBezTo>
                    <a:pt x="3103" y="6127"/>
                    <a:pt x="3349" y="6090"/>
                    <a:pt x="3577" y="6066"/>
                  </a:cubicBezTo>
                  <a:lnTo>
                    <a:pt x="19230" y="5611"/>
                  </a:lnTo>
                  <a:lnTo>
                    <a:pt x="190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2"/>
            <p:cNvSpPr/>
            <p:nvPr/>
          </p:nvSpPr>
          <p:spPr>
            <a:xfrm>
              <a:off x="6192000" y="3586975"/>
              <a:ext cx="473800" cy="140625"/>
            </a:xfrm>
            <a:custGeom>
              <a:avLst/>
              <a:gdLst/>
              <a:ahLst/>
              <a:cxnLst/>
              <a:rect l="l" t="t" r="r" b="b"/>
              <a:pathLst>
                <a:path w="18952" h="5625" extrusionOk="0">
                  <a:moveTo>
                    <a:pt x="18741" y="0"/>
                  </a:moveTo>
                  <a:cubicBezTo>
                    <a:pt x="18526" y="0"/>
                    <a:pt x="18311" y="15"/>
                    <a:pt x="18096" y="15"/>
                  </a:cubicBezTo>
                  <a:cubicBezTo>
                    <a:pt x="17597" y="15"/>
                    <a:pt x="17096" y="15"/>
                    <a:pt x="16597" y="26"/>
                  </a:cubicBezTo>
                  <a:cubicBezTo>
                    <a:pt x="14819" y="70"/>
                    <a:pt x="13053" y="137"/>
                    <a:pt x="11275" y="181"/>
                  </a:cubicBezTo>
                  <a:cubicBezTo>
                    <a:pt x="10409" y="203"/>
                    <a:pt x="9532" y="226"/>
                    <a:pt x="8665" y="248"/>
                  </a:cubicBezTo>
                  <a:cubicBezTo>
                    <a:pt x="7898" y="259"/>
                    <a:pt x="7121" y="237"/>
                    <a:pt x="6365" y="370"/>
                  </a:cubicBezTo>
                  <a:cubicBezTo>
                    <a:pt x="6565" y="448"/>
                    <a:pt x="6765" y="526"/>
                    <a:pt x="6932" y="648"/>
                  </a:cubicBezTo>
                  <a:cubicBezTo>
                    <a:pt x="6954" y="670"/>
                    <a:pt x="6954" y="704"/>
                    <a:pt x="6932" y="714"/>
                  </a:cubicBezTo>
                  <a:cubicBezTo>
                    <a:pt x="6654" y="825"/>
                    <a:pt x="6365" y="848"/>
                    <a:pt x="6066" y="859"/>
                  </a:cubicBezTo>
                  <a:lnTo>
                    <a:pt x="5032" y="926"/>
                  </a:lnTo>
                  <a:cubicBezTo>
                    <a:pt x="4255" y="981"/>
                    <a:pt x="3477" y="1037"/>
                    <a:pt x="2689" y="1092"/>
                  </a:cubicBezTo>
                  <a:cubicBezTo>
                    <a:pt x="1800" y="1148"/>
                    <a:pt x="900" y="1225"/>
                    <a:pt x="0" y="1281"/>
                  </a:cubicBezTo>
                  <a:cubicBezTo>
                    <a:pt x="45" y="1392"/>
                    <a:pt x="78" y="1503"/>
                    <a:pt x="111" y="1615"/>
                  </a:cubicBezTo>
                  <a:cubicBezTo>
                    <a:pt x="144" y="1681"/>
                    <a:pt x="178" y="1770"/>
                    <a:pt x="245" y="1803"/>
                  </a:cubicBezTo>
                  <a:cubicBezTo>
                    <a:pt x="260" y="1810"/>
                    <a:pt x="278" y="1813"/>
                    <a:pt x="296" y="1813"/>
                  </a:cubicBezTo>
                  <a:cubicBezTo>
                    <a:pt x="366" y="1813"/>
                    <a:pt x="440" y="1765"/>
                    <a:pt x="422" y="1703"/>
                  </a:cubicBezTo>
                  <a:lnTo>
                    <a:pt x="422" y="1703"/>
                  </a:lnTo>
                  <a:cubicBezTo>
                    <a:pt x="667" y="1959"/>
                    <a:pt x="922" y="2214"/>
                    <a:pt x="1267" y="2314"/>
                  </a:cubicBezTo>
                  <a:cubicBezTo>
                    <a:pt x="1433" y="2358"/>
                    <a:pt x="1611" y="2381"/>
                    <a:pt x="1778" y="2447"/>
                  </a:cubicBezTo>
                  <a:lnTo>
                    <a:pt x="1778" y="2625"/>
                  </a:lnTo>
                  <a:lnTo>
                    <a:pt x="2233" y="2603"/>
                  </a:lnTo>
                  <a:cubicBezTo>
                    <a:pt x="2266" y="2614"/>
                    <a:pt x="2311" y="2625"/>
                    <a:pt x="2344" y="2625"/>
                  </a:cubicBezTo>
                  <a:cubicBezTo>
                    <a:pt x="2436" y="2637"/>
                    <a:pt x="2530" y="2642"/>
                    <a:pt x="2624" y="2642"/>
                  </a:cubicBezTo>
                  <a:cubicBezTo>
                    <a:pt x="2982" y="2642"/>
                    <a:pt x="3347" y="2571"/>
                    <a:pt x="3699" y="2536"/>
                  </a:cubicBezTo>
                  <a:cubicBezTo>
                    <a:pt x="3843" y="2526"/>
                    <a:pt x="3986" y="2521"/>
                    <a:pt x="4129" y="2521"/>
                  </a:cubicBezTo>
                  <a:cubicBezTo>
                    <a:pt x="4452" y="2521"/>
                    <a:pt x="4772" y="2546"/>
                    <a:pt x="5088" y="2592"/>
                  </a:cubicBezTo>
                  <a:cubicBezTo>
                    <a:pt x="5098" y="2589"/>
                    <a:pt x="5108" y="2587"/>
                    <a:pt x="5117" y="2587"/>
                  </a:cubicBezTo>
                  <a:cubicBezTo>
                    <a:pt x="5140" y="2587"/>
                    <a:pt x="5161" y="2595"/>
                    <a:pt x="5177" y="2603"/>
                  </a:cubicBezTo>
                  <a:cubicBezTo>
                    <a:pt x="5199" y="2603"/>
                    <a:pt x="5221" y="2614"/>
                    <a:pt x="5244" y="2625"/>
                  </a:cubicBezTo>
                  <a:cubicBezTo>
                    <a:pt x="5266" y="2647"/>
                    <a:pt x="5277" y="2669"/>
                    <a:pt x="5277" y="2692"/>
                  </a:cubicBezTo>
                  <a:cubicBezTo>
                    <a:pt x="5288" y="2725"/>
                    <a:pt x="5288" y="2758"/>
                    <a:pt x="5277" y="2792"/>
                  </a:cubicBezTo>
                  <a:cubicBezTo>
                    <a:pt x="5165" y="3103"/>
                    <a:pt x="4854" y="3292"/>
                    <a:pt x="4577" y="3469"/>
                  </a:cubicBezTo>
                  <a:cubicBezTo>
                    <a:pt x="4277" y="3669"/>
                    <a:pt x="4022" y="3925"/>
                    <a:pt x="3699" y="4103"/>
                  </a:cubicBezTo>
                  <a:cubicBezTo>
                    <a:pt x="3277" y="4336"/>
                    <a:pt x="2866" y="4592"/>
                    <a:pt x="2600" y="4947"/>
                  </a:cubicBezTo>
                  <a:cubicBezTo>
                    <a:pt x="2600" y="4980"/>
                    <a:pt x="2610" y="5014"/>
                    <a:pt x="2622" y="5047"/>
                  </a:cubicBezTo>
                  <a:cubicBezTo>
                    <a:pt x="2810" y="4947"/>
                    <a:pt x="3000" y="4858"/>
                    <a:pt x="3188" y="4758"/>
                  </a:cubicBezTo>
                  <a:cubicBezTo>
                    <a:pt x="3388" y="4636"/>
                    <a:pt x="3632" y="4392"/>
                    <a:pt x="3888" y="4314"/>
                  </a:cubicBezTo>
                  <a:cubicBezTo>
                    <a:pt x="3917" y="4292"/>
                    <a:pt x="3946" y="4275"/>
                    <a:pt x="3975" y="4275"/>
                  </a:cubicBezTo>
                  <a:cubicBezTo>
                    <a:pt x="3991" y="4275"/>
                    <a:pt x="4006" y="4280"/>
                    <a:pt x="4022" y="4291"/>
                  </a:cubicBezTo>
                  <a:lnTo>
                    <a:pt x="4022" y="4303"/>
                  </a:lnTo>
                  <a:cubicBezTo>
                    <a:pt x="4029" y="4299"/>
                    <a:pt x="4037" y="4298"/>
                    <a:pt x="4044" y="4298"/>
                  </a:cubicBezTo>
                  <a:cubicBezTo>
                    <a:pt x="4059" y="4298"/>
                    <a:pt x="4074" y="4303"/>
                    <a:pt x="4088" y="4303"/>
                  </a:cubicBezTo>
                  <a:cubicBezTo>
                    <a:pt x="4121" y="4303"/>
                    <a:pt x="4155" y="4336"/>
                    <a:pt x="4143" y="4370"/>
                  </a:cubicBezTo>
                  <a:cubicBezTo>
                    <a:pt x="4066" y="4714"/>
                    <a:pt x="3943" y="5047"/>
                    <a:pt x="3744" y="5347"/>
                  </a:cubicBezTo>
                  <a:cubicBezTo>
                    <a:pt x="3733" y="5380"/>
                    <a:pt x="3711" y="5414"/>
                    <a:pt x="3699" y="5436"/>
                  </a:cubicBezTo>
                  <a:cubicBezTo>
                    <a:pt x="3699" y="5503"/>
                    <a:pt x="3721" y="5569"/>
                    <a:pt x="3755" y="5624"/>
                  </a:cubicBezTo>
                  <a:cubicBezTo>
                    <a:pt x="4077" y="5214"/>
                    <a:pt x="4311" y="4725"/>
                    <a:pt x="4410" y="4214"/>
                  </a:cubicBezTo>
                  <a:cubicBezTo>
                    <a:pt x="4432" y="4103"/>
                    <a:pt x="4454" y="3992"/>
                    <a:pt x="4543" y="3914"/>
                  </a:cubicBezTo>
                  <a:cubicBezTo>
                    <a:pt x="4588" y="3869"/>
                    <a:pt x="4666" y="3847"/>
                    <a:pt x="4733" y="3814"/>
                  </a:cubicBezTo>
                  <a:cubicBezTo>
                    <a:pt x="4766" y="3803"/>
                    <a:pt x="4810" y="3780"/>
                    <a:pt x="4844" y="3770"/>
                  </a:cubicBezTo>
                  <a:cubicBezTo>
                    <a:pt x="4965" y="3669"/>
                    <a:pt x="5099" y="3570"/>
                    <a:pt x="5210" y="3459"/>
                  </a:cubicBezTo>
                  <a:cubicBezTo>
                    <a:pt x="5399" y="3259"/>
                    <a:pt x="5666" y="2814"/>
                    <a:pt x="5999" y="2714"/>
                  </a:cubicBezTo>
                  <a:cubicBezTo>
                    <a:pt x="6555" y="2425"/>
                    <a:pt x="7143" y="2470"/>
                    <a:pt x="7776" y="2447"/>
                  </a:cubicBezTo>
                  <a:lnTo>
                    <a:pt x="18952" y="2126"/>
                  </a:lnTo>
                  <a:lnTo>
                    <a:pt x="18896" y="3"/>
                  </a:lnTo>
                  <a:cubicBezTo>
                    <a:pt x="18844" y="1"/>
                    <a:pt x="18793" y="0"/>
                    <a:pt x="18741"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2"/>
            <p:cNvSpPr/>
            <p:nvPr/>
          </p:nvSpPr>
          <p:spPr>
            <a:xfrm>
              <a:off x="6186450" y="3499850"/>
              <a:ext cx="478800" cy="74725"/>
            </a:xfrm>
            <a:custGeom>
              <a:avLst/>
              <a:gdLst/>
              <a:ahLst/>
              <a:cxnLst/>
              <a:rect l="l" t="t" r="r" b="b"/>
              <a:pathLst>
                <a:path w="19152" h="2989" extrusionOk="0">
                  <a:moveTo>
                    <a:pt x="19018" y="0"/>
                  </a:moveTo>
                  <a:lnTo>
                    <a:pt x="1844" y="501"/>
                  </a:lnTo>
                  <a:lnTo>
                    <a:pt x="1844" y="656"/>
                  </a:lnTo>
                  <a:cubicBezTo>
                    <a:pt x="1400" y="800"/>
                    <a:pt x="988" y="1022"/>
                    <a:pt x="622" y="1355"/>
                  </a:cubicBezTo>
                  <a:cubicBezTo>
                    <a:pt x="578" y="1400"/>
                    <a:pt x="533" y="1444"/>
                    <a:pt x="522" y="1500"/>
                  </a:cubicBezTo>
                  <a:cubicBezTo>
                    <a:pt x="512" y="1562"/>
                    <a:pt x="558" y="1623"/>
                    <a:pt x="618" y="1623"/>
                  </a:cubicBezTo>
                  <a:cubicBezTo>
                    <a:pt x="623" y="1623"/>
                    <a:pt x="628" y="1623"/>
                    <a:pt x="633" y="1622"/>
                  </a:cubicBezTo>
                  <a:lnTo>
                    <a:pt x="633" y="1622"/>
                  </a:lnTo>
                  <a:cubicBezTo>
                    <a:pt x="277" y="1922"/>
                    <a:pt x="55" y="2355"/>
                    <a:pt x="11" y="2800"/>
                  </a:cubicBezTo>
                  <a:cubicBezTo>
                    <a:pt x="0" y="2844"/>
                    <a:pt x="0" y="2900"/>
                    <a:pt x="22" y="2933"/>
                  </a:cubicBezTo>
                  <a:cubicBezTo>
                    <a:pt x="46" y="2965"/>
                    <a:pt x="83" y="2986"/>
                    <a:pt x="118" y="2986"/>
                  </a:cubicBezTo>
                  <a:cubicBezTo>
                    <a:pt x="127" y="2986"/>
                    <a:pt x="136" y="2985"/>
                    <a:pt x="144" y="2982"/>
                  </a:cubicBezTo>
                  <a:lnTo>
                    <a:pt x="144" y="2982"/>
                  </a:lnTo>
                  <a:cubicBezTo>
                    <a:pt x="144" y="2984"/>
                    <a:pt x="144" y="2986"/>
                    <a:pt x="144" y="2989"/>
                  </a:cubicBezTo>
                  <a:cubicBezTo>
                    <a:pt x="222" y="2967"/>
                    <a:pt x="311" y="2955"/>
                    <a:pt x="388" y="2944"/>
                  </a:cubicBezTo>
                  <a:cubicBezTo>
                    <a:pt x="1588" y="2911"/>
                    <a:pt x="2777" y="2689"/>
                    <a:pt x="3988" y="2622"/>
                  </a:cubicBezTo>
                  <a:cubicBezTo>
                    <a:pt x="4254" y="2611"/>
                    <a:pt x="4610" y="2500"/>
                    <a:pt x="4577" y="2256"/>
                  </a:cubicBezTo>
                  <a:cubicBezTo>
                    <a:pt x="4221" y="2155"/>
                    <a:pt x="3888" y="2000"/>
                    <a:pt x="3599" y="1778"/>
                  </a:cubicBezTo>
                  <a:cubicBezTo>
                    <a:pt x="6059" y="1554"/>
                    <a:pt x="8537" y="1450"/>
                    <a:pt x="11009" y="1450"/>
                  </a:cubicBezTo>
                  <a:cubicBezTo>
                    <a:pt x="11361" y="1450"/>
                    <a:pt x="11713" y="1452"/>
                    <a:pt x="12064" y="1456"/>
                  </a:cubicBezTo>
                  <a:cubicBezTo>
                    <a:pt x="12075" y="1800"/>
                    <a:pt x="11798" y="2133"/>
                    <a:pt x="11442" y="2200"/>
                  </a:cubicBezTo>
                  <a:cubicBezTo>
                    <a:pt x="13531" y="2145"/>
                    <a:pt x="15630" y="2089"/>
                    <a:pt x="17730" y="2034"/>
                  </a:cubicBezTo>
                  <a:cubicBezTo>
                    <a:pt x="17878" y="2034"/>
                    <a:pt x="18137" y="2055"/>
                    <a:pt x="18390" y="2055"/>
                  </a:cubicBezTo>
                  <a:cubicBezTo>
                    <a:pt x="18686" y="2055"/>
                    <a:pt x="18973" y="2026"/>
                    <a:pt x="19063" y="1900"/>
                  </a:cubicBezTo>
                  <a:cubicBezTo>
                    <a:pt x="19152" y="1789"/>
                    <a:pt x="19051" y="1355"/>
                    <a:pt x="19051" y="1222"/>
                  </a:cubicBezTo>
                  <a:cubicBezTo>
                    <a:pt x="19041" y="812"/>
                    <a:pt x="19029" y="412"/>
                    <a:pt x="19018"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2"/>
            <p:cNvSpPr/>
            <p:nvPr/>
          </p:nvSpPr>
          <p:spPr>
            <a:xfrm>
              <a:off x="6595500" y="3500575"/>
              <a:ext cx="151400" cy="140750"/>
            </a:xfrm>
            <a:custGeom>
              <a:avLst/>
              <a:gdLst/>
              <a:ahLst/>
              <a:cxnLst/>
              <a:rect l="l" t="t" r="r" b="b"/>
              <a:pathLst>
                <a:path w="6056" h="5630" extrusionOk="0">
                  <a:moveTo>
                    <a:pt x="2940" y="1"/>
                  </a:moveTo>
                  <a:cubicBezTo>
                    <a:pt x="2123" y="1"/>
                    <a:pt x="1329" y="271"/>
                    <a:pt x="690" y="849"/>
                  </a:cubicBezTo>
                  <a:cubicBezTo>
                    <a:pt x="645" y="894"/>
                    <a:pt x="590" y="938"/>
                    <a:pt x="590" y="1005"/>
                  </a:cubicBezTo>
                  <a:cubicBezTo>
                    <a:pt x="579" y="1056"/>
                    <a:pt x="627" y="1117"/>
                    <a:pt x="678" y="1117"/>
                  </a:cubicBezTo>
                  <a:cubicBezTo>
                    <a:pt x="682" y="1117"/>
                    <a:pt x="686" y="1117"/>
                    <a:pt x="690" y="1116"/>
                  </a:cubicBezTo>
                  <a:lnTo>
                    <a:pt x="690" y="1116"/>
                  </a:lnTo>
                  <a:cubicBezTo>
                    <a:pt x="346" y="1427"/>
                    <a:pt x="124" y="1849"/>
                    <a:pt x="79" y="2304"/>
                  </a:cubicBezTo>
                  <a:cubicBezTo>
                    <a:pt x="68" y="2348"/>
                    <a:pt x="68" y="2393"/>
                    <a:pt x="90" y="2437"/>
                  </a:cubicBezTo>
                  <a:cubicBezTo>
                    <a:pt x="106" y="2462"/>
                    <a:pt x="145" y="2480"/>
                    <a:pt x="178" y="2480"/>
                  </a:cubicBezTo>
                  <a:cubicBezTo>
                    <a:pt x="191" y="2480"/>
                    <a:pt x="203" y="2477"/>
                    <a:pt x="212" y="2471"/>
                  </a:cubicBezTo>
                  <a:lnTo>
                    <a:pt x="212" y="2471"/>
                  </a:lnTo>
                  <a:cubicBezTo>
                    <a:pt x="112" y="2593"/>
                    <a:pt x="57" y="2738"/>
                    <a:pt x="35" y="2893"/>
                  </a:cubicBezTo>
                  <a:cubicBezTo>
                    <a:pt x="1" y="3071"/>
                    <a:pt x="23" y="3271"/>
                    <a:pt x="68" y="3449"/>
                  </a:cubicBezTo>
                  <a:cubicBezTo>
                    <a:pt x="146" y="3837"/>
                    <a:pt x="268" y="4215"/>
                    <a:pt x="401" y="4592"/>
                  </a:cubicBezTo>
                  <a:cubicBezTo>
                    <a:pt x="435" y="4671"/>
                    <a:pt x="468" y="4748"/>
                    <a:pt x="534" y="4792"/>
                  </a:cubicBezTo>
                  <a:cubicBezTo>
                    <a:pt x="550" y="4799"/>
                    <a:pt x="568" y="4802"/>
                    <a:pt x="586" y="4802"/>
                  </a:cubicBezTo>
                  <a:cubicBezTo>
                    <a:pt x="656" y="4802"/>
                    <a:pt x="730" y="4754"/>
                    <a:pt x="712" y="4693"/>
                  </a:cubicBezTo>
                  <a:lnTo>
                    <a:pt x="712" y="4693"/>
                  </a:lnTo>
                  <a:cubicBezTo>
                    <a:pt x="956" y="4937"/>
                    <a:pt x="1212" y="5192"/>
                    <a:pt x="1556" y="5293"/>
                  </a:cubicBezTo>
                  <a:cubicBezTo>
                    <a:pt x="1734" y="5348"/>
                    <a:pt x="1912" y="5370"/>
                    <a:pt x="2089" y="5437"/>
                  </a:cubicBezTo>
                  <a:cubicBezTo>
                    <a:pt x="2267" y="5515"/>
                    <a:pt x="2434" y="5592"/>
                    <a:pt x="2645" y="5614"/>
                  </a:cubicBezTo>
                  <a:cubicBezTo>
                    <a:pt x="2720" y="5625"/>
                    <a:pt x="2797" y="5629"/>
                    <a:pt x="2876" y="5629"/>
                  </a:cubicBezTo>
                  <a:cubicBezTo>
                    <a:pt x="3135" y="5629"/>
                    <a:pt x="3409" y="5582"/>
                    <a:pt x="3656" y="5548"/>
                  </a:cubicBezTo>
                  <a:cubicBezTo>
                    <a:pt x="3856" y="5526"/>
                    <a:pt x="4045" y="5503"/>
                    <a:pt x="4222" y="5426"/>
                  </a:cubicBezTo>
                  <a:cubicBezTo>
                    <a:pt x="4412" y="5348"/>
                    <a:pt x="4567" y="5237"/>
                    <a:pt x="4723" y="5115"/>
                  </a:cubicBezTo>
                  <a:cubicBezTo>
                    <a:pt x="5100" y="4804"/>
                    <a:pt x="5434" y="4448"/>
                    <a:pt x="5678" y="4049"/>
                  </a:cubicBezTo>
                  <a:cubicBezTo>
                    <a:pt x="5955" y="3570"/>
                    <a:pt x="6056" y="3093"/>
                    <a:pt x="6034" y="2548"/>
                  </a:cubicBezTo>
                  <a:cubicBezTo>
                    <a:pt x="6011" y="2205"/>
                    <a:pt x="5933" y="1849"/>
                    <a:pt x="5722" y="1571"/>
                  </a:cubicBezTo>
                  <a:lnTo>
                    <a:pt x="5722" y="1571"/>
                  </a:lnTo>
                  <a:cubicBezTo>
                    <a:pt x="5778" y="1638"/>
                    <a:pt x="5866" y="1682"/>
                    <a:pt x="5967" y="1694"/>
                  </a:cubicBezTo>
                  <a:cubicBezTo>
                    <a:pt x="5967" y="1605"/>
                    <a:pt x="5933" y="1526"/>
                    <a:pt x="5889" y="1460"/>
                  </a:cubicBezTo>
                  <a:cubicBezTo>
                    <a:pt x="5589" y="938"/>
                    <a:pt x="5067" y="549"/>
                    <a:pt x="4489" y="316"/>
                  </a:cubicBezTo>
                  <a:cubicBezTo>
                    <a:pt x="3985" y="109"/>
                    <a:pt x="3458" y="1"/>
                    <a:pt x="2940"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2"/>
            <p:cNvSpPr/>
            <p:nvPr/>
          </p:nvSpPr>
          <p:spPr>
            <a:xfrm>
              <a:off x="6626625" y="3507925"/>
              <a:ext cx="112500" cy="91375"/>
            </a:xfrm>
            <a:custGeom>
              <a:avLst/>
              <a:gdLst/>
              <a:ahLst/>
              <a:cxnLst/>
              <a:rect l="l" t="t" r="r" b="b"/>
              <a:pathLst>
                <a:path w="4500" h="3655" extrusionOk="0">
                  <a:moveTo>
                    <a:pt x="2084" y="1"/>
                  </a:moveTo>
                  <a:cubicBezTo>
                    <a:pt x="1378" y="1"/>
                    <a:pt x="631" y="266"/>
                    <a:pt x="45" y="744"/>
                  </a:cubicBezTo>
                  <a:lnTo>
                    <a:pt x="0" y="744"/>
                  </a:lnTo>
                  <a:lnTo>
                    <a:pt x="12" y="933"/>
                  </a:lnTo>
                  <a:lnTo>
                    <a:pt x="89" y="866"/>
                  </a:lnTo>
                  <a:lnTo>
                    <a:pt x="123" y="866"/>
                  </a:lnTo>
                  <a:lnTo>
                    <a:pt x="123" y="833"/>
                  </a:lnTo>
                  <a:cubicBezTo>
                    <a:pt x="689" y="383"/>
                    <a:pt x="1402" y="122"/>
                    <a:pt x="2078" y="122"/>
                  </a:cubicBezTo>
                  <a:cubicBezTo>
                    <a:pt x="2236" y="122"/>
                    <a:pt x="2393" y="136"/>
                    <a:pt x="2545" y="166"/>
                  </a:cubicBezTo>
                  <a:cubicBezTo>
                    <a:pt x="3066" y="255"/>
                    <a:pt x="3555" y="511"/>
                    <a:pt x="3910" y="877"/>
                  </a:cubicBezTo>
                  <a:cubicBezTo>
                    <a:pt x="3922" y="888"/>
                    <a:pt x="3944" y="911"/>
                    <a:pt x="3944" y="921"/>
                  </a:cubicBezTo>
                  <a:lnTo>
                    <a:pt x="3678" y="721"/>
                  </a:lnTo>
                  <a:lnTo>
                    <a:pt x="3866" y="1010"/>
                  </a:lnTo>
                  <a:cubicBezTo>
                    <a:pt x="4144" y="1422"/>
                    <a:pt x="4300" y="1866"/>
                    <a:pt x="4333" y="2288"/>
                  </a:cubicBezTo>
                  <a:cubicBezTo>
                    <a:pt x="4377" y="2755"/>
                    <a:pt x="4266" y="3221"/>
                    <a:pt x="4022" y="3587"/>
                  </a:cubicBezTo>
                  <a:lnTo>
                    <a:pt x="4122" y="3654"/>
                  </a:lnTo>
                  <a:cubicBezTo>
                    <a:pt x="4377" y="3266"/>
                    <a:pt x="4500" y="2777"/>
                    <a:pt x="4455" y="2277"/>
                  </a:cubicBezTo>
                  <a:cubicBezTo>
                    <a:pt x="4421" y="1866"/>
                    <a:pt x="4266" y="1432"/>
                    <a:pt x="4022" y="1022"/>
                  </a:cubicBezTo>
                  <a:cubicBezTo>
                    <a:pt x="4044" y="1000"/>
                    <a:pt x="4066" y="966"/>
                    <a:pt x="4066" y="933"/>
                  </a:cubicBezTo>
                  <a:cubicBezTo>
                    <a:pt x="4066" y="866"/>
                    <a:pt x="4022" y="810"/>
                    <a:pt x="3989" y="788"/>
                  </a:cubicBezTo>
                  <a:cubicBezTo>
                    <a:pt x="3622" y="410"/>
                    <a:pt x="3111" y="144"/>
                    <a:pt x="2567" y="44"/>
                  </a:cubicBezTo>
                  <a:cubicBezTo>
                    <a:pt x="2410" y="15"/>
                    <a:pt x="2248" y="1"/>
                    <a:pt x="2084"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2"/>
            <p:cNvSpPr/>
            <p:nvPr/>
          </p:nvSpPr>
          <p:spPr>
            <a:xfrm>
              <a:off x="6615500" y="3535950"/>
              <a:ext cx="108075" cy="81950"/>
            </a:xfrm>
            <a:custGeom>
              <a:avLst/>
              <a:gdLst/>
              <a:ahLst/>
              <a:cxnLst/>
              <a:rect l="l" t="t" r="r" b="b"/>
              <a:pathLst>
                <a:path w="4323" h="3278" extrusionOk="0">
                  <a:moveTo>
                    <a:pt x="667" y="0"/>
                  </a:moveTo>
                  <a:cubicBezTo>
                    <a:pt x="501" y="134"/>
                    <a:pt x="423" y="334"/>
                    <a:pt x="356" y="523"/>
                  </a:cubicBezTo>
                  <a:cubicBezTo>
                    <a:pt x="156" y="1101"/>
                    <a:pt x="1" y="1923"/>
                    <a:pt x="401" y="2589"/>
                  </a:cubicBezTo>
                  <a:cubicBezTo>
                    <a:pt x="442" y="2671"/>
                    <a:pt x="595" y="2883"/>
                    <a:pt x="808" y="2883"/>
                  </a:cubicBezTo>
                  <a:cubicBezTo>
                    <a:pt x="828" y="2883"/>
                    <a:pt x="847" y="2882"/>
                    <a:pt x="867" y="2878"/>
                  </a:cubicBezTo>
                  <a:lnTo>
                    <a:pt x="923" y="2866"/>
                  </a:lnTo>
                  <a:lnTo>
                    <a:pt x="923" y="2745"/>
                  </a:lnTo>
                  <a:cubicBezTo>
                    <a:pt x="1089" y="2978"/>
                    <a:pt x="1368" y="3155"/>
                    <a:pt x="1689" y="3233"/>
                  </a:cubicBezTo>
                  <a:cubicBezTo>
                    <a:pt x="1823" y="3266"/>
                    <a:pt x="1956" y="3278"/>
                    <a:pt x="2111" y="3278"/>
                  </a:cubicBezTo>
                  <a:cubicBezTo>
                    <a:pt x="2345" y="3278"/>
                    <a:pt x="2600" y="3233"/>
                    <a:pt x="2845" y="3155"/>
                  </a:cubicBezTo>
                  <a:cubicBezTo>
                    <a:pt x="3523" y="2933"/>
                    <a:pt x="4067" y="2456"/>
                    <a:pt x="4323" y="1889"/>
                  </a:cubicBezTo>
                  <a:lnTo>
                    <a:pt x="4222" y="1834"/>
                  </a:lnTo>
                  <a:cubicBezTo>
                    <a:pt x="3978" y="2378"/>
                    <a:pt x="3445" y="2834"/>
                    <a:pt x="2812" y="3044"/>
                  </a:cubicBezTo>
                  <a:cubicBezTo>
                    <a:pt x="2634" y="3103"/>
                    <a:pt x="2392" y="3158"/>
                    <a:pt x="2125" y="3158"/>
                  </a:cubicBezTo>
                  <a:cubicBezTo>
                    <a:pt x="1992" y="3158"/>
                    <a:pt x="1852" y="3144"/>
                    <a:pt x="1712" y="3111"/>
                  </a:cubicBezTo>
                  <a:cubicBezTo>
                    <a:pt x="1334" y="3022"/>
                    <a:pt x="1034" y="2789"/>
                    <a:pt x="912" y="2489"/>
                  </a:cubicBezTo>
                  <a:lnTo>
                    <a:pt x="790" y="2189"/>
                  </a:lnTo>
                  <a:lnTo>
                    <a:pt x="801" y="2767"/>
                  </a:lnTo>
                  <a:cubicBezTo>
                    <a:pt x="679" y="2755"/>
                    <a:pt x="568" y="2644"/>
                    <a:pt x="512" y="2533"/>
                  </a:cubicBezTo>
                  <a:cubicBezTo>
                    <a:pt x="134" y="1900"/>
                    <a:pt x="279" y="1111"/>
                    <a:pt x="467" y="567"/>
                  </a:cubicBezTo>
                  <a:cubicBezTo>
                    <a:pt x="534" y="356"/>
                    <a:pt x="612" y="200"/>
                    <a:pt x="746" y="89"/>
                  </a:cubicBezTo>
                  <a:lnTo>
                    <a:pt x="667"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2"/>
            <p:cNvSpPr/>
            <p:nvPr/>
          </p:nvSpPr>
          <p:spPr>
            <a:xfrm>
              <a:off x="6596625" y="3567350"/>
              <a:ext cx="96125" cy="73325"/>
            </a:xfrm>
            <a:custGeom>
              <a:avLst/>
              <a:gdLst/>
              <a:ahLst/>
              <a:cxnLst/>
              <a:rect l="l" t="t" r="r" b="b"/>
              <a:pathLst>
                <a:path w="3845" h="2933" extrusionOk="0">
                  <a:moveTo>
                    <a:pt x="79" y="0"/>
                  </a:moveTo>
                  <a:cubicBezTo>
                    <a:pt x="0" y="267"/>
                    <a:pt x="34" y="544"/>
                    <a:pt x="79" y="788"/>
                  </a:cubicBezTo>
                  <a:cubicBezTo>
                    <a:pt x="134" y="1067"/>
                    <a:pt x="212" y="1410"/>
                    <a:pt x="356" y="1755"/>
                  </a:cubicBezTo>
                  <a:cubicBezTo>
                    <a:pt x="390" y="1844"/>
                    <a:pt x="445" y="1933"/>
                    <a:pt x="545" y="1977"/>
                  </a:cubicBezTo>
                  <a:cubicBezTo>
                    <a:pt x="563" y="1983"/>
                    <a:pt x="583" y="1986"/>
                    <a:pt x="602" y="1986"/>
                  </a:cubicBezTo>
                  <a:cubicBezTo>
                    <a:pt x="657" y="1986"/>
                    <a:pt x="715" y="1966"/>
                    <a:pt x="756" y="1933"/>
                  </a:cubicBezTo>
                  <a:cubicBezTo>
                    <a:pt x="1067" y="2366"/>
                    <a:pt x="1545" y="2699"/>
                    <a:pt x="2089" y="2844"/>
                  </a:cubicBezTo>
                  <a:cubicBezTo>
                    <a:pt x="2300" y="2899"/>
                    <a:pt x="2533" y="2933"/>
                    <a:pt x="2755" y="2933"/>
                  </a:cubicBezTo>
                  <a:cubicBezTo>
                    <a:pt x="3133" y="2933"/>
                    <a:pt x="3511" y="2855"/>
                    <a:pt x="3844" y="2688"/>
                  </a:cubicBezTo>
                  <a:lnTo>
                    <a:pt x="3800" y="2588"/>
                  </a:lnTo>
                  <a:cubicBezTo>
                    <a:pt x="3470" y="2736"/>
                    <a:pt x="3105" y="2812"/>
                    <a:pt x="2744" y="2812"/>
                  </a:cubicBezTo>
                  <a:cubicBezTo>
                    <a:pt x="2533" y="2812"/>
                    <a:pt x="2323" y="2786"/>
                    <a:pt x="2123" y="2733"/>
                  </a:cubicBezTo>
                  <a:cubicBezTo>
                    <a:pt x="1567" y="2577"/>
                    <a:pt x="1089" y="2233"/>
                    <a:pt x="790" y="1777"/>
                  </a:cubicBezTo>
                  <a:lnTo>
                    <a:pt x="556" y="1388"/>
                  </a:lnTo>
                  <a:lnTo>
                    <a:pt x="689" y="1822"/>
                  </a:lnTo>
                  <a:cubicBezTo>
                    <a:pt x="689" y="1822"/>
                    <a:pt x="689" y="1833"/>
                    <a:pt x="678" y="1844"/>
                  </a:cubicBezTo>
                  <a:cubicBezTo>
                    <a:pt x="660" y="1853"/>
                    <a:pt x="635" y="1869"/>
                    <a:pt x="608" y="1869"/>
                  </a:cubicBezTo>
                  <a:cubicBezTo>
                    <a:pt x="602" y="1869"/>
                    <a:pt x="596" y="1868"/>
                    <a:pt x="590" y="1866"/>
                  </a:cubicBezTo>
                  <a:cubicBezTo>
                    <a:pt x="534" y="1833"/>
                    <a:pt x="489" y="1777"/>
                    <a:pt x="467" y="1711"/>
                  </a:cubicBezTo>
                  <a:cubicBezTo>
                    <a:pt x="323" y="1378"/>
                    <a:pt x="245" y="1033"/>
                    <a:pt x="200" y="766"/>
                  </a:cubicBezTo>
                  <a:cubicBezTo>
                    <a:pt x="156" y="544"/>
                    <a:pt x="123" y="277"/>
                    <a:pt x="190" y="33"/>
                  </a:cubicBezTo>
                  <a:lnTo>
                    <a:pt x="79"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2"/>
            <p:cNvSpPr/>
            <p:nvPr/>
          </p:nvSpPr>
          <p:spPr>
            <a:xfrm>
              <a:off x="6622175" y="3501800"/>
              <a:ext cx="48075" cy="20275"/>
            </a:xfrm>
            <a:custGeom>
              <a:avLst/>
              <a:gdLst/>
              <a:ahLst/>
              <a:cxnLst/>
              <a:rect l="l" t="t" r="r" b="b"/>
              <a:pathLst>
                <a:path w="1923" h="811" extrusionOk="0">
                  <a:moveTo>
                    <a:pt x="1911" y="0"/>
                  </a:moveTo>
                  <a:cubicBezTo>
                    <a:pt x="1222" y="78"/>
                    <a:pt x="556" y="322"/>
                    <a:pt x="0" y="722"/>
                  </a:cubicBezTo>
                  <a:lnTo>
                    <a:pt x="67" y="811"/>
                  </a:lnTo>
                  <a:cubicBezTo>
                    <a:pt x="612" y="433"/>
                    <a:pt x="1256" y="189"/>
                    <a:pt x="1923" y="122"/>
                  </a:cubicBezTo>
                  <a:lnTo>
                    <a:pt x="19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2"/>
            <p:cNvSpPr/>
            <p:nvPr/>
          </p:nvSpPr>
          <p:spPr>
            <a:xfrm>
              <a:off x="6603025" y="3534025"/>
              <a:ext cx="9725" cy="18600"/>
            </a:xfrm>
            <a:custGeom>
              <a:avLst/>
              <a:gdLst/>
              <a:ahLst/>
              <a:cxnLst/>
              <a:rect l="l" t="t" r="r" b="b"/>
              <a:pathLst>
                <a:path w="389" h="744" extrusionOk="0">
                  <a:moveTo>
                    <a:pt x="311" y="0"/>
                  </a:moveTo>
                  <a:cubicBezTo>
                    <a:pt x="111" y="200"/>
                    <a:pt x="0" y="467"/>
                    <a:pt x="0" y="744"/>
                  </a:cubicBezTo>
                  <a:lnTo>
                    <a:pt x="111" y="744"/>
                  </a:lnTo>
                  <a:cubicBezTo>
                    <a:pt x="122" y="499"/>
                    <a:pt x="223" y="255"/>
                    <a:pt x="389" y="77"/>
                  </a:cubicBezTo>
                  <a:lnTo>
                    <a:pt x="31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2"/>
            <p:cNvSpPr/>
            <p:nvPr/>
          </p:nvSpPr>
          <p:spPr>
            <a:xfrm>
              <a:off x="6662175" y="3562925"/>
              <a:ext cx="22800" cy="23875"/>
            </a:xfrm>
            <a:custGeom>
              <a:avLst/>
              <a:gdLst/>
              <a:ahLst/>
              <a:cxnLst/>
              <a:rect l="l" t="t" r="r" b="b"/>
              <a:pathLst>
                <a:path w="912" h="955" extrusionOk="0">
                  <a:moveTo>
                    <a:pt x="292" y="0"/>
                  </a:moveTo>
                  <a:cubicBezTo>
                    <a:pt x="227" y="0"/>
                    <a:pt x="163" y="20"/>
                    <a:pt x="111" y="66"/>
                  </a:cubicBezTo>
                  <a:cubicBezTo>
                    <a:pt x="0" y="155"/>
                    <a:pt x="22" y="310"/>
                    <a:pt x="89" y="410"/>
                  </a:cubicBezTo>
                  <a:cubicBezTo>
                    <a:pt x="123" y="488"/>
                    <a:pt x="178" y="533"/>
                    <a:pt x="244" y="555"/>
                  </a:cubicBezTo>
                  <a:cubicBezTo>
                    <a:pt x="267" y="564"/>
                    <a:pt x="292" y="569"/>
                    <a:pt x="316" y="569"/>
                  </a:cubicBezTo>
                  <a:cubicBezTo>
                    <a:pt x="376" y="569"/>
                    <a:pt x="435" y="540"/>
                    <a:pt x="467" y="477"/>
                  </a:cubicBezTo>
                  <a:cubicBezTo>
                    <a:pt x="489" y="432"/>
                    <a:pt x="489" y="377"/>
                    <a:pt x="456" y="333"/>
                  </a:cubicBezTo>
                  <a:cubicBezTo>
                    <a:pt x="430" y="299"/>
                    <a:pt x="392" y="284"/>
                    <a:pt x="356" y="284"/>
                  </a:cubicBezTo>
                  <a:cubicBezTo>
                    <a:pt x="344" y="284"/>
                    <a:pt x="333" y="285"/>
                    <a:pt x="323" y="288"/>
                  </a:cubicBezTo>
                  <a:lnTo>
                    <a:pt x="345" y="399"/>
                  </a:lnTo>
                  <a:cubicBezTo>
                    <a:pt x="356" y="399"/>
                    <a:pt x="356" y="399"/>
                    <a:pt x="356" y="410"/>
                  </a:cubicBezTo>
                  <a:cubicBezTo>
                    <a:pt x="367" y="410"/>
                    <a:pt x="367" y="421"/>
                    <a:pt x="367" y="421"/>
                  </a:cubicBezTo>
                  <a:cubicBezTo>
                    <a:pt x="359" y="438"/>
                    <a:pt x="332" y="448"/>
                    <a:pt x="306" y="448"/>
                  </a:cubicBezTo>
                  <a:cubicBezTo>
                    <a:pt x="297" y="448"/>
                    <a:pt x="287" y="447"/>
                    <a:pt x="278" y="444"/>
                  </a:cubicBezTo>
                  <a:cubicBezTo>
                    <a:pt x="244" y="432"/>
                    <a:pt x="212" y="399"/>
                    <a:pt x="189" y="355"/>
                  </a:cubicBezTo>
                  <a:cubicBezTo>
                    <a:pt x="145" y="288"/>
                    <a:pt x="133" y="199"/>
                    <a:pt x="189" y="155"/>
                  </a:cubicBezTo>
                  <a:cubicBezTo>
                    <a:pt x="214" y="130"/>
                    <a:pt x="247" y="121"/>
                    <a:pt x="283" y="121"/>
                  </a:cubicBezTo>
                  <a:cubicBezTo>
                    <a:pt x="329" y="121"/>
                    <a:pt x="379" y="136"/>
                    <a:pt x="422" y="155"/>
                  </a:cubicBezTo>
                  <a:cubicBezTo>
                    <a:pt x="622" y="244"/>
                    <a:pt x="778" y="444"/>
                    <a:pt x="789" y="654"/>
                  </a:cubicBezTo>
                  <a:cubicBezTo>
                    <a:pt x="789" y="710"/>
                    <a:pt x="778" y="765"/>
                    <a:pt x="755" y="799"/>
                  </a:cubicBezTo>
                  <a:cubicBezTo>
                    <a:pt x="731" y="824"/>
                    <a:pt x="700" y="836"/>
                    <a:pt x="672" y="836"/>
                  </a:cubicBezTo>
                  <a:cubicBezTo>
                    <a:pt x="662" y="836"/>
                    <a:pt x="653" y="835"/>
                    <a:pt x="644" y="832"/>
                  </a:cubicBezTo>
                  <a:lnTo>
                    <a:pt x="589" y="932"/>
                  </a:lnTo>
                  <a:cubicBezTo>
                    <a:pt x="612" y="955"/>
                    <a:pt x="644" y="955"/>
                    <a:pt x="667" y="955"/>
                  </a:cubicBezTo>
                  <a:cubicBezTo>
                    <a:pt x="733" y="955"/>
                    <a:pt x="800" y="921"/>
                    <a:pt x="844" y="866"/>
                  </a:cubicBezTo>
                  <a:cubicBezTo>
                    <a:pt x="889" y="810"/>
                    <a:pt x="911" y="733"/>
                    <a:pt x="900" y="644"/>
                  </a:cubicBezTo>
                  <a:cubicBezTo>
                    <a:pt x="889" y="388"/>
                    <a:pt x="711" y="143"/>
                    <a:pt x="467" y="44"/>
                  </a:cubicBezTo>
                  <a:cubicBezTo>
                    <a:pt x="413" y="17"/>
                    <a:pt x="352" y="0"/>
                    <a:pt x="292"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2"/>
            <p:cNvSpPr/>
            <p:nvPr/>
          </p:nvSpPr>
          <p:spPr>
            <a:xfrm>
              <a:off x="6646350" y="3540350"/>
              <a:ext cx="66375" cy="59225"/>
            </a:xfrm>
            <a:custGeom>
              <a:avLst/>
              <a:gdLst/>
              <a:ahLst/>
              <a:cxnLst/>
              <a:rect l="l" t="t" r="r" b="b"/>
              <a:pathLst>
                <a:path w="2655" h="2369" extrusionOk="0">
                  <a:moveTo>
                    <a:pt x="985" y="1"/>
                  </a:moveTo>
                  <a:cubicBezTo>
                    <a:pt x="770" y="1"/>
                    <a:pt x="583" y="45"/>
                    <a:pt x="422" y="125"/>
                  </a:cubicBezTo>
                  <a:cubicBezTo>
                    <a:pt x="211" y="224"/>
                    <a:pt x="55" y="391"/>
                    <a:pt x="0" y="580"/>
                  </a:cubicBezTo>
                  <a:lnTo>
                    <a:pt x="111" y="614"/>
                  </a:lnTo>
                  <a:cubicBezTo>
                    <a:pt x="156" y="458"/>
                    <a:pt x="300" y="313"/>
                    <a:pt x="478" y="224"/>
                  </a:cubicBezTo>
                  <a:cubicBezTo>
                    <a:pt x="613" y="157"/>
                    <a:pt x="783" y="123"/>
                    <a:pt x="971" y="123"/>
                  </a:cubicBezTo>
                  <a:cubicBezTo>
                    <a:pt x="999" y="123"/>
                    <a:pt x="1027" y="123"/>
                    <a:pt x="1055" y="125"/>
                  </a:cubicBezTo>
                  <a:cubicBezTo>
                    <a:pt x="1489" y="135"/>
                    <a:pt x="1899" y="302"/>
                    <a:pt x="2155" y="580"/>
                  </a:cubicBezTo>
                  <a:cubicBezTo>
                    <a:pt x="2433" y="869"/>
                    <a:pt x="2533" y="1280"/>
                    <a:pt x="2400" y="1624"/>
                  </a:cubicBezTo>
                  <a:cubicBezTo>
                    <a:pt x="2267" y="1979"/>
                    <a:pt x="1889" y="2246"/>
                    <a:pt x="1489" y="2258"/>
                  </a:cubicBezTo>
                  <a:cubicBezTo>
                    <a:pt x="1233" y="2258"/>
                    <a:pt x="966" y="2169"/>
                    <a:pt x="678" y="1979"/>
                  </a:cubicBezTo>
                  <a:cubicBezTo>
                    <a:pt x="556" y="1891"/>
                    <a:pt x="400" y="1791"/>
                    <a:pt x="322" y="1636"/>
                  </a:cubicBezTo>
                  <a:cubicBezTo>
                    <a:pt x="211" y="1446"/>
                    <a:pt x="223" y="1191"/>
                    <a:pt x="344" y="891"/>
                  </a:cubicBezTo>
                  <a:cubicBezTo>
                    <a:pt x="378" y="802"/>
                    <a:pt x="422" y="702"/>
                    <a:pt x="500" y="646"/>
                  </a:cubicBezTo>
                  <a:cubicBezTo>
                    <a:pt x="557" y="604"/>
                    <a:pt x="632" y="584"/>
                    <a:pt x="728" y="584"/>
                  </a:cubicBezTo>
                  <a:cubicBezTo>
                    <a:pt x="783" y="584"/>
                    <a:pt x="843" y="590"/>
                    <a:pt x="911" y="602"/>
                  </a:cubicBezTo>
                  <a:cubicBezTo>
                    <a:pt x="1277" y="658"/>
                    <a:pt x="1600" y="824"/>
                    <a:pt x="1778" y="1069"/>
                  </a:cubicBezTo>
                  <a:cubicBezTo>
                    <a:pt x="1978" y="1335"/>
                    <a:pt x="1978" y="1691"/>
                    <a:pt x="1800" y="1924"/>
                  </a:cubicBezTo>
                  <a:cubicBezTo>
                    <a:pt x="1710" y="2032"/>
                    <a:pt x="1570" y="2118"/>
                    <a:pt x="1425" y="2118"/>
                  </a:cubicBezTo>
                  <a:cubicBezTo>
                    <a:pt x="1391" y="2118"/>
                    <a:pt x="1356" y="2113"/>
                    <a:pt x="1322" y="2102"/>
                  </a:cubicBezTo>
                  <a:lnTo>
                    <a:pt x="1289" y="2224"/>
                  </a:lnTo>
                  <a:cubicBezTo>
                    <a:pt x="1331" y="2236"/>
                    <a:pt x="1374" y="2241"/>
                    <a:pt x="1416" y="2241"/>
                  </a:cubicBezTo>
                  <a:cubicBezTo>
                    <a:pt x="1606" y="2241"/>
                    <a:pt x="1788" y="2129"/>
                    <a:pt x="1889" y="2002"/>
                  </a:cubicBezTo>
                  <a:cubicBezTo>
                    <a:pt x="2111" y="1724"/>
                    <a:pt x="2099" y="1313"/>
                    <a:pt x="1877" y="991"/>
                  </a:cubicBezTo>
                  <a:cubicBezTo>
                    <a:pt x="1677" y="735"/>
                    <a:pt x="1333" y="547"/>
                    <a:pt x="922" y="480"/>
                  </a:cubicBezTo>
                  <a:cubicBezTo>
                    <a:pt x="858" y="470"/>
                    <a:pt x="800" y="465"/>
                    <a:pt x="746" y="465"/>
                  </a:cubicBezTo>
                  <a:cubicBezTo>
                    <a:pt x="620" y="465"/>
                    <a:pt x="519" y="492"/>
                    <a:pt x="433" y="547"/>
                  </a:cubicBezTo>
                  <a:cubicBezTo>
                    <a:pt x="322" y="624"/>
                    <a:pt x="267" y="735"/>
                    <a:pt x="223" y="846"/>
                  </a:cubicBezTo>
                  <a:cubicBezTo>
                    <a:pt x="100" y="1180"/>
                    <a:pt x="89" y="1468"/>
                    <a:pt x="211" y="1691"/>
                  </a:cubicBezTo>
                  <a:cubicBezTo>
                    <a:pt x="311" y="1868"/>
                    <a:pt x="478" y="1991"/>
                    <a:pt x="611" y="2080"/>
                  </a:cubicBezTo>
                  <a:cubicBezTo>
                    <a:pt x="911" y="2268"/>
                    <a:pt x="1200" y="2369"/>
                    <a:pt x="1477" y="2369"/>
                  </a:cubicBezTo>
                  <a:lnTo>
                    <a:pt x="1489" y="2369"/>
                  </a:lnTo>
                  <a:cubicBezTo>
                    <a:pt x="1933" y="2369"/>
                    <a:pt x="2366" y="2068"/>
                    <a:pt x="2511" y="1658"/>
                  </a:cubicBezTo>
                  <a:cubicBezTo>
                    <a:pt x="2655" y="1280"/>
                    <a:pt x="2555" y="813"/>
                    <a:pt x="2244" y="491"/>
                  </a:cubicBezTo>
                  <a:cubicBezTo>
                    <a:pt x="1966" y="202"/>
                    <a:pt x="1522" y="14"/>
                    <a:pt x="1055" y="2"/>
                  </a:cubicBezTo>
                  <a:cubicBezTo>
                    <a:pt x="1031" y="1"/>
                    <a:pt x="1008" y="1"/>
                    <a:pt x="985"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2"/>
            <p:cNvSpPr/>
            <p:nvPr/>
          </p:nvSpPr>
          <p:spPr>
            <a:xfrm>
              <a:off x="6638575" y="3565675"/>
              <a:ext cx="8900" cy="20575"/>
            </a:xfrm>
            <a:custGeom>
              <a:avLst/>
              <a:gdLst/>
              <a:ahLst/>
              <a:cxnLst/>
              <a:rect l="l" t="t" r="r" b="b"/>
              <a:pathLst>
                <a:path w="356" h="823" extrusionOk="0">
                  <a:moveTo>
                    <a:pt x="78" y="0"/>
                  </a:moveTo>
                  <a:lnTo>
                    <a:pt x="78" y="0"/>
                  </a:lnTo>
                  <a:cubicBezTo>
                    <a:pt x="0" y="278"/>
                    <a:pt x="78" y="589"/>
                    <a:pt x="267" y="822"/>
                  </a:cubicBezTo>
                  <a:lnTo>
                    <a:pt x="356" y="734"/>
                  </a:lnTo>
                  <a:cubicBezTo>
                    <a:pt x="189" y="544"/>
                    <a:pt x="122" y="278"/>
                    <a:pt x="189" y="33"/>
                  </a:cubicBezTo>
                  <a:lnTo>
                    <a:pt x="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2"/>
            <p:cNvSpPr/>
            <p:nvPr/>
          </p:nvSpPr>
          <p:spPr>
            <a:xfrm>
              <a:off x="6627175" y="3531800"/>
              <a:ext cx="25300" cy="50275"/>
            </a:xfrm>
            <a:custGeom>
              <a:avLst/>
              <a:gdLst/>
              <a:ahLst/>
              <a:cxnLst/>
              <a:rect l="l" t="t" r="r" b="b"/>
              <a:pathLst>
                <a:path w="1012" h="2011" extrusionOk="0">
                  <a:moveTo>
                    <a:pt x="978" y="0"/>
                  </a:moveTo>
                  <a:cubicBezTo>
                    <a:pt x="523" y="133"/>
                    <a:pt x="289" y="566"/>
                    <a:pt x="167" y="911"/>
                  </a:cubicBezTo>
                  <a:cubicBezTo>
                    <a:pt x="23" y="1322"/>
                    <a:pt x="0" y="1689"/>
                    <a:pt x="79" y="2010"/>
                  </a:cubicBezTo>
                  <a:lnTo>
                    <a:pt x="200" y="1978"/>
                  </a:lnTo>
                  <a:cubicBezTo>
                    <a:pt x="123" y="1677"/>
                    <a:pt x="145" y="1333"/>
                    <a:pt x="279" y="944"/>
                  </a:cubicBezTo>
                  <a:cubicBezTo>
                    <a:pt x="390" y="633"/>
                    <a:pt x="612" y="233"/>
                    <a:pt x="1012" y="122"/>
                  </a:cubicBezTo>
                  <a:lnTo>
                    <a:pt x="978"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2"/>
            <p:cNvSpPr/>
            <p:nvPr/>
          </p:nvSpPr>
          <p:spPr>
            <a:xfrm>
              <a:off x="6676900" y="3522350"/>
              <a:ext cx="46125" cy="30275"/>
            </a:xfrm>
            <a:custGeom>
              <a:avLst/>
              <a:gdLst/>
              <a:ahLst/>
              <a:cxnLst/>
              <a:rect l="l" t="t" r="r" b="b"/>
              <a:pathLst>
                <a:path w="1845" h="1211" extrusionOk="0">
                  <a:moveTo>
                    <a:pt x="11" y="0"/>
                  </a:moveTo>
                  <a:lnTo>
                    <a:pt x="0" y="112"/>
                  </a:lnTo>
                  <a:cubicBezTo>
                    <a:pt x="744" y="144"/>
                    <a:pt x="1444" y="589"/>
                    <a:pt x="1733" y="1211"/>
                  </a:cubicBezTo>
                  <a:lnTo>
                    <a:pt x="1844" y="1166"/>
                  </a:lnTo>
                  <a:cubicBezTo>
                    <a:pt x="1533" y="500"/>
                    <a:pt x="789" y="33"/>
                    <a:pt x="11"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2"/>
            <p:cNvSpPr/>
            <p:nvPr/>
          </p:nvSpPr>
          <p:spPr>
            <a:xfrm>
              <a:off x="6241425" y="3630450"/>
              <a:ext cx="363275" cy="9975"/>
            </a:xfrm>
            <a:custGeom>
              <a:avLst/>
              <a:gdLst/>
              <a:ahLst/>
              <a:cxnLst/>
              <a:rect l="l" t="t" r="r" b="b"/>
              <a:pathLst>
                <a:path w="14531" h="399" extrusionOk="0">
                  <a:moveTo>
                    <a:pt x="12238" y="1"/>
                  </a:moveTo>
                  <a:cubicBezTo>
                    <a:pt x="10601" y="1"/>
                    <a:pt x="8959" y="80"/>
                    <a:pt x="7332" y="231"/>
                  </a:cubicBezTo>
                  <a:cubicBezTo>
                    <a:pt x="7377" y="197"/>
                    <a:pt x="7421" y="153"/>
                    <a:pt x="7454" y="108"/>
                  </a:cubicBezTo>
                  <a:lnTo>
                    <a:pt x="7532" y="20"/>
                  </a:lnTo>
                  <a:lnTo>
                    <a:pt x="7410" y="9"/>
                  </a:lnTo>
                  <a:cubicBezTo>
                    <a:pt x="7213" y="3"/>
                    <a:pt x="7015" y="1"/>
                    <a:pt x="6817" y="1"/>
                  </a:cubicBezTo>
                  <a:cubicBezTo>
                    <a:pt x="5799" y="1"/>
                    <a:pt x="4772" y="68"/>
                    <a:pt x="3778" y="142"/>
                  </a:cubicBezTo>
                  <a:cubicBezTo>
                    <a:pt x="2811" y="212"/>
                    <a:pt x="1819" y="281"/>
                    <a:pt x="830" y="281"/>
                  </a:cubicBezTo>
                  <a:cubicBezTo>
                    <a:pt x="557" y="281"/>
                    <a:pt x="284" y="276"/>
                    <a:pt x="11" y="264"/>
                  </a:cubicBezTo>
                  <a:lnTo>
                    <a:pt x="1" y="387"/>
                  </a:lnTo>
                  <a:cubicBezTo>
                    <a:pt x="235" y="395"/>
                    <a:pt x="470" y="398"/>
                    <a:pt x="705" y="398"/>
                  </a:cubicBezTo>
                  <a:cubicBezTo>
                    <a:pt x="1739" y="398"/>
                    <a:pt x="2773" y="328"/>
                    <a:pt x="3778" y="264"/>
                  </a:cubicBezTo>
                  <a:cubicBezTo>
                    <a:pt x="4738" y="189"/>
                    <a:pt x="5729" y="123"/>
                    <a:pt x="6713" y="123"/>
                  </a:cubicBezTo>
                  <a:cubicBezTo>
                    <a:pt x="6901" y="123"/>
                    <a:pt x="7089" y="125"/>
                    <a:pt x="7277" y="131"/>
                  </a:cubicBezTo>
                  <a:cubicBezTo>
                    <a:pt x="7188" y="209"/>
                    <a:pt x="7066" y="253"/>
                    <a:pt x="6943" y="276"/>
                  </a:cubicBezTo>
                  <a:lnTo>
                    <a:pt x="6888" y="276"/>
                  </a:lnTo>
                  <a:lnTo>
                    <a:pt x="6899" y="397"/>
                  </a:lnTo>
                  <a:cubicBezTo>
                    <a:pt x="6921" y="397"/>
                    <a:pt x="6943" y="397"/>
                    <a:pt x="6965" y="387"/>
                  </a:cubicBezTo>
                  <a:cubicBezTo>
                    <a:pt x="8689" y="210"/>
                    <a:pt x="10432" y="119"/>
                    <a:pt x="12175" y="119"/>
                  </a:cubicBezTo>
                  <a:cubicBezTo>
                    <a:pt x="12961" y="119"/>
                    <a:pt x="13747" y="137"/>
                    <a:pt x="14531" y="175"/>
                  </a:cubicBezTo>
                  <a:lnTo>
                    <a:pt x="14531" y="53"/>
                  </a:lnTo>
                  <a:cubicBezTo>
                    <a:pt x="13769" y="18"/>
                    <a:pt x="13004" y="1"/>
                    <a:pt x="12238" y="1"/>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2"/>
            <p:cNvSpPr/>
            <p:nvPr/>
          </p:nvSpPr>
          <p:spPr>
            <a:xfrm>
              <a:off x="6208650" y="3520625"/>
              <a:ext cx="380500" cy="33125"/>
            </a:xfrm>
            <a:custGeom>
              <a:avLst/>
              <a:gdLst/>
              <a:ahLst/>
              <a:cxnLst/>
              <a:rect l="l" t="t" r="r" b="b"/>
              <a:pathLst>
                <a:path w="15220" h="1325" extrusionOk="0">
                  <a:moveTo>
                    <a:pt x="11915" y="0"/>
                  </a:moveTo>
                  <a:cubicBezTo>
                    <a:pt x="11378" y="0"/>
                    <a:pt x="10850" y="28"/>
                    <a:pt x="10354" y="58"/>
                  </a:cubicBezTo>
                  <a:cubicBezTo>
                    <a:pt x="9410" y="102"/>
                    <a:pt x="8466" y="147"/>
                    <a:pt x="7521" y="203"/>
                  </a:cubicBezTo>
                  <a:lnTo>
                    <a:pt x="1556" y="524"/>
                  </a:lnTo>
                  <a:lnTo>
                    <a:pt x="1556" y="580"/>
                  </a:lnTo>
                  <a:cubicBezTo>
                    <a:pt x="1545" y="769"/>
                    <a:pt x="1667" y="958"/>
                    <a:pt x="1833" y="1080"/>
                  </a:cubicBezTo>
                  <a:lnTo>
                    <a:pt x="1" y="1203"/>
                  </a:lnTo>
                  <a:lnTo>
                    <a:pt x="11" y="1324"/>
                  </a:lnTo>
                  <a:lnTo>
                    <a:pt x="2600" y="1147"/>
                  </a:lnTo>
                  <a:lnTo>
                    <a:pt x="2100" y="1058"/>
                  </a:lnTo>
                  <a:cubicBezTo>
                    <a:pt x="1878" y="1025"/>
                    <a:pt x="1700" y="836"/>
                    <a:pt x="1678" y="636"/>
                  </a:cubicBezTo>
                  <a:lnTo>
                    <a:pt x="7533" y="325"/>
                  </a:lnTo>
                  <a:cubicBezTo>
                    <a:pt x="8476" y="269"/>
                    <a:pt x="9421" y="225"/>
                    <a:pt x="10365" y="169"/>
                  </a:cubicBezTo>
                  <a:cubicBezTo>
                    <a:pt x="10858" y="143"/>
                    <a:pt x="11379" y="117"/>
                    <a:pt x="11910" y="117"/>
                  </a:cubicBezTo>
                  <a:cubicBezTo>
                    <a:pt x="12518" y="117"/>
                    <a:pt x="13138" y="151"/>
                    <a:pt x="13742" y="258"/>
                  </a:cubicBezTo>
                  <a:cubicBezTo>
                    <a:pt x="13465" y="502"/>
                    <a:pt x="13098" y="658"/>
                    <a:pt x="12720" y="692"/>
                  </a:cubicBezTo>
                  <a:lnTo>
                    <a:pt x="12720" y="803"/>
                  </a:lnTo>
                  <a:lnTo>
                    <a:pt x="15220" y="747"/>
                  </a:lnTo>
                  <a:lnTo>
                    <a:pt x="15208" y="625"/>
                  </a:lnTo>
                  <a:lnTo>
                    <a:pt x="13287" y="669"/>
                  </a:lnTo>
                  <a:cubicBezTo>
                    <a:pt x="13520" y="580"/>
                    <a:pt x="13742" y="436"/>
                    <a:pt x="13909" y="269"/>
                  </a:cubicBezTo>
                  <a:lnTo>
                    <a:pt x="13986" y="191"/>
                  </a:lnTo>
                  <a:lnTo>
                    <a:pt x="13875" y="169"/>
                  </a:lnTo>
                  <a:cubicBezTo>
                    <a:pt x="13235" y="41"/>
                    <a:pt x="12568" y="0"/>
                    <a:pt x="11915"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2"/>
            <p:cNvSpPr/>
            <p:nvPr/>
          </p:nvSpPr>
          <p:spPr>
            <a:xfrm>
              <a:off x="6229475" y="3513450"/>
              <a:ext cx="163325" cy="13075"/>
            </a:xfrm>
            <a:custGeom>
              <a:avLst/>
              <a:gdLst/>
              <a:ahLst/>
              <a:cxnLst/>
              <a:rect l="l" t="t" r="r" b="b"/>
              <a:pathLst>
                <a:path w="6533" h="523" extrusionOk="0">
                  <a:moveTo>
                    <a:pt x="6522" y="1"/>
                  </a:moveTo>
                  <a:lnTo>
                    <a:pt x="1" y="401"/>
                  </a:lnTo>
                  <a:lnTo>
                    <a:pt x="12" y="523"/>
                  </a:lnTo>
                  <a:lnTo>
                    <a:pt x="6533" y="123"/>
                  </a:lnTo>
                  <a:lnTo>
                    <a:pt x="6522" y="1"/>
                  </a:ln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2"/>
            <p:cNvSpPr/>
            <p:nvPr/>
          </p:nvSpPr>
          <p:spPr>
            <a:xfrm>
              <a:off x="6315575" y="3602725"/>
              <a:ext cx="269975" cy="17675"/>
            </a:xfrm>
            <a:custGeom>
              <a:avLst/>
              <a:gdLst/>
              <a:ahLst/>
              <a:cxnLst/>
              <a:rect l="l" t="t" r="r" b="b"/>
              <a:pathLst>
                <a:path w="10799" h="707" extrusionOk="0">
                  <a:moveTo>
                    <a:pt x="7839" y="0"/>
                  </a:moveTo>
                  <a:cubicBezTo>
                    <a:pt x="6568" y="0"/>
                    <a:pt x="5295" y="28"/>
                    <a:pt x="4033" y="84"/>
                  </a:cubicBezTo>
                  <a:lnTo>
                    <a:pt x="3700" y="96"/>
                  </a:lnTo>
                  <a:lnTo>
                    <a:pt x="4022" y="195"/>
                  </a:lnTo>
                  <a:cubicBezTo>
                    <a:pt x="4078" y="218"/>
                    <a:pt x="4122" y="240"/>
                    <a:pt x="4177" y="262"/>
                  </a:cubicBezTo>
                  <a:cubicBezTo>
                    <a:pt x="2789" y="429"/>
                    <a:pt x="1389" y="529"/>
                    <a:pt x="0" y="585"/>
                  </a:cubicBezTo>
                  <a:lnTo>
                    <a:pt x="0" y="706"/>
                  </a:lnTo>
                  <a:cubicBezTo>
                    <a:pt x="1444" y="651"/>
                    <a:pt x="2911" y="540"/>
                    <a:pt x="4344" y="362"/>
                  </a:cubicBezTo>
                  <a:lnTo>
                    <a:pt x="4488" y="351"/>
                  </a:lnTo>
                  <a:lnTo>
                    <a:pt x="4377" y="262"/>
                  </a:lnTo>
                  <a:lnTo>
                    <a:pt x="4278" y="195"/>
                  </a:lnTo>
                  <a:cubicBezTo>
                    <a:pt x="5467" y="147"/>
                    <a:pt x="6664" y="121"/>
                    <a:pt x="7858" y="121"/>
                  </a:cubicBezTo>
                  <a:cubicBezTo>
                    <a:pt x="8838" y="121"/>
                    <a:pt x="9816" y="138"/>
                    <a:pt x="10787" y="173"/>
                  </a:cubicBezTo>
                  <a:lnTo>
                    <a:pt x="10798" y="51"/>
                  </a:lnTo>
                  <a:cubicBezTo>
                    <a:pt x="9816" y="17"/>
                    <a:pt x="8828" y="0"/>
                    <a:pt x="7839" y="0"/>
                  </a:cubicBezTo>
                  <a:close/>
                </a:path>
              </a:pathLst>
            </a:custGeom>
            <a:solidFill>
              <a:srgbClr val="467A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2"/>
            <p:cNvSpPr/>
            <p:nvPr/>
          </p:nvSpPr>
          <p:spPr>
            <a:xfrm>
              <a:off x="6410550" y="3637875"/>
              <a:ext cx="100550" cy="92325"/>
            </a:xfrm>
            <a:custGeom>
              <a:avLst/>
              <a:gdLst/>
              <a:ahLst/>
              <a:cxnLst/>
              <a:rect l="l" t="t" r="r" b="b"/>
              <a:pathLst>
                <a:path w="4022" h="3693" extrusionOk="0">
                  <a:moveTo>
                    <a:pt x="1989" y="1"/>
                  </a:moveTo>
                  <a:cubicBezTo>
                    <a:pt x="1956" y="467"/>
                    <a:pt x="1556" y="801"/>
                    <a:pt x="1167" y="1056"/>
                  </a:cubicBezTo>
                  <a:cubicBezTo>
                    <a:pt x="800" y="1289"/>
                    <a:pt x="0" y="1655"/>
                    <a:pt x="223" y="2178"/>
                  </a:cubicBezTo>
                  <a:cubicBezTo>
                    <a:pt x="456" y="2756"/>
                    <a:pt x="967" y="3378"/>
                    <a:pt x="1534" y="3644"/>
                  </a:cubicBezTo>
                  <a:cubicBezTo>
                    <a:pt x="1588" y="3674"/>
                    <a:pt x="1655" y="3692"/>
                    <a:pt x="1717" y="3692"/>
                  </a:cubicBezTo>
                  <a:cubicBezTo>
                    <a:pt x="1795" y="3692"/>
                    <a:pt x="1864" y="3663"/>
                    <a:pt x="1889" y="3588"/>
                  </a:cubicBezTo>
                  <a:cubicBezTo>
                    <a:pt x="1901" y="3533"/>
                    <a:pt x="1878" y="3477"/>
                    <a:pt x="1845" y="3422"/>
                  </a:cubicBezTo>
                  <a:cubicBezTo>
                    <a:pt x="1701" y="3200"/>
                    <a:pt x="1400" y="3011"/>
                    <a:pt x="1445" y="2744"/>
                  </a:cubicBezTo>
                  <a:lnTo>
                    <a:pt x="1445" y="2744"/>
                  </a:lnTo>
                  <a:cubicBezTo>
                    <a:pt x="1689" y="3033"/>
                    <a:pt x="2000" y="3267"/>
                    <a:pt x="2345" y="3422"/>
                  </a:cubicBezTo>
                  <a:cubicBezTo>
                    <a:pt x="2404" y="3452"/>
                    <a:pt x="2468" y="3476"/>
                    <a:pt x="2527" y="3476"/>
                  </a:cubicBezTo>
                  <a:cubicBezTo>
                    <a:pt x="2557" y="3476"/>
                    <a:pt x="2585" y="3470"/>
                    <a:pt x="2612" y="3455"/>
                  </a:cubicBezTo>
                  <a:cubicBezTo>
                    <a:pt x="2733" y="3400"/>
                    <a:pt x="2733" y="3211"/>
                    <a:pt x="2667" y="3089"/>
                  </a:cubicBezTo>
                  <a:cubicBezTo>
                    <a:pt x="2578" y="2922"/>
                    <a:pt x="2412" y="2811"/>
                    <a:pt x="2278" y="2689"/>
                  </a:cubicBezTo>
                  <a:cubicBezTo>
                    <a:pt x="2145" y="2556"/>
                    <a:pt x="2022" y="2378"/>
                    <a:pt x="2056" y="2200"/>
                  </a:cubicBezTo>
                  <a:lnTo>
                    <a:pt x="2056" y="2200"/>
                  </a:lnTo>
                  <a:cubicBezTo>
                    <a:pt x="2333" y="2433"/>
                    <a:pt x="2612" y="2655"/>
                    <a:pt x="2889" y="2877"/>
                  </a:cubicBezTo>
                  <a:cubicBezTo>
                    <a:pt x="2984" y="2951"/>
                    <a:pt x="3108" y="3019"/>
                    <a:pt x="3214" y="3019"/>
                  </a:cubicBezTo>
                  <a:cubicBezTo>
                    <a:pt x="3268" y="3019"/>
                    <a:pt x="3318" y="3001"/>
                    <a:pt x="3355" y="2956"/>
                  </a:cubicBezTo>
                  <a:cubicBezTo>
                    <a:pt x="3434" y="2889"/>
                    <a:pt x="3422" y="2778"/>
                    <a:pt x="3400" y="2678"/>
                  </a:cubicBezTo>
                  <a:cubicBezTo>
                    <a:pt x="3266" y="2278"/>
                    <a:pt x="2800" y="2100"/>
                    <a:pt x="2545" y="1778"/>
                  </a:cubicBezTo>
                  <a:cubicBezTo>
                    <a:pt x="2511" y="1734"/>
                    <a:pt x="2500" y="1667"/>
                    <a:pt x="2545" y="1655"/>
                  </a:cubicBezTo>
                  <a:cubicBezTo>
                    <a:pt x="2800" y="1845"/>
                    <a:pt x="3067" y="2033"/>
                    <a:pt x="3333" y="2222"/>
                  </a:cubicBezTo>
                  <a:cubicBezTo>
                    <a:pt x="3434" y="2300"/>
                    <a:pt x="3555" y="2389"/>
                    <a:pt x="3689" y="2400"/>
                  </a:cubicBezTo>
                  <a:cubicBezTo>
                    <a:pt x="3703" y="2403"/>
                    <a:pt x="3717" y="2404"/>
                    <a:pt x="3731" y="2404"/>
                  </a:cubicBezTo>
                  <a:cubicBezTo>
                    <a:pt x="3845" y="2404"/>
                    <a:pt x="3971" y="2329"/>
                    <a:pt x="4000" y="2211"/>
                  </a:cubicBezTo>
                  <a:cubicBezTo>
                    <a:pt x="4022" y="2078"/>
                    <a:pt x="3900" y="1956"/>
                    <a:pt x="3800" y="1867"/>
                  </a:cubicBezTo>
                  <a:cubicBezTo>
                    <a:pt x="3522" y="1633"/>
                    <a:pt x="3244" y="1400"/>
                    <a:pt x="2978" y="1167"/>
                  </a:cubicBezTo>
                  <a:cubicBezTo>
                    <a:pt x="3056" y="1001"/>
                    <a:pt x="3355" y="1144"/>
                    <a:pt x="3478" y="1001"/>
                  </a:cubicBezTo>
                  <a:cubicBezTo>
                    <a:pt x="3533" y="934"/>
                    <a:pt x="3511" y="833"/>
                    <a:pt x="3456" y="756"/>
                  </a:cubicBezTo>
                  <a:cubicBezTo>
                    <a:pt x="3411" y="689"/>
                    <a:pt x="3333" y="656"/>
                    <a:pt x="3256" y="611"/>
                  </a:cubicBezTo>
                  <a:cubicBezTo>
                    <a:pt x="2834" y="401"/>
                    <a:pt x="2412" y="201"/>
                    <a:pt x="19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2"/>
            <p:cNvSpPr/>
            <p:nvPr/>
          </p:nvSpPr>
          <p:spPr>
            <a:xfrm>
              <a:off x="6284475" y="3392375"/>
              <a:ext cx="238025" cy="310500"/>
            </a:xfrm>
            <a:custGeom>
              <a:avLst/>
              <a:gdLst/>
              <a:ahLst/>
              <a:cxnLst/>
              <a:rect l="l" t="t" r="r" b="b"/>
              <a:pathLst>
                <a:path w="9521" h="12420" extrusionOk="0">
                  <a:moveTo>
                    <a:pt x="7345" y="1"/>
                  </a:moveTo>
                  <a:cubicBezTo>
                    <a:pt x="6401" y="1"/>
                    <a:pt x="5567" y="465"/>
                    <a:pt x="4788" y="967"/>
                  </a:cubicBezTo>
                  <a:cubicBezTo>
                    <a:pt x="3799" y="1611"/>
                    <a:pt x="2822" y="2311"/>
                    <a:pt x="1967" y="3111"/>
                  </a:cubicBezTo>
                  <a:cubicBezTo>
                    <a:pt x="1656" y="3410"/>
                    <a:pt x="1355" y="3722"/>
                    <a:pt x="1089" y="4066"/>
                  </a:cubicBezTo>
                  <a:cubicBezTo>
                    <a:pt x="733" y="4511"/>
                    <a:pt x="434" y="5010"/>
                    <a:pt x="212" y="5543"/>
                  </a:cubicBezTo>
                  <a:cubicBezTo>
                    <a:pt x="101" y="5822"/>
                    <a:pt x="0" y="6121"/>
                    <a:pt x="22" y="6421"/>
                  </a:cubicBezTo>
                  <a:cubicBezTo>
                    <a:pt x="34" y="6644"/>
                    <a:pt x="111" y="6844"/>
                    <a:pt x="200" y="7044"/>
                  </a:cubicBezTo>
                  <a:cubicBezTo>
                    <a:pt x="323" y="7321"/>
                    <a:pt x="500" y="7565"/>
                    <a:pt x="711" y="7787"/>
                  </a:cubicBezTo>
                  <a:cubicBezTo>
                    <a:pt x="700" y="7787"/>
                    <a:pt x="678" y="7787"/>
                    <a:pt x="667" y="7799"/>
                  </a:cubicBezTo>
                  <a:cubicBezTo>
                    <a:pt x="911" y="8187"/>
                    <a:pt x="1178" y="8565"/>
                    <a:pt x="1466" y="8932"/>
                  </a:cubicBezTo>
                  <a:cubicBezTo>
                    <a:pt x="1256" y="8832"/>
                    <a:pt x="1044" y="8743"/>
                    <a:pt x="844" y="8643"/>
                  </a:cubicBezTo>
                  <a:lnTo>
                    <a:pt x="844" y="8643"/>
                  </a:lnTo>
                  <a:cubicBezTo>
                    <a:pt x="1456" y="9232"/>
                    <a:pt x="2122" y="9754"/>
                    <a:pt x="2833" y="10209"/>
                  </a:cubicBezTo>
                  <a:lnTo>
                    <a:pt x="2466" y="10142"/>
                  </a:lnTo>
                  <a:lnTo>
                    <a:pt x="2466" y="10142"/>
                  </a:lnTo>
                  <a:cubicBezTo>
                    <a:pt x="2678" y="10187"/>
                    <a:pt x="2811" y="10409"/>
                    <a:pt x="2933" y="10554"/>
                  </a:cubicBezTo>
                  <a:cubicBezTo>
                    <a:pt x="3088" y="10742"/>
                    <a:pt x="3278" y="10876"/>
                    <a:pt x="3444" y="11043"/>
                  </a:cubicBezTo>
                  <a:cubicBezTo>
                    <a:pt x="3878" y="11498"/>
                    <a:pt x="4333" y="11920"/>
                    <a:pt x="4844" y="12298"/>
                  </a:cubicBezTo>
                  <a:cubicBezTo>
                    <a:pt x="4920" y="12359"/>
                    <a:pt x="5028" y="12420"/>
                    <a:pt x="5124" y="12420"/>
                  </a:cubicBezTo>
                  <a:cubicBezTo>
                    <a:pt x="5167" y="12420"/>
                    <a:pt x="5209" y="12407"/>
                    <a:pt x="5243" y="12376"/>
                  </a:cubicBezTo>
                  <a:cubicBezTo>
                    <a:pt x="5388" y="12242"/>
                    <a:pt x="5221" y="11998"/>
                    <a:pt x="5288" y="11809"/>
                  </a:cubicBezTo>
                  <a:lnTo>
                    <a:pt x="5288" y="11809"/>
                  </a:lnTo>
                  <a:cubicBezTo>
                    <a:pt x="5355" y="11942"/>
                    <a:pt x="5433" y="12075"/>
                    <a:pt x="5555" y="12164"/>
                  </a:cubicBezTo>
                  <a:cubicBezTo>
                    <a:pt x="5627" y="12217"/>
                    <a:pt x="5719" y="12250"/>
                    <a:pt x="5807" y="12250"/>
                  </a:cubicBezTo>
                  <a:cubicBezTo>
                    <a:pt x="5868" y="12250"/>
                    <a:pt x="5927" y="12234"/>
                    <a:pt x="5977" y="12198"/>
                  </a:cubicBezTo>
                  <a:cubicBezTo>
                    <a:pt x="6088" y="12109"/>
                    <a:pt x="6110" y="11954"/>
                    <a:pt x="6110" y="11820"/>
                  </a:cubicBezTo>
                  <a:cubicBezTo>
                    <a:pt x="6099" y="11564"/>
                    <a:pt x="5999" y="11320"/>
                    <a:pt x="5833" y="11142"/>
                  </a:cubicBezTo>
                  <a:lnTo>
                    <a:pt x="5833" y="11142"/>
                  </a:lnTo>
                  <a:cubicBezTo>
                    <a:pt x="6021" y="11287"/>
                    <a:pt x="6265" y="11387"/>
                    <a:pt x="6510" y="11398"/>
                  </a:cubicBezTo>
                  <a:cubicBezTo>
                    <a:pt x="6525" y="11399"/>
                    <a:pt x="6541" y="11400"/>
                    <a:pt x="6557" y="11400"/>
                  </a:cubicBezTo>
                  <a:cubicBezTo>
                    <a:pt x="6678" y="11400"/>
                    <a:pt x="6804" y="11362"/>
                    <a:pt x="6843" y="11253"/>
                  </a:cubicBezTo>
                  <a:cubicBezTo>
                    <a:pt x="6865" y="11176"/>
                    <a:pt x="6832" y="11098"/>
                    <a:pt x="6788" y="11031"/>
                  </a:cubicBezTo>
                  <a:cubicBezTo>
                    <a:pt x="6688" y="10865"/>
                    <a:pt x="6566" y="10709"/>
                    <a:pt x="6410" y="10587"/>
                  </a:cubicBezTo>
                  <a:lnTo>
                    <a:pt x="6410" y="10587"/>
                  </a:lnTo>
                  <a:cubicBezTo>
                    <a:pt x="6621" y="10687"/>
                    <a:pt x="6843" y="10754"/>
                    <a:pt x="7077" y="10798"/>
                  </a:cubicBezTo>
                  <a:cubicBezTo>
                    <a:pt x="7104" y="10802"/>
                    <a:pt x="7134" y="10806"/>
                    <a:pt x="7164" y="10806"/>
                  </a:cubicBezTo>
                  <a:cubicBezTo>
                    <a:pt x="7218" y="10806"/>
                    <a:pt x="7270" y="10793"/>
                    <a:pt x="7299" y="10742"/>
                  </a:cubicBezTo>
                  <a:cubicBezTo>
                    <a:pt x="7332" y="10698"/>
                    <a:pt x="7321" y="10643"/>
                    <a:pt x="7299" y="10587"/>
                  </a:cubicBezTo>
                  <a:cubicBezTo>
                    <a:pt x="7210" y="10320"/>
                    <a:pt x="7021" y="10076"/>
                    <a:pt x="6788" y="9920"/>
                  </a:cubicBezTo>
                  <a:lnTo>
                    <a:pt x="6788" y="9920"/>
                  </a:lnTo>
                  <a:cubicBezTo>
                    <a:pt x="6915" y="9961"/>
                    <a:pt x="7048" y="9982"/>
                    <a:pt x="7181" y="9982"/>
                  </a:cubicBezTo>
                  <a:cubicBezTo>
                    <a:pt x="7371" y="9982"/>
                    <a:pt x="7561" y="9939"/>
                    <a:pt x="7732" y="9854"/>
                  </a:cubicBezTo>
                  <a:cubicBezTo>
                    <a:pt x="6932" y="9120"/>
                    <a:pt x="6277" y="8288"/>
                    <a:pt x="5699" y="7399"/>
                  </a:cubicBezTo>
                  <a:cubicBezTo>
                    <a:pt x="5499" y="7099"/>
                    <a:pt x="5322" y="6777"/>
                    <a:pt x="5132" y="6454"/>
                  </a:cubicBezTo>
                  <a:cubicBezTo>
                    <a:pt x="5788" y="5777"/>
                    <a:pt x="6455" y="5099"/>
                    <a:pt x="7176" y="4533"/>
                  </a:cubicBezTo>
                  <a:cubicBezTo>
                    <a:pt x="7810" y="3911"/>
                    <a:pt x="8376" y="3211"/>
                    <a:pt x="8820" y="2455"/>
                  </a:cubicBezTo>
                  <a:cubicBezTo>
                    <a:pt x="9143" y="1877"/>
                    <a:pt x="9521" y="1356"/>
                    <a:pt x="9032" y="711"/>
                  </a:cubicBezTo>
                  <a:cubicBezTo>
                    <a:pt x="8699" y="267"/>
                    <a:pt x="8132" y="67"/>
                    <a:pt x="7588" y="11"/>
                  </a:cubicBezTo>
                  <a:cubicBezTo>
                    <a:pt x="7506" y="4"/>
                    <a:pt x="7425" y="1"/>
                    <a:pt x="7345" y="1"/>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2"/>
            <p:cNvSpPr/>
            <p:nvPr/>
          </p:nvSpPr>
          <p:spPr>
            <a:xfrm>
              <a:off x="6300575" y="3473475"/>
              <a:ext cx="101675" cy="204425"/>
            </a:xfrm>
            <a:custGeom>
              <a:avLst/>
              <a:gdLst/>
              <a:ahLst/>
              <a:cxnLst/>
              <a:rect l="l" t="t" r="r" b="b"/>
              <a:pathLst>
                <a:path w="4067" h="8177" extrusionOk="0">
                  <a:moveTo>
                    <a:pt x="1723" y="0"/>
                  </a:moveTo>
                  <a:cubicBezTo>
                    <a:pt x="1456" y="189"/>
                    <a:pt x="1256" y="445"/>
                    <a:pt x="1089" y="667"/>
                  </a:cubicBezTo>
                  <a:cubicBezTo>
                    <a:pt x="556" y="1378"/>
                    <a:pt x="245" y="2033"/>
                    <a:pt x="134" y="2677"/>
                  </a:cubicBezTo>
                  <a:cubicBezTo>
                    <a:pt x="0" y="3488"/>
                    <a:pt x="212" y="4277"/>
                    <a:pt x="711" y="4788"/>
                  </a:cubicBezTo>
                  <a:lnTo>
                    <a:pt x="745" y="4832"/>
                  </a:lnTo>
                  <a:lnTo>
                    <a:pt x="756" y="4822"/>
                  </a:lnTo>
                  <a:cubicBezTo>
                    <a:pt x="756" y="4854"/>
                    <a:pt x="767" y="4888"/>
                    <a:pt x="778" y="4921"/>
                  </a:cubicBezTo>
                  <a:cubicBezTo>
                    <a:pt x="878" y="5232"/>
                    <a:pt x="1012" y="5588"/>
                    <a:pt x="1278" y="5810"/>
                  </a:cubicBezTo>
                  <a:cubicBezTo>
                    <a:pt x="1370" y="5883"/>
                    <a:pt x="1462" y="5927"/>
                    <a:pt x="1548" y="5927"/>
                  </a:cubicBezTo>
                  <a:cubicBezTo>
                    <a:pt x="1566" y="5927"/>
                    <a:pt x="1583" y="5925"/>
                    <a:pt x="1600" y="5921"/>
                  </a:cubicBezTo>
                  <a:cubicBezTo>
                    <a:pt x="1634" y="5910"/>
                    <a:pt x="1667" y="5899"/>
                    <a:pt x="1700" y="5866"/>
                  </a:cubicBezTo>
                  <a:cubicBezTo>
                    <a:pt x="2056" y="6943"/>
                    <a:pt x="2955" y="7832"/>
                    <a:pt x="4033" y="8176"/>
                  </a:cubicBezTo>
                  <a:lnTo>
                    <a:pt x="4066" y="8065"/>
                  </a:lnTo>
                  <a:cubicBezTo>
                    <a:pt x="2989" y="7720"/>
                    <a:pt x="2089" y="6810"/>
                    <a:pt x="1778" y="5721"/>
                  </a:cubicBezTo>
                  <a:cubicBezTo>
                    <a:pt x="1778" y="5676"/>
                    <a:pt x="1767" y="5632"/>
                    <a:pt x="1733" y="5599"/>
                  </a:cubicBezTo>
                  <a:lnTo>
                    <a:pt x="1567" y="5399"/>
                  </a:lnTo>
                  <a:lnTo>
                    <a:pt x="1567" y="5399"/>
                  </a:lnTo>
                  <a:lnTo>
                    <a:pt x="1634" y="5654"/>
                  </a:lnTo>
                  <a:cubicBezTo>
                    <a:pt x="1634" y="5676"/>
                    <a:pt x="1645" y="5699"/>
                    <a:pt x="1656" y="5721"/>
                  </a:cubicBezTo>
                  <a:cubicBezTo>
                    <a:pt x="1656" y="5732"/>
                    <a:pt x="1645" y="5732"/>
                    <a:pt x="1645" y="5732"/>
                  </a:cubicBezTo>
                  <a:cubicBezTo>
                    <a:pt x="1634" y="5765"/>
                    <a:pt x="1600" y="5799"/>
                    <a:pt x="1578" y="5799"/>
                  </a:cubicBezTo>
                  <a:cubicBezTo>
                    <a:pt x="1566" y="5803"/>
                    <a:pt x="1553" y="5804"/>
                    <a:pt x="1541" y="5804"/>
                  </a:cubicBezTo>
                  <a:cubicBezTo>
                    <a:pt x="1474" y="5804"/>
                    <a:pt x="1403" y="5758"/>
                    <a:pt x="1356" y="5721"/>
                  </a:cubicBezTo>
                  <a:cubicBezTo>
                    <a:pt x="1111" y="5510"/>
                    <a:pt x="990" y="5177"/>
                    <a:pt x="889" y="4877"/>
                  </a:cubicBezTo>
                  <a:cubicBezTo>
                    <a:pt x="878" y="4832"/>
                    <a:pt x="867" y="4788"/>
                    <a:pt x="856" y="4733"/>
                  </a:cubicBezTo>
                  <a:cubicBezTo>
                    <a:pt x="956" y="4622"/>
                    <a:pt x="1000" y="4454"/>
                    <a:pt x="956" y="4311"/>
                  </a:cubicBezTo>
                  <a:lnTo>
                    <a:pt x="934" y="4232"/>
                  </a:lnTo>
                  <a:lnTo>
                    <a:pt x="867" y="4277"/>
                  </a:lnTo>
                  <a:cubicBezTo>
                    <a:pt x="790" y="4333"/>
                    <a:pt x="711" y="4432"/>
                    <a:pt x="723" y="4632"/>
                  </a:cubicBezTo>
                  <a:cubicBezTo>
                    <a:pt x="311" y="4143"/>
                    <a:pt x="134" y="3432"/>
                    <a:pt x="256" y="2699"/>
                  </a:cubicBezTo>
                  <a:cubicBezTo>
                    <a:pt x="356" y="2067"/>
                    <a:pt x="656" y="1433"/>
                    <a:pt x="1178" y="733"/>
                  </a:cubicBezTo>
                  <a:cubicBezTo>
                    <a:pt x="1345" y="522"/>
                    <a:pt x="1545" y="278"/>
                    <a:pt x="1789" y="100"/>
                  </a:cubicBezTo>
                  <a:lnTo>
                    <a:pt x="172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2"/>
            <p:cNvSpPr/>
            <p:nvPr/>
          </p:nvSpPr>
          <p:spPr>
            <a:xfrm>
              <a:off x="6367525" y="3542875"/>
              <a:ext cx="35275" cy="6150"/>
            </a:xfrm>
            <a:custGeom>
              <a:avLst/>
              <a:gdLst/>
              <a:ahLst/>
              <a:cxnLst/>
              <a:rect l="l" t="t" r="r" b="b"/>
              <a:pathLst>
                <a:path w="1411" h="246" extrusionOk="0">
                  <a:moveTo>
                    <a:pt x="968" y="1"/>
                  </a:moveTo>
                  <a:cubicBezTo>
                    <a:pt x="726" y="1"/>
                    <a:pt x="482" y="41"/>
                    <a:pt x="255" y="123"/>
                  </a:cubicBezTo>
                  <a:lnTo>
                    <a:pt x="0" y="224"/>
                  </a:lnTo>
                  <a:lnTo>
                    <a:pt x="344" y="246"/>
                  </a:lnTo>
                  <a:lnTo>
                    <a:pt x="344" y="224"/>
                  </a:lnTo>
                  <a:cubicBezTo>
                    <a:pt x="545" y="157"/>
                    <a:pt x="758" y="122"/>
                    <a:pt x="971" y="122"/>
                  </a:cubicBezTo>
                  <a:cubicBezTo>
                    <a:pt x="1112" y="122"/>
                    <a:pt x="1252" y="137"/>
                    <a:pt x="1388" y="168"/>
                  </a:cubicBezTo>
                  <a:lnTo>
                    <a:pt x="1410" y="46"/>
                  </a:lnTo>
                  <a:cubicBezTo>
                    <a:pt x="1266" y="16"/>
                    <a:pt x="1117" y="1"/>
                    <a:pt x="96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2"/>
            <p:cNvSpPr/>
            <p:nvPr/>
          </p:nvSpPr>
          <p:spPr>
            <a:xfrm>
              <a:off x="6377500" y="3555800"/>
              <a:ext cx="26700" cy="10175"/>
            </a:xfrm>
            <a:custGeom>
              <a:avLst/>
              <a:gdLst/>
              <a:ahLst/>
              <a:cxnLst/>
              <a:rect l="l" t="t" r="r" b="b"/>
              <a:pathLst>
                <a:path w="1068" h="407" extrusionOk="0">
                  <a:moveTo>
                    <a:pt x="937" y="1"/>
                  </a:moveTo>
                  <a:cubicBezTo>
                    <a:pt x="601" y="1"/>
                    <a:pt x="266" y="111"/>
                    <a:pt x="1" y="317"/>
                  </a:cubicBezTo>
                  <a:lnTo>
                    <a:pt x="68" y="406"/>
                  </a:lnTo>
                  <a:cubicBezTo>
                    <a:pt x="320" y="222"/>
                    <a:pt x="623" y="122"/>
                    <a:pt x="924" y="122"/>
                  </a:cubicBezTo>
                  <a:cubicBezTo>
                    <a:pt x="968" y="122"/>
                    <a:pt x="1012" y="125"/>
                    <a:pt x="1056" y="129"/>
                  </a:cubicBezTo>
                  <a:lnTo>
                    <a:pt x="1067" y="6"/>
                  </a:lnTo>
                  <a:cubicBezTo>
                    <a:pt x="1024" y="2"/>
                    <a:pt x="980" y="1"/>
                    <a:pt x="9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2"/>
            <p:cNvSpPr/>
            <p:nvPr/>
          </p:nvSpPr>
          <p:spPr>
            <a:xfrm>
              <a:off x="6460550" y="3400675"/>
              <a:ext cx="18350" cy="7825"/>
            </a:xfrm>
            <a:custGeom>
              <a:avLst/>
              <a:gdLst/>
              <a:ahLst/>
              <a:cxnLst/>
              <a:rect l="l" t="t" r="r" b="b"/>
              <a:pathLst>
                <a:path w="734" h="313" extrusionOk="0">
                  <a:moveTo>
                    <a:pt x="546" y="0"/>
                  </a:moveTo>
                  <a:cubicBezTo>
                    <a:pt x="342" y="0"/>
                    <a:pt x="136" y="80"/>
                    <a:pt x="0" y="224"/>
                  </a:cubicBezTo>
                  <a:lnTo>
                    <a:pt x="89" y="313"/>
                  </a:lnTo>
                  <a:cubicBezTo>
                    <a:pt x="204" y="189"/>
                    <a:pt x="369" y="120"/>
                    <a:pt x="532" y="120"/>
                  </a:cubicBezTo>
                  <a:cubicBezTo>
                    <a:pt x="589" y="120"/>
                    <a:pt x="646" y="129"/>
                    <a:pt x="700" y="146"/>
                  </a:cubicBezTo>
                  <a:lnTo>
                    <a:pt x="733" y="24"/>
                  </a:lnTo>
                  <a:cubicBezTo>
                    <a:pt x="673" y="8"/>
                    <a:pt x="609" y="0"/>
                    <a:pt x="54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2"/>
            <p:cNvSpPr/>
            <p:nvPr/>
          </p:nvSpPr>
          <p:spPr>
            <a:xfrm>
              <a:off x="6440275" y="3408200"/>
              <a:ext cx="9175" cy="7525"/>
            </a:xfrm>
            <a:custGeom>
              <a:avLst/>
              <a:gdLst/>
              <a:ahLst/>
              <a:cxnLst/>
              <a:rect l="l" t="t" r="r" b="b"/>
              <a:pathLst>
                <a:path w="367" h="301" extrusionOk="0">
                  <a:moveTo>
                    <a:pt x="312" y="0"/>
                  </a:moveTo>
                  <a:lnTo>
                    <a:pt x="1" y="190"/>
                  </a:lnTo>
                  <a:lnTo>
                    <a:pt x="67" y="301"/>
                  </a:lnTo>
                  <a:lnTo>
                    <a:pt x="367" y="101"/>
                  </a:lnTo>
                  <a:lnTo>
                    <a:pt x="312"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2"/>
            <p:cNvSpPr/>
            <p:nvPr/>
          </p:nvSpPr>
          <p:spPr>
            <a:xfrm>
              <a:off x="6452775" y="3415700"/>
              <a:ext cx="6125" cy="5575"/>
            </a:xfrm>
            <a:custGeom>
              <a:avLst/>
              <a:gdLst/>
              <a:ahLst/>
              <a:cxnLst/>
              <a:rect l="l" t="t" r="r" b="b"/>
              <a:pathLst>
                <a:path w="245" h="223" extrusionOk="0">
                  <a:moveTo>
                    <a:pt x="167" y="1"/>
                  </a:moveTo>
                  <a:lnTo>
                    <a:pt x="0" y="134"/>
                  </a:lnTo>
                  <a:lnTo>
                    <a:pt x="78" y="223"/>
                  </a:lnTo>
                  <a:lnTo>
                    <a:pt x="244" y="100"/>
                  </a:lnTo>
                  <a:lnTo>
                    <a:pt x="167"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2"/>
            <p:cNvSpPr/>
            <p:nvPr/>
          </p:nvSpPr>
          <p:spPr>
            <a:xfrm>
              <a:off x="6701325" y="3539375"/>
              <a:ext cx="87800" cy="88275"/>
            </a:xfrm>
            <a:custGeom>
              <a:avLst/>
              <a:gdLst/>
              <a:ahLst/>
              <a:cxnLst/>
              <a:rect l="l" t="t" r="r" b="b"/>
              <a:pathLst>
                <a:path w="3512" h="3531" extrusionOk="0">
                  <a:moveTo>
                    <a:pt x="1993" y="0"/>
                  </a:moveTo>
                  <a:cubicBezTo>
                    <a:pt x="1766" y="0"/>
                    <a:pt x="1518" y="61"/>
                    <a:pt x="1211" y="108"/>
                  </a:cubicBezTo>
                  <a:cubicBezTo>
                    <a:pt x="1122" y="119"/>
                    <a:pt x="1045" y="142"/>
                    <a:pt x="967" y="186"/>
                  </a:cubicBezTo>
                  <a:cubicBezTo>
                    <a:pt x="900" y="230"/>
                    <a:pt x="856" y="330"/>
                    <a:pt x="878" y="408"/>
                  </a:cubicBezTo>
                  <a:cubicBezTo>
                    <a:pt x="945" y="574"/>
                    <a:pt x="1278" y="541"/>
                    <a:pt x="1312" y="719"/>
                  </a:cubicBezTo>
                  <a:cubicBezTo>
                    <a:pt x="978" y="863"/>
                    <a:pt x="645" y="996"/>
                    <a:pt x="312" y="1130"/>
                  </a:cubicBezTo>
                  <a:cubicBezTo>
                    <a:pt x="179" y="1186"/>
                    <a:pt x="34" y="1263"/>
                    <a:pt x="12" y="1408"/>
                  </a:cubicBezTo>
                  <a:cubicBezTo>
                    <a:pt x="1" y="1541"/>
                    <a:pt x="123" y="1652"/>
                    <a:pt x="256" y="1675"/>
                  </a:cubicBezTo>
                  <a:cubicBezTo>
                    <a:pt x="285" y="1679"/>
                    <a:pt x="314" y="1682"/>
                    <a:pt x="343" y="1682"/>
                  </a:cubicBezTo>
                  <a:cubicBezTo>
                    <a:pt x="447" y="1682"/>
                    <a:pt x="549" y="1653"/>
                    <a:pt x="645" y="1619"/>
                  </a:cubicBezTo>
                  <a:cubicBezTo>
                    <a:pt x="956" y="1519"/>
                    <a:pt x="1256" y="1419"/>
                    <a:pt x="1567" y="1319"/>
                  </a:cubicBezTo>
                  <a:lnTo>
                    <a:pt x="1567" y="1319"/>
                  </a:lnTo>
                  <a:cubicBezTo>
                    <a:pt x="1611" y="1341"/>
                    <a:pt x="1567" y="1408"/>
                    <a:pt x="1534" y="1430"/>
                  </a:cubicBezTo>
                  <a:cubicBezTo>
                    <a:pt x="1178" y="1663"/>
                    <a:pt x="690" y="1685"/>
                    <a:pt x="445" y="2030"/>
                  </a:cubicBezTo>
                  <a:cubicBezTo>
                    <a:pt x="379" y="2107"/>
                    <a:pt x="345" y="2218"/>
                    <a:pt x="389" y="2307"/>
                  </a:cubicBezTo>
                  <a:cubicBezTo>
                    <a:pt x="432" y="2391"/>
                    <a:pt x="516" y="2420"/>
                    <a:pt x="611" y="2420"/>
                  </a:cubicBezTo>
                  <a:cubicBezTo>
                    <a:pt x="692" y="2420"/>
                    <a:pt x="780" y="2400"/>
                    <a:pt x="856" y="2374"/>
                  </a:cubicBezTo>
                  <a:cubicBezTo>
                    <a:pt x="1201" y="2252"/>
                    <a:pt x="1534" y="2119"/>
                    <a:pt x="1867" y="1986"/>
                  </a:cubicBezTo>
                  <a:lnTo>
                    <a:pt x="1867" y="1986"/>
                  </a:lnTo>
                  <a:cubicBezTo>
                    <a:pt x="1833" y="2163"/>
                    <a:pt x="1667" y="2297"/>
                    <a:pt x="1500" y="2374"/>
                  </a:cubicBezTo>
                  <a:cubicBezTo>
                    <a:pt x="1334" y="2463"/>
                    <a:pt x="1145" y="2519"/>
                    <a:pt x="1011" y="2641"/>
                  </a:cubicBezTo>
                  <a:cubicBezTo>
                    <a:pt x="912" y="2741"/>
                    <a:pt x="845" y="2919"/>
                    <a:pt x="945" y="3018"/>
                  </a:cubicBezTo>
                  <a:cubicBezTo>
                    <a:pt x="991" y="3057"/>
                    <a:pt x="1057" y="3069"/>
                    <a:pt x="1124" y="3069"/>
                  </a:cubicBezTo>
                  <a:cubicBezTo>
                    <a:pt x="1154" y="3069"/>
                    <a:pt x="1184" y="3066"/>
                    <a:pt x="1211" y="3063"/>
                  </a:cubicBezTo>
                  <a:cubicBezTo>
                    <a:pt x="1589" y="3018"/>
                    <a:pt x="1956" y="2896"/>
                    <a:pt x="2278" y="2697"/>
                  </a:cubicBezTo>
                  <a:lnTo>
                    <a:pt x="2278" y="2697"/>
                  </a:lnTo>
                  <a:cubicBezTo>
                    <a:pt x="2245" y="2963"/>
                    <a:pt x="1900" y="3040"/>
                    <a:pt x="1689" y="3218"/>
                  </a:cubicBezTo>
                  <a:cubicBezTo>
                    <a:pt x="1645" y="3252"/>
                    <a:pt x="1601" y="3307"/>
                    <a:pt x="1601" y="3363"/>
                  </a:cubicBezTo>
                  <a:cubicBezTo>
                    <a:pt x="1590" y="3483"/>
                    <a:pt x="1742" y="3531"/>
                    <a:pt x="1870" y="3531"/>
                  </a:cubicBezTo>
                  <a:cubicBezTo>
                    <a:pt x="1884" y="3531"/>
                    <a:pt x="1898" y="3530"/>
                    <a:pt x="1912" y="3529"/>
                  </a:cubicBezTo>
                  <a:cubicBezTo>
                    <a:pt x="2467" y="3452"/>
                    <a:pt x="3245" y="3096"/>
                    <a:pt x="3433" y="2519"/>
                  </a:cubicBezTo>
                  <a:cubicBezTo>
                    <a:pt x="3511" y="2297"/>
                    <a:pt x="3500" y="2063"/>
                    <a:pt x="3477" y="1841"/>
                  </a:cubicBezTo>
                  <a:cubicBezTo>
                    <a:pt x="3389" y="1285"/>
                    <a:pt x="3134" y="752"/>
                    <a:pt x="2744" y="352"/>
                  </a:cubicBezTo>
                  <a:cubicBezTo>
                    <a:pt x="2484" y="80"/>
                    <a:pt x="2252" y="0"/>
                    <a:pt x="199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112"/>
        <p:cNvGrpSpPr/>
        <p:nvPr/>
      </p:nvGrpSpPr>
      <p:grpSpPr>
        <a:xfrm>
          <a:off x="0" y="0"/>
          <a:ext cx="0" cy="0"/>
          <a:chOff x="0" y="0"/>
          <a:chExt cx="0" cy="0"/>
        </a:xfrm>
      </p:grpSpPr>
      <p:sp>
        <p:nvSpPr>
          <p:cNvPr id="1113" name="Google Shape;1113;p43"/>
          <p:cNvSpPr/>
          <p:nvPr/>
        </p:nvSpPr>
        <p:spPr>
          <a:xfrm>
            <a:off x="888612" y="34285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4" name="Google Shape;1114;p43"/>
          <p:cNvSpPr/>
          <p:nvPr/>
        </p:nvSpPr>
        <p:spPr>
          <a:xfrm flipH="1">
            <a:off x="6007825" y="34285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5" name="Google Shape;1115;p43"/>
          <p:cNvSpPr/>
          <p:nvPr/>
        </p:nvSpPr>
        <p:spPr>
          <a:xfrm flipH="1">
            <a:off x="888612" y="1772225"/>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6" name="Google Shape;1116;p43"/>
          <p:cNvSpPr/>
          <p:nvPr/>
        </p:nvSpPr>
        <p:spPr>
          <a:xfrm rot="10800000">
            <a:off x="6007825" y="1772225"/>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17" name="Google Shape;1117;p43"/>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118" name="Google Shape;1118;p43"/>
          <p:cNvSpPr txBox="1">
            <a:spLocks noGrp="1"/>
          </p:cNvSpPr>
          <p:nvPr>
            <p:ph type="subTitle" idx="1"/>
          </p:nvPr>
        </p:nvSpPr>
        <p:spPr>
          <a:xfrm>
            <a:off x="720000" y="3956700"/>
            <a:ext cx="2358300" cy="723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Neptune is the farthest planet from the Sun</a:t>
            </a:r>
            <a:endParaRPr/>
          </a:p>
        </p:txBody>
      </p:sp>
      <p:sp>
        <p:nvSpPr>
          <p:cNvPr id="1119" name="Google Shape;1119;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four columns</a:t>
            </a:r>
            <a:endParaRPr/>
          </a:p>
        </p:txBody>
      </p:sp>
      <p:sp>
        <p:nvSpPr>
          <p:cNvPr id="1120" name="Google Shape;1120;p43"/>
          <p:cNvSpPr txBox="1">
            <a:spLocks noGrp="1"/>
          </p:cNvSpPr>
          <p:nvPr>
            <p:ph type="subTitle" idx="2"/>
          </p:nvPr>
        </p:nvSpPr>
        <p:spPr>
          <a:xfrm>
            <a:off x="946500" y="349997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Neptune</a:t>
            </a:r>
            <a:endParaRPr/>
          </a:p>
        </p:txBody>
      </p:sp>
      <p:sp>
        <p:nvSpPr>
          <p:cNvPr id="1121" name="Google Shape;1121;p43"/>
          <p:cNvSpPr txBox="1">
            <a:spLocks noGrp="1"/>
          </p:cNvSpPr>
          <p:nvPr>
            <p:ph type="subTitle" idx="3"/>
          </p:nvPr>
        </p:nvSpPr>
        <p:spPr>
          <a:xfrm>
            <a:off x="6065700" y="3956700"/>
            <a:ext cx="2358300" cy="72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a:t>
            </a:r>
            <a:endParaRPr/>
          </a:p>
        </p:txBody>
      </p:sp>
      <p:sp>
        <p:nvSpPr>
          <p:cNvPr id="1122" name="Google Shape;1122;p43"/>
          <p:cNvSpPr txBox="1">
            <a:spLocks noGrp="1"/>
          </p:cNvSpPr>
          <p:nvPr>
            <p:ph type="subTitle" idx="4"/>
          </p:nvPr>
        </p:nvSpPr>
        <p:spPr>
          <a:xfrm>
            <a:off x="6065700" y="34999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1123" name="Google Shape;1123;p43"/>
          <p:cNvSpPr txBox="1">
            <a:spLocks noGrp="1"/>
          </p:cNvSpPr>
          <p:nvPr>
            <p:ph type="subTitle" idx="5"/>
          </p:nvPr>
        </p:nvSpPr>
        <p:spPr>
          <a:xfrm>
            <a:off x="720000" y="2300350"/>
            <a:ext cx="2358300" cy="723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1124" name="Google Shape;1124;p43"/>
          <p:cNvSpPr txBox="1">
            <a:spLocks noGrp="1"/>
          </p:cNvSpPr>
          <p:nvPr>
            <p:ph type="subTitle" idx="6"/>
          </p:nvPr>
        </p:nvSpPr>
        <p:spPr>
          <a:xfrm>
            <a:off x="946500" y="18436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Mercury</a:t>
            </a:r>
            <a:endParaRPr/>
          </a:p>
        </p:txBody>
      </p:sp>
      <p:sp>
        <p:nvSpPr>
          <p:cNvPr id="1125" name="Google Shape;1125;p43"/>
          <p:cNvSpPr txBox="1">
            <a:spLocks noGrp="1"/>
          </p:cNvSpPr>
          <p:nvPr>
            <p:ph type="subTitle" idx="7"/>
          </p:nvPr>
        </p:nvSpPr>
        <p:spPr>
          <a:xfrm>
            <a:off x="6065700" y="2300350"/>
            <a:ext cx="2358300" cy="72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but it’s hot</a:t>
            </a:r>
            <a:endParaRPr/>
          </a:p>
        </p:txBody>
      </p:sp>
      <p:sp>
        <p:nvSpPr>
          <p:cNvPr id="1126" name="Google Shape;1126;p43"/>
          <p:cNvSpPr txBox="1">
            <a:spLocks noGrp="1"/>
          </p:cNvSpPr>
          <p:nvPr>
            <p:ph type="subTitle" idx="8"/>
          </p:nvPr>
        </p:nvSpPr>
        <p:spPr>
          <a:xfrm>
            <a:off x="6065700" y="18436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a:t>
            </a:r>
            <a:endParaRPr/>
          </a:p>
        </p:txBody>
      </p:sp>
      <p:sp>
        <p:nvSpPr>
          <p:cNvPr id="1127" name="Google Shape;1127;p43"/>
          <p:cNvSpPr/>
          <p:nvPr/>
        </p:nvSpPr>
        <p:spPr>
          <a:xfrm>
            <a:off x="3255376" y="177222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28" name="Google Shape;1128;p43"/>
          <p:cNvSpPr/>
          <p:nvPr/>
        </p:nvSpPr>
        <p:spPr>
          <a:xfrm rot="10800000">
            <a:off x="4707438" y="177222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29" name="Google Shape;1129;p43"/>
          <p:cNvSpPr/>
          <p:nvPr/>
        </p:nvSpPr>
        <p:spPr>
          <a:xfrm rot="10800000" flipH="1">
            <a:off x="3255376" y="346067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130" name="Google Shape;1130;p43"/>
          <p:cNvSpPr/>
          <p:nvPr/>
        </p:nvSpPr>
        <p:spPr>
          <a:xfrm>
            <a:off x="4707438" y="3460675"/>
            <a:ext cx="1198065" cy="1081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131" name="Google Shape;1131;p43"/>
          <p:cNvGrpSpPr/>
          <p:nvPr/>
        </p:nvGrpSpPr>
        <p:grpSpPr>
          <a:xfrm>
            <a:off x="5045184" y="3762499"/>
            <a:ext cx="522602" cy="477521"/>
            <a:chOff x="1998851" y="2798462"/>
            <a:chExt cx="393644" cy="359687"/>
          </a:xfrm>
        </p:grpSpPr>
        <p:sp>
          <p:nvSpPr>
            <p:cNvPr id="1132" name="Google Shape;1132;p43"/>
            <p:cNvSpPr/>
            <p:nvPr/>
          </p:nvSpPr>
          <p:spPr>
            <a:xfrm>
              <a:off x="2214920" y="2798462"/>
              <a:ext cx="177569" cy="306109"/>
            </a:xfrm>
            <a:custGeom>
              <a:avLst/>
              <a:gdLst/>
              <a:ahLst/>
              <a:cxnLst/>
              <a:rect l="l" t="t" r="r" b="b"/>
              <a:pathLst>
                <a:path w="4404" h="7592" extrusionOk="0">
                  <a:moveTo>
                    <a:pt x="2116" y="1"/>
                  </a:moveTo>
                  <a:lnTo>
                    <a:pt x="1" y="1645"/>
                  </a:lnTo>
                  <a:lnTo>
                    <a:pt x="1" y="7591"/>
                  </a:lnTo>
                  <a:lnTo>
                    <a:pt x="4403" y="7591"/>
                  </a:lnTo>
                  <a:lnTo>
                    <a:pt x="4403" y="2131"/>
                  </a:lnTo>
                  <a:lnTo>
                    <a:pt x="21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43"/>
            <p:cNvSpPr/>
            <p:nvPr/>
          </p:nvSpPr>
          <p:spPr>
            <a:xfrm>
              <a:off x="1998851" y="2798462"/>
              <a:ext cx="177529" cy="306109"/>
            </a:xfrm>
            <a:custGeom>
              <a:avLst/>
              <a:gdLst/>
              <a:ahLst/>
              <a:cxnLst/>
              <a:rect l="l" t="t" r="r" b="b"/>
              <a:pathLst>
                <a:path w="4403" h="7592" extrusionOk="0">
                  <a:moveTo>
                    <a:pt x="2287" y="1"/>
                  </a:moveTo>
                  <a:lnTo>
                    <a:pt x="0" y="2131"/>
                  </a:lnTo>
                  <a:lnTo>
                    <a:pt x="0" y="7591"/>
                  </a:lnTo>
                  <a:lnTo>
                    <a:pt x="4403" y="7591"/>
                  </a:lnTo>
                  <a:lnTo>
                    <a:pt x="4403" y="1645"/>
                  </a:lnTo>
                  <a:lnTo>
                    <a:pt x="2287"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43"/>
            <p:cNvSpPr/>
            <p:nvPr/>
          </p:nvSpPr>
          <p:spPr>
            <a:xfrm>
              <a:off x="2041509" y="2836523"/>
              <a:ext cx="307763" cy="268047"/>
            </a:xfrm>
            <a:custGeom>
              <a:avLst/>
              <a:gdLst/>
              <a:ahLst/>
              <a:cxnLst/>
              <a:rect l="l" t="t" r="r" b="b"/>
              <a:pathLst>
                <a:path w="7633" h="6648" extrusionOk="0">
                  <a:moveTo>
                    <a:pt x="3816" y="0"/>
                  </a:moveTo>
                  <a:lnTo>
                    <a:pt x="1944" y="1230"/>
                  </a:lnTo>
                  <a:lnTo>
                    <a:pt x="1487" y="2487"/>
                  </a:lnTo>
                  <a:lnTo>
                    <a:pt x="557" y="2859"/>
                  </a:lnTo>
                  <a:lnTo>
                    <a:pt x="0" y="6647"/>
                  </a:lnTo>
                  <a:lnTo>
                    <a:pt x="2129" y="6647"/>
                  </a:lnTo>
                  <a:lnTo>
                    <a:pt x="2544" y="4546"/>
                  </a:lnTo>
                  <a:lnTo>
                    <a:pt x="3831" y="4046"/>
                  </a:lnTo>
                  <a:lnTo>
                    <a:pt x="5102" y="4546"/>
                  </a:lnTo>
                  <a:lnTo>
                    <a:pt x="5517" y="6647"/>
                  </a:lnTo>
                  <a:lnTo>
                    <a:pt x="7633" y="6647"/>
                  </a:lnTo>
                  <a:lnTo>
                    <a:pt x="7418" y="3802"/>
                  </a:lnTo>
                  <a:lnTo>
                    <a:pt x="5918" y="2430"/>
                  </a:lnTo>
                  <a:lnTo>
                    <a:pt x="5417" y="1058"/>
                  </a:lnTo>
                  <a:lnTo>
                    <a:pt x="38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43"/>
            <p:cNvSpPr/>
            <p:nvPr/>
          </p:nvSpPr>
          <p:spPr>
            <a:xfrm>
              <a:off x="2104285" y="2974817"/>
              <a:ext cx="183295" cy="129750"/>
            </a:xfrm>
            <a:custGeom>
              <a:avLst/>
              <a:gdLst/>
              <a:ahLst/>
              <a:cxnLst/>
              <a:rect l="l" t="t" r="r" b="b"/>
              <a:pathLst>
                <a:path w="4546" h="3218" extrusionOk="0">
                  <a:moveTo>
                    <a:pt x="2274" y="1"/>
                  </a:moveTo>
                  <a:lnTo>
                    <a:pt x="487" y="702"/>
                  </a:lnTo>
                  <a:lnTo>
                    <a:pt x="1" y="3217"/>
                  </a:lnTo>
                  <a:lnTo>
                    <a:pt x="4546" y="3217"/>
                  </a:lnTo>
                  <a:lnTo>
                    <a:pt x="4046" y="702"/>
                  </a:lnTo>
                  <a:lnTo>
                    <a:pt x="2274"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43"/>
            <p:cNvSpPr/>
            <p:nvPr/>
          </p:nvSpPr>
          <p:spPr>
            <a:xfrm>
              <a:off x="1998851" y="3081461"/>
              <a:ext cx="393644" cy="76689"/>
            </a:xfrm>
            <a:custGeom>
              <a:avLst/>
              <a:gdLst/>
              <a:ahLst/>
              <a:cxnLst/>
              <a:rect l="l" t="t" r="r" b="b"/>
              <a:pathLst>
                <a:path w="9763" h="1902" extrusionOk="0">
                  <a:moveTo>
                    <a:pt x="0" y="1"/>
                  </a:moveTo>
                  <a:lnTo>
                    <a:pt x="0" y="1901"/>
                  </a:lnTo>
                  <a:lnTo>
                    <a:pt x="9762" y="1901"/>
                  </a:lnTo>
                  <a:lnTo>
                    <a:pt x="976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 name="Google Shape;1137;p43"/>
          <p:cNvGrpSpPr/>
          <p:nvPr/>
        </p:nvGrpSpPr>
        <p:grpSpPr>
          <a:xfrm>
            <a:off x="3593139" y="2105445"/>
            <a:ext cx="522539" cy="414733"/>
            <a:chOff x="2677740" y="2822130"/>
            <a:chExt cx="393597" cy="312393"/>
          </a:xfrm>
        </p:grpSpPr>
        <p:sp>
          <p:nvSpPr>
            <p:cNvPr id="1138" name="Google Shape;1138;p43"/>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43"/>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43"/>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43"/>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43"/>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4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4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4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4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4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4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4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4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 name="Google Shape;1151;p43"/>
          <p:cNvGrpSpPr/>
          <p:nvPr/>
        </p:nvGrpSpPr>
        <p:grpSpPr>
          <a:xfrm>
            <a:off x="3660792" y="3740346"/>
            <a:ext cx="387222" cy="521844"/>
            <a:chOff x="2050096" y="3495818"/>
            <a:chExt cx="291671" cy="393073"/>
          </a:xfrm>
        </p:grpSpPr>
        <p:sp>
          <p:nvSpPr>
            <p:cNvPr id="1152" name="Google Shape;1152;p43"/>
            <p:cNvSpPr/>
            <p:nvPr/>
          </p:nvSpPr>
          <p:spPr>
            <a:xfrm>
              <a:off x="2136540" y="3737288"/>
              <a:ext cx="71528" cy="151603"/>
            </a:xfrm>
            <a:custGeom>
              <a:avLst/>
              <a:gdLst/>
              <a:ahLst/>
              <a:cxnLst/>
              <a:rect l="l" t="t" r="r" b="b"/>
              <a:pathLst>
                <a:path w="1774" h="3760" extrusionOk="0">
                  <a:moveTo>
                    <a:pt x="1202" y="1"/>
                  </a:moveTo>
                  <a:lnTo>
                    <a:pt x="1202" y="2002"/>
                  </a:lnTo>
                  <a:cubicBezTo>
                    <a:pt x="1202" y="2659"/>
                    <a:pt x="658" y="3187"/>
                    <a:pt x="1" y="3187"/>
                  </a:cubicBezTo>
                  <a:lnTo>
                    <a:pt x="1" y="3759"/>
                  </a:lnTo>
                  <a:cubicBezTo>
                    <a:pt x="973" y="3759"/>
                    <a:pt x="1773" y="2974"/>
                    <a:pt x="1773" y="2002"/>
                  </a:cubicBezTo>
                  <a:lnTo>
                    <a:pt x="1773"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43"/>
            <p:cNvSpPr/>
            <p:nvPr/>
          </p:nvSpPr>
          <p:spPr>
            <a:xfrm>
              <a:off x="2050096" y="3495818"/>
              <a:ext cx="145878" cy="145837"/>
            </a:xfrm>
            <a:custGeom>
              <a:avLst/>
              <a:gdLst/>
              <a:ahLst/>
              <a:cxnLst/>
              <a:rect l="l" t="t" r="r" b="b"/>
              <a:pathLst>
                <a:path w="3618" h="3617" extrusionOk="0">
                  <a:moveTo>
                    <a:pt x="2459" y="0"/>
                  </a:moveTo>
                  <a:cubicBezTo>
                    <a:pt x="2160" y="0"/>
                    <a:pt x="1888" y="114"/>
                    <a:pt x="1659" y="315"/>
                  </a:cubicBezTo>
                  <a:cubicBezTo>
                    <a:pt x="1430" y="529"/>
                    <a:pt x="1302" y="829"/>
                    <a:pt x="1287" y="1158"/>
                  </a:cubicBezTo>
                  <a:cubicBezTo>
                    <a:pt x="1287" y="1201"/>
                    <a:pt x="1287" y="1244"/>
                    <a:pt x="1302" y="1301"/>
                  </a:cubicBezTo>
                  <a:cubicBezTo>
                    <a:pt x="1259" y="1286"/>
                    <a:pt x="1216" y="1286"/>
                    <a:pt x="1173" y="1286"/>
                  </a:cubicBezTo>
                  <a:cubicBezTo>
                    <a:pt x="873" y="1286"/>
                    <a:pt x="573" y="1401"/>
                    <a:pt x="359" y="1616"/>
                  </a:cubicBezTo>
                  <a:cubicBezTo>
                    <a:pt x="130" y="1830"/>
                    <a:pt x="1" y="2130"/>
                    <a:pt x="1" y="2445"/>
                  </a:cubicBezTo>
                  <a:cubicBezTo>
                    <a:pt x="1" y="2773"/>
                    <a:pt x="115" y="3074"/>
                    <a:pt x="344" y="3288"/>
                  </a:cubicBezTo>
                  <a:lnTo>
                    <a:pt x="373" y="3316"/>
                  </a:lnTo>
                  <a:cubicBezTo>
                    <a:pt x="573" y="3503"/>
                    <a:pt x="845" y="3617"/>
                    <a:pt x="1131" y="3617"/>
                  </a:cubicBezTo>
                  <a:lnTo>
                    <a:pt x="3618" y="3617"/>
                  </a:lnTo>
                  <a:lnTo>
                    <a:pt x="3618" y="1130"/>
                  </a:lnTo>
                  <a:cubicBezTo>
                    <a:pt x="3618" y="829"/>
                    <a:pt x="3503" y="558"/>
                    <a:pt x="3303" y="358"/>
                  </a:cubicBezTo>
                  <a:cubicBezTo>
                    <a:pt x="3288" y="343"/>
                    <a:pt x="3288" y="329"/>
                    <a:pt x="3275" y="329"/>
                  </a:cubicBezTo>
                  <a:cubicBezTo>
                    <a:pt x="3060" y="114"/>
                    <a:pt x="2774" y="0"/>
                    <a:pt x="245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43"/>
            <p:cNvSpPr/>
            <p:nvPr/>
          </p:nvSpPr>
          <p:spPr>
            <a:xfrm>
              <a:off x="2050096" y="3641612"/>
              <a:ext cx="145878" cy="145273"/>
            </a:xfrm>
            <a:custGeom>
              <a:avLst/>
              <a:gdLst/>
              <a:ahLst/>
              <a:cxnLst/>
              <a:rect l="l" t="t" r="r" b="b"/>
              <a:pathLst>
                <a:path w="3618" h="3603" extrusionOk="0">
                  <a:moveTo>
                    <a:pt x="1131" y="1"/>
                  </a:moveTo>
                  <a:cubicBezTo>
                    <a:pt x="845" y="1"/>
                    <a:pt x="559" y="100"/>
                    <a:pt x="359" y="300"/>
                  </a:cubicBezTo>
                  <a:cubicBezTo>
                    <a:pt x="344" y="315"/>
                    <a:pt x="344" y="329"/>
                    <a:pt x="330" y="329"/>
                  </a:cubicBezTo>
                  <a:cubicBezTo>
                    <a:pt x="115" y="558"/>
                    <a:pt x="1" y="844"/>
                    <a:pt x="1" y="1144"/>
                  </a:cubicBezTo>
                  <a:cubicBezTo>
                    <a:pt x="1" y="1444"/>
                    <a:pt x="115" y="1730"/>
                    <a:pt x="315" y="1945"/>
                  </a:cubicBezTo>
                  <a:cubicBezTo>
                    <a:pt x="530" y="2187"/>
                    <a:pt x="830" y="2316"/>
                    <a:pt x="1159" y="2316"/>
                  </a:cubicBezTo>
                  <a:lnTo>
                    <a:pt x="1302" y="2316"/>
                  </a:lnTo>
                  <a:cubicBezTo>
                    <a:pt x="1287" y="2359"/>
                    <a:pt x="1287" y="2402"/>
                    <a:pt x="1287" y="2431"/>
                  </a:cubicBezTo>
                  <a:cubicBezTo>
                    <a:pt x="1287" y="2745"/>
                    <a:pt x="1402" y="3031"/>
                    <a:pt x="1617" y="3245"/>
                  </a:cubicBezTo>
                  <a:cubicBezTo>
                    <a:pt x="1845" y="3474"/>
                    <a:pt x="2131" y="3603"/>
                    <a:pt x="2459" y="3603"/>
                  </a:cubicBezTo>
                  <a:cubicBezTo>
                    <a:pt x="2774" y="3603"/>
                    <a:pt x="3075" y="3488"/>
                    <a:pt x="3288" y="3260"/>
                  </a:cubicBezTo>
                  <a:cubicBezTo>
                    <a:pt x="3303" y="3245"/>
                    <a:pt x="3317" y="3245"/>
                    <a:pt x="3317" y="3231"/>
                  </a:cubicBezTo>
                  <a:cubicBezTo>
                    <a:pt x="3517" y="3031"/>
                    <a:pt x="3618" y="2759"/>
                    <a:pt x="3618" y="2473"/>
                  </a:cubicBezTo>
                  <a:lnTo>
                    <a:pt x="3618"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4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00AA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4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4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4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43"/>
          <p:cNvGrpSpPr/>
          <p:nvPr/>
        </p:nvGrpSpPr>
        <p:grpSpPr>
          <a:xfrm>
            <a:off x="5099103" y="2051896"/>
            <a:ext cx="414741" cy="521839"/>
            <a:chOff x="2718623" y="3495818"/>
            <a:chExt cx="312399" cy="393070"/>
          </a:xfrm>
        </p:grpSpPr>
        <p:sp>
          <p:nvSpPr>
            <p:cNvPr id="1160" name="Google Shape;1160;p43"/>
            <p:cNvSpPr/>
            <p:nvPr/>
          </p:nvSpPr>
          <p:spPr>
            <a:xfrm>
              <a:off x="2828129" y="3828328"/>
              <a:ext cx="23063" cy="49029"/>
            </a:xfrm>
            <a:custGeom>
              <a:avLst/>
              <a:gdLst/>
              <a:ahLst/>
              <a:cxnLst/>
              <a:rect l="l" t="t" r="r" b="b"/>
              <a:pathLst>
                <a:path w="572" h="1216" extrusionOk="0">
                  <a:moveTo>
                    <a:pt x="0" y="1"/>
                  </a:moveTo>
                  <a:lnTo>
                    <a:pt x="0" y="1215"/>
                  </a:lnTo>
                  <a:lnTo>
                    <a:pt x="572" y="1215"/>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4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4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4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4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43"/>
            <p:cNvSpPr/>
            <p:nvPr/>
          </p:nvSpPr>
          <p:spPr>
            <a:xfrm>
              <a:off x="2817203" y="3495818"/>
              <a:ext cx="191359" cy="344091"/>
            </a:xfrm>
            <a:custGeom>
              <a:avLst/>
              <a:gdLst/>
              <a:ahLst/>
              <a:cxnLst/>
              <a:rect l="l" t="t" r="r" b="b"/>
              <a:pathLst>
                <a:path w="4746" h="8534" extrusionOk="0">
                  <a:moveTo>
                    <a:pt x="2544" y="0"/>
                  </a:moveTo>
                  <a:cubicBezTo>
                    <a:pt x="1815" y="0"/>
                    <a:pt x="1157" y="429"/>
                    <a:pt x="858" y="1086"/>
                  </a:cubicBezTo>
                  <a:lnTo>
                    <a:pt x="0" y="3017"/>
                  </a:lnTo>
                  <a:lnTo>
                    <a:pt x="0" y="8534"/>
                  </a:lnTo>
                  <a:lnTo>
                    <a:pt x="572" y="8534"/>
                  </a:lnTo>
                  <a:cubicBezTo>
                    <a:pt x="2472" y="8534"/>
                    <a:pt x="4002" y="6990"/>
                    <a:pt x="4002" y="5089"/>
                  </a:cubicBezTo>
                  <a:lnTo>
                    <a:pt x="4002" y="3331"/>
                  </a:lnTo>
                  <a:lnTo>
                    <a:pt x="4202" y="3131"/>
                  </a:lnTo>
                  <a:cubicBezTo>
                    <a:pt x="4545" y="2788"/>
                    <a:pt x="4745" y="2330"/>
                    <a:pt x="4745" y="1830"/>
                  </a:cubicBezTo>
                  <a:cubicBezTo>
                    <a:pt x="4745" y="815"/>
                    <a:pt x="3916" y="0"/>
                    <a:pt x="29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3"/>
            <p:cNvSpPr/>
            <p:nvPr/>
          </p:nvSpPr>
          <p:spPr>
            <a:xfrm>
              <a:off x="2718623" y="3608752"/>
              <a:ext cx="187367" cy="231719"/>
            </a:xfrm>
            <a:custGeom>
              <a:avLst/>
              <a:gdLst/>
              <a:ahLst/>
              <a:cxnLst/>
              <a:rect l="l" t="t" r="r" b="b"/>
              <a:pathLst>
                <a:path w="4647" h="5747" extrusionOk="0">
                  <a:moveTo>
                    <a:pt x="2545" y="1"/>
                  </a:moveTo>
                  <a:lnTo>
                    <a:pt x="0" y="5747"/>
                  </a:lnTo>
                  <a:lnTo>
                    <a:pt x="2602" y="5747"/>
                  </a:lnTo>
                  <a:cubicBezTo>
                    <a:pt x="3731" y="5747"/>
                    <a:pt x="4646" y="4847"/>
                    <a:pt x="4646" y="3717"/>
                  </a:cubicBezTo>
                  <a:lnTo>
                    <a:pt x="4646" y="2030"/>
                  </a:lnTo>
                  <a:cubicBezTo>
                    <a:pt x="4646" y="902"/>
                    <a:pt x="3731" y="1"/>
                    <a:pt x="2602"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3"/>
            <p:cNvSpPr/>
            <p:nvPr/>
          </p:nvSpPr>
          <p:spPr>
            <a:xfrm>
              <a:off x="2719228" y="3865785"/>
              <a:ext cx="311795" cy="23103"/>
            </a:xfrm>
            <a:custGeom>
              <a:avLst/>
              <a:gdLst/>
              <a:ahLst/>
              <a:cxnLst/>
              <a:rect l="l" t="t" r="r" b="b"/>
              <a:pathLst>
                <a:path w="7733" h="573" extrusionOk="0">
                  <a:moveTo>
                    <a:pt x="0" y="0"/>
                  </a:moveTo>
                  <a:lnTo>
                    <a:pt x="0" y="572"/>
                  </a:lnTo>
                  <a:lnTo>
                    <a:pt x="7732" y="572"/>
                  </a:lnTo>
                  <a:lnTo>
                    <a:pt x="773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4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173"/>
        <p:cNvGrpSpPr/>
        <p:nvPr/>
      </p:nvGrpSpPr>
      <p:grpSpPr>
        <a:xfrm>
          <a:off x="0" y="0"/>
          <a:ext cx="0" cy="0"/>
          <a:chOff x="0" y="0"/>
          <a:chExt cx="0" cy="0"/>
        </a:xfrm>
      </p:grpSpPr>
      <p:cxnSp>
        <p:nvCxnSpPr>
          <p:cNvPr id="1174" name="Google Shape;1174;p44"/>
          <p:cNvCxnSpPr/>
          <p:nvPr/>
        </p:nvCxnSpPr>
        <p:spPr>
          <a:xfrm>
            <a:off x="5580675" y="2156350"/>
            <a:ext cx="653700" cy="0"/>
          </a:xfrm>
          <a:prstGeom prst="straightConnector1">
            <a:avLst/>
          </a:prstGeom>
          <a:noFill/>
          <a:ln w="19050" cap="flat" cmpd="sng">
            <a:solidFill>
              <a:schemeClr val="accent6"/>
            </a:solidFill>
            <a:prstDash val="solid"/>
            <a:round/>
            <a:headEnd type="oval" w="med" len="med"/>
            <a:tailEnd type="none" w="med" len="med"/>
          </a:ln>
        </p:spPr>
      </p:cxnSp>
      <p:cxnSp>
        <p:nvCxnSpPr>
          <p:cNvPr id="1175" name="Google Shape;1175;p44"/>
          <p:cNvCxnSpPr/>
          <p:nvPr/>
        </p:nvCxnSpPr>
        <p:spPr>
          <a:xfrm>
            <a:off x="5565075" y="3829475"/>
            <a:ext cx="669300" cy="0"/>
          </a:xfrm>
          <a:prstGeom prst="straightConnector1">
            <a:avLst/>
          </a:prstGeom>
          <a:noFill/>
          <a:ln w="19050" cap="flat" cmpd="sng">
            <a:solidFill>
              <a:schemeClr val="accent6"/>
            </a:solidFill>
            <a:prstDash val="solid"/>
            <a:round/>
            <a:headEnd type="oval" w="med" len="med"/>
            <a:tailEnd type="none" w="med" len="med"/>
          </a:ln>
        </p:spPr>
      </p:cxnSp>
      <p:cxnSp>
        <p:nvCxnSpPr>
          <p:cNvPr id="1176" name="Google Shape;1176;p44"/>
          <p:cNvCxnSpPr/>
          <p:nvPr/>
        </p:nvCxnSpPr>
        <p:spPr>
          <a:xfrm>
            <a:off x="2925275" y="2156350"/>
            <a:ext cx="653700" cy="0"/>
          </a:xfrm>
          <a:prstGeom prst="straightConnector1">
            <a:avLst/>
          </a:prstGeom>
          <a:noFill/>
          <a:ln w="19050" cap="flat" cmpd="sng">
            <a:solidFill>
              <a:schemeClr val="accent6"/>
            </a:solidFill>
            <a:prstDash val="solid"/>
            <a:round/>
            <a:headEnd type="none" w="med" len="med"/>
            <a:tailEnd type="oval" w="med" len="med"/>
          </a:ln>
        </p:spPr>
      </p:cxnSp>
      <p:cxnSp>
        <p:nvCxnSpPr>
          <p:cNvPr id="1177" name="Google Shape;1177;p44"/>
          <p:cNvCxnSpPr/>
          <p:nvPr/>
        </p:nvCxnSpPr>
        <p:spPr>
          <a:xfrm>
            <a:off x="2909675" y="3829475"/>
            <a:ext cx="669300" cy="0"/>
          </a:xfrm>
          <a:prstGeom prst="straightConnector1">
            <a:avLst/>
          </a:prstGeom>
          <a:noFill/>
          <a:ln w="19050" cap="flat" cmpd="sng">
            <a:solidFill>
              <a:schemeClr val="accent6"/>
            </a:solidFill>
            <a:prstDash val="solid"/>
            <a:round/>
            <a:headEnd type="none" w="med" len="med"/>
            <a:tailEnd type="oval" w="med" len="med"/>
          </a:ln>
        </p:spPr>
      </p:cxnSp>
      <p:sp>
        <p:nvSpPr>
          <p:cNvPr id="1178" name="Google Shape;1178;p44"/>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179" name="Google Shape;1179;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graph</a:t>
            </a:r>
            <a:endParaRPr/>
          </a:p>
        </p:txBody>
      </p:sp>
      <p:sp>
        <p:nvSpPr>
          <p:cNvPr id="1180" name="Google Shape;1180;p44"/>
          <p:cNvSpPr/>
          <p:nvPr/>
        </p:nvSpPr>
        <p:spPr>
          <a:xfrm>
            <a:off x="7199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1" name="Google Shape;1181;p44"/>
          <p:cNvSpPr/>
          <p:nvPr/>
        </p:nvSpPr>
        <p:spPr>
          <a:xfrm flipH="1">
            <a:off x="719988"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2" name="Google Shape;1182;p44"/>
          <p:cNvSpPr txBox="1">
            <a:spLocks noGrp="1"/>
          </p:cNvSpPr>
          <p:nvPr>
            <p:ph type="subTitle" idx="4294967295"/>
          </p:nvPr>
        </p:nvSpPr>
        <p:spPr>
          <a:xfrm>
            <a:off x="777875" y="4045450"/>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183" name="Google Shape;1183;p44"/>
          <p:cNvSpPr txBox="1">
            <a:spLocks noGrp="1"/>
          </p:cNvSpPr>
          <p:nvPr>
            <p:ph type="subTitle" idx="4294967295"/>
          </p:nvPr>
        </p:nvSpPr>
        <p:spPr>
          <a:xfrm>
            <a:off x="777875" y="36649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184" name="Google Shape;1184;p44"/>
          <p:cNvSpPr txBox="1">
            <a:spLocks noGrp="1"/>
          </p:cNvSpPr>
          <p:nvPr>
            <p:ph type="subTitle" idx="4294967295"/>
          </p:nvPr>
        </p:nvSpPr>
        <p:spPr>
          <a:xfrm>
            <a:off x="777875" y="237232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the closest planet to the Sun</a:t>
            </a:r>
            <a:endParaRPr/>
          </a:p>
        </p:txBody>
      </p:sp>
      <p:sp>
        <p:nvSpPr>
          <p:cNvPr id="1185" name="Google Shape;1185;p44"/>
          <p:cNvSpPr txBox="1">
            <a:spLocks noGrp="1"/>
          </p:cNvSpPr>
          <p:nvPr>
            <p:ph type="subTitle" idx="4294967295"/>
          </p:nvPr>
        </p:nvSpPr>
        <p:spPr>
          <a:xfrm>
            <a:off x="777875" y="19918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186" name="Google Shape;1186;p44"/>
          <p:cNvSpPr/>
          <p:nvPr/>
        </p:nvSpPr>
        <p:spPr>
          <a:xfrm>
            <a:off x="61764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7" name="Google Shape;1187;p44"/>
          <p:cNvSpPr/>
          <p:nvPr/>
        </p:nvSpPr>
        <p:spPr>
          <a:xfrm flipH="1">
            <a:off x="6176488"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188" name="Google Shape;1188;p44"/>
          <p:cNvSpPr txBox="1">
            <a:spLocks noGrp="1"/>
          </p:cNvSpPr>
          <p:nvPr>
            <p:ph type="subTitle" idx="4294967295"/>
          </p:nvPr>
        </p:nvSpPr>
        <p:spPr>
          <a:xfrm>
            <a:off x="5855475" y="4045450"/>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Earth is the only planet in our System with life</a:t>
            </a:r>
            <a:endParaRPr/>
          </a:p>
        </p:txBody>
      </p:sp>
      <p:sp>
        <p:nvSpPr>
          <p:cNvPr id="1189" name="Google Shape;1189;p44"/>
          <p:cNvSpPr txBox="1">
            <a:spLocks noGrp="1"/>
          </p:cNvSpPr>
          <p:nvPr>
            <p:ph type="subTitle" idx="4294967295"/>
          </p:nvPr>
        </p:nvSpPr>
        <p:spPr>
          <a:xfrm>
            <a:off x="6234375" y="36649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Earth</a:t>
            </a:r>
            <a:endParaRPr sz="2500">
              <a:solidFill>
                <a:schemeClr val="lt1"/>
              </a:solidFill>
              <a:latin typeface="Freckle Face"/>
              <a:ea typeface="Freckle Face"/>
              <a:cs typeface="Freckle Face"/>
              <a:sym typeface="Freckle Face"/>
            </a:endParaRPr>
          </a:p>
        </p:txBody>
      </p:sp>
      <p:sp>
        <p:nvSpPr>
          <p:cNvPr id="1190" name="Google Shape;1190;p44"/>
          <p:cNvSpPr txBox="1">
            <a:spLocks noGrp="1"/>
          </p:cNvSpPr>
          <p:nvPr>
            <p:ph type="subTitle" idx="4294967295"/>
          </p:nvPr>
        </p:nvSpPr>
        <p:spPr>
          <a:xfrm>
            <a:off x="5855475" y="2372325"/>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Saturn is a gas giant and it has several rings</a:t>
            </a:r>
            <a:endParaRPr/>
          </a:p>
        </p:txBody>
      </p:sp>
      <p:sp>
        <p:nvSpPr>
          <p:cNvPr id="1191" name="Google Shape;1191;p44"/>
          <p:cNvSpPr txBox="1">
            <a:spLocks noGrp="1"/>
          </p:cNvSpPr>
          <p:nvPr>
            <p:ph type="subTitle" idx="4294967295"/>
          </p:nvPr>
        </p:nvSpPr>
        <p:spPr>
          <a:xfrm>
            <a:off x="6234375" y="1991800"/>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Saturn</a:t>
            </a:r>
            <a:endParaRPr sz="2500">
              <a:solidFill>
                <a:schemeClr val="lt1"/>
              </a:solidFill>
              <a:latin typeface="Freckle Face"/>
              <a:ea typeface="Freckle Face"/>
              <a:cs typeface="Freckle Face"/>
              <a:sym typeface="Freckle Face"/>
            </a:endParaRPr>
          </a:p>
        </p:txBody>
      </p:sp>
      <p:sp>
        <p:nvSpPr>
          <p:cNvPr id="1192" name="Google Shape;1192;p44"/>
          <p:cNvSpPr txBox="1"/>
          <p:nvPr/>
        </p:nvSpPr>
        <p:spPr>
          <a:xfrm>
            <a:off x="3212275" y="3994025"/>
            <a:ext cx="2719500" cy="70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oda"/>
                <a:ea typeface="Coda"/>
                <a:cs typeface="Coda"/>
                <a:sym typeface="Coda"/>
              </a:rPr>
              <a:t>Follow the link in the graph to modify its data and then paste the new one here. </a:t>
            </a:r>
            <a:r>
              <a:rPr lang="en" sz="1200">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For more info, </a:t>
            </a:r>
            <a:r>
              <a:rPr lang="en" sz="12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click here</a:t>
            </a:r>
            <a:endParaRPr sz="1200" b="1">
              <a:solidFill>
                <a:schemeClr val="dk1"/>
              </a:solidFill>
              <a:latin typeface="Coda"/>
              <a:ea typeface="Coda"/>
              <a:cs typeface="Coda"/>
              <a:sym typeface="Coda"/>
            </a:endParaRPr>
          </a:p>
        </p:txBody>
      </p:sp>
      <p:sp>
        <p:nvSpPr>
          <p:cNvPr id="1193" name="Google Shape;1193;p44"/>
          <p:cNvSpPr txBox="1">
            <a:spLocks noGrp="1"/>
          </p:cNvSpPr>
          <p:nvPr>
            <p:ph type="subTitle" idx="4294967295"/>
          </p:nvPr>
        </p:nvSpPr>
        <p:spPr>
          <a:xfrm>
            <a:off x="777875" y="32443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10%</a:t>
            </a:r>
            <a:endParaRPr sz="2500">
              <a:latin typeface="Freckle Face"/>
              <a:ea typeface="Freckle Face"/>
              <a:cs typeface="Freckle Face"/>
              <a:sym typeface="Freckle Face"/>
            </a:endParaRPr>
          </a:p>
        </p:txBody>
      </p:sp>
      <p:sp>
        <p:nvSpPr>
          <p:cNvPr id="1194" name="Google Shape;1194;p44"/>
          <p:cNvSpPr txBox="1">
            <a:spLocks noGrp="1"/>
          </p:cNvSpPr>
          <p:nvPr>
            <p:ph type="subTitle" idx="4294967295"/>
          </p:nvPr>
        </p:nvSpPr>
        <p:spPr>
          <a:xfrm>
            <a:off x="777875" y="15711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30%</a:t>
            </a:r>
            <a:endParaRPr sz="2500">
              <a:latin typeface="Freckle Face"/>
              <a:ea typeface="Freckle Face"/>
              <a:cs typeface="Freckle Face"/>
              <a:sym typeface="Freckle Face"/>
            </a:endParaRPr>
          </a:p>
        </p:txBody>
      </p:sp>
      <p:sp>
        <p:nvSpPr>
          <p:cNvPr id="1195" name="Google Shape;1195;p44"/>
          <p:cNvSpPr txBox="1">
            <a:spLocks noGrp="1"/>
          </p:cNvSpPr>
          <p:nvPr>
            <p:ph type="subTitle" idx="4294967295"/>
          </p:nvPr>
        </p:nvSpPr>
        <p:spPr>
          <a:xfrm>
            <a:off x="6234375" y="3244300"/>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40%</a:t>
            </a:r>
            <a:endParaRPr sz="2500">
              <a:latin typeface="Freckle Face"/>
              <a:ea typeface="Freckle Face"/>
              <a:cs typeface="Freckle Face"/>
              <a:sym typeface="Freckle Face"/>
            </a:endParaRPr>
          </a:p>
        </p:txBody>
      </p:sp>
      <p:sp>
        <p:nvSpPr>
          <p:cNvPr id="1196" name="Google Shape;1196;p44"/>
          <p:cNvSpPr txBox="1">
            <a:spLocks noGrp="1"/>
          </p:cNvSpPr>
          <p:nvPr>
            <p:ph type="subTitle" idx="4294967295"/>
          </p:nvPr>
        </p:nvSpPr>
        <p:spPr>
          <a:xfrm>
            <a:off x="6234375" y="157117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20%</a:t>
            </a:r>
            <a:endParaRPr sz="2500">
              <a:latin typeface="Freckle Face"/>
              <a:ea typeface="Freckle Face"/>
              <a:cs typeface="Freckle Face"/>
              <a:sym typeface="Freckle Face"/>
            </a:endParaRPr>
          </a:p>
        </p:txBody>
      </p:sp>
      <p:pic>
        <p:nvPicPr>
          <p:cNvPr id="1197" name="Google Shape;1197;p44" title="Chart">
            <a:hlinkClick r:id="rId4"/>
          </p:cNvPr>
          <p:cNvPicPr preferRelativeResize="0"/>
          <p:nvPr/>
        </p:nvPicPr>
        <p:blipFill>
          <a:blip r:embed="rId5">
            <a:alphaModFix/>
          </a:blip>
          <a:stretch>
            <a:fillRect/>
          </a:stretch>
        </p:blipFill>
        <p:spPr>
          <a:xfrm>
            <a:off x="3288525" y="1736947"/>
            <a:ext cx="2566950" cy="243565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201"/>
        <p:cNvGrpSpPr/>
        <p:nvPr/>
      </p:nvGrpSpPr>
      <p:grpSpPr>
        <a:xfrm>
          <a:off x="0" y="0"/>
          <a:ext cx="0" cy="0"/>
          <a:chOff x="0" y="0"/>
          <a:chExt cx="0" cy="0"/>
        </a:xfrm>
      </p:grpSpPr>
      <p:sp>
        <p:nvSpPr>
          <p:cNvPr id="1202" name="Google Shape;1202;p45"/>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03" name="Google Shape;1203;p45"/>
          <p:cNvSpPr/>
          <p:nvPr/>
        </p:nvSpPr>
        <p:spPr>
          <a:xfrm>
            <a:off x="870275"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4" name="Google Shape;1204;p45"/>
          <p:cNvSpPr/>
          <p:nvPr/>
        </p:nvSpPr>
        <p:spPr>
          <a:xfrm flipH="1">
            <a:off x="3448237"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5" name="Google Shape;1205;p45"/>
          <p:cNvSpPr/>
          <p:nvPr/>
        </p:nvSpPr>
        <p:spPr>
          <a:xfrm flipH="1">
            <a:off x="6026275"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6" name="Google Shape;1206;p45"/>
          <p:cNvSpPr/>
          <p:nvPr/>
        </p:nvSpPr>
        <p:spPr>
          <a:xfrm>
            <a:off x="6026275"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7" name="Google Shape;1207;p45"/>
          <p:cNvSpPr/>
          <p:nvPr/>
        </p:nvSpPr>
        <p:spPr>
          <a:xfrm>
            <a:off x="3448312"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8" name="Google Shape;1208;p45"/>
          <p:cNvSpPr/>
          <p:nvPr/>
        </p:nvSpPr>
        <p:spPr>
          <a:xfrm flipH="1">
            <a:off x="870275" y="19204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209" name="Google Shape;1209;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These are six columns</a:t>
            </a:r>
            <a:endParaRPr/>
          </a:p>
        </p:txBody>
      </p:sp>
      <p:sp>
        <p:nvSpPr>
          <p:cNvPr id="1210" name="Google Shape;1210;p45"/>
          <p:cNvSpPr txBox="1">
            <a:spLocks noGrp="1"/>
          </p:cNvSpPr>
          <p:nvPr>
            <p:ph type="subTitle" idx="1"/>
          </p:nvPr>
        </p:nvSpPr>
        <p:spPr>
          <a:xfrm>
            <a:off x="72000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farthest planet from the Sun</a:t>
            </a:r>
            <a:endParaRPr/>
          </a:p>
        </p:txBody>
      </p:sp>
      <p:sp>
        <p:nvSpPr>
          <p:cNvPr id="1211" name="Google Shape;1211;p45"/>
          <p:cNvSpPr txBox="1">
            <a:spLocks noGrp="1"/>
          </p:cNvSpPr>
          <p:nvPr>
            <p:ph type="subTitle" idx="2"/>
          </p:nvPr>
        </p:nvSpPr>
        <p:spPr>
          <a:xfrm>
            <a:off x="331665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in our System</a:t>
            </a:r>
            <a:endParaRPr/>
          </a:p>
        </p:txBody>
      </p:sp>
      <p:sp>
        <p:nvSpPr>
          <p:cNvPr id="1212" name="Google Shape;1212;p45"/>
          <p:cNvSpPr txBox="1">
            <a:spLocks noGrp="1"/>
          </p:cNvSpPr>
          <p:nvPr>
            <p:ph type="subTitle" idx="3"/>
          </p:nvPr>
        </p:nvSpPr>
        <p:spPr>
          <a:xfrm>
            <a:off x="90950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1213" name="Google Shape;1213;p45"/>
          <p:cNvSpPr txBox="1">
            <a:spLocks noGrp="1"/>
          </p:cNvSpPr>
          <p:nvPr>
            <p:ph type="subTitle" idx="4"/>
          </p:nvPr>
        </p:nvSpPr>
        <p:spPr>
          <a:xfrm>
            <a:off x="350610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1214" name="Google Shape;1214;p45"/>
          <p:cNvSpPr txBox="1">
            <a:spLocks noGrp="1"/>
          </p:cNvSpPr>
          <p:nvPr>
            <p:ph type="subTitle" idx="5"/>
          </p:nvPr>
        </p:nvSpPr>
        <p:spPr>
          <a:xfrm>
            <a:off x="5913300" y="4045450"/>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Earth is the planet where we all live on</a:t>
            </a:r>
            <a:endParaRPr/>
          </a:p>
        </p:txBody>
      </p:sp>
      <p:sp>
        <p:nvSpPr>
          <p:cNvPr id="1215" name="Google Shape;1215;p45"/>
          <p:cNvSpPr txBox="1">
            <a:spLocks noGrp="1"/>
          </p:cNvSpPr>
          <p:nvPr>
            <p:ph type="subTitle" idx="6"/>
          </p:nvPr>
        </p:nvSpPr>
        <p:spPr>
          <a:xfrm>
            <a:off x="6102750" y="366492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Earth</a:t>
            </a:r>
            <a:endParaRPr/>
          </a:p>
        </p:txBody>
      </p:sp>
      <p:sp>
        <p:nvSpPr>
          <p:cNvPr id="1216" name="Google Shape;1216;p45"/>
          <p:cNvSpPr txBox="1">
            <a:spLocks noGrp="1"/>
          </p:cNvSpPr>
          <p:nvPr>
            <p:ph type="subTitle" idx="7"/>
          </p:nvPr>
        </p:nvSpPr>
        <p:spPr>
          <a:xfrm>
            <a:off x="72000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217" name="Google Shape;1217;p45"/>
          <p:cNvSpPr txBox="1">
            <a:spLocks noGrp="1"/>
          </p:cNvSpPr>
          <p:nvPr>
            <p:ph type="subTitle" idx="8"/>
          </p:nvPr>
        </p:nvSpPr>
        <p:spPr>
          <a:xfrm>
            <a:off x="331665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1218" name="Google Shape;1218;p45"/>
          <p:cNvSpPr txBox="1">
            <a:spLocks noGrp="1"/>
          </p:cNvSpPr>
          <p:nvPr>
            <p:ph type="subTitle" idx="9"/>
          </p:nvPr>
        </p:nvSpPr>
        <p:spPr>
          <a:xfrm>
            <a:off x="909500"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1219" name="Google Shape;1219;p45"/>
          <p:cNvSpPr txBox="1">
            <a:spLocks noGrp="1"/>
          </p:cNvSpPr>
          <p:nvPr>
            <p:ph type="subTitle" idx="13"/>
          </p:nvPr>
        </p:nvSpPr>
        <p:spPr>
          <a:xfrm>
            <a:off x="3506125"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220" name="Google Shape;1220;p45"/>
          <p:cNvSpPr txBox="1">
            <a:spLocks noGrp="1"/>
          </p:cNvSpPr>
          <p:nvPr>
            <p:ph type="subTitle" idx="14"/>
          </p:nvPr>
        </p:nvSpPr>
        <p:spPr>
          <a:xfrm>
            <a:off x="5913300" y="2372325"/>
            <a:ext cx="2510700" cy="70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1221" name="Google Shape;1221;p45"/>
          <p:cNvSpPr txBox="1">
            <a:spLocks noGrp="1"/>
          </p:cNvSpPr>
          <p:nvPr>
            <p:ph type="subTitle" idx="15"/>
          </p:nvPr>
        </p:nvSpPr>
        <p:spPr>
          <a:xfrm>
            <a:off x="6102750" y="1991800"/>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222" name="Google Shape;1222;p45"/>
          <p:cNvSpPr/>
          <p:nvPr/>
        </p:nvSpPr>
        <p:spPr>
          <a:xfrm>
            <a:off x="1684001"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3" name="Google Shape;1223;p45"/>
          <p:cNvSpPr/>
          <p:nvPr/>
        </p:nvSpPr>
        <p:spPr>
          <a:xfrm flipH="1">
            <a:off x="4280738"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4" name="Google Shape;1224;p45"/>
          <p:cNvSpPr/>
          <p:nvPr/>
        </p:nvSpPr>
        <p:spPr>
          <a:xfrm rot="10800000" flipH="1">
            <a:off x="6877463" y="134873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5" name="Google Shape;1225;p45"/>
          <p:cNvSpPr/>
          <p:nvPr/>
        </p:nvSpPr>
        <p:spPr>
          <a:xfrm>
            <a:off x="1684001"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6" name="Google Shape;1226;p45"/>
          <p:cNvSpPr/>
          <p:nvPr/>
        </p:nvSpPr>
        <p:spPr>
          <a:xfrm rot="10800000" flipH="1">
            <a:off x="4280738"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27" name="Google Shape;1227;p45"/>
          <p:cNvSpPr/>
          <p:nvPr/>
        </p:nvSpPr>
        <p:spPr>
          <a:xfrm flipH="1">
            <a:off x="6877463" y="3024688"/>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228" name="Google Shape;1228;p45"/>
          <p:cNvGrpSpPr/>
          <p:nvPr/>
        </p:nvGrpSpPr>
        <p:grpSpPr>
          <a:xfrm>
            <a:off x="1778838" y="1423435"/>
            <a:ext cx="393644" cy="393120"/>
            <a:chOff x="1319963" y="2067722"/>
            <a:chExt cx="393644" cy="393120"/>
          </a:xfrm>
        </p:grpSpPr>
        <p:sp>
          <p:nvSpPr>
            <p:cNvPr id="1229" name="Google Shape;1229;p45"/>
            <p:cNvSpPr/>
            <p:nvPr/>
          </p:nvSpPr>
          <p:spPr>
            <a:xfrm>
              <a:off x="1328591" y="2075786"/>
              <a:ext cx="376387" cy="376952"/>
            </a:xfrm>
            <a:custGeom>
              <a:avLst/>
              <a:gdLst/>
              <a:ahLst/>
              <a:cxnLst/>
              <a:rect l="l" t="t" r="r" b="b"/>
              <a:pathLst>
                <a:path w="9335" h="9349" extrusionOk="0">
                  <a:moveTo>
                    <a:pt x="4675" y="1116"/>
                  </a:moveTo>
                  <a:cubicBezTo>
                    <a:pt x="4904" y="1531"/>
                    <a:pt x="5275" y="1859"/>
                    <a:pt x="5747" y="2059"/>
                  </a:cubicBezTo>
                  <a:cubicBezTo>
                    <a:pt x="6032" y="2174"/>
                    <a:pt x="6333" y="2231"/>
                    <a:pt x="6619" y="2231"/>
                  </a:cubicBezTo>
                  <a:cubicBezTo>
                    <a:pt x="6804" y="2231"/>
                    <a:pt x="7004" y="2202"/>
                    <a:pt x="7191" y="2160"/>
                  </a:cubicBezTo>
                  <a:lnTo>
                    <a:pt x="7191" y="2160"/>
                  </a:lnTo>
                  <a:cubicBezTo>
                    <a:pt x="7062" y="2617"/>
                    <a:pt x="7090" y="3117"/>
                    <a:pt x="7290" y="3589"/>
                  </a:cubicBezTo>
                  <a:cubicBezTo>
                    <a:pt x="7477" y="4060"/>
                    <a:pt x="7820" y="4432"/>
                    <a:pt x="8234" y="4676"/>
                  </a:cubicBezTo>
                  <a:cubicBezTo>
                    <a:pt x="7820" y="4904"/>
                    <a:pt x="7477" y="5276"/>
                    <a:pt x="7277" y="5747"/>
                  </a:cubicBezTo>
                  <a:cubicBezTo>
                    <a:pt x="7090" y="6233"/>
                    <a:pt x="7062" y="6734"/>
                    <a:pt x="7191" y="7191"/>
                  </a:cubicBezTo>
                  <a:cubicBezTo>
                    <a:pt x="7001" y="7139"/>
                    <a:pt x="6809" y="7113"/>
                    <a:pt x="6615" y="7113"/>
                  </a:cubicBezTo>
                  <a:cubicBezTo>
                    <a:pt x="6327" y="7113"/>
                    <a:pt x="6037" y="7171"/>
                    <a:pt x="5747" y="7291"/>
                  </a:cubicBezTo>
                  <a:cubicBezTo>
                    <a:pt x="5275" y="7477"/>
                    <a:pt x="4904" y="7820"/>
                    <a:pt x="4675" y="8234"/>
                  </a:cubicBezTo>
                  <a:cubicBezTo>
                    <a:pt x="4432" y="7820"/>
                    <a:pt x="4060" y="7477"/>
                    <a:pt x="3589" y="7291"/>
                  </a:cubicBezTo>
                  <a:cubicBezTo>
                    <a:pt x="3307" y="7171"/>
                    <a:pt x="3015" y="7113"/>
                    <a:pt x="2728" y="7113"/>
                  </a:cubicBezTo>
                  <a:cubicBezTo>
                    <a:pt x="2534" y="7113"/>
                    <a:pt x="2344" y="7139"/>
                    <a:pt x="2160" y="7191"/>
                  </a:cubicBezTo>
                  <a:cubicBezTo>
                    <a:pt x="2288" y="6719"/>
                    <a:pt x="2259" y="6233"/>
                    <a:pt x="2059" y="5747"/>
                  </a:cubicBezTo>
                  <a:cubicBezTo>
                    <a:pt x="1859" y="5276"/>
                    <a:pt x="1531" y="4904"/>
                    <a:pt x="1116" y="4676"/>
                  </a:cubicBezTo>
                  <a:cubicBezTo>
                    <a:pt x="1531" y="4432"/>
                    <a:pt x="1859" y="4060"/>
                    <a:pt x="2059" y="3589"/>
                  </a:cubicBezTo>
                  <a:cubicBezTo>
                    <a:pt x="2259" y="3117"/>
                    <a:pt x="2288" y="2617"/>
                    <a:pt x="2160" y="2160"/>
                  </a:cubicBezTo>
                  <a:lnTo>
                    <a:pt x="2160" y="2160"/>
                  </a:lnTo>
                  <a:cubicBezTo>
                    <a:pt x="2345" y="2202"/>
                    <a:pt x="2531" y="2231"/>
                    <a:pt x="2731" y="2231"/>
                  </a:cubicBezTo>
                  <a:cubicBezTo>
                    <a:pt x="3017" y="2231"/>
                    <a:pt x="3303" y="2174"/>
                    <a:pt x="3589" y="2059"/>
                  </a:cubicBezTo>
                  <a:cubicBezTo>
                    <a:pt x="4060" y="1859"/>
                    <a:pt x="4432" y="1531"/>
                    <a:pt x="4675" y="1116"/>
                  </a:cubicBezTo>
                  <a:close/>
                  <a:moveTo>
                    <a:pt x="4961" y="1"/>
                  </a:moveTo>
                  <a:lnTo>
                    <a:pt x="4961" y="30"/>
                  </a:lnTo>
                  <a:lnTo>
                    <a:pt x="4389" y="30"/>
                  </a:lnTo>
                  <a:cubicBezTo>
                    <a:pt x="4389" y="30"/>
                    <a:pt x="3860" y="1331"/>
                    <a:pt x="3374" y="1531"/>
                  </a:cubicBezTo>
                  <a:cubicBezTo>
                    <a:pt x="3183" y="1607"/>
                    <a:pt x="2959" y="1656"/>
                    <a:pt x="2724" y="1656"/>
                  </a:cubicBezTo>
                  <a:cubicBezTo>
                    <a:pt x="2341" y="1656"/>
                    <a:pt x="1927" y="1527"/>
                    <a:pt x="1573" y="1173"/>
                  </a:cubicBezTo>
                  <a:lnTo>
                    <a:pt x="1173" y="1573"/>
                  </a:lnTo>
                  <a:cubicBezTo>
                    <a:pt x="1744" y="2145"/>
                    <a:pt x="1731" y="2875"/>
                    <a:pt x="1531" y="3374"/>
                  </a:cubicBezTo>
                  <a:cubicBezTo>
                    <a:pt x="1331" y="3860"/>
                    <a:pt x="816" y="4390"/>
                    <a:pt x="1" y="4390"/>
                  </a:cubicBezTo>
                  <a:lnTo>
                    <a:pt x="16" y="4390"/>
                  </a:lnTo>
                  <a:lnTo>
                    <a:pt x="16" y="4961"/>
                  </a:lnTo>
                  <a:cubicBezTo>
                    <a:pt x="830" y="4961"/>
                    <a:pt x="1344" y="5490"/>
                    <a:pt x="1544" y="5976"/>
                  </a:cubicBezTo>
                  <a:cubicBezTo>
                    <a:pt x="1744" y="6476"/>
                    <a:pt x="1759" y="7205"/>
                    <a:pt x="1188" y="7777"/>
                  </a:cubicBezTo>
                  <a:lnTo>
                    <a:pt x="1588" y="8177"/>
                  </a:lnTo>
                  <a:cubicBezTo>
                    <a:pt x="1941" y="7824"/>
                    <a:pt x="2354" y="7694"/>
                    <a:pt x="2737" y="7694"/>
                  </a:cubicBezTo>
                  <a:cubicBezTo>
                    <a:pt x="2973" y="7694"/>
                    <a:pt x="3197" y="7744"/>
                    <a:pt x="3389" y="7820"/>
                  </a:cubicBezTo>
                  <a:cubicBezTo>
                    <a:pt x="3875" y="8020"/>
                    <a:pt x="4403" y="8535"/>
                    <a:pt x="4403" y="9349"/>
                  </a:cubicBezTo>
                  <a:lnTo>
                    <a:pt x="4961" y="9349"/>
                  </a:lnTo>
                  <a:cubicBezTo>
                    <a:pt x="4961" y="9349"/>
                    <a:pt x="5476" y="8020"/>
                    <a:pt x="5975" y="7805"/>
                  </a:cubicBezTo>
                  <a:cubicBezTo>
                    <a:pt x="6161" y="7729"/>
                    <a:pt x="6381" y="7680"/>
                    <a:pt x="6615" y="7680"/>
                  </a:cubicBezTo>
                  <a:cubicBezTo>
                    <a:pt x="6995" y="7680"/>
                    <a:pt x="7409" y="7809"/>
                    <a:pt x="7763" y="8163"/>
                  </a:cubicBezTo>
                  <a:lnTo>
                    <a:pt x="8163" y="7763"/>
                  </a:lnTo>
                  <a:cubicBezTo>
                    <a:pt x="7591" y="7191"/>
                    <a:pt x="7605" y="6462"/>
                    <a:pt x="7805" y="5976"/>
                  </a:cubicBezTo>
                  <a:cubicBezTo>
                    <a:pt x="8020" y="5476"/>
                    <a:pt x="8520" y="4961"/>
                    <a:pt x="9320" y="4961"/>
                  </a:cubicBezTo>
                  <a:lnTo>
                    <a:pt x="9335" y="4961"/>
                  </a:lnTo>
                  <a:lnTo>
                    <a:pt x="9335" y="4390"/>
                  </a:lnTo>
                  <a:cubicBezTo>
                    <a:pt x="8534" y="4390"/>
                    <a:pt x="8020" y="3860"/>
                    <a:pt x="7820" y="3374"/>
                  </a:cubicBezTo>
                  <a:cubicBezTo>
                    <a:pt x="7620" y="2875"/>
                    <a:pt x="7605" y="2145"/>
                    <a:pt x="8176" y="1573"/>
                  </a:cubicBezTo>
                  <a:lnTo>
                    <a:pt x="7763" y="1173"/>
                  </a:lnTo>
                  <a:cubicBezTo>
                    <a:pt x="7409" y="1527"/>
                    <a:pt x="6995" y="1656"/>
                    <a:pt x="6615" y="1656"/>
                  </a:cubicBezTo>
                  <a:cubicBezTo>
                    <a:pt x="6381" y="1656"/>
                    <a:pt x="6161" y="1607"/>
                    <a:pt x="5975" y="1531"/>
                  </a:cubicBezTo>
                  <a:cubicBezTo>
                    <a:pt x="5476" y="1331"/>
                    <a:pt x="4961" y="816"/>
                    <a:pt x="496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45"/>
            <p:cNvSpPr/>
            <p:nvPr/>
          </p:nvSpPr>
          <p:spPr>
            <a:xfrm>
              <a:off x="1406971" y="2153642"/>
              <a:ext cx="219623" cy="220712"/>
            </a:xfrm>
            <a:custGeom>
              <a:avLst/>
              <a:gdLst/>
              <a:ahLst/>
              <a:cxnLst/>
              <a:rect l="l" t="t" r="r" b="b"/>
              <a:pathLst>
                <a:path w="5447" h="5474" extrusionOk="0">
                  <a:moveTo>
                    <a:pt x="2988" y="0"/>
                  </a:moveTo>
                  <a:cubicBezTo>
                    <a:pt x="2988" y="5"/>
                    <a:pt x="2988" y="9"/>
                    <a:pt x="2989" y="14"/>
                  </a:cubicBezTo>
                  <a:lnTo>
                    <a:pt x="3017" y="14"/>
                  </a:lnTo>
                  <a:lnTo>
                    <a:pt x="3017" y="0"/>
                  </a:lnTo>
                  <a:close/>
                  <a:moveTo>
                    <a:pt x="2731" y="872"/>
                  </a:moveTo>
                  <a:cubicBezTo>
                    <a:pt x="2874" y="1072"/>
                    <a:pt x="3074" y="1229"/>
                    <a:pt x="3317" y="1315"/>
                  </a:cubicBezTo>
                  <a:cubicBezTo>
                    <a:pt x="3488" y="1401"/>
                    <a:pt x="3675" y="1430"/>
                    <a:pt x="3860" y="1430"/>
                  </a:cubicBezTo>
                  <a:cubicBezTo>
                    <a:pt x="3932" y="1430"/>
                    <a:pt x="3989" y="1430"/>
                    <a:pt x="4046" y="1415"/>
                  </a:cubicBezTo>
                  <a:lnTo>
                    <a:pt x="4046" y="1415"/>
                  </a:lnTo>
                  <a:cubicBezTo>
                    <a:pt x="4018" y="1658"/>
                    <a:pt x="4046" y="1915"/>
                    <a:pt x="4146" y="2158"/>
                  </a:cubicBezTo>
                  <a:cubicBezTo>
                    <a:pt x="4246" y="2387"/>
                    <a:pt x="4403" y="2587"/>
                    <a:pt x="4589" y="2745"/>
                  </a:cubicBezTo>
                  <a:cubicBezTo>
                    <a:pt x="4403" y="2887"/>
                    <a:pt x="4246" y="3088"/>
                    <a:pt x="4146" y="3330"/>
                  </a:cubicBezTo>
                  <a:cubicBezTo>
                    <a:pt x="4046" y="3574"/>
                    <a:pt x="4018" y="3816"/>
                    <a:pt x="4046" y="4060"/>
                  </a:cubicBezTo>
                  <a:cubicBezTo>
                    <a:pt x="3987" y="4053"/>
                    <a:pt x="3928" y="4049"/>
                    <a:pt x="3869" y="4049"/>
                  </a:cubicBezTo>
                  <a:cubicBezTo>
                    <a:pt x="3685" y="4049"/>
                    <a:pt x="3501" y="4084"/>
                    <a:pt x="3317" y="4159"/>
                  </a:cubicBezTo>
                  <a:cubicBezTo>
                    <a:pt x="3074" y="4260"/>
                    <a:pt x="2874" y="4416"/>
                    <a:pt x="2731" y="4603"/>
                  </a:cubicBezTo>
                  <a:cubicBezTo>
                    <a:pt x="2573" y="4416"/>
                    <a:pt x="2373" y="4260"/>
                    <a:pt x="2145" y="4159"/>
                  </a:cubicBezTo>
                  <a:cubicBezTo>
                    <a:pt x="1961" y="4084"/>
                    <a:pt x="1769" y="4049"/>
                    <a:pt x="1581" y="4049"/>
                  </a:cubicBezTo>
                  <a:cubicBezTo>
                    <a:pt x="1520" y="4049"/>
                    <a:pt x="1460" y="4053"/>
                    <a:pt x="1401" y="4060"/>
                  </a:cubicBezTo>
                  <a:cubicBezTo>
                    <a:pt x="1445" y="3816"/>
                    <a:pt x="1401" y="3574"/>
                    <a:pt x="1302" y="3330"/>
                  </a:cubicBezTo>
                  <a:cubicBezTo>
                    <a:pt x="1201" y="3088"/>
                    <a:pt x="1058" y="2887"/>
                    <a:pt x="858" y="2745"/>
                  </a:cubicBezTo>
                  <a:cubicBezTo>
                    <a:pt x="1058" y="2587"/>
                    <a:pt x="1201" y="2387"/>
                    <a:pt x="1302" y="2158"/>
                  </a:cubicBezTo>
                  <a:cubicBezTo>
                    <a:pt x="1401" y="1915"/>
                    <a:pt x="1445" y="1658"/>
                    <a:pt x="1401" y="1415"/>
                  </a:cubicBezTo>
                  <a:lnTo>
                    <a:pt x="1401" y="1415"/>
                  </a:lnTo>
                  <a:cubicBezTo>
                    <a:pt x="1473" y="1430"/>
                    <a:pt x="1531" y="1430"/>
                    <a:pt x="1588" y="1430"/>
                  </a:cubicBezTo>
                  <a:cubicBezTo>
                    <a:pt x="1773" y="1430"/>
                    <a:pt x="1959" y="1401"/>
                    <a:pt x="2145" y="1315"/>
                  </a:cubicBezTo>
                  <a:cubicBezTo>
                    <a:pt x="2373" y="1229"/>
                    <a:pt x="2573" y="1072"/>
                    <a:pt x="2731" y="872"/>
                  </a:cubicBezTo>
                  <a:close/>
                  <a:moveTo>
                    <a:pt x="2445" y="14"/>
                  </a:moveTo>
                  <a:cubicBezTo>
                    <a:pt x="2445" y="14"/>
                    <a:pt x="2173" y="686"/>
                    <a:pt x="1916" y="801"/>
                  </a:cubicBezTo>
                  <a:cubicBezTo>
                    <a:pt x="1826" y="838"/>
                    <a:pt x="1718" y="861"/>
                    <a:pt x="1603" y="861"/>
                  </a:cubicBezTo>
                  <a:cubicBezTo>
                    <a:pt x="1407" y="861"/>
                    <a:pt x="1190" y="794"/>
                    <a:pt x="1001" y="614"/>
                  </a:cubicBezTo>
                  <a:lnTo>
                    <a:pt x="601" y="1014"/>
                  </a:lnTo>
                  <a:cubicBezTo>
                    <a:pt x="887" y="1315"/>
                    <a:pt x="887" y="1687"/>
                    <a:pt x="772" y="1929"/>
                  </a:cubicBezTo>
                  <a:cubicBezTo>
                    <a:pt x="673" y="2187"/>
                    <a:pt x="416" y="2459"/>
                    <a:pt x="1" y="2459"/>
                  </a:cubicBezTo>
                  <a:lnTo>
                    <a:pt x="15" y="2459"/>
                  </a:lnTo>
                  <a:lnTo>
                    <a:pt x="15" y="3030"/>
                  </a:lnTo>
                  <a:cubicBezTo>
                    <a:pt x="429" y="3030"/>
                    <a:pt x="687" y="3301"/>
                    <a:pt x="787" y="3545"/>
                  </a:cubicBezTo>
                  <a:cubicBezTo>
                    <a:pt x="902" y="3802"/>
                    <a:pt x="902" y="4174"/>
                    <a:pt x="616" y="4460"/>
                  </a:cubicBezTo>
                  <a:lnTo>
                    <a:pt x="1016" y="4860"/>
                  </a:lnTo>
                  <a:cubicBezTo>
                    <a:pt x="1196" y="4680"/>
                    <a:pt x="1409" y="4613"/>
                    <a:pt x="1607" y="4613"/>
                  </a:cubicBezTo>
                  <a:cubicBezTo>
                    <a:pt x="1724" y="4613"/>
                    <a:pt x="1835" y="4637"/>
                    <a:pt x="1931" y="4674"/>
                  </a:cubicBezTo>
                  <a:cubicBezTo>
                    <a:pt x="2173" y="4788"/>
                    <a:pt x="2445" y="5045"/>
                    <a:pt x="2445" y="5445"/>
                  </a:cubicBezTo>
                  <a:lnTo>
                    <a:pt x="2445" y="5474"/>
                  </a:lnTo>
                  <a:lnTo>
                    <a:pt x="3017" y="5474"/>
                  </a:lnTo>
                  <a:cubicBezTo>
                    <a:pt x="3017" y="5474"/>
                    <a:pt x="3274" y="4788"/>
                    <a:pt x="3532" y="4688"/>
                  </a:cubicBezTo>
                  <a:cubicBezTo>
                    <a:pt x="3631" y="4650"/>
                    <a:pt x="3747" y="4624"/>
                    <a:pt x="3869" y="4624"/>
                  </a:cubicBezTo>
                  <a:cubicBezTo>
                    <a:pt x="4063" y="4624"/>
                    <a:pt x="4271" y="4690"/>
                    <a:pt x="4446" y="4874"/>
                  </a:cubicBezTo>
                  <a:lnTo>
                    <a:pt x="4860" y="4460"/>
                  </a:lnTo>
                  <a:cubicBezTo>
                    <a:pt x="4561" y="4174"/>
                    <a:pt x="4574" y="3802"/>
                    <a:pt x="4675" y="3545"/>
                  </a:cubicBezTo>
                  <a:cubicBezTo>
                    <a:pt x="4775" y="3301"/>
                    <a:pt x="5032" y="3030"/>
                    <a:pt x="5432" y="3030"/>
                  </a:cubicBezTo>
                  <a:lnTo>
                    <a:pt x="5447" y="3030"/>
                  </a:lnTo>
                  <a:lnTo>
                    <a:pt x="5447" y="2459"/>
                  </a:lnTo>
                  <a:cubicBezTo>
                    <a:pt x="5032" y="2459"/>
                    <a:pt x="4775" y="2187"/>
                    <a:pt x="4660" y="1929"/>
                  </a:cubicBezTo>
                  <a:cubicBezTo>
                    <a:pt x="4561" y="1687"/>
                    <a:pt x="4561" y="1300"/>
                    <a:pt x="4847" y="1014"/>
                  </a:cubicBezTo>
                  <a:lnTo>
                    <a:pt x="4446" y="601"/>
                  </a:lnTo>
                  <a:cubicBezTo>
                    <a:pt x="4262" y="785"/>
                    <a:pt x="4050" y="850"/>
                    <a:pt x="3855" y="850"/>
                  </a:cubicBezTo>
                  <a:cubicBezTo>
                    <a:pt x="3732" y="850"/>
                    <a:pt x="3616" y="825"/>
                    <a:pt x="3517" y="786"/>
                  </a:cubicBezTo>
                  <a:cubicBezTo>
                    <a:pt x="3262" y="687"/>
                    <a:pt x="2994" y="420"/>
                    <a:pt x="2989" y="14"/>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45"/>
            <p:cNvSpPr/>
            <p:nvPr/>
          </p:nvSpPr>
          <p:spPr>
            <a:xfrm>
              <a:off x="1319963" y="2067722"/>
              <a:ext cx="393644" cy="393120"/>
            </a:xfrm>
            <a:custGeom>
              <a:avLst/>
              <a:gdLst/>
              <a:ahLst/>
              <a:cxnLst/>
              <a:rect l="l" t="t" r="r" b="b"/>
              <a:pathLst>
                <a:path w="9763" h="9750" extrusionOk="0">
                  <a:moveTo>
                    <a:pt x="4603" y="1"/>
                  </a:moveTo>
                  <a:lnTo>
                    <a:pt x="4603" y="4189"/>
                  </a:lnTo>
                  <a:lnTo>
                    <a:pt x="1630" y="1230"/>
                  </a:lnTo>
                  <a:lnTo>
                    <a:pt x="1230" y="1630"/>
                  </a:lnTo>
                  <a:lnTo>
                    <a:pt x="4188" y="4590"/>
                  </a:lnTo>
                  <a:lnTo>
                    <a:pt x="1" y="4590"/>
                  </a:lnTo>
                  <a:lnTo>
                    <a:pt x="1" y="5161"/>
                  </a:lnTo>
                  <a:lnTo>
                    <a:pt x="4188" y="5161"/>
                  </a:lnTo>
                  <a:lnTo>
                    <a:pt x="1230" y="8120"/>
                  </a:lnTo>
                  <a:lnTo>
                    <a:pt x="1630" y="8535"/>
                  </a:lnTo>
                  <a:lnTo>
                    <a:pt x="4603" y="5562"/>
                  </a:lnTo>
                  <a:lnTo>
                    <a:pt x="4603" y="9749"/>
                  </a:lnTo>
                  <a:lnTo>
                    <a:pt x="5175" y="9749"/>
                  </a:lnTo>
                  <a:lnTo>
                    <a:pt x="5175" y="5562"/>
                  </a:lnTo>
                  <a:lnTo>
                    <a:pt x="8133" y="8535"/>
                  </a:lnTo>
                  <a:lnTo>
                    <a:pt x="8533" y="8120"/>
                  </a:lnTo>
                  <a:lnTo>
                    <a:pt x="5575" y="5161"/>
                  </a:lnTo>
                  <a:lnTo>
                    <a:pt x="9763" y="5161"/>
                  </a:lnTo>
                  <a:lnTo>
                    <a:pt x="9763" y="4590"/>
                  </a:lnTo>
                  <a:lnTo>
                    <a:pt x="5575" y="4590"/>
                  </a:lnTo>
                  <a:lnTo>
                    <a:pt x="8533" y="1630"/>
                  </a:lnTo>
                  <a:lnTo>
                    <a:pt x="8133" y="1230"/>
                  </a:lnTo>
                  <a:lnTo>
                    <a:pt x="5175" y="4189"/>
                  </a:lnTo>
                  <a:lnTo>
                    <a:pt x="517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 name="Google Shape;1232;p45"/>
          <p:cNvGrpSpPr/>
          <p:nvPr/>
        </p:nvGrpSpPr>
        <p:grpSpPr>
          <a:xfrm>
            <a:off x="1835575" y="3102022"/>
            <a:ext cx="279573" cy="393113"/>
            <a:chOff x="2055862" y="2067722"/>
            <a:chExt cx="279573" cy="393113"/>
          </a:xfrm>
        </p:grpSpPr>
        <p:sp>
          <p:nvSpPr>
            <p:cNvPr id="1233" name="Google Shape;1233;p45"/>
            <p:cNvSpPr/>
            <p:nvPr/>
          </p:nvSpPr>
          <p:spPr>
            <a:xfrm>
              <a:off x="2096221" y="2366848"/>
              <a:ext cx="198294" cy="93986"/>
            </a:xfrm>
            <a:custGeom>
              <a:avLst/>
              <a:gdLst/>
              <a:ahLst/>
              <a:cxnLst/>
              <a:rect l="l" t="t" r="r" b="b"/>
              <a:pathLst>
                <a:path w="4918" h="2331" extrusionOk="0">
                  <a:moveTo>
                    <a:pt x="0" y="1"/>
                  </a:moveTo>
                  <a:lnTo>
                    <a:pt x="0" y="744"/>
                  </a:lnTo>
                  <a:cubicBezTo>
                    <a:pt x="0" y="1615"/>
                    <a:pt x="715" y="2330"/>
                    <a:pt x="1588" y="2330"/>
                  </a:cubicBezTo>
                  <a:lnTo>
                    <a:pt x="3331" y="2330"/>
                  </a:lnTo>
                  <a:cubicBezTo>
                    <a:pt x="4203" y="2330"/>
                    <a:pt x="4917" y="1615"/>
                    <a:pt x="4917" y="744"/>
                  </a:cubicBezTo>
                  <a:lnTo>
                    <a:pt x="4917" y="1"/>
                  </a:lnTo>
                  <a:lnTo>
                    <a:pt x="3760" y="1"/>
                  </a:lnTo>
                  <a:cubicBezTo>
                    <a:pt x="3217" y="1"/>
                    <a:pt x="2745" y="272"/>
                    <a:pt x="2459" y="687"/>
                  </a:cubicBezTo>
                  <a:cubicBezTo>
                    <a:pt x="2173" y="272"/>
                    <a:pt x="1702" y="1"/>
                    <a:pt x="115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45"/>
            <p:cNvSpPr/>
            <p:nvPr/>
          </p:nvSpPr>
          <p:spPr>
            <a:xfrm>
              <a:off x="2106583" y="2086188"/>
              <a:ext cx="91688" cy="92252"/>
            </a:xfrm>
            <a:custGeom>
              <a:avLst/>
              <a:gdLst/>
              <a:ahLst/>
              <a:cxnLst/>
              <a:rect l="l" t="t" r="r" b="b"/>
              <a:pathLst>
                <a:path w="2274" h="2288" extrusionOk="0">
                  <a:moveTo>
                    <a:pt x="473" y="0"/>
                  </a:moveTo>
                  <a:lnTo>
                    <a:pt x="387" y="158"/>
                  </a:lnTo>
                  <a:cubicBezTo>
                    <a:pt x="372" y="187"/>
                    <a:pt x="1" y="873"/>
                    <a:pt x="416" y="1601"/>
                  </a:cubicBezTo>
                  <a:lnTo>
                    <a:pt x="816" y="2287"/>
                  </a:lnTo>
                  <a:lnTo>
                    <a:pt x="2274" y="1430"/>
                  </a:lnTo>
                  <a:lnTo>
                    <a:pt x="1887" y="758"/>
                  </a:lnTo>
                  <a:cubicBezTo>
                    <a:pt x="1474" y="29"/>
                    <a:pt x="673" y="0"/>
                    <a:pt x="644"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45"/>
            <p:cNvSpPr/>
            <p:nvPr/>
          </p:nvSpPr>
          <p:spPr>
            <a:xfrm>
              <a:off x="2183834" y="2333988"/>
              <a:ext cx="23063" cy="126847"/>
            </a:xfrm>
            <a:custGeom>
              <a:avLst/>
              <a:gdLst/>
              <a:ahLst/>
              <a:cxnLst/>
              <a:rect l="l" t="t" r="r" b="b"/>
              <a:pathLst>
                <a:path w="572" h="3146" extrusionOk="0">
                  <a:moveTo>
                    <a:pt x="0" y="0"/>
                  </a:moveTo>
                  <a:lnTo>
                    <a:pt x="0" y="3145"/>
                  </a:lnTo>
                  <a:lnTo>
                    <a:pt x="572" y="314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45"/>
            <p:cNvSpPr/>
            <p:nvPr/>
          </p:nvSpPr>
          <p:spPr>
            <a:xfrm>
              <a:off x="2055862" y="2173237"/>
              <a:ext cx="86486" cy="68584"/>
            </a:xfrm>
            <a:custGeom>
              <a:avLst/>
              <a:gdLst/>
              <a:ahLst/>
              <a:cxnLst/>
              <a:rect l="l" t="t" r="r" b="b"/>
              <a:pathLst>
                <a:path w="2145" h="1701" extrusionOk="0">
                  <a:moveTo>
                    <a:pt x="1359" y="0"/>
                  </a:moveTo>
                  <a:cubicBezTo>
                    <a:pt x="530" y="0"/>
                    <a:pt x="115" y="671"/>
                    <a:pt x="87" y="700"/>
                  </a:cubicBezTo>
                  <a:lnTo>
                    <a:pt x="1" y="858"/>
                  </a:lnTo>
                  <a:lnTo>
                    <a:pt x="87" y="1001"/>
                  </a:lnTo>
                  <a:cubicBezTo>
                    <a:pt x="115" y="1029"/>
                    <a:pt x="530" y="1701"/>
                    <a:pt x="1359" y="1701"/>
                  </a:cubicBezTo>
                  <a:lnTo>
                    <a:pt x="2145" y="1701"/>
                  </a:lnTo>
                  <a:lnTo>
                    <a:pt x="214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45"/>
            <p:cNvSpPr/>
            <p:nvPr/>
          </p:nvSpPr>
          <p:spPr>
            <a:xfrm>
              <a:off x="2106583" y="2237183"/>
              <a:ext cx="91688" cy="91688"/>
            </a:xfrm>
            <a:custGeom>
              <a:avLst/>
              <a:gdLst/>
              <a:ahLst/>
              <a:cxnLst/>
              <a:rect l="l" t="t" r="r" b="b"/>
              <a:pathLst>
                <a:path w="2274" h="2274" extrusionOk="0">
                  <a:moveTo>
                    <a:pt x="816" y="0"/>
                  </a:moveTo>
                  <a:lnTo>
                    <a:pt x="416" y="673"/>
                  </a:lnTo>
                  <a:cubicBezTo>
                    <a:pt x="1" y="1401"/>
                    <a:pt x="372" y="2102"/>
                    <a:pt x="387" y="2130"/>
                  </a:cubicBezTo>
                  <a:lnTo>
                    <a:pt x="473" y="2273"/>
                  </a:lnTo>
                  <a:lnTo>
                    <a:pt x="644" y="2273"/>
                  </a:lnTo>
                  <a:cubicBezTo>
                    <a:pt x="673" y="2273"/>
                    <a:pt x="1474" y="2245"/>
                    <a:pt x="1887" y="1515"/>
                  </a:cubicBezTo>
                  <a:lnTo>
                    <a:pt x="2274" y="844"/>
                  </a:lnTo>
                  <a:lnTo>
                    <a:pt x="816"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45"/>
            <p:cNvSpPr/>
            <p:nvPr/>
          </p:nvSpPr>
          <p:spPr>
            <a:xfrm>
              <a:off x="2193027" y="2237183"/>
              <a:ext cx="91688" cy="91688"/>
            </a:xfrm>
            <a:custGeom>
              <a:avLst/>
              <a:gdLst/>
              <a:ahLst/>
              <a:cxnLst/>
              <a:rect l="l" t="t" r="r" b="b"/>
              <a:pathLst>
                <a:path w="2274" h="2274" extrusionOk="0">
                  <a:moveTo>
                    <a:pt x="1474" y="0"/>
                  </a:moveTo>
                  <a:lnTo>
                    <a:pt x="1" y="844"/>
                  </a:lnTo>
                  <a:lnTo>
                    <a:pt x="387" y="1515"/>
                  </a:lnTo>
                  <a:cubicBezTo>
                    <a:pt x="816" y="2245"/>
                    <a:pt x="1602" y="2273"/>
                    <a:pt x="1630" y="2273"/>
                  </a:cubicBezTo>
                  <a:lnTo>
                    <a:pt x="1802" y="2273"/>
                  </a:lnTo>
                  <a:lnTo>
                    <a:pt x="1887" y="2130"/>
                  </a:lnTo>
                  <a:cubicBezTo>
                    <a:pt x="1902" y="2102"/>
                    <a:pt x="2274" y="1401"/>
                    <a:pt x="1859" y="673"/>
                  </a:cubicBezTo>
                  <a:lnTo>
                    <a:pt x="147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45"/>
            <p:cNvSpPr/>
            <p:nvPr/>
          </p:nvSpPr>
          <p:spPr>
            <a:xfrm>
              <a:off x="2248949" y="2173237"/>
              <a:ext cx="86486" cy="68584"/>
            </a:xfrm>
            <a:custGeom>
              <a:avLst/>
              <a:gdLst/>
              <a:ahLst/>
              <a:cxnLst/>
              <a:rect l="l" t="t" r="r" b="b"/>
              <a:pathLst>
                <a:path w="2145" h="1701" extrusionOk="0">
                  <a:moveTo>
                    <a:pt x="1" y="0"/>
                  </a:moveTo>
                  <a:lnTo>
                    <a:pt x="1" y="1701"/>
                  </a:lnTo>
                  <a:lnTo>
                    <a:pt x="786" y="1701"/>
                  </a:lnTo>
                  <a:cubicBezTo>
                    <a:pt x="1630" y="1701"/>
                    <a:pt x="2044" y="1029"/>
                    <a:pt x="2059" y="1001"/>
                  </a:cubicBezTo>
                  <a:lnTo>
                    <a:pt x="2145" y="858"/>
                  </a:lnTo>
                  <a:lnTo>
                    <a:pt x="2059" y="700"/>
                  </a:lnTo>
                  <a:cubicBezTo>
                    <a:pt x="2044" y="671"/>
                    <a:pt x="1630" y="0"/>
                    <a:pt x="78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45"/>
            <p:cNvSpPr/>
            <p:nvPr/>
          </p:nvSpPr>
          <p:spPr>
            <a:xfrm>
              <a:off x="2193027" y="2086188"/>
              <a:ext cx="91688" cy="92252"/>
            </a:xfrm>
            <a:custGeom>
              <a:avLst/>
              <a:gdLst/>
              <a:ahLst/>
              <a:cxnLst/>
              <a:rect l="l" t="t" r="r" b="b"/>
              <a:pathLst>
                <a:path w="2274" h="2288" extrusionOk="0">
                  <a:moveTo>
                    <a:pt x="1630" y="0"/>
                  </a:moveTo>
                  <a:cubicBezTo>
                    <a:pt x="1602" y="0"/>
                    <a:pt x="816" y="29"/>
                    <a:pt x="387" y="758"/>
                  </a:cubicBezTo>
                  <a:lnTo>
                    <a:pt x="1" y="1430"/>
                  </a:lnTo>
                  <a:lnTo>
                    <a:pt x="1474" y="2287"/>
                  </a:lnTo>
                  <a:lnTo>
                    <a:pt x="1859" y="1601"/>
                  </a:lnTo>
                  <a:cubicBezTo>
                    <a:pt x="2274" y="873"/>
                    <a:pt x="1902" y="187"/>
                    <a:pt x="1887" y="158"/>
                  </a:cubicBezTo>
                  <a:lnTo>
                    <a:pt x="18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45"/>
            <p:cNvSpPr/>
            <p:nvPr/>
          </p:nvSpPr>
          <p:spPr>
            <a:xfrm>
              <a:off x="2161377" y="2067722"/>
              <a:ext cx="68584" cy="86486"/>
            </a:xfrm>
            <a:custGeom>
              <a:avLst/>
              <a:gdLst/>
              <a:ahLst/>
              <a:cxnLst/>
              <a:rect l="l" t="t" r="r" b="b"/>
              <a:pathLst>
                <a:path w="1701" h="2145" extrusionOk="0">
                  <a:moveTo>
                    <a:pt x="858" y="1"/>
                  </a:moveTo>
                  <a:lnTo>
                    <a:pt x="700" y="87"/>
                  </a:lnTo>
                  <a:cubicBezTo>
                    <a:pt x="671" y="102"/>
                    <a:pt x="0" y="530"/>
                    <a:pt x="0" y="1359"/>
                  </a:cubicBezTo>
                  <a:lnTo>
                    <a:pt x="0" y="2145"/>
                  </a:lnTo>
                  <a:lnTo>
                    <a:pt x="1701" y="2145"/>
                  </a:lnTo>
                  <a:lnTo>
                    <a:pt x="1701" y="1359"/>
                  </a:lnTo>
                  <a:cubicBezTo>
                    <a:pt x="1701" y="530"/>
                    <a:pt x="1029" y="102"/>
                    <a:pt x="1001" y="87"/>
                  </a:cubicBezTo>
                  <a:lnTo>
                    <a:pt x="85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45"/>
            <p:cNvSpPr/>
            <p:nvPr/>
          </p:nvSpPr>
          <p:spPr>
            <a:xfrm>
              <a:off x="2074328" y="2127112"/>
              <a:ext cx="92252" cy="83019"/>
            </a:xfrm>
            <a:custGeom>
              <a:avLst/>
              <a:gdLst/>
              <a:ahLst/>
              <a:cxnLst/>
              <a:rect l="l" t="t" r="r" b="b"/>
              <a:pathLst>
                <a:path w="2288" h="2059" extrusionOk="0">
                  <a:moveTo>
                    <a:pt x="858" y="1"/>
                  </a:moveTo>
                  <a:cubicBezTo>
                    <a:pt x="473" y="1"/>
                    <a:pt x="187" y="157"/>
                    <a:pt x="158" y="172"/>
                  </a:cubicBezTo>
                  <a:lnTo>
                    <a:pt x="0" y="258"/>
                  </a:lnTo>
                  <a:lnTo>
                    <a:pt x="0" y="429"/>
                  </a:lnTo>
                  <a:cubicBezTo>
                    <a:pt x="0" y="458"/>
                    <a:pt x="29" y="1259"/>
                    <a:pt x="758" y="1672"/>
                  </a:cubicBezTo>
                  <a:lnTo>
                    <a:pt x="1430" y="2059"/>
                  </a:lnTo>
                  <a:lnTo>
                    <a:pt x="2287" y="601"/>
                  </a:lnTo>
                  <a:lnTo>
                    <a:pt x="1601" y="201"/>
                  </a:lnTo>
                  <a:cubicBezTo>
                    <a:pt x="1372" y="72"/>
                    <a:pt x="1130" y="1"/>
                    <a:pt x="85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45"/>
            <p:cNvSpPr/>
            <p:nvPr/>
          </p:nvSpPr>
          <p:spPr>
            <a:xfrm>
              <a:off x="2074328" y="2204887"/>
              <a:ext cx="92252" cy="83019"/>
            </a:xfrm>
            <a:custGeom>
              <a:avLst/>
              <a:gdLst/>
              <a:ahLst/>
              <a:cxnLst/>
              <a:rect l="l" t="t" r="r" b="b"/>
              <a:pathLst>
                <a:path w="2288" h="2059" extrusionOk="0">
                  <a:moveTo>
                    <a:pt x="1430" y="1"/>
                  </a:moveTo>
                  <a:lnTo>
                    <a:pt x="758" y="387"/>
                  </a:lnTo>
                  <a:cubicBezTo>
                    <a:pt x="29" y="816"/>
                    <a:pt x="0" y="1602"/>
                    <a:pt x="0" y="1630"/>
                  </a:cubicBezTo>
                  <a:lnTo>
                    <a:pt x="0" y="1802"/>
                  </a:lnTo>
                  <a:lnTo>
                    <a:pt x="158" y="1887"/>
                  </a:lnTo>
                  <a:cubicBezTo>
                    <a:pt x="187" y="1902"/>
                    <a:pt x="473" y="2059"/>
                    <a:pt x="858" y="2059"/>
                  </a:cubicBezTo>
                  <a:cubicBezTo>
                    <a:pt x="1130" y="2059"/>
                    <a:pt x="1372" y="1988"/>
                    <a:pt x="1601" y="1859"/>
                  </a:cubicBezTo>
                  <a:lnTo>
                    <a:pt x="2287" y="1474"/>
                  </a:lnTo>
                  <a:lnTo>
                    <a:pt x="1430"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45"/>
            <p:cNvSpPr/>
            <p:nvPr/>
          </p:nvSpPr>
          <p:spPr>
            <a:xfrm>
              <a:off x="2161377" y="2260810"/>
              <a:ext cx="68584" cy="86486"/>
            </a:xfrm>
            <a:custGeom>
              <a:avLst/>
              <a:gdLst/>
              <a:ahLst/>
              <a:cxnLst/>
              <a:rect l="l" t="t" r="r" b="b"/>
              <a:pathLst>
                <a:path w="1701" h="2145" extrusionOk="0">
                  <a:moveTo>
                    <a:pt x="0" y="1"/>
                  </a:moveTo>
                  <a:lnTo>
                    <a:pt x="0" y="786"/>
                  </a:lnTo>
                  <a:cubicBezTo>
                    <a:pt x="0" y="1630"/>
                    <a:pt x="671" y="2044"/>
                    <a:pt x="700" y="2059"/>
                  </a:cubicBezTo>
                  <a:lnTo>
                    <a:pt x="858" y="2145"/>
                  </a:lnTo>
                  <a:lnTo>
                    <a:pt x="1001" y="2059"/>
                  </a:lnTo>
                  <a:cubicBezTo>
                    <a:pt x="1029" y="2044"/>
                    <a:pt x="1701" y="1630"/>
                    <a:pt x="1701" y="786"/>
                  </a:cubicBezTo>
                  <a:lnTo>
                    <a:pt x="17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45"/>
            <p:cNvSpPr/>
            <p:nvPr/>
          </p:nvSpPr>
          <p:spPr>
            <a:xfrm>
              <a:off x="2225322" y="2204887"/>
              <a:ext cx="91688" cy="83019"/>
            </a:xfrm>
            <a:custGeom>
              <a:avLst/>
              <a:gdLst/>
              <a:ahLst/>
              <a:cxnLst/>
              <a:rect l="l" t="t" r="r" b="b"/>
              <a:pathLst>
                <a:path w="2274" h="2059" extrusionOk="0">
                  <a:moveTo>
                    <a:pt x="844" y="1"/>
                  </a:moveTo>
                  <a:lnTo>
                    <a:pt x="0" y="1474"/>
                  </a:lnTo>
                  <a:lnTo>
                    <a:pt x="673" y="1859"/>
                  </a:lnTo>
                  <a:cubicBezTo>
                    <a:pt x="901" y="1988"/>
                    <a:pt x="1144" y="2059"/>
                    <a:pt x="1416" y="2059"/>
                  </a:cubicBezTo>
                  <a:cubicBezTo>
                    <a:pt x="1801" y="2059"/>
                    <a:pt x="2087" y="1902"/>
                    <a:pt x="2130" y="1887"/>
                  </a:cubicBezTo>
                  <a:lnTo>
                    <a:pt x="2273" y="1802"/>
                  </a:lnTo>
                  <a:lnTo>
                    <a:pt x="2273" y="1630"/>
                  </a:lnTo>
                  <a:cubicBezTo>
                    <a:pt x="2273" y="1602"/>
                    <a:pt x="2245" y="816"/>
                    <a:pt x="1515" y="387"/>
                  </a:cubicBezTo>
                  <a:lnTo>
                    <a:pt x="84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45"/>
            <p:cNvSpPr/>
            <p:nvPr/>
          </p:nvSpPr>
          <p:spPr>
            <a:xfrm>
              <a:off x="2225322" y="2127112"/>
              <a:ext cx="91688" cy="83019"/>
            </a:xfrm>
            <a:custGeom>
              <a:avLst/>
              <a:gdLst/>
              <a:ahLst/>
              <a:cxnLst/>
              <a:rect l="l" t="t" r="r" b="b"/>
              <a:pathLst>
                <a:path w="2274" h="2059" extrusionOk="0">
                  <a:moveTo>
                    <a:pt x="1416" y="1"/>
                  </a:moveTo>
                  <a:cubicBezTo>
                    <a:pt x="1144" y="1"/>
                    <a:pt x="901" y="72"/>
                    <a:pt x="673" y="201"/>
                  </a:cubicBezTo>
                  <a:lnTo>
                    <a:pt x="0" y="601"/>
                  </a:lnTo>
                  <a:lnTo>
                    <a:pt x="844" y="2059"/>
                  </a:lnTo>
                  <a:lnTo>
                    <a:pt x="1515" y="1672"/>
                  </a:lnTo>
                  <a:cubicBezTo>
                    <a:pt x="2245" y="1259"/>
                    <a:pt x="2273" y="458"/>
                    <a:pt x="2273" y="429"/>
                  </a:cubicBezTo>
                  <a:lnTo>
                    <a:pt x="2273" y="258"/>
                  </a:lnTo>
                  <a:lnTo>
                    <a:pt x="2130" y="172"/>
                  </a:lnTo>
                  <a:cubicBezTo>
                    <a:pt x="2087" y="157"/>
                    <a:pt x="1801" y="1"/>
                    <a:pt x="141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45"/>
            <p:cNvSpPr/>
            <p:nvPr/>
          </p:nvSpPr>
          <p:spPr>
            <a:xfrm>
              <a:off x="2115252" y="2127112"/>
              <a:ext cx="160796" cy="160796"/>
            </a:xfrm>
            <a:custGeom>
              <a:avLst/>
              <a:gdLst/>
              <a:ahLst/>
              <a:cxnLst/>
              <a:rect l="l" t="t" r="r" b="b"/>
              <a:pathLst>
                <a:path w="3988" h="3988" extrusionOk="0">
                  <a:moveTo>
                    <a:pt x="2002" y="1"/>
                  </a:moveTo>
                  <a:cubicBezTo>
                    <a:pt x="887" y="1"/>
                    <a:pt x="1" y="887"/>
                    <a:pt x="1" y="2002"/>
                  </a:cubicBezTo>
                  <a:cubicBezTo>
                    <a:pt x="1" y="3102"/>
                    <a:pt x="887" y="3988"/>
                    <a:pt x="2002" y="3988"/>
                  </a:cubicBezTo>
                  <a:cubicBezTo>
                    <a:pt x="3102" y="3988"/>
                    <a:pt x="3988" y="3102"/>
                    <a:pt x="3988" y="2002"/>
                  </a:cubicBezTo>
                  <a:cubicBezTo>
                    <a:pt x="3988" y="887"/>
                    <a:pt x="3102" y="1"/>
                    <a:pt x="20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45"/>
            <p:cNvSpPr/>
            <p:nvPr/>
          </p:nvSpPr>
          <p:spPr>
            <a:xfrm>
              <a:off x="2183834" y="2218717"/>
              <a:ext cx="23063" cy="23103"/>
            </a:xfrm>
            <a:custGeom>
              <a:avLst/>
              <a:gdLst/>
              <a:ahLst/>
              <a:cxnLst/>
              <a:rect l="l" t="t" r="r" b="b"/>
              <a:pathLst>
                <a:path w="572" h="573" extrusionOk="0">
                  <a:moveTo>
                    <a:pt x="0" y="1"/>
                  </a:moveTo>
                  <a:lnTo>
                    <a:pt x="0" y="573"/>
                  </a:lnTo>
                  <a:lnTo>
                    <a:pt x="572" y="573"/>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45"/>
            <p:cNvSpPr/>
            <p:nvPr/>
          </p:nvSpPr>
          <p:spPr>
            <a:xfrm>
              <a:off x="2206856" y="2195694"/>
              <a:ext cx="23103" cy="23063"/>
            </a:xfrm>
            <a:custGeom>
              <a:avLst/>
              <a:gdLst/>
              <a:ahLst/>
              <a:cxnLst/>
              <a:rect l="l" t="t" r="r" b="b"/>
              <a:pathLst>
                <a:path w="573" h="572"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45"/>
            <p:cNvSpPr/>
            <p:nvPr/>
          </p:nvSpPr>
          <p:spPr>
            <a:xfrm>
              <a:off x="2160772" y="2195694"/>
              <a:ext cx="23103" cy="23063"/>
            </a:xfrm>
            <a:custGeom>
              <a:avLst/>
              <a:gdLst/>
              <a:ahLst/>
              <a:cxnLst/>
              <a:rect l="l" t="t" r="r" b="b"/>
              <a:pathLst>
                <a:path w="573" h="572"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45"/>
            <p:cNvSpPr/>
            <p:nvPr/>
          </p:nvSpPr>
          <p:spPr>
            <a:xfrm>
              <a:off x="2183834" y="2172632"/>
              <a:ext cx="23063" cy="23103"/>
            </a:xfrm>
            <a:custGeom>
              <a:avLst/>
              <a:gdLst/>
              <a:ahLst/>
              <a:cxnLst/>
              <a:rect l="l" t="t" r="r" b="b"/>
              <a:pathLst>
                <a:path w="572" h="573"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 name="Google Shape;1252;p45"/>
          <p:cNvGrpSpPr/>
          <p:nvPr/>
        </p:nvGrpSpPr>
        <p:grpSpPr>
          <a:xfrm>
            <a:off x="4375277" y="3130850"/>
            <a:ext cx="393604" cy="335459"/>
            <a:chOff x="2677740" y="2096550"/>
            <a:chExt cx="393604" cy="335459"/>
          </a:xfrm>
        </p:grpSpPr>
        <p:sp>
          <p:nvSpPr>
            <p:cNvPr id="1253" name="Google Shape;1253;p45"/>
            <p:cNvSpPr/>
            <p:nvPr/>
          </p:nvSpPr>
          <p:spPr>
            <a:xfrm>
              <a:off x="2677740" y="2096550"/>
              <a:ext cx="393604" cy="236316"/>
            </a:xfrm>
            <a:custGeom>
              <a:avLst/>
              <a:gdLst/>
              <a:ahLst/>
              <a:cxnLst/>
              <a:rect l="l" t="t" r="r" b="b"/>
              <a:pathLst>
                <a:path w="9762" h="5861" extrusionOk="0">
                  <a:moveTo>
                    <a:pt x="3501" y="1"/>
                  </a:moveTo>
                  <a:cubicBezTo>
                    <a:pt x="2844" y="1"/>
                    <a:pt x="2230" y="258"/>
                    <a:pt x="1758" y="730"/>
                  </a:cubicBezTo>
                  <a:cubicBezTo>
                    <a:pt x="1329" y="1144"/>
                    <a:pt x="1086" y="1687"/>
                    <a:pt x="1029" y="2274"/>
                  </a:cubicBezTo>
                  <a:cubicBezTo>
                    <a:pt x="757" y="2417"/>
                    <a:pt x="515" y="2631"/>
                    <a:pt x="343" y="2888"/>
                  </a:cubicBezTo>
                  <a:cubicBezTo>
                    <a:pt x="114" y="3217"/>
                    <a:pt x="0" y="3617"/>
                    <a:pt x="14" y="4018"/>
                  </a:cubicBezTo>
                  <a:cubicBezTo>
                    <a:pt x="42" y="5047"/>
                    <a:pt x="900" y="5861"/>
                    <a:pt x="1929" y="5861"/>
                  </a:cubicBezTo>
                  <a:lnTo>
                    <a:pt x="8262" y="5861"/>
                  </a:lnTo>
                  <a:cubicBezTo>
                    <a:pt x="9091" y="5861"/>
                    <a:pt x="9762" y="5190"/>
                    <a:pt x="9762" y="4361"/>
                  </a:cubicBezTo>
                  <a:cubicBezTo>
                    <a:pt x="9762" y="3688"/>
                    <a:pt x="9319" y="3103"/>
                    <a:pt x="8690" y="2916"/>
                  </a:cubicBezTo>
                  <a:cubicBezTo>
                    <a:pt x="8605" y="1802"/>
                    <a:pt x="7675" y="930"/>
                    <a:pt x="6546" y="930"/>
                  </a:cubicBezTo>
                  <a:cubicBezTo>
                    <a:pt x="6217" y="930"/>
                    <a:pt x="5889" y="1001"/>
                    <a:pt x="5588" y="1144"/>
                  </a:cubicBezTo>
                  <a:cubicBezTo>
                    <a:pt x="5403" y="844"/>
                    <a:pt x="5146" y="587"/>
                    <a:pt x="4845" y="401"/>
                  </a:cubicBezTo>
                  <a:cubicBezTo>
                    <a:pt x="4445" y="143"/>
                    <a:pt x="3987" y="1"/>
                    <a:pt x="350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45"/>
            <p:cNvSpPr/>
            <p:nvPr/>
          </p:nvSpPr>
          <p:spPr>
            <a:xfrm>
              <a:off x="2696166" y="2237021"/>
              <a:ext cx="339454" cy="194988"/>
            </a:xfrm>
            <a:custGeom>
              <a:avLst/>
              <a:gdLst/>
              <a:ahLst/>
              <a:cxnLst/>
              <a:rect l="l" t="t" r="r" b="b"/>
              <a:pathLst>
                <a:path w="8419" h="4836" extrusionOk="0">
                  <a:moveTo>
                    <a:pt x="5546" y="0"/>
                  </a:moveTo>
                  <a:cubicBezTo>
                    <a:pt x="4996" y="0"/>
                    <a:pt x="4485" y="208"/>
                    <a:pt x="4102" y="591"/>
                  </a:cubicBezTo>
                  <a:cubicBezTo>
                    <a:pt x="3802" y="391"/>
                    <a:pt x="3459" y="290"/>
                    <a:pt x="3088" y="290"/>
                  </a:cubicBezTo>
                  <a:cubicBezTo>
                    <a:pt x="2087" y="290"/>
                    <a:pt x="1272" y="1105"/>
                    <a:pt x="1272" y="2106"/>
                  </a:cubicBezTo>
                  <a:lnTo>
                    <a:pt x="1272" y="2134"/>
                  </a:lnTo>
                  <a:cubicBezTo>
                    <a:pt x="357" y="2535"/>
                    <a:pt x="0" y="3850"/>
                    <a:pt x="1186" y="4822"/>
                  </a:cubicBezTo>
                  <a:cubicBezTo>
                    <a:pt x="1201" y="4822"/>
                    <a:pt x="1201" y="4835"/>
                    <a:pt x="1215" y="4835"/>
                  </a:cubicBezTo>
                  <a:lnTo>
                    <a:pt x="6818" y="4835"/>
                  </a:lnTo>
                  <a:cubicBezTo>
                    <a:pt x="7704" y="4835"/>
                    <a:pt x="8419" y="4121"/>
                    <a:pt x="8419" y="3249"/>
                  </a:cubicBezTo>
                  <a:cubicBezTo>
                    <a:pt x="8419" y="2663"/>
                    <a:pt x="8104" y="2134"/>
                    <a:pt x="7590" y="1849"/>
                  </a:cubicBezTo>
                  <a:cubicBezTo>
                    <a:pt x="7519" y="1119"/>
                    <a:pt x="7061" y="462"/>
                    <a:pt x="6318" y="147"/>
                  </a:cubicBezTo>
                  <a:lnTo>
                    <a:pt x="6318" y="133"/>
                  </a:lnTo>
                  <a:cubicBezTo>
                    <a:pt x="6058" y="44"/>
                    <a:pt x="5798" y="0"/>
                    <a:pt x="55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 name="Google Shape;1255;p45"/>
          <p:cNvGrpSpPr/>
          <p:nvPr/>
        </p:nvGrpSpPr>
        <p:grpSpPr>
          <a:xfrm>
            <a:off x="4415884" y="1423160"/>
            <a:ext cx="312395" cy="393679"/>
            <a:chOff x="3397472" y="2067722"/>
            <a:chExt cx="312395" cy="393679"/>
          </a:xfrm>
        </p:grpSpPr>
        <p:sp>
          <p:nvSpPr>
            <p:cNvPr id="1256" name="Google Shape;1256;p45"/>
            <p:cNvSpPr/>
            <p:nvPr/>
          </p:nvSpPr>
          <p:spPr>
            <a:xfrm>
              <a:off x="3516211" y="2067722"/>
              <a:ext cx="109549" cy="94591"/>
            </a:xfrm>
            <a:custGeom>
              <a:avLst/>
              <a:gdLst/>
              <a:ahLst/>
              <a:cxnLst/>
              <a:rect l="l" t="t" r="r" b="b"/>
              <a:pathLst>
                <a:path w="2717" h="2346" extrusionOk="0">
                  <a:moveTo>
                    <a:pt x="0" y="1"/>
                  </a:moveTo>
                  <a:lnTo>
                    <a:pt x="0" y="788"/>
                  </a:lnTo>
                  <a:cubicBezTo>
                    <a:pt x="0" y="1645"/>
                    <a:pt x="686" y="2345"/>
                    <a:pt x="1544" y="2345"/>
                  </a:cubicBezTo>
                  <a:lnTo>
                    <a:pt x="2716" y="2345"/>
                  </a:lnTo>
                  <a:lnTo>
                    <a:pt x="2716" y="1545"/>
                  </a:lnTo>
                  <a:cubicBezTo>
                    <a:pt x="2716" y="687"/>
                    <a:pt x="2030" y="1"/>
                    <a:pt x="11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45"/>
            <p:cNvSpPr/>
            <p:nvPr/>
          </p:nvSpPr>
          <p:spPr>
            <a:xfrm>
              <a:off x="3480488" y="2139812"/>
              <a:ext cx="183900" cy="142934"/>
            </a:xfrm>
            <a:custGeom>
              <a:avLst/>
              <a:gdLst/>
              <a:ahLst/>
              <a:cxnLst/>
              <a:rect l="l" t="t" r="r" b="b"/>
              <a:pathLst>
                <a:path w="4561" h="3545" extrusionOk="0">
                  <a:moveTo>
                    <a:pt x="3088" y="0"/>
                  </a:moveTo>
                  <a:cubicBezTo>
                    <a:pt x="1387" y="0"/>
                    <a:pt x="0" y="1386"/>
                    <a:pt x="0" y="3088"/>
                  </a:cubicBezTo>
                  <a:lnTo>
                    <a:pt x="0" y="3530"/>
                  </a:lnTo>
                  <a:lnTo>
                    <a:pt x="572" y="3530"/>
                  </a:lnTo>
                  <a:lnTo>
                    <a:pt x="572" y="3073"/>
                  </a:lnTo>
                  <a:cubicBezTo>
                    <a:pt x="587" y="1715"/>
                    <a:pt x="1687" y="600"/>
                    <a:pt x="3030" y="557"/>
                  </a:cubicBezTo>
                  <a:lnTo>
                    <a:pt x="3030" y="3545"/>
                  </a:lnTo>
                  <a:lnTo>
                    <a:pt x="3602" y="3545"/>
                  </a:lnTo>
                  <a:lnTo>
                    <a:pt x="3602" y="572"/>
                  </a:lnTo>
                  <a:lnTo>
                    <a:pt x="4560" y="572"/>
                  </a:lnTo>
                  <a:lnTo>
                    <a:pt x="456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45"/>
            <p:cNvSpPr/>
            <p:nvPr/>
          </p:nvSpPr>
          <p:spPr>
            <a:xfrm>
              <a:off x="3542176" y="2271212"/>
              <a:ext cx="167691" cy="190189"/>
            </a:xfrm>
            <a:custGeom>
              <a:avLst/>
              <a:gdLst/>
              <a:ahLst/>
              <a:cxnLst/>
              <a:rect l="l" t="t" r="r" b="b"/>
              <a:pathLst>
                <a:path w="4159" h="4717" extrusionOk="0">
                  <a:moveTo>
                    <a:pt x="1801" y="0"/>
                  </a:moveTo>
                  <a:cubicBezTo>
                    <a:pt x="1144" y="0"/>
                    <a:pt x="515" y="271"/>
                    <a:pt x="71" y="743"/>
                  </a:cubicBezTo>
                  <a:lnTo>
                    <a:pt x="0" y="829"/>
                  </a:lnTo>
                  <a:lnTo>
                    <a:pt x="0" y="3888"/>
                  </a:lnTo>
                  <a:lnTo>
                    <a:pt x="71" y="3959"/>
                  </a:lnTo>
                  <a:cubicBezTo>
                    <a:pt x="515" y="4445"/>
                    <a:pt x="1144" y="4717"/>
                    <a:pt x="1801" y="4717"/>
                  </a:cubicBezTo>
                  <a:cubicBezTo>
                    <a:pt x="3101" y="4717"/>
                    <a:pt x="4159" y="3659"/>
                    <a:pt x="4159" y="2358"/>
                  </a:cubicBezTo>
                  <a:cubicBezTo>
                    <a:pt x="4159" y="1058"/>
                    <a:pt x="3101" y="0"/>
                    <a:pt x="18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45"/>
            <p:cNvSpPr/>
            <p:nvPr/>
          </p:nvSpPr>
          <p:spPr>
            <a:xfrm>
              <a:off x="3397472" y="2271212"/>
              <a:ext cx="190230" cy="190189"/>
            </a:xfrm>
            <a:custGeom>
              <a:avLst/>
              <a:gdLst/>
              <a:ahLst/>
              <a:cxnLst/>
              <a:rect l="l" t="t" r="r" b="b"/>
              <a:pathLst>
                <a:path w="4718" h="4717" extrusionOk="0">
                  <a:moveTo>
                    <a:pt x="2360" y="0"/>
                  </a:moveTo>
                  <a:cubicBezTo>
                    <a:pt x="1059" y="0"/>
                    <a:pt x="1" y="1058"/>
                    <a:pt x="1" y="2358"/>
                  </a:cubicBezTo>
                  <a:cubicBezTo>
                    <a:pt x="1" y="3659"/>
                    <a:pt x="1059" y="4717"/>
                    <a:pt x="2360" y="4717"/>
                  </a:cubicBezTo>
                  <a:cubicBezTo>
                    <a:pt x="3660" y="4717"/>
                    <a:pt x="4718" y="3659"/>
                    <a:pt x="4718" y="2358"/>
                  </a:cubicBezTo>
                  <a:cubicBezTo>
                    <a:pt x="4718" y="1058"/>
                    <a:pt x="3660" y="0"/>
                    <a:pt x="2360"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 name="Google Shape;1260;p45"/>
          <p:cNvGrpSpPr/>
          <p:nvPr/>
        </p:nvGrpSpPr>
        <p:grpSpPr>
          <a:xfrm>
            <a:off x="6972251" y="3091060"/>
            <a:ext cx="393111" cy="393110"/>
            <a:chOff x="4036001" y="2067722"/>
            <a:chExt cx="393111" cy="393110"/>
          </a:xfrm>
        </p:grpSpPr>
        <p:sp>
          <p:nvSpPr>
            <p:cNvPr id="1261" name="Google Shape;1261;p45"/>
            <p:cNvSpPr/>
            <p:nvPr/>
          </p:nvSpPr>
          <p:spPr>
            <a:xfrm>
              <a:off x="4337989"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45"/>
            <p:cNvSpPr/>
            <p:nvPr/>
          </p:nvSpPr>
          <p:spPr>
            <a:xfrm>
              <a:off x="4036001"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45"/>
            <p:cNvSpPr/>
            <p:nvPr/>
          </p:nvSpPr>
          <p:spPr>
            <a:xfrm>
              <a:off x="4274044" y="2121911"/>
              <a:ext cx="119307" cy="69189"/>
            </a:xfrm>
            <a:custGeom>
              <a:avLst/>
              <a:gdLst/>
              <a:ahLst/>
              <a:cxnLst/>
              <a:rect l="l" t="t" r="r" b="b"/>
              <a:pathLst>
                <a:path w="2959" h="1716" extrusionOk="0">
                  <a:moveTo>
                    <a:pt x="1" y="0"/>
                  </a:moveTo>
                  <a:lnTo>
                    <a:pt x="1" y="1716"/>
                  </a:lnTo>
                  <a:lnTo>
                    <a:pt x="2959" y="1716"/>
                  </a:lnTo>
                  <a:lnTo>
                    <a:pt x="2959" y="1430"/>
                  </a:lnTo>
                  <a:cubicBezTo>
                    <a:pt x="2959" y="644"/>
                    <a:pt x="2316" y="0"/>
                    <a:pt x="15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45"/>
            <p:cNvSpPr/>
            <p:nvPr/>
          </p:nvSpPr>
          <p:spPr>
            <a:xfrm>
              <a:off x="4071764" y="2121911"/>
              <a:ext cx="119347" cy="69189"/>
            </a:xfrm>
            <a:custGeom>
              <a:avLst/>
              <a:gdLst/>
              <a:ahLst/>
              <a:cxnLst/>
              <a:rect l="l" t="t" r="r" b="b"/>
              <a:pathLst>
                <a:path w="2960" h="1716" extrusionOk="0">
                  <a:moveTo>
                    <a:pt x="1430" y="0"/>
                  </a:moveTo>
                  <a:cubicBezTo>
                    <a:pt x="644" y="0"/>
                    <a:pt x="0" y="644"/>
                    <a:pt x="0" y="1430"/>
                  </a:cubicBezTo>
                  <a:lnTo>
                    <a:pt x="0" y="1716"/>
                  </a:lnTo>
                  <a:lnTo>
                    <a:pt x="2959" y="1716"/>
                  </a:lnTo>
                  <a:lnTo>
                    <a:pt x="295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45"/>
            <p:cNvSpPr/>
            <p:nvPr/>
          </p:nvSpPr>
          <p:spPr>
            <a:xfrm>
              <a:off x="4088496" y="2067722"/>
              <a:ext cx="288167" cy="106082"/>
            </a:xfrm>
            <a:custGeom>
              <a:avLst/>
              <a:gdLst/>
              <a:ahLst/>
              <a:cxnLst/>
              <a:rect l="l" t="t" r="r" b="b"/>
              <a:pathLst>
                <a:path w="7147" h="2631" extrusionOk="0">
                  <a:moveTo>
                    <a:pt x="1372" y="1"/>
                  </a:moveTo>
                  <a:cubicBezTo>
                    <a:pt x="872" y="1"/>
                    <a:pt x="400" y="273"/>
                    <a:pt x="143" y="702"/>
                  </a:cubicBezTo>
                  <a:lnTo>
                    <a:pt x="0" y="959"/>
                  </a:lnTo>
                  <a:lnTo>
                    <a:pt x="2873" y="2631"/>
                  </a:lnTo>
                  <a:lnTo>
                    <a:pt x="3574" y="1788"/>
                  </a:lnTo>
                  <a:lnTo>
                    <a:pt x="4260" y="2631"/>
                  </a:lnTo>
                  <a:lnTo>
                    <a:pt x="7147" y="959"/>
                  </a:lnTo>
                  <a:lnTo>
                    <a:pt x="7004" y="702"/>
                  </a:lnTo>
                  <a:cubicBezTo>
                    <a:pt x="6747" y="273"/>
                    <a:pt x="6274" y="1"/>
                    <a:pt x="5775" y="1"/>
                  </a:cubicBezTo>
                  <a:cubicBezTo>
                    <a:pt x="5518" y="1"/>
                    <a:pt x="5274" y="58"/>
                    <a:pt x="5060" y="187"/>
                  </a:cubicBezTo>
                  <a:lnTo>
                    <a:pt x="4102" y="744"/>
                  </a:lnTo>
                  <a:cubicBezTo>
                    <a:pt x="3873" y="873"/>
                    <a:pt x="3702" y="1059"/>
                    <a:pt x="3574" y="1287"/>
                  </a:cubicBezTo>
                  <a:cubicBezTo>
                    <a:pt x="3444" y="1059"/>
                    <a:pt x="3259" y="873"/>
                    <a:pt x="3030" y="744"/>
                  </a:cubicBezTo>
                  <a:lnTo>
                    <a:pt x="2087" y="187"/>
                  </a:lnTo>
                  <a:cubicBezTo>
                    <a:pt x="1872" y="58"/>
                    <a:pt x="1615" y="1"/>
                    <a:pt x="13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45"/>
            <p:cNvSpPr/>
            <p:nvPr/>
          </p:nvSpPr>
          <p:spPr>
            <a:xfrm>
              <a:off x="4257311" y="2154771"/>
              <a:ext cx="129750" cy="118783"/>
            </a:xfrm>
            <a:custGeom>
              <a:avLst/>
              <a:gdLst/>
              <a:ahLst/>
              <a:cxnLst/>
              <a:rect l="l" t="t" r="r" b="b"/>
              <a:pathLst>
                <a:path w="3218" h="2946" extrusionOk="0">
                  <a:moveTo>
                    <a:pt x="644" y="1"/>
                  </a:moveTo>
                  <a:cubicBezTo>
                    <a:pt x="601" y="1"/>
                    <a:pt x="572" y="14"/>
                    <a:pt x="530" y="14"/>
                  </a:cubicBezTo>
                  <a:lnTo>
                    <a:pt x="315" y="29"/>
                  </a:lnTo>
                  <a:lnTo>
                    <a:pt x="1" y="1402"/>
                  </a:lnTo>
                  <a:lnTo>
                    <a:pt x="2674" y="2945"/>
                  </a:lnTo>
                  <a:lnTo>
                    <a:pt x="2817" y="2688"/>
                  </a:lnTo>
                  <a:cubicBezTo>
                    <a:pt x="3217" y="2016"/>
                    <a:pt x="2974" y="1144"/>
                    <a:pt x="2302" y="744"/>
                  </a:cubicBezTo>
                  <a:lnTo>
                    <a:pt x="1344" y="201"/>
                  </a:lnTo>
                  <a:cubicBezTo>
                    <a:pt x="1130" y="72"/>
                    <a:pt x="887" y="1"/>
                    <a:pt x="6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45"/>
            <p:cNvSpPr/>
            <p:nvPr/>
          </p:nvSpPr>
          <p:spPr>
            <a:xfrm>
              <a:off x="4078094" y="2155093"/>
              <a:ext cx="129145" cy="118460"/>
            </a:xfrm>
            <a:custGeom>
              <a:avLst/>
              <a:gdLst/>
              <a:ahLst/>
              <a:cxnLst/>
              <a:rect l="l" t="t" r="r" b="b"/>
              <a:pathLst>
                <a:path w="3203" h="2938" extrusionOk="0">
                  <a:moveTo>
                    <a:pt x="2564" y="0"/>
                  </a:moveTo>
                  <a:cubicBezTo>
                    <a:pt x="2320" y="0"/>
                    <a:pt x="2079" y="71"/>
                    <a:pt x="1859" y="193"/>
                  </a:cubicBezTo>
                  <a:lnTo>
                    <a:pt x="916" y="736"/>
                  </a:lnTo>
                  <a:cubicBezTo>
                    <a:pt x="230" y="1136"/>
                    <a:pt x="1" y="2008"/>
                    <a:pt x="386" y="2680"/>
                  </a:cubicBezTo>
                  <a:lnTo>
                    <a:pt x="544" y="2937"/>
                  </a:lnTo>
                  <a:lnTo>
                    <a:pt x="3203" y="1394"/>
                  </a:lnTo>
                  <a:lnTo>
                    <a:pt x="2888" y="21"/>
                  </a:lnTo>
                  <a:lnTo>
                    <a:pt x="2688" y="6"/>
                  </a:lnTo>
                  <a:cubicBezTo>
                    <a:pt x="2647" y="2"/>
                    <a:pt x="2605" y="0"/>
                    <a:pt x="2564"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45"/>
            <p:cNvSpPr/>
            <p:nvPr/>
          </p:nvSpPr>
          <p:spPr>
            <a:xfrm>
              <a:off x="4197962" y="2187590"/>
              <a:ext cx="69229" cy="209825"/>
            </a:xfrm>
            <a:custGeom>
              <a:avLst/>
              <a:gdLst/>
              <a:ahLst/>
              <a:cxnLst/>
              <a:rect l="l" t="t" r="r" b="b"/>
              <a:pathLst>
                <a:path w="1717" h="5204" extrusionOk="0">
                  <a:moveTo>
                    <a:pt x="1" y="1"/>
                  </a:moveTo>
                  <a:lnTo>
                    <a:pt x="1" y="5204"/>
                  </a:lnTo>
                  <a:lnTo>
                    <a:pt x="1716" y="5204"/>
                  </a:lnTo>
                  <a:lnTo>
                    <a:pt x="17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45"/>
            <p:cNvSpPr/>
            <p:nvPr/>
          </p:nvSpPr>
          <p:spPr>
            <a:xfrm>
              <a:off x="4197962" y="2278671"/>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45"/>
            <p:cNvSpPr/>
            <p:nvPr/>
          </p:nvSpPr>
          <p:spPr>
            <a:xfrm>
              <a:off x="4197962" y="2328828"/>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45"/>
            <p:cNvSpPr/>
            <p:nvPr/>
          </p:nvSpPr>
          <p:spPr>
            <a:xfrm>
              <a:off x="4197962" y="2229119"/>
              <a:ext cx="69229" cy="23063"/>
            </a:xfrm>
            <a:custGeom>
              <a:avLst/>
              <a:gdLst/>
              <a:ahLst/>
              <a:cxnLst/>
              <a:rect l="l" t="t" r="r" b="b"/>
              <a:pathLst>
                <a:path w="1717" h="572"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45"/>
            <p:cNvSpPr/>
            <p:nvPr/>
          </p:nvSpPr>
          <p:spPr>
            <a:xfrm>
              <a:off x="4099423" y="2373178"/>
              <a:ext cx="266273" cy="76124"/>
            </a:xfrm>
            <a:custGeom>
              <a:avLst/>
              <a:gdLst/>
              <a:ahLst/>
              <a:cxnLst/>
              <a:rect l="l" t="t" r="r" b="b"/>
              <a:pathLst>
                <a:path w="6604" h="1888" extrusionOk="0">
                  <a:moveTo>
                    <a:pt x="1830" y="0"/>
                  </a:moveTo>
                  <a:cubicBezTo>
                    <a:pt x="816" y="0"/>
                    <a:pt x="0" y="816"/>
                    <a:pt x="0" y="1830"/>
                  </a:cubicBezTo>
                  <a:lnTo>
                    <a:pt x="0" y="1887"/>
                  </a:lnTo>
                  <a:lnTo>
                    <a:pt x="6604" y="1887"/>
                  </a:lnTo>
                  <a:lnTo>
                    <a:pt x="6604" y="1830"/>
                  </a:lnTo>
                  <a:cubicBezTo>
                    <a:pt x="6604" y="829"/>
                    <a:pt x="5775" y="0"/>
                    <a:pt x="47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45"/>
            <p:cNvSpPr/>
            <p:nvPr/>
          </p:nvSpPr>
          <p:spPr>
            <a:xfrm>
              <a:off x="4075796" y="2437729"/>
              <a:ext cx="313569" cy="23103"/>
            </a:xfrm>
            <a:custGeom>
              <a:avLst/>
              <a:gdLst/>
              <a:ahLst/>
              <a:cxnLst/>
              <a:rect l="l" t="t" r="r" b="b"/>
              <a:pathLst>
                <a:path w="7777" h="573" extrusionOk="0">
                  <a:moveTo>
                    <a:pt x="1" y="0"/>
                  </a:moveTo>
                  <a:lnTo>
                    <a:pt x="1" y="572"/>
                  </a:lnTo>
                  <a:lnTo>
                    <a:pt x="7776" y="572"/>
                  </a:lnTo>
                  <a:lnTo>
                    <a:pt x="7776"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45"/>
            <p:cNvSpPr/>
            <p:nvPr/>
          </p:nvSpPr>
          <p:spPr>
            <a:xfrm>
              <a:off x="4174335" y="2143240"/>
              <a:ext cx="116444" cy="65157"/>
            </a:xfrm>
            <a:custGeom>
              <a:avLst/>
              <a:gdLst/>
              <a:ahLst/>
              <a:cxnLst/>
              <a:rect l="l" t="t" r="r" b="b"/>
              <a:pathLst>
                <a:path w="2888" h="1616" extrusionOk="0">
                  <a:moveTo>
                    <a:pt x="801" y="1"/>
                  </a:moveTo>
                  <a:cubicBezTo>
                    <a:pt x="358" y="1"/>
                    <a:pt x="0" y="373"/>
                    <a:pt x="0" y="815"/>
                  </a:cubicBezTo>
                  <a:cubicBezTo>
                    <a:pt x="0" y="1259"/>
                    <a:pt x="358" y="1615"/>
                    <a:pt x="801" y="1615"/>
                  </a:cubicBezTo>
                  <a:cubicBezTo>
                    <a:pt x="1058" y="1615"/>
                    <a:pt x="1287" y="1501"/>
                    <a:pt x="1445" y="1316"/>
                  </a:cubicBezTo>
                  <a:cubicBezTo>
                    <a:pt x="1588" y="1501"/>
                    <a:pt x="1816" y="1615"/>
                    <a:pt x="2074" y="1615"/>
                  </a:cubicBezTo>
                  <a:cubicBezTo>
                    <a:pt x="2531" y="1615"/>
                    <a:pt x="2888" y="1259"/>
                    <a:pt x="2888" y="815"/>
                  </a:cubicBezTo>
                  <a:cubicBezTo>
                    <a:pt x="2888" y="373"/>
                    <a:pt x="2531" y="1"/>
                    <a:pt x="2074" y="1"/>
                  </a:cubicBezTo>
                  <a:cubicBezTo>
                    <a:pt x="2016" y="1"/>
                    <a:pt x="1959" y="15"/>
                    <a:pt x="1902" y="29"/>
                  </a:cubicBezTo>
                  <a:lnTo>
                    <a:pt x="1816" y="43"/>
                  </a:lnTo>
                  <a:lnTo>
                    <a:pt x="1445" y="415"/>
                  </a:lnTo>
                  <a:lnTo>
                    <a:pt x="1058" y="43"/>
                  </a:lnTo>
                  <a:lnTo>
                    <a:pt x="987" y="29"/>
                  </a:lnTo>
                  <a:cubicBezTo>
                    <a:pt x="930" y="15"/>
                    <a:pt x="873" y="1"/>
                    <a:pt x="8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45"/>
            <p:cNvSpPr/>
            <p:nvPr/>
          </p:nvSpPr>
          <p:spPr>
            <a:xfrm>
              <a:off x="4199696" y="2117314"/>
              <a:ext cx="65722" cy="65722"/>
            </a:xfrm>
            <a:custGeom>
              <a:avLst/>
              <a:gdLst/>
              <a:ahLst/>
              <a:cxnLst/>
              <a:rect l="l" t="t" r="r" b="b"/>
              <a:pathLst>
                <a:path w="1630" h="1630" extrusionOk="0">
                  <a:moveTo>
                    <a:pt x="816" y="0"/>
                  </a:moveTo>
                  <a:cubicBezTo>
                    <a:pt x="372" y="0"/>
                    <a:pt x="0" y="372"/>
                    <a:pt x="0" y="815"/>
                  </a:cubicBezTo>
                  <a:cubicBezTo>
                    <a:pt x="0" y="1258"/>
                    <a:pt x="372" y="1630"/>
                    <a:pt x="816" y="1630"/>
                  </a:cubicBezTo>
                  <a:cubicBezTo>
                    <a:pt x="1258" y="1630"/>
                    <a:pt x="1630" y="1258"/>
                    <a:pt x="1630" y="815"/>
                  </a:cubicBezTo>
                  <a:cubicBezTo>
                    <a:pt x="1630" y="372"/>
                    <a:pt x="1258" y="0"/>
                    <a:pt x="816"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45"/>
          <p:cNvGrpSpPr/>
          <p:nvPr/>
        </p:nvGrpSpPr>
        <p:grpSpPr>
          <a:xfrm>
            <a:off x="6971688" y="1445920"/>
            <a:ext cx="394249" cy="348156"/>
            <a:chOff x="4714326" y="2090220"/>
            <a:chExt cx="394249" cy="348156"/>
          </a:xfrm>
        </p:grpSpPr>
        <p:sp>
          <p:nvSpPr>
            <p:cNvPr id="1277" name="Google Shape;1277;p45"/>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45"/>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45"/>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45"/>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45"/>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45"/>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45"/>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1287"/>
        <p:cNvGrpSpPr/>
        <p:nvPr/>
      </p:nvGrpSpPr>
      <p:grpSpPr>
        <a:xfrm>
          <a:off x="0" y="0"/>
          <a:ext cx="0" cy="0"/>
          <a:chOff x="0" y="0"/>
          <a:chExt cx="0" cy="0"/>
        </a:xfrm>
      </p:grpSpPr>
      <p:sp>
        <p:nvSpPr>
          <p:cNvPr id="1288" name="Google Shape;1288;p46"/>
          <p:cNvSpPr/>
          <p:nvPr/>
        </p:nvSpPr>
        <p:spPr>
          <a:xfrm>
            <a:off x="798150" y="1620250"/>
            <a:ext cx="1637400" cy="1637400"/>
          </a:xfrm>
          <a:prstGeom prst="ellipse">
            <a:avLst/>
          </a:prstGeom>
          <a:solidFill>
            <a:schemeClr val="lt1"/>
          </a:solidFill>
          <a:ln w="19050" cap="flat" cmpd="sng">
            <a:solidFill>
              <a:schemeClr val="accent6"/>
            </a:solidFill>
            <a:prstDash val="solid"/>
            <a:round/>
            <a:headEnd type="none" w="sm" len="sm"/>
            <a:tailEnd type="none" w="sm" len="sm"/>
          </a:ln>
          <a:effectLst>
            <a:outerShdw dist="47625" dir="9120000" algn="bl" rotWithShape="0">
              <a:schemeClr val="accent6">
                <a:alpha val="4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46"/>
          <p:cNvSpPr/>
          <p:nvPr/>
        </p:nvSpPr>
        <p:spPr>
          <a:xfrm rot="399055">
            <a:off x="926703" y="1748631"/>
            <a:ext cx="1380591" cy="1380591"/>
          </a:xfrm>
          <a:prstGeom prst="arc">
            <a:avLst>
              <a:gd name="adj1" fmla="val 16200000"/>
              <a:gd name="adj2" fmla="val 16109591"/>
            </a:avLst>
          </a:prstGeom>
          <a:no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46"/>
          <p:cNvSpPr/>
          <p:nvPr/>
        </p:nvSpPr>
        <p:spPr>
          <a:xfrm>
            <a:off x="926658" y="1748667"/>
            <a:ext cx="1380600" cy="1380600"/>
          </a:xfrm>
          <a:prstGeom prst="arc">
            <a:avLst>
              <a:gd name="adj1" fmla="val 16200000"/>
              <a:gd name="adj2" fmla="val 10919855"/>
            </a:avLst>
          </a:prstGeom>
          <a:noFill/>
          <a:ln w="3810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46"/>
          <p:cNvSpPr/>
          <p:nvPr/>
        </p:nvSpPr>
        <p:spPr>
          <a:xfrm flipH="1">
            <a:off x="5558219" y="2436134"/>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92" name="Google Shape;1292;p46"/>
          <p:cNvSpPr/>
          <p:nvPr/>
        </p:nvSpPr>
        <p:spPr>
          <a:xfrm flipH="1">
            <a:off x="5558219" y="3694784"/>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293" name="Google Shape;1293;p46"/>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294" name="Google Shape;1294;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 infographic</a:t>
            </a:r>
            <a:endParaRPr/>
          </a:p>
        </p:txBody>
      </p:sp>
      <p:grpSp>
        <p:nvGrpSpPr>
          <p:cNvPr id="1295" name="Google Shape;1295;p46"/>
          <p:cNvGrpSpPr/>
          <p:nvPr/>
        </p:nvGrpSpPr>
        <p:grpSpPr>
          <a:xfrm>
            <a:off x="1231193" y="2039091"/>
            <a:ext cx="771152" cy="799534"/>
            <a:chOff x="1625225" y="2667500"/>
            <a:chExt cx="371550" cy="385225"/>
          </a:xfrm>
        </p:grpSpPr>
        <p:sp>
          <p:nvSpPr>
            <p:cNvPr id="1296" name="Google Shape;1296;p46"/>
            <p:cNvSpPr/>
            <p:nvPr/>
          </p:nvSpPr>
          <p:spPr>
            <a:xfrm>
              <a:off x="1625225" y="2849725"/>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46"/>
            <p:cNvSpPr/>
            <p:nvPr/>
          </p:nvSpPr>
          <p:spPr>
            <a:xfrm>
              <a:off x="1644950" y="2870825"/>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46"/>
            <p:cNvSpPr/>
            <p:nvPr/>
          </p:nvSpPr>
          <p:spPr>
            <a:xfrm>
              <a:off x="1947150" y="2849725"/>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46"/>
            <p:cNvSpPr/>
            <p:nvPr/>
          </p:nvSpPr>
          <p:spPr>
            <a:xfrm>
              <a:off x="1954700" y="2870825"/>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46"/>
            <p:cNvSpPr/>
            <p:nvPr/>
          </p:nvSpPr>
          <p:spPr>
            <a:xfrm>
              <a:off x="1655550" y="2667525"/>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46"/>
            <p:cNvSpPr/>
            <p:nvPr/>
          </p:nvSpPr>
          <p:spPr>
            <a:xfrm>
              <a:off x="1667700" y="2667500"/>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46"/>
            <p:cNvSpPr/>
            <p:nvPr/>
          </p:nvSpPr>
          <p:spPr>
            <a:xfrm>
              <a:off x="1694875" y="2788400"/>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46"/>
            <p:cNvSpPr/>
            <p:nvPr/>
          </p:nvSpPr>
          <p:spPr>
            <a:xfrm>
              <a:off x="1709150" y="2788400"/>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46"/>
            <p:cNvSpPr/>
            <p:nvPr/>
          </p:nvSpPr>
          <p:spPr>
            <a:xfrm>
              <a:off x="1775250" y="2908650"/>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46"/>
            <p:cNvSpPr/>
            <p:nvPr/>
          </p:nvSpPr>
          <p:spPr>
            <a:xfrm>
              <a:off x="1721300" y="2838300"/>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46"/>
            <p:cNvSpPr/>
            <p:nvPr/>
          </p:nvSpPr>
          <p:spPr>
            <a:xfrm>
              <a:off x="1858875" y="2841150"/>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46"/>
            <p:cNvSpPr/>
            <p:nvPr/>
          </p:nvSpPr>
          <p:spPr>
            <a:xfrm>
              <a:off x="1841375" y="2797425"/>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46"/>
            <p:cNvSpPr/>
            <p:nvPr/>
          </p:nvSpPr>
          <p:spPr>
            <a:xfrm>
              <a:off x="1716300" y="2788975"/>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46"/>
            <p:cNvSpPr/>
            <p:nvPr/>
          </p:nvSpPr>
          <p:spPr>
            <a:xfrm>
              <a:off x="1728800" y="2839650"/>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46"/>
            <p:cNvSpPr/>
            <p:nvPr/>
          </p:nvSpPr>
          <p:spPr>
            <a:xfrm>
              <a:off x="1860300" y="2843975"/>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46"/>
            <p:cNvSpPr/>
            <p:nvPr/>
          </p:nvSpPr>
          <p:spPr>
            <a:xfrm>
              <a:off x="1745600" y="2883250"/>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46"/>
            <p:cNvSpPr/>
            <p:nvPr/>
          </p:nvSpPr>
          <p:spPr>
            <a:xfrm>
              <a:off x="1812425" y="2907925"/>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46"/>
            <p:cNvSpPr/>
            <p:nvPr/>
          </p:nvSpPr>
          <p:spPr>
            <a:xfrm>
              <a:off x="1729525" y="2835100"/>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46"/>
            <p:cNvSpPr/>
            <p:nvPr/>
          </p:nvSpPr>
          <p:spPr>
            <a:xfrm>
              <a:off x="1856725" y="2839375"/>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46"/>
            <p:cNvSpPr/>
            <p:nvPr/>
          </p:nvSpPr>
          <p:spPr>
            <a:xfrm>
              <a:off x="1790975" y="2853750"/>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6"/>
            <p:cNvSpPr/>
            <p:nvPr/>
          </p:nvSpPr>
          <p:spPr>
            <a:xfrm>
              <a:off x="1743475" y="2898700"/>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 name="Google Shape;1317;p46"/>
          <p:cNvSpPr/>
          <p:nvPr/>
        </p:nvSpPr>
        <p:spPr>
          <a:xfrm>
            <a:off x="2833613" y="208566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18" name="Google Shape;1318;p46"/>
          <p:cNvSpPr txBox="1">
            <a:spLocks noGrp="1"/>
          </p:cNvSpPr>
          <p:nvPr>
            <p:ph type="subTitle" idx="4294967295"/>
          </p:nvPr>
        </p:nvSpPr>
        <p:spPr>
          <a:xfrm>
            <a:off x="2891500" y="253757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319" name="Google Shape;1319;p46"/>
          <p:cNvSpPr txBox="1">
            <a:spLocks noGrp="1"/>
          </p:cNvSpPr>
          <p:nvPr>
            <p:ph type="subTitle" idx="4294967295"/>
          </p:nvPr>
        </p:nvSpPr>
        <p:spPr>
          <a:xfrm>
            <a:off x="2891500" y="215705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Bigfoot</a:t>
            </a:r>
            <a:endParaRPr sz="2500">
              <a:solidFill>
                <a:schemeClr val="lt1"/>
              </a:solidFill>
              <a:latin typeface="Freckle Face"/>
              <a:ea typeface="Freckle Face"/>
              <a:cs typeface="Freckle Face"/>
              <a:sym typeface="Freckle Face"/>
            </a:endParaRPr>
          </a:p>
        </p:txBody>
      </p:sp>
      <p:sp>
        <p:nvSpPr>
          <p:cNvPr id="1320" name="Google Shape;1320;p46"/>
          <p:cNvSpPr/>
          <p:nvPr/>
        </p:nvSpPr>
        <p:spPr>
          <a:xfrm>
            <a:off x="719988" y="347078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21" name="Google Shape;1321;p46"/>
          <p:cNvSpPr txBox="1">
            <a:spLocks noGrp="1"/>
          </p:cNvSpPr>
          <p:nvPr>
            <p:ph type="subTitle" idx="4294967295"/>
          </p:nvPr>
        </p:nvSpPr>
        <p:spPr>
          <a:xfrm>
            <a:off x="777875" y="35421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Environment</a:t>
            </a:r>
            <a:endParaRPr sz="2500">
              <a:solidFill>
                <a:schemeClr val="lt1"/>
              </a:solidFill>
              <a:latin typeface="Freckle Face"/>
              <a:ea typeface="Freckle Face"/>
              <a:cs typeface="Freckle Face"/>
              <a:sym typeface="Freckle Face"/>
            </a:endParaRPr>
          </a:p>
        </p:txBody>
      </p:sp>
      <p:sp>
        <p:nvSpPr>
          <p:cNvPr id="1322" name="Google Shape;1322;p46"/>
          <p:cNvSpPr/>
          <p:nvPr/>
        </p:nvSpPr>
        <p:spPr>
          <a:xfrm>
            <a:off x="777876" y="4077663"/>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323" name="Google Shape;1323;p46"/>
          <p:cNvSpPr txBox="1">
            <a:spLocks noGrp="1"/>
          </p:cNvSpPr>
          <p:nvPr>
            <p:ph type="subTitle" idx="4294967295"/>
          </p:nvPr>
        </p:nvSpPr>
        <p:spPr>
          <a:xfrm>
            <a:off x="2891500" y="168277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70%</a:t>
            </a:r>
            <a:endParaRPr sz="2500">
              <a:latin typeface="Freckle Face"/>
              <a:ea typeface="Freckle Face"/>
              <a:cs typeface="Freckle Face"/>
              <a:sym typeface="Freckle Face"/>
            </a:endParaRPr>
          </a:p>
        </p:txBody>
      </p:sp>
      <p:sp>
        <p:nvSpPr>
          <p:cNvPr id="1324" name="Google Shape;1324;p46"/>
          <p:cNvSpPr txBox="1">
            <a:spLocks noGrp="1"/>
          </p:cNvSpPr>
          <p:nvPr>
            <p:ph type="subTitle" idx="4294967295"/>
          </p:nvPr>
        </p:nvSpPr>
        <p:spPr>
          <a:xfrm>
            <a:off x="1437575" y="4168800"/>
            <a:ext cx="1453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Mercury</a:t>
            </a:r>
            <a:endParaRPr sz="2500">
              <a:latin typeface="Freckle Face"/>
              <a:ea typeface="Freckle Face"/>
              <a:cs typeface="Freckle Face"/>
              <a:sym typeface="Freckle Face"/>
            </a:endParaRPr>
          </a:p>
        </p:txBody>
      </p:sp>
      <p:sp>
        <p:nvSpPr>
          <p:cNvPr id="1325" name="Google Shape;1325;p46"/>
          <p:cNvSpPr/>
          <p:nvPr/>
        </p:nvSpPr>
        <p:spPr>
          <a:xfrm flipH="1">
            <a:off x="3273176" y="4077663"/>
            <a:ext cx="582694" cy="52584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326" name="Google Shape;1326;p46"/>
          <p:cNvSpPr txBox="1">
            <a:spLocks noGrp="1"/>
          </p:cNvSpPr>
          <p:nvPr>
            <p:ph type="subTitle" idx="4294967295"/>
          </p:nvPr>
        </p:nvSpPr>
        <p:spPr>
          <a:xfrm>
            <a:off x="3932875" y="4168800"/>
            <a:ext cx="1453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latin typeface="Freckle Face"/>
                <a:ea typeface="Freckle Face"/>
                <a:cs typeface="Freckle Face"/>
                <a:sym typeface="Freckle Face"/>
              </a:rPr>
              <a:t>Jupiter</a:t>
            </a:r>
            <a:endParaRPr sz="2500">
              <a:latin typeface="Freckle Face"/>
              <a:ea typeface="Freckle Face"/>
              <a:cs typeface="Freckle Face"/>
              <a:sym typeface="Freckle Face"/>
            </a:endParaRPr>
          </a:p>
        </p:txBody>
      </p:sp>
      <p:cxnSp>
        <p:nvCxnSpPr>
          <p:cNvPr id="1327" name="Google Shape;1327;p46"/>
          <p:cNvCxnSpPr/>
          <p:nvPr/>
        </p:nvCxnSpPr>
        <p:spPr>
          <a:xfrm>
            <a:off x="733550" y="3332150"/>
            <a:ext cx="4560600" cy="0"/>
          </a:xfrm>
          <a:prstGeom prst="straightConnector1">
            <a:avLst/>
          </a:prstGeom>
          <a:noFill/>
          <a:ln w="19050" cap="flat" cmpd="sng">
            <a:solidFill>
              <a:schemeClr val="accent6"/>
            </a:solidFill>
            <a:prstDash val="dot"/>
            <a:round/>
            <a:headEnd type="none" w="med" len="med"/>
            <a:tailEnd type="none" w="med" len="med"/>
          </a:ln>
        </p:spPr>
      </p:cxnSp>
      <p:cxnSp>
        <p:nvCxnSpPr>
          <p:cNvPr id="1328" name="Google Shape;1328;p46"/>
          <p:cNvCxnSpPr/>
          <p:nvPr/>
        </p:nvCxnSpPr>
        <p:spPr>
          <a:xfrm>
            <a:off x="5329875" y="1721875"/>
            <a:ext cx="0" cy="2868900"/>
          </a:xfrm>
          <a:prstGeom prst="straightConnector1">
            <a:avLst/>
          </a:prstGeom>
          <a:noFill/>
          <a:ln w="19050" cap="flat" cmpd="sng">
            <a:solidFill>
              <a:schemeClr val="accent6"/>
            </a:solidFill>
            <a:prstDash val="dot"/>
            <a:round/>
            <a:headEnd type="none" w="med" len="med"/>
            <a:tailEnd type="none" w="med" len="med"/>
          </a:ln>
        </p:spPr>
      </p:cxnSp>
      <p:grpSp>
        <p:nvGrpSpPr>
          <p:cNvPr id="1329" name="Google Shape;1329;p46"/>
          <p:cNvGrpSpPr/>
          <p:nvPr/>
        </p:nvGrpSpPr>
        <p:grpSpPr>
          <a:xfrm>
            <a:off x="3367678" y="4143862"/>
            <a:ext cx="393681" cy="393439"/>
            <a:chOff x="6751516" y="2067400"/>
            <a:chExt cx="393681" cy="393439"/>
          </a:xfrm>
        </p:grpSpPr>
        <p:sp>
          <p:nvSpPr>
            <p:cNvPr id="1330" name="Google Shape;1330;p46"/>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46"/>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46"/>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46"/>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 name="Google Shape;1334;p46"/>
          <p:cNvGrpSpPr/>
          <p:nvPr/>
        </p:nvGrpSpPr>
        <p:grpSpPr>
          <a:xfrm>
            <a:off x="873577" y="4155836"/>
            <a:ext cx="392509" cy="393074"/>
            <a:chOff x="1320527" y="2781811"/>
            <a:chExt cx="392509" cy="393074"/>
          </a:xfrm>
        </p:grpSpPr>
        <p:sp>
          <p:nvSpPr>
            <p:cNvPr id="1335" name="Google Shape;1335;p46"/>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46"/>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46"/>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46"/>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46"/>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46"/>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46"/>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46"/>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46"/>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46"/>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46"/>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46"/>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46"/>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46"/>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46"/>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0" name="Google Shape;1350;p46"/>
          <p:cNvSpPr/>
          <p:nvPr/>
        </p:nvSpPr>
        <p:spPr>
          <a:xfrm>
            <a:off x="5558200" y="172186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351" name="Google Shape;1351;p46"/>
          <p:cNvSpPr txBox="1">
            <a:spLocks noGrp="1"/>
          </p:cNvSpPr>
          <p:nvPr>
            <p:ph type="subTitle" idx="4294967295"/>
          </p:nvPr>
        </p:nvSpPr>
        <p:spPr>
          <a:xfrm>
            <a:off x="5616088" y="179325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Favorites</a:t>
            </a:r>
            <a:endParaRPr sz="2500">
              <a:solidFill>
                <a:schemeClr val="lt1"/>
              </a:solidFill>
              <a:latin typeface="Freckle Face"/>
              <a:ea typeface="Freckle Face"/>
              <a:cs typeface="Freckle Face"/>
              <a:sym typeface="Freckle Face"/>
            </a:endParaRPr>
          </a:p>
        </p:txBody>
      </p:sp>
      <p:grpSp>
        <p:nvGrpSpPr>
          <p:cNvPr id="1352" name="Google Shape;1352;p46"/>
          <p:cNvGrpSpPr/>
          <p:nvPr/>
        </p:nvGrpSpPr>
        <p:grpSpPr>
          <a:xfrm>
            <a:off x="5909579" y="2601056"/>
            <a:ext cx="289859" cy="525824"/>
            <a:chOff x="6160845" y="2781770"/>
            <a:chExt cx="216717" cy="393110"/>
          </a:xfrm>
        </p:grpSpPr>
        <p:sp>
          <p:nvSpPr>
            <p:cNvPr id="1353" name="Google Shape;1353;p46"/>
            <p:cNvSpPr/>
            <p:nvPr/>
          </p:nvSpPr>
          <p:spPr>
            <a:xfrm>
              <a:off x="6269182" y="3008846"/>
              <a:ext cx="80116" cy="71528"/>
            </a:xfrm>
            <a:custGeom>
              <a:avLst/>
              <a:gdLst/>
              <a:ahLst/>
              <a:cxnLst/>
              <a:rect l="l" t="t" r="r" b="b"/>
              <a:pathLst>
                <a:path w="1987" h="1774" extrusionOk="0">
                  <a:moveTo>
                    <a:pt x="872" y="1"/>
                  </a:moveTo>
                  <a:cubicBezTo>
                    <a:pt x="529" y="1"/>
                    <a:pt x="214" y="157"/>
                    <a:pt x="0" y="401"/>
                  </a:cubicBezTo>
                  <a:lnTo>
                    <a:pt x="0" y="1773"/>
                  </a:lnTo>
                  <a:lnTo>
                    <a:pt x="829" y="1773"/>
                  </a:lnTo>
                  <a:cubicBezTo>
                    <a:pt x="1472" y="1773"/>
                    <a:pt x="1987" y="1258"/>
                    <a:pt x="1987" y="630"/>
                  </a:cubicBezTo>
                  <a:lnTo>
                    <a:pt x="19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46"/>
            <p:cNvSpPr/>
            <p:nvPr/>
          </p:nvSpPr>
          <p:spPr>
            <a:xfrm>
              <a:off x="6189632" y="3054971"/>
              <a:ext cx="79592" cy="71487"/>
            </a:xfrm>
            <a:custGeom>
              <a:avLst/>
              <a:gdLst/>
              <a:ahLst/>
              <a:cxnLst/>
              <a:rect l="l" t="t" r="r" b="b"/>
              <a:pathLst>
                <a:path w="1974" h="1773" extrusionOk="0">
                  <a:moveTo>
                    <a:pt x="1" y="0"/>
                  </a:moveTo>
                  <a:lnTo>
                    <a:pt x="1" y="629"/>
                  </a:lnTo>
                  <a:cubicBezTo>
                    <a:pt x="1" y="1258"/>
                    <a:pt x="516" y="1773"/>
                    <a:pt x="1144" y="1773"/>
                  </a:cubicBezTo>
                  <a:lnTo>
                    <a:pt x="1973" y="1773"/>
                  </a:lnTo>
                  <a:lnTo>
                    <a:pt x="1973" y="400"/>
                  </a:lnTo>
                  <a:cubicBezTo>
                    <a:pt x="1758" y="157"/>
                    <a:pt x="1459" y="0"/>
                    <a:pt x="11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46"/>
            <p:cNvSpPr/>
            <p:nvPr/>
          </p:nvSpPr>
          <p:spPr>
            <a:xfrm>
              <a:off x="6257650" y="2978285"/>
              <a:ext cx="23103" cy="185069"/>
            </a:xfrm>
            <a:custGeom>
              <a:avLst/>
              <a:gdLst/>
              <a:ahLst/>
              <a:cxnLst/>
              <a:rect l="l" t="t" r="r" b="b"/>
              <a:pathLst>
                <a:path w="573" h="4590" extrusionOk="0">
                  <a:moveTo>
                    <a:pt x="1" y="1"/>
                  </a:moveTo>
                  <a:lnTo>
                    <a:pt x="1" y="4589"/>
                  </a:lnTo>
                  <a:lnTo>
                    <a:pt x="572" y="4589"/>
                  </a:lnTo>
                  <a:lnTo>
                    <a:pt x="572"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46"/>
            <p:cNvSpPr/>
            <p:nvPr/>
          </p:nvSpPr>
          <p:spPr>
            <a:xfrm>
              <a:off x="6172376" y="3151777"/>
              <a:ext cx="193657" cy="23103"/>
            </a:xfrm>
            <a:custGeom>
              <a:avLst/>
              <a:gdLst/>
              <a:ahLst/>
              <a:cxnLst/>
              <a:rect l="l" t="t" r="r" b="b"/>
              <a:pathLst>
                <a:path w="4803" h="573" extrusionOk="0">
                  <a:moveTo>
                    <a:pt x="0" y="0"/>
                  </a:moveTo>
                  <a:lnTo>
                    <a:pt x="0" y="572"/>
                  </a:lnTo>
                  <a:lnTo>
                    <a:pt x="4803" y="572"/>
                  </a:lnTo>
                  <a:lnTo>
                    <a:pt x="480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46"/>
            <p:cNvSpPr/>
            <p:nvPr/>
          </p:nvSpPr>
          <p:spPr>
            <a:xfrm>
              <a:off x="6225395" y="2918371"/>
              <a:ext cx="87615" cy="65157"/>
            </a:xfrm>
            <a:custGeom>
              <a:avLst/>
              <a:gdLst/>
              <a:ahLst/>
              <a:cxnLst/>
              <a:rect l="l" t="t" r="r" b="b"/>
              <a:pathLst>
                <a:path w="2173" h="1616" extrusionOk="0">
                  <a:moveTo>
                    <a:pt x="0" y="0"/>
                  </a:moveTo>
                  <a:lnTo>
                    <a:pt x="0" y="529"/>
                  </a:lnTo>
                  <a:cubicBezTo>
                    <a:pt x="0" y="1130"/>
                    <a:pt x="500" y="1616"/>
                    <a:pt x="1100" y="1616"/>
                  </a:cubicBezTo>
                  <a:cubicBezTo>
                    <a:pt x="1700" y="1601"/>
                    <a:pt x="2173" y="1101"/>
                    <a:pt x="2173" y="515"/>
                  </a:cubicBezTo>
                  <a:lnTo>
                    <a:pt x="217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46"/>
            <p:cNvSpPr/>
            <p:nvPr/>
          </p:nvSpPr>
          <p:spPr>
            <a:xfrm>
              <a:off x="6160845" y="2781770"/>
              <a:ext cx="108380" cy="146442"/>
            </a:xfrm>
            <a:custGeom>
              <a:avLst/>
              <a:gdLst/>
              <a:ahLst/>
              <a:cxnLst/>
              <a:rect l="l" t="t" r="r" b="b"/>
              <a:pathLst>
                <a:path w="2688" h="3632" extrusionOk="0">
                  <a:moveTo>
                    <a:pt x="1098" y="1"/>
                  </a:moveTo>
                  <a:cubicBezTo>
                    <a:pt x="1089" y="1"/>
                    <a:pt x="1080" y="1"/>
                    <a:pt x="1072" y="1"/>
                  </a:cubicBezTo>
                  <a:cubicBezTo>
                    <a:pt x="486" y="15"/>
                    <a:pt x="0" y="516"/>
                    <a:pt x="0" y="1101"/>
                  </a:cubicBezTo>
                  <a:lnTo>
                    <a:pt x="0" y="1273"/>
                  </a:lnTo>
                  <a:cubicBezTo>
                    <a:pt x="0" y="2302"/>
                    <a:pt x="614" y="3216"/>
                    <a:pt x="1558" y="3617"/>
                  </a:cubicBezTo>
                  <a:lnTo>
                    <a:pt x="1601" y="3632"/>
                  </a:lnTo>
                  <a:lnTo>
                    <a:pt x="2687" y="3632"/>
                  </a:lnTo>
                  <a:lnTo>
                    <a:pt x="2687" y="3060"/>
                  </a:lnTo>
                  <a:cubicBezTo>
                    <a:pt x="2516" y="3060"/>
                    <a:pt x="2173" y="2574"/>
                    <a:pt x="2173" y="1673"/>
                  </a:cubicBezTo>
                  <a:lnTo>
                    <a:pt x="2173" y="1087"/>
                  </a:lnTo>
                  <a:cubicBezTo>
                    <a:pt x="2173" y="496"/>
                    <a:pt x="1686" y="1"/>
                    <a:pt x="109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46"/>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46"/>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46"/>
            <p:cNvSpPr/>
            <p:nvPr/>
          </p:nvSpPr>
          <p:spPr>
            <a:xfrm>
              <a:off x="6225395" y="2781811"/>
              <a:ext cx="87615" cy="146402"/>
            </a:xfrm>
            <a:custGeom>
              <a:avLst/>
              <a:gdLst/>
              <a:ahLst/>
              <a:cxnLst/>
              <a:rect l="l" t="t" r="r" b="b"/>
              <a:pathLst>
                <a:path w="2173" h="3631" extrusionOk="0">
                  <a:moveTo>
                    <a:pt x="1086" y="0"/>
                  </a:moveTo>
                  <a:cubicBezTo>
                    <a:pt x="486" y="0"/>
                    <a:pt x="0" y="486"/>
                    <a:pt x="0" y="1086"/>
                  </a:cubicBezTo>
                  <a:lnTo>
                    <a:pt x="0" y="1672"/>
                  </a:lnTo>
                  <a:cubicBezTo>
                    <a:pt x="0" y="2158"/>
                    <a:pt x="100" y="2615"/>
                    <a:pt x="271" y="2973"/>
                  </a:cubicBezTo>
                  <a:cubicBezTo>
                    <a:pt x="543" y="3545"/>
                    <a:pt x="900" y="3631"/>
                    <a:pt x="1086" y="3631"/>
                  </a:cubicBezTo>
                  <a:cubicBezTo>
                    <a:pt x="1287" y="3631"/>
                    <a:pt x="1643" y="3545"/>
                    <a:pt x="1915" y="2973"/>
                  </a:cubicBezTo>
                  <a:cubicBezTo>
                    <a:pt x="2087" y="2615"/>
                    <a:pt x="2173" y="2158"/>
                    <a:pt x="2173" y="1672"/>
                  </a:cubicBezTo>
                  <a:lnTo>
                    <a:pt x="2173" y="1086"/>
                  </a:lnTo>
                  <a:cubicBezTo>
                    <a:pt x="2173" y="486"/>
                    <a:pt x="1687" y="0"/>
                    <a:pt x="1086"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46"/>
          <p:cNvGrpSpPr/>
          <p:nvPr/>
        </p:nvGrpSpPr>
        <p:grpSpPr>
          <a:xfrm>
            <a:off x="5821652" y="3879766"/>
            <a:ext cx="465649" cy="525809"/>
            <a:chOff x="6774014" y="2781811"/>
            <a:chExt cx="348123" cy="393070"/>
          </a:xfrm>
        </p:grpSpPr>
        <p:sp>
          <p:nvSpPr>
            <p:cNvPr id="1363" name="Google Shape;1363;p46"/>
            <p:cNvSpPr/>
            <p:nvPr/>
          </p:nvSpPr>
          <p:spPr>
            <a:xfrm>
              <a:off x="6973955" y="2948328"/>
              <a:ext cx="123984" cy="143539"/>
            </a:xfrm>
            <a:custGeom>
              <a:avLst/>
              <a:gdLst/>
              <a:ahLst/>
              <a:cxnLst/>
              <a:rect l="l" t="t" r="r" b="b"/>
              <a:pathLst>
                <a:path w="3075" h="3560" extrusionOk="0">
                  <a:moveTo>
                    <a:pt x="1" y="0"/>
                  </a:moveTo>
                  <a:lnTo>
                    <a:pt x="1" y="2531"/>
                  </a:lnTo>
                  <a:lnTo>
                    <a:pt x="1531" y="3560"/>
                  </a:lnTo>
                  <a:lnTo>
                    <a:pt x="3074" y="2531"/>
                  </a:lnTo>
                  <a:lnTo>
                    <a:pt x="3074" y="0"/>
                  </a:lnTo>
                  <a:lnTo>
                    <a:pt x="1531"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46"/>
            <p:cNvSpPr/>
            <p:nvPr/>
          </p:nvSpPr>
          <p:spPr>
            <a:xfrm>
              <a:off x="6973955" y="2781811"/>
              <a:ext cx="123984" cy="159627"/>
            </a:xfrm>
            <a:custGeom>
              <a:avLst/>
              <a:gdLst/>
              <a:ahLst/>
              <a:cxnLst/>
              <a:rect l="l" t="t" r="r" b="b"/>
              <a:pathLst>
                <a:path w="3075" h="3959" extrusionOk="0">
                  <a:moveTo>
                    <a:pt x="1" y="0"/>
                  </a:moveTo>
                  <a:lnTo>
                    <a:pt x="1" y="2930"/>
                  </a:lnTo>
                  <a:lnTo>
                    <a:pt x="1531" y="3959"/>
                  </a:lnTo>
                  <a:lnTo>
                    <a:pt x="3074" y="2930"/>
                  </a:lnTo>
                  <a:lnTo>
                    <a:pt x="3074" y="0"/>
                  </a:lnTo>
                  <a:lnTo>
                    <a:pt x="2503" y="0"/>
                  </a:lnTo>
                  <a:lnTo>
                    <a:pt x="2503" y="728"/>
                  </a:lnTo>
                  <a:lnTo>
                    <a:pt x="1531"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46"/>
            <p:cNvSpPr/>
            <p:nvPr/>
          </p:nvSpPr>
          <p:spPr>
            <a:xfrm>
              <a:off x="6973955" y="2872246"/>
              <a:ext cx="123984" cy="144708"/>
            </a:xfrm>
            <a:custGeom>
              <a:avLst/>
              <a:gdLst/>
              <a:ahLst/>
              <a:cxnLst/>
              <a:rect l="l" t="t" r="r" b="b"/>
              <a:pathLst>
                <a:path w="3075" h="3589" extrusionOk="0">
                  <a:moveTo>
                    <a:pt x="1" y="1"/>
                  </a:moveTo>
                  <a:lnTo>
                    <a:pt x="1" y="2560"/>
                  </a:lnTo>
                  <a:lnTo>
                    <a:pt x="1531" y="3589"/>
                  </a:lnTo>
                  <a:lnTo>
                    <a:pt x="3074" y="2560"/>
                  </a:lnTo>
                  <a:lnTo>
                    <a:pt x="3074" y="1"/>
                  </a:lnTo>
                  <a:lnTo>
                    <a:pt x="1531"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46"/>
            <p:cNvSpPr/>
            <p:nvPr/>
          </p:nvSpPr>
          <p:spPr>
            <a:xfrm>
              <a:off x="7024676" y="2781811"/>
              <a:ext cx="23103" cy="381548"/>
            </a:xfrm>
            <a:custGeom>
              <a:avLst/>
              <a:gdLst/>
              <a:ahLst/>
              <a:cxnLst/>
              <a:rect l="l" t="t" r="r" b="b"/>
              <a:pathLst>
                <a:path w="573" h="9463" extrusionOk="0">
                  <a:moveTo>
                    <a:pt x="0" y="0"/>
                  </a:moveTo>
                  <a:lnTo>
                    <a:pt x="0" y="9462"/>
                  </a:lnTo>
                  <a:lnTo>
                    <a:pt x="572" y="946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46"/>
            <p:cNvSpPr/>
            <p:nvPr/>
          </p:nvSpPr>
          <p:spPr>
            <a:xfrm>
              <a:off x="6798205" y="2948328"/>
              <a:ext cx="123379" cy="143539"/>
            </a:xfrm>
            <a:custGeom>
              <a:avLst/>
              <a:gdLst/>
              <a:ahLst/>
              <a:cxnLst/>
              <a:rect l="l" t="t" r="r" b="b"/>
              <a:pathLst>
                <a:path w="3060" h="3560" extrusionOk="0">
                  <a:moveTo>
                    <a:pt x="1" y="0"/>
                  </a:moveTo>
                  <a:lnTo>
                    <a:pt x="1" y="2531"/>
                  </a:lnTo>
                  <a:lnTo>
                    <a:pt x="1530" y="3560"/>
                  </a:lnTo>
                  <a:lnTo>
                    <a:pt x="3060" y="2531"/>
                  </a:lnTo>
                  <a:lnTo>
                    <a:pt x="3060" y="0"/>
                  </a:lnTo>
                  <a:lnTo>
                    <a:pt x="1530"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46"/>
            <p:cNvSpPr/>
            <p:nvPr/>
          </p:nvSpPr>
          <p:spPr>
            <a:xfrm>
              <a:off x="6798205" y="2781811"/>
              <a:ext cx="123379" cy="159627"/>
            </a:xfrm>
            <a:custGeom>
              <a:avLst/>
              <a:gdLst/>
              <a:ahLst/>
              <a:cxnLst/>
              <a:rect l="l" t="t" r="r" b="b"/>
              <a:pathLst>
                <a:path w="3060" h="3959" extrusionOk="0">
                  <a:moveTo>
                    <a:pt x="1" y="0"/>
                  </a:moveTo>
                  <a:lnTo>
                    <a:pt x="1" y="2930"/>
                  </a:lnTo>
                  <a:lnTo>
                    <a:pt x="1530" y="3959"/>
                  </a:lnTo>
                  <a:lnTo>
                    <a:pt x="3060" y="2930"/>
                  </a:lnTo>
                  <a:lnTo>
                    <a:pt x="3060" y="0"/>
                  </a:lnTo>
                  <a:lnTo>
                    <a:pt x="2488" y="0"/>
                  </a:lnTo>
                  <a:lnTo>
                    <a:pt x="2488" y="728"/>
                  </a:lnTo>
                  <a:lnTo>
                    <a:pt x="1530"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46"/>
            <p:cNvSpPr/>
            <p:nvPr/>
          </p:nvSpPr>
          <p:spPr>
            <a:xfrm>
              <a:off x="6798205" y="2872246"/>
              <a:ext cx="123379" cy="144708"/>
            </a:xfrm>
            <a:custGeom>
              <a:avLst/>
              <a:gdLst/>
              <a:ahLst/>
              <a:cxnLst/>
              <a:rect l="l" t="t" r="r" b="b"/>
              <a:pathLst>
                <a:path w="3060" h="3589" extrusionOk="0">
                  <a:moveTo>
                    <a:pt x="1" y="1"/>
                  </a:moveTo>
                  <a:lnTo>
                    <a:pt x="1" y="2560"/>
                  </a:lnTo>
                  <a:lnTo>
                    <a:pt x="1530" y="3589"/>
                  </a:lnTo>
                  <a:lnTo>
                    <a:pt x="3060" y="2560"/>
                  </a:lnTo>
                  <a:lnTo>
                    <a:pt x="3060" y="1"/>
                  </a:lnTo>
                  <a:lnTo>
                    <a:pt x="1530"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46"/>
            <p:cNvSpPr/>
            <p:nvPr/>
          </p:nvSpPr>
          <p:spPr>
            <a:xfrm>
              <a:off x="6847757" y="2781811"/>
              <a:ext cx="23103" cy="381548"/>
            </a:xfrm>
            <a:custGeom>
              <a:avLst/>
              <a:gdLst/>
              <a:ahLst/>
              <a:cxnLst/>
              <a:rect l="l" t="t" r="r" b="b"/>
              <a:pathLst>
                <a:path w="573" h="9463" extrusionOk="0">
                  <a:moveTo>
                    <a:pt x="1" y="0"/>
                  </a:moveTo>
                  <a:lnTo>
                    <a:pt x="1" y="9462"/>
                  </a:lnTo>
                  <a:lnTo>
                    <a:pt x="573" y="9462"/>
                  </a:lnTo>
                  <a:lnTo>
                    <a:pt x="5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46"/>
            <p:cNvSpPr/>
            <p:nvPr/>
          </p:nvSpPr>
          <p:spPr>
            <a:xfrm>
              <a:off x="6774014" y="3151777"/>
              <a:ext cx="348123" cy="23103"/>
            </a:xfrm>
            <a:custGeom>
              <a:avLst/>
              <a:gdLst/>
              <a:ahLst/>
              <a:cxnLst/>
              <a:rect l="l" t="t" r="r" b="b"/>
              <a:pathLst>
                <a:path w="8634" h="573" extrusionOk="0">
                  <a:moveTo>
                    <a:pt x="0" y="0"/>
                  </a:moveTo>
                  <a:lnTo>
                    <a:pt x="0" y="572"/>
                  </a:lnTo>
                  <a:lnTo>
                    <a:pt x="8634" y="572"/>
                  </a:lnTo>
                  <a:lnTo>
                    <a:pt x="8634"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2" name="Google Shape;1372;p46"/>
          <p:cNvSpPr txBox="1">
            <a:spLocks noGrp="1"/>
          </p:cNvSpPr>
          <p:nvPr>
            <p:ph type="subTitle" idx="4294967295"/>
          </p:nvPr>
        </p:nvSpPr>
        <p:spPr>
          <a:xfrm>
            <a:off x="6578900" y="2915575"/>
            <a:ext cx="18450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Mars is cold</a:t>
            </a:r>
            <a:endParaRPr/>
          </a:p>
        </p:txBody>
      </p:sp>
      <p:sp>
        <p:nvSpPr>
          <p:cNvPr id="1373" name="Google Shape;1373;p46"/>
          <p:cNvSpPr/>
          <p:nvPr/>
        </p:nvSpPr>
        <p:spPr>
          <a:xfrm>
            <a:off x="6613775" y="2581725"/>
            <a:ext cx="1167300" cy="289200"/>
          </a:xfrm>
          <a:prstGeom prst="roundRect">
            <a:avLst>
              <a:gd name="adj" fmla="val 50000"/>
            </a:avLst>
          </a:prstGeom>
          <a:solidFill>
            <a:schemeClr val="lt1"/>
          </a:solidFill>
          <a:ln w="19050" cap="flat" cmpd="sng">
            <a:solidFill>
              <a:schemeClr val="accent6"/>
            </a:solidFill>
            <a:prstDash val="solid"/>
            <a:round/>
            <a:headEnd type="none" w="sm" len="sm"/>
            <a:tailEnd type="none" w="sm" len="sm"/>
          </a:ln>
          <a:effectLst>
            <a:outerShdw dist="19050" dir="9120000" algn="bl" rotWithShape="0">
              <a:schemeClr val="accent6">
                <a:alpha val="33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46"/>
          <p:cNvSpPr txBox="1">
            <a:spLocks noGrp="1"/>
          </p:cNvSpPr>
          <p:nvPr>
            <p:ph type="subTitle" idx="4294967295"/>
          </p:nvPr>
        </p:nvSpPr>
        <p:spPr>
          <a:xfrm>
            <a:off x="7715400" y="2561775"/>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70%</a:t>
            </a:r>
            <a:endParaRPr sz="2500">
              <a:latin typeface="Freckle Face"/>
              <a:ea typeface="Freckle Face"/>
              <a:cs typeface="Freckle Face"/>
              <a:sym typeface="Freckle Face"/>
            </a:endParaRPr>
          </a:p>
        </p:txBody>
      </p:sp>
      <p:sp>
        <p:nvSpPr>
          <p:cNvPr id="1375" name="Google Shape;1375;p46"/>
          <p:cNvSpPr/>
          <p:nvPr/>
        </p:nvSpPr>
        <p:spPr>
          <a:xfrm>
            <a:off x="6700950" y="2682088"/>
            <a:ext cx="705600" cy="88500"/>
          </a:xfrm>
          <a:prstGeom prst="roundRect">
            <a:avLst>
              <a:gd name="adj" fmla="val 50000"/>
            </a:avLst>
          </a:pr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6"/>
          <p:cNvSpPr txBox="1">
            <a:spLocks noGrp="1"/>
          </p:cNvSpPr>
          <p:nvPr>
            <p:ph type="subTitle" idx="4294967295"/>
          </p:nvPr>
        </p:nvSpPr>
        <p:spPr>
          <a:xfrm>
            <a:off x="6578900" y="4155125"/>
            <a:ext cx="18450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hot</a:t>
            </a:r>
            <a:endParaRPr/>
          </a:p>
        </p:txBody>
      </p:sp>
      <p:sp>
        <p:nvSpPr>
          <p:cNvPr id="1377" name="Google Shape;1377;p46"/>
          <p:cNvSpPr/>
          <p:nvPr/>
        </p:nvSpPr>
        <p:spPr>
          <a:xfrm>
            <a:off x="6613775" y="3821275"/>
            <a:ext cx="1167300" cy="289200"/>
          </a:xfrm>
          <a:prstGeom prst="roundRect">
            <a:avLst>
              <a:gd name="adj" fmla="val 50000"/>
            </a:avLst>
          </a:prstGeom>
          <a:solidFill>
            <a:schemeClr val="lt1"/>
          </a:solidFill>
          <a:ln w="19050" cap="flat" cmpd="sng">
            <a:solidFill>
              <a:schemeClr val="accent6"/>
            </a:solidFill>
            <a:prstDash val="solid"/>
            <a:round/>
            <a:headEnd type="none" w="sm" len="sm"/>
            <a:tailEnd type="none" w="sm" len="sm"/>
          </a:ln>
          <a:effectLst>
            <a:outerShdw dist="19050" dir="9120000" algn="bl" rotWithShape="0">
              <a:schemeClr val="accent6">
                <a:alpha val="33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6"/>
          <p:cNvSpPr txBox="1">
            <a:spLocks noGrp="1"/>
          </p:cNvSpPr>
          <p:nvPr>
            <p:ph type="subTitle" idx="4294967295"/>
          </p:nvPr>
        </p:nvSpPr>
        <p:spPr>
          <a:xfrm>
            <a:off x="7715400" y="3801325"/>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90%</a:t>
            </a:r>
            <a:endParaRPr sz="2500">
              <a:latin typeface="Freckle Face"/>
              <a:ea typeface="Freckle Face"/>
              <a:cs typeface="Freckle Face"/>
              <a:sym typeface="Freckle Face"/>
            </a:endParaRPr>
          </a:p>
        </p:txBody>
      </p:sp>
      <p:sp>
        <p:nvSpPr>
          <p:cNvPr id="1379" name="Google Shape;1379;p46"/>
          <p:cNvSpPr/>
          <p:nvPr/>
        </p:nvSpPr>
        <p:spPr>
          <a:xfrm>
            <a:off x="6700950" y="3921675"/>
            <a:ext cx="912900" cy="88500"/>
          </a:xfrm>
          <a:prstGeom prst="roundRect">
            <a:avLst>
              <a:gd name="adj" fmla="val 50000"/>
            </a:avLst>
          </a:pr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1383"/>
        <p:cNvGrpSpPr/>
        <p:nvPr/>
      </p:nvGrpSpPr>
      <p:grpSpPr>
        <a:xfrm>
          <a:off x="0" y="0"/>
          <a:ext cx="0" cy="0"/>
          <a:chOff x="0" y="0"/>
          <a:chExt cx="0" cy="0"/>
        </a:xfrm>
      </p:grpSpPr>
      <p:sp>
        <p:nvSpPr>
          <p:cNvPr id="1384" name="Google Shape;1384;p47"/>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385" name="Google Shape;1385;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table</a:t>
            </a:r>
            <a:endParaRPr/>
          </a:p>
        </p:txBody>
      </p:sp>
      <p:graphicFrame>
        <p:nvGraphicFramePr>
          <p:cNvPr id="1386" name="Google Shape;1386;p47"/>
          <p:cNvGraphicFramePr/>
          <p:nvPr/>
        </p:nvGraphicFramePr>
        <p:xfrm>
          <a:off x="720000" y="1456225"/>
          <a:ext cx="7704000" cy="3147300"/>
        </p:xfrm>
        <a:graphic>
          <a:graphicData uri="http://schemas.openxmlformats.org/drawingml/2006/table">
            <a:tbl>
              <a:tblPr>
                <a:noFill/>
                <a:tableStyleId>{90535294-36AE-4AAC-83D8-889A82E35E47}</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786825">
                <a:tc>
                  <a:txBody>
                    <a:bodyPr/>
                    <a:lstStyle/>
                    <a:p>
                      <a:pPr marL="0" lvl="0" indent="0" algn="ctr" rtl="0">
                        <a:spcBef>
                          <a:spcPts val="0"/>
                        </a:spcBef>
                        <a:spcAft>
                          <a:spcPts val="0"/>
                        </a:spcAft>
                        <a:buNone/>
                      </a:pPr>
                      <a:r>
                        <a:rPr lang="en" sz="2500" dirty="0">
                          <a:solidFill>
                            <a:schemeClr val="lt1"/>
                          </a:solidFill>
                          <a:latin typeface="Freckle Face"/>
                          <a:ea typeface="Freckle Face"/>
                          <a:cs typeface="Freckle Face"/>
                          <a:sym typeface="Freckle Face"/>
                        </a:rPr>
                        <a:t>Mercury</a:t>
                      </a:r>
                      <a:endParaRPr sz="2500" dirty="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Jupiter</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r h="7868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l" rtl="0">
                        <a:spcBef>
                          <a:spcPts val="0"/>
                        </a:spcBef>
                        <a:spcAft>
                          <a:spcPts val="0"/>
                        </a:spcAft>
                        <a:buNone/>
                      </a:pPr>
                      <a:endParaRPr dirty="0"/>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387" name="Google Shape;1387;p47"/>
          <p:cNvSpPr/>
          <p:nvPr/>
        </p:nvSpPr>
        <p:spPr>
          <a:xfrm>
            <a:off x="149145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7"/>
          <p:cNvSpPr/>
          <p:nvPr/>
        </p:nvSpPr>
        <p:spPr>
          <a:xfrm>
            <a:off x="340690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7"/>
          <p:cNvSpPr/>
          <p:nvPr/>
        </p:nvSpPr>
        <p:spPr>
          <a:xfrm>
            <a:off x="340690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7"/>
          <p:cNvSpPr/>
          <p:nvPr/>
        </p:nvSpPr>
        <p:spPr>
          <a:xfrm>
            <a:off x="534345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7"/>
          <p:cNvSpPr/>
          <p:nvPr/>
        </p:nvSpPr>
        <p:spPr>
          <a:xfrm>
            <a:off x="5343450" y="402895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7"/>
          <p:cNvSpPr/>
          <p:nvPr/>
        </p:nvSpPr>
        <p:spPr>
          <a:xfrm>
            <a:off x="7269450" y="402895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7"/>
          <p:cNvSpPr/>
          <p:nvPr/>
        </p:nvSpPr>
        <p:spPr>
          <a:xfrm>
            <a:off x="7269450" y="24344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7"/>
          <p:cNvSpPr/>
          <p:nvPr/>
        </p:nvSpPr>
        <p:spPr>
          <a:xfrm>
            <a:off x="1491450" y="3230500"/>
            <a:ext cx="383100" cy="383100"/>
          </a:xfrm>
          <a:prstGeom prst="mathMultiply">
            <a:avLst>
              <a:gd name="adj1" fmla="val 23520"/>
            </a:avLst>
          </a:prstGeom>
          <a:solidFill>
            <a:schemeClr val="accent5"/>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1398"/>
        <p:cNvGrpSpPr/>
        <p:nvPr/>
      </p:nvGrpSpPr>
      <p:grpSpPr>
        <a:xfrm>
          <a:off x="0" y="0"/>
          <a:ext cx="0" cy="0"/>
          <a:chOff x="0" y="0"/>
          <a:chExt cx="0" cy="0"/>
        </a:xfrm>
      </p:grpSpPr>
      <p:sp>
        <p:nvSpPr>
          <p:cNvPr id="1399" name="Google Shape;1399;p48"/>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00" name="Google Shape;1400;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map</a:t>
            </a:r>
            <a:endParaRPr/>
          </a:p>
        </p:txBody>
      </p:sp>
      <p:sp>
        <p:nvSpPr>
          <p:cNvPr id="1401" name="Google Shape;1401;p48"/>
          <p:cNvSpPr/>
          <p:nvPr/>
        </p:nvSpPr>
        <p:spPr>
          <a:xfrm flipH="1">
            <a:off x="1138440" y="2636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2" name="Google Shape;1402;p48"/>
          <p:cNvSpPr/>
          <p:nvPr/>
        </p:nvSpPr>
        <p:spPr>
          <a:xfrm flipH="1">
            <a:off x="1138440" y="1627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3" name="Google Shape;1403;p48"/>
          <p:cNvSpPr txBox="1">
            <a:spLocks noGrp="1"/>
          </p:cNvSpPr>
          <p:nvPr>
            <p:ph type="subTitle" idx="4294967295"/>
          </p:nvPr>
        </p:nvSpPr>
        <p:spPr>
          <a:xfrm>
            <a:off x="1196327" y="30881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away from us</a:t>
            </a:r>
            <a:endParaRPr/>
          </a:p>
        </p:txBody>
      </p:sp>
      <p:sp>
        <p:nvSpPr>
          <p:cNvPr id="1404" name="Google Shape;1404;p48"/>
          <p:cNvSpPr txBox="1">
            <a:spLocks noGrp="1"/>
          </p:cNvSpPr>
          <p:nvPr>
            <p:ph type="subTitle" idx="4294967295"/>
          </p:nvPr>
        </p:nvSpPr>
        <p:spPr>
          <a:xfrm>
            <a:off x="1196327" y="27076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405" name="Google Shape;1405;p48"/>
          <p:cNvSpPr txBox="1">
            <a:spLocks noGrp="1"/>
          </p:cNvSpPr>
          <p:nvPr>
            <p:ph type="subTitle" idx="4294967295"/>
          </p:nvPr>
        </p:nvSpPr>
        <p:spPr>
          <a:xfrm>
            <a:off x="1196327" y="20794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a small planet</a:t>
            </a:r>
            <a:endParaRPr/>
          </a:p>
        </p:txBody>
      </p:sp>
      <p:sp>
        <p:nvSpPr>
          <p:cNvPr id="1406" name="Google Shape;1406;p48"/>
          <p:cNvSpPr txBox="1">
            <a:spLocks noGrp="1"/>
          </p:cNvSpPr>
          <p:nvPr>
            <p:ph type="subTitle" idx="4294967295"/>
          </p:nvPr>
        </p:nvSpPr>
        <p:spPr>
          <a:xfrm>
            <a:off x="1196327" y="16989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407" name="Google Shape;1407;p48"/>
          <p:cNvSpPr/>
          <p:nvPr/>
        </p:nvSpPr>
        <p:spPr>
          <a:xfrm rot="10800000" flipH="1">
            <a:off x="1138440" y="36449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08" name="Google Shape;1408;p48"/>
          <p:cNvSpPr txBox="1">
            <a:spLocks noGrp="1"/>
          </p:cNvSpPr>
          <p:nvPr>
            <p:ph type="subTitle" idx="4294967295"/>
          </p:nvPr>
        </p:nvSpPr>
        <p:spPr>
          <a:xfrm>
            <a:off x="1196327" y="4096875"/>
            <a:ext cx="2979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Despite being red, Mars is cold</a:t>
            </a:r>
            <a:endParaRPr/>
          </a:p>
        </p:txBody>
      </p:sp>
      <p:sp>
        <p:nvSpPr>
          <p:cNvPr id="1409" name="Google Shape;1409;p48"/>
          <p:cNvSpPr txBox="1">
            <a:spLocks noGrp="1"/>
          </p:cNvSpPr>
          <p:nvPr>
            <p:ph type="subTitle" idx="4294967295"/>
          </p:nvPr>
        </p:nvSpPr>
        <p:spPr>
          <a:xfrm>
            <a:off x="1196327" y="37163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410" name="Google Shape;1410;p48"/>
          <p:cNvSpPr/>
          <p:nvPr/>
        </p:nvSpPr>
        <p:spPr>
          <a:xfrm>
            <a:off x="756650" y="1750963"/>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1" name="Google Shape;1411;p48"/>
          <p:cNvSpPr/>
          <p:nvPr/>
        </p:nvSpPr>
        <p:spPr>
          <a:xfrm>
            <a:off x="756662" y="2759662"/>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2" name="Google Shape;1412;p48"/>
          <p:cNvSpPr/>
          <p:nvPr/>
        </p:nvSpPr>
        <p:spPr>
          <a:xfrm>
            <a:off x="756625" y="3768324"/>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3" name="Google Shape;1413;p48"/>
          <p:cNvSpPr/>
          <p:nvPr/>
        </p:nvSpPr>
        <p:spPr>
          <a:xfrm>
            <a:off x="4366289" y="1893800"/>
            <a:ext cx="4021086" cy="2264640"/>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8"/>
          <p:cNvSpPr/>
          <p:nvPr/>
        </p:nvSpPr>
        <p:spPr>
          <a:xfrm>
            <a:off x="4940142" y="2337611"/>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5" name="Google Shape;1415;p48"/>
          <p:cNvSpPr/>
          <p:nvPr/>
        </p:nvSpPr>
        <p:spPr>
          <a:xfrm>
            <a:off x="5187522" y="3033865"/>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6" name="Google Shape;1416;p48"/>
          <p:cNvSpPr/>
          <p:nvPr/>
        </p:nvSpPr>
        <p:spPr>
          <a:xfrm>
            <a:off x="5929632" y="2178559"/>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7" name="Google Shape;1417;p48"/>
          <p:cNvSpPr/>
          <p:nvPr/>
        </p:nvSpPr>
        <p:spPr>
          <a:xfrm>
            <a:off x="5929632" y="3634302"/>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8" name="Google Shape;1418;p48"/>
          <p:cNvSpPr/>
          <p:nvPr/>
        </p:nvSpPr>
        <p:spPr>
          <a:xfrm>
            <a:off x="6521590" y="2832753"/>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19" name="Google Shape;1419;p48"/>
          <p:cNvSpPr/>
          <p:nvPr/>
        </p:nvSpPr>
        <p:spPr>
          <a:xfrm>
            <a:off x="5867808" y="27794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0" name="Google Shape;1420;p48"/>
          <p:cNvSpPr/>
          <p:nvPr/>
        </p:nvSpPr>
        <p:spPr>
          <a:xfrm>
            <a:off x="6892645" y="33960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1" name="Google Shape;1421;p48"/>
          <p:cNvSpPr/>
          <p:nvPr/>
        </p:nvSpPr>
        <p:spPr>
          <a:xfrm>
            <a:off x="7502264" y="2779477"/>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22" name="Google Shape;1422;p48"/>
          <p:cNvSpPr/>
          <p:nvPr/>
        </p:nvSpPr>
        <p:spPr>
          <a:xfrm>
            <a:off x="5576265" y="3433530"/>
            <a:ext cx="163776" cy="14779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1426"/>
        <p:cNvGrpSpPr/>
        <p:nvPr/>
      </p:nvGrpSpPr>
      <p:grpSpPr>
        <a:xfrm>
          <a:off x="0" y="0"/>
          <a:ext cx="0" cy="0"/>
          <a:chOff x="0" y="0"/>
          <a:chExt cx="0" cy="0"/>
        </a:xfrm>
      </p:grpSpPr>
      <p:cxnSp>
        <p:nvCxnSpPr>
          <p:cNvPr id="1427" name="Google Shape;1427;p49"/>
          <p:cNvCxnSpPr/>
          <p:nvPr/>
        </p:nvCxnSpPr>
        <p:spPr>
          <a:xfrm>
            <a:off x="2085875"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8" name="Google Shape;1428;p49"/>
          <p:cNvCxnSpPr/>
          <p:nvPr/>
        </p:nvCxnSpPr>
        <p:spPr>
          <a:xfrm flipH="1">
            <a:off x="3990300" y="2597350"/>
            <a:ext cx="1164600" cy="1000500"/>
          </a:xfrm>
          <a:prstGeom prst="straightConnector1">
            <a:avLst/>
          </a:prstGeom>
          <a:noFill/>
          <a:ln w="19050" cap="flat" cmpd="sng">
            <a:solidFill>
              <a:schemeClr val="accent6"/>
            </a:solidFill>
            <a:prstDash val="dot"/>
            <a:round/>
            <a:headEnd type="none" w="med" len="med"/>
            <a:tailEnd type="none" w="med" len="med"/>
          </a:ln>
        </p:spPr>
      </p:cxnSp>
      <p:cxnSp>
        <p:nvCxnSpPr>
          <p:cNvPr id="1429" name="Google Shape;1429;p49"/>
          <p:cNvCxnSpPr/>
          <p:nvPr/>
        </p:nvCxnSpPr>
        <p:spPr>
          <a:xfrm>
            <a:off x="5894725" y="2597350"/>
            <a:ext cx="1164600" cy="1000500"/>
          </a:xfrm>
          <a:prstGeom prst="straightConnector1">
            <a:avLst/>
          </a:prstGeom>
          <a:noFill/>
          <a:ln w="19050" cap="flat" cmpd="sng">
            <a:solidFill>
              <a:schemeClr val="accent6"/>
            </a:solidFill>
            <a:prstDash val="dot"/>
            <a:round/>
            <a:headEnd type="none" w="med" len="med"/>
            <a:tailEnd type="none" w="med" len="med"/>
          </a:ln>
        </p:spPr>
      </p:cxnSp>
      <p:sp>
        <p:nvSpPr>
          <p:cNvPr id="1430" name="Google Shape;1430;p4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431" name="Google Shape;1431;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timeline</a:t>
            </a:r>
            <a:endParaRPr/>
          </a:p>
        </p:txBody>
      </p:sp>
      <p:sp>
        <p:nvSpPr>
          <p:cNvPr id="1432" name="Google Shape;1432;p49"/>
          <p:cNvSpPr/>
          <p:nvPr/>
        </p:nvSpPr>
        <p:spPr>
          <a:xfrm flipH="1">
            <a:off x="12249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3" name="Google Shape;1433;p49"/>
          <p:cNvSpPr/>
          <p:nvPr/>
        </p:nvSpPr>
        <p:spPr>
          <a:xfrm>
            <a:off x="7372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4" name="Google Shape;1434;p49"/>
          <p:cNvSpPr txBox="1">
            <a:spLocks noGrp="1"/>
          </p:cNvSpPr>
          <p:nvPr>
            <p:ph type="subTitle" idx="4294967295"/>
          </p:nvPr>
        </p:nvSpPr>
        <p:spPr>
          <a:xfrm>
            <a:off x="622049" y="3896408"/>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Neptune is far away from us</a:t>
            </a:r>
            <a:endParaRPr/>
          </a:p>
        </p:txBody>
      </p:sp>
      <p:sp>
        <p:nvSpPr>
          <p:cNvPr id="1435" name="Google Shape;1435;p49"/>
          <p:cNvSpPr txBox="1">
            <a:spLocks noGrp="1"/>
          </p:cNvSpPr>
          <p:nvPr>
            <p:ph type="subTitle" idx="4294967295"/>
          </p:nvPr>
        </p:nvSpPr>
        <p:spPr>
          <a:xfrm>
            <a:off x="787949"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436" name="Google Shape;1436;p49"/>
          <p:cNvSpPr/>
          <p:nvPr/>
        </p:nvSpPr>
        <p:spPr>
          <a:xfrm flipH="1">
            <a:off x="5026507" y="178312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37" name="Google Shape;1437;p49"/>
          <p:cNvSpPr/>
          <p:nvPr/>
        </p:nvSpPr>
        <p:spPr>
          <a:xfrm>
            <a:off x="4538819" y="3444500"/>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38" name="Google Shape;1438;p49"/>
          <p:cNvSpPr txBox="1">
            <a:spLocks noGrp="1"/>
          </p:cNvSpPr>
          <p:nvPr>
            <p:ph type="subTitle" idx="4294967295"/>
          </p:nvPr>
        </p:nvSpPr>
        <p:spPr>
          <a:xfrm>
            <a:off x="4423649" y="3896408"/>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Mercury is the closest planet to the Sun</a:t>
            </a:r>
            <a:endParaRPr/>
          </a:p>
        </p:txBody>
      </p:sp>
      <p:sp>
        <p:nvSpPr>
          <p:cNvPr id="1439" name="Google Shape;1439;p49"/>
          <p:cNvSpPr txBox="1">
            <a:spLocks noGrp="1"/>
          </p:cNvSpPr>
          <p:nvPr>
            <p:ph type="subTitle" idx="4294967295"/>
          </p:nvPr>
        </p:nvSpPr>
        <p:spPr>
          <a:xfrm>
            <a:off x="4589541" y="3515887"/>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440" name="Google Shape;1440;p49"/>
          <p:cNvSpPr/>
          <p:nvPr/>
        </p:nvSpPr>
        <p:spPr>
          <a:xfrm>
            <a:off x="26389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1" name="Google Shape;1441;p49"/>
          <p:cNvSpPr txBox="1">
            <a:spLocks noGrp="1"/>
          </p:cNvSpPr>
          <p:nvPr>
            <p:ph type="subTitle" idx="4294967295"/>
          </p:nvPr>
        </p:nvSpPr>
        <p:spPr>
          <a:xfrm>
            <a:off x="2523737" y="2218745"/>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Despite being red, Mars is cold</a:t>
            </a:r>
            <a:endParaRPr/>
          </a:p>
        </p:txBody>
      </p:sp>
      <p:sp>
        <p:nvSpPr>
          <p:cNvPr id="1442" name="Google Shape;1442;p49"/>
          <p:cNvSpPr txBox="1">
            <a:spLocks noGrp="1"/>
          </p:cNvSpPr>
          <p:nvPr>
            <p:ph type="subTitle" idx="4294967295"/>
          </p:nvPr>
        </p:nvSpPr>
        <p:spPr>
          <a:xfrm>
            <a:off x="2688745"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443" name="Google Shape;1443;p49"/>
          <p:cNvSpPr/>
          <p:nvPr/>
        </p:nvSpPr>
        <p:spPr>
          <a:xfrm>
            <a:off x="31265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444" name="Google Shape;1444;p49"/>
          <p:cNvSpPr/>
          <p:nvPr/>
        </p:nvSpPr>
        <p:spPr>
          <a:xfrm>
            <a:off x="6439606" y="1766838"/>
            <a:ext cx="1968361"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445" name="Google Shape;1445;p49"/>
          <p:cNvSpPr txBox="1">
            <a:spLocks noGrp="1"/>
          </p:cNvSpPr>
          <p:nvPr>
            <p:ph type="subTitle" idx="4294967295"/>
          </p:nvPr>
        </p:nvSpPr>
        <p:spPr>
          <a:xfrm>
            <a:off x="6324437" y="2218745"/>
            <a:ext cx="21987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Venus has a beautiful name, but it’s hot</a:t>
            </a:r>
            <a:endParaRPr/>
          </a:p>
        </p:txBody>
      </p:sp>
      <p:sp>
        <p:nvSpPr>
          <p:cNvPr id="1446" name="Google Shape;1446;p49"/>
          <p:cNvSpPr txBox="1">
            <a:spLocks noGrp="1"/>
          </p:cNvSpPr>
          <p:nvPr>
            <p:ph type="subTitle" idx="4294967295"/>
          </p:nvPr>
        </p:nvSpPr>
        <p:spPr>
          <a:xfrm>
            <a:off x="6490337" y="1838224"/>
            <a:ext cx="18669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p:txBody>
      </p:sp>
      <p:sp>
        <p:nvSpPr>
          <p:cNvPr id="1447" name="Google Shape;1447;p49"/>
          <p:cNvSpPr/>
          <p:nvPr/>
        </p:nvSpPr>
        <p:spPr>
          <a:xfrm>
            <a:off x="6927294" y="3515871"/>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cxnSp>
        <p:nvCxnSpPr>
          <p:cNvPr id="1448" name="Google Shape;1448;p49"/>
          <p:cNvCxnSpPr/>
          <p:nvPr/>
        </p:nvCxnSpPr>
        <p:spPr>
          <a:xfrm rot="10800000">
            <a:off x="725675" y="2253425"/>
            <a:ext cx="523800" cy="0"/>
          </a:xfrm>
          <a:prstGeom prst="straightConnector1">
            <a:avLst/>
          </a:prstGeom>
          <a:noFill/>
          <a:ln w="19050" cap="flat" cmpd="sng">
            <a:solidFill>
              <a:schemeClr val="accent6"/>
            </a:solidFill>
            <a:prstDash val="dot"/>
            <a:round/>
            <a:headEnd type="none" w="med" len="med"/>
            <a:tailEnd type="oval" w="med" len="med"/>
          </a:ln>
        </p:spPr>
      </p:cxnSp>
      <p:cxnSp>
        <p:nvCxnSpPr>
          <p:cNvPr id="1449" name="Google Shape;1449;p49"/>
          <p:cNvCxnSpPr/>
          <p:nvPr/>
        </p:nvCxnSpPr>
        <p:spPr>
          <a:xfrm>
            <a:off x="7901625" y="3988750"/>
            <a:ext cx="523800" cy="0"/>
          </a:xfrm>
          <a:prstGeom prst="straightConnector1">
            <a:avLst/>
          </a:prstGeom>
          <a:noFill/>
          <a:ln w="19050" cap="flat" cmpd="sng">
            <a:solidFill>
              <a:schemeClr val="accent6"/>
            </a:solidFill>
            <a:prstDash val="dot"/>
            <a:round/>
            <a:headEnd type="none" w="med" len="med"/>
            <a:tailEnd type="oval" w="med" len="med"/>
          </a:ln>
        </p:spPr>
      </p:cxnSp>
      <p:grpSp>
        <p:nvGrpSpPr>
          <p:cNvPr id="1450" name="Google Shape;1450;p49"/>
          <p:cNvGrpSpPr/>
          <p:nvPr/>
        </p:nvGrpSpPr>
        <p:grpSpPr>
          <a:xfrm>
            <a:off x="1492846" y="2039964"/>
            <a:ext cx="455770" cy="382290"/>
            <a:chOff x="4714890" y="3525775"/>
            <a:chExt cx="397150" cy="333121"/>
          </a:xfrm>
        </p:grpSpPr>
        <p:sp>
          <p:nvSpPr>
            <p:cNvPr id="1451" name="Google Shape;1451;p49"/>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9"/>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9"/>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49"/>
          <p:cNvGrpSpPr/>
          <p:nvPr/>
        </p:nvGrpSpPr>
        <p:grpSpPr>
          <a:xfrm>
            <a:off x="5297526" y="2005572"/>
            <a:ext cx="451780" cy="451087"/>
            <a:chOff x="5393779" y="3495818"/>
            <a:chExt cx="393674" cy="393070"/>
          </a:xfrm>
        </p:grpSpPr>
        <p:sp>
          <p:nvSpPr>
            <p:cNvPr id="1455" name="Google Shape;1455;p49"/>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9"/>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9"/>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9"/>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49"/>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49"/>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9"/>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9"/>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9"/>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9"/>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9"/>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9"/>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9"/>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9"/>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9"/>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9"/>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9"/>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9"/>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9"/>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9"/>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9"/>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9"/>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9"/>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9"/>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9"/>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9"/>
          <p:cNvGrpSpPr/>
          <p:nvPr/>
        </p:nvGrpSpPr>
        <p:grpSpPr>
          <a:xfrm>
            <a:off x="3427742" y="3737645"/>
            <a:ext cx="388910" cy="452437"/>
            <a:chOff x="4741420" y="4209262"/>
            <a:chExt cx="338890" cy="394246"/>
          </a:xfrm>
        </p:grpSpPr>
        <p:sp>
          <p:nvSpPr>
            <p:cNvPr id="1481" name="Google Shape;1481;p49"/>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9"/>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9"/>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 name="Google Shape;1484;p49"/>
          <p:cNvGrpSpPr/>
          <p:nvPr/>
        </p:nvGrpSpPr>
        <p:grpSpPr>
          <a:xfrm>
            <a:off x="7229633" y="3738251"/>
            <a:ext cx="388308" cy="451226"/>
            <a:chOff x="5421437" y="4209745"/>
            <a:chExt cx="338365" cy="393191"/>
          </a:xfrm>
        </p:grpSpPr>
        <p:sp>
          <p:nvSpPr>
            <p:cNvPr id="1485" name="Google Shape;1485;p49"/>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9"/>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9"/>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1534"/>
        <p:cNvGrpSpPr/>
        <p:nvPr/>
      </p:nvGrpSpPr>
      <p:grpSpPr>
        <a:xfrm>
          <a:off x="0" y="0"/>
          <a:ext cx="0" cy="0"/>
          <a:chOff x="0" y="0"/>
          <a:chExt cx="0" cy="0"/>
        </a:xfrm>
      </p:grpSpPr>
      <p:sp>
        <p:nvSpPr>
          <p:cNvPr id="1535" name="Google Shape;1535;p51"/>
          <p:cNvSpPr/>
          <p:nvPr/>
        </p:nvSpPr>
        <p:spPr>
          <a:xfrm>
            <a:off x="870275"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6" name="Google Shape;1536;p51"/>
          <p:cNvSpPr/>
          <p:nvPr/>
        </p:nvSpPr>
        <p:spPr>
          <a:xfrm flipH="1">
            <a:off x="3448237"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7" name="Google Shape;1537;p51"/>
          <p:cNvSpPr/>
          <p:nvPr/>
        </p:nvSpPr>
        <p:spPr>
          <a:xfrm flipH="1">
            <a:off x="6026275" y="301990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38" name="Google Shape;1538;p51"/>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39" name="Google Shape;153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may be useful</a:t>
            </a:r>
            <a:endParaRPr/>
          </a:p>
        </p:txBody>
      </p:sp>
      <p:sp>
        <p:nvSpPr>
          <p:cNvPr id="1540" name="Google Shape;1540;p51"/>
          <p:cNvSpPr txBox="1">
            <a:spLocks noGrp="1"/>
          </p:cNvSpPr>
          <p:nvPr>
            <p:ph type="subTitle" idx="1"/>
          </p:nvPr>
        </p:nvSpPr>
        <p:spPr>
          <a:xfrm>
            <a:off x="72000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541" name="Google Shape;1541;p51"/>
          <p:cNvSpPr txBox="1">
            <a:spLocks noGrp="1"/>
          </p:cNvSpPr>
          <p:nvPr>
            <p:ph type="subTitle" idx="2"/>
          </p:nvPr>
        </p:nvSpPr>
        <p:spPr>
          <a:xfrm>
            <a:off x="331665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but it’s hot</a:t>
            </a:r>
            <a:endParaRPr/>
          </a:p>
        </p:txBody>
      </p:sp>
      <p:sp>
        <p:nvSpPr>
          <p:cNvPr id="1542" name="Google Shape;1542;p51"/>
          <p:cNvSpPr txBox="1">
            <a:spLocks noGrp="1"/>
          </p:cNvSpPr>
          <p:nvPr>
            <p:ph type="subTitle" idx="3"/>
          </p:nvPr>
        </p:nvSpPr>
        <p:spPr>
          <a:xfrm>
            <a:off x="909500"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1543" name="Google Shape;1543;p51"/>
          <p:cNvSpPr txBox="1">
            <a:spLocks noGrp="1"/>
          </p:cNvSpPr>
          <p:nvPr>
            <p:ph type="subTitle" idx="4"/>
          </p:nvPr>
        </p:nvSpPr>
        <p:spPr>
          <a:xfrm>
            <a:off x="3506125"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1544" name="Google Shape;1544;p51"/>
          <p:cNvSpPr txBox="1">
            <a:spLocks noGrp="1"/>
          </p:cNvSpPr>
          <p:nvPr>
            <p:ph type="subTitle" idx="5"/>
          </p:nvPr>
        </p:nvSpPr>
        <p:spPr>
          <a:xfrm>
            <a:off x="5913300" y="3624200"/>
            <a:ext cx="2510700" cy="73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very cold</a:t>
            </a:r>
            <a:endParaRPr/>
          </a:p>
        </p:txBody>
      </p:sp>
      <p:sp>
        <p:nvSpPr>
          <p:cNvPr id="1545" name="Google Shape;1545;p51"/>
          <p:cNvSpPr txBox="1">
            <a:spLocks noGrp="1"/>
          </p:cNvSpPr>
          <p:nvPr>
            <p:ph type="subTitle" idx="6"/>
          </p:nvPr>
        </p:nvSpPr>
        <p:spPr>
          <a:xfrm>
            <a:off x="6102750" y="3091275"/>
            <a:ext cx="21318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1546" name="Google Shape;1546;p51"/>
          <p:cNvSpPr txBox="1">
            <a:spLocks noGrp="1"/>
          </p:cNvSpPr>
          <p:nvPr>
            <p:ph type="title" idx="7"/>
          </p:nvPr>
        </p:nvSpPr>
        <p:spPr>
          <a:xfrm>
            <a:off x="95295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15K</a:t>
            </a:r>
            <a:endParaRPr/>
          </a:p>
        </p:txBody>
      </p:sp>
      <p:sp>
        <p:nvSpPr>
          <p:cNvPr id="1547" name="Google Shape;1547;p51"/>
          <p:cNvSpPr txBox="1">
            <a:spLocks noGrp="1"/>
          </p:cNvSpPr>
          <p:nvPr>
            <p:ph type="title" idx="8"/>
          </p:nvPr>
        </p:nvSpPr>
        <p:spPr>
          <a:xfrm>
            <a:off x="354960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20M</a:t>
            </a:r>
            <a:endParaRPr/>
          </a:p>
        </p:txBody>
      </p:sp>
      <p:sp>
        <p:nvSpPr>
          <p:cNvPr id="1548" name="Google Shape;1548;p51"/>
          <p:cNvSpPr txBox="1">
            <a:spLocks noGrp="1"/>
          </p:cNvSpPr>
          <p:nvPr>
            <p:ph type="title" idx="9"/>
          </p:nvPr>
        </p:nvSpPr>
        <p:spPr>
          <a:xfrm>
            <a:off x="6146250" y="1664250"/>
            <a:ext cx="2044800" cy="1099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35K</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1552"/>
        <p:cNvGrpSpPr/>
        <p:nvPr/>
      </p:nvGrpSpPr>
      <p:grpSpPr>
        <a:xfrm>
          <a:off x="0" y="0"/>
          <a:ext cx="0" cy="0"/>
          <a:chOff x="0" y="0"/>
          <a:chExt cx="0" cy="0"/>
        </a:xfrm>
      </p:grpSpPr>
      <p:sp>
        <p:nvSpPr>
          <p:cNvPr id="1553" name="Google Shape;1553;p5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54" name="Google Shape;1554;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graph</a:t>
            </a:r>
            <a:endParaRPr/>
          </a:p>
        </p:txBody>
      </p:sp>
      <p:sp>
        <p:nvSpPr>
          <p:cNvPr id="1555" name="Google Shape;1555;p52"/>
          <p:cNvSpPr txBox="1"/>
          <p:nvPr/>
        </p:nvSpPr>
        <p:spPr>
          <a:xfrm>
            <a:off x="1189750" y="3994025"/>
            <a:ext cx="2719500" cy="70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oda"/>
                <a:ea typeface="Coda"/>
                <a:cs typeface="Coda"/>
                <a:sym typeface="Coda"/>
              </a:rPr>
              <a:t>Follow the link in the graph to modify its data and then paste the new one here. </a:t>
            </a:r>
            <a:r>
              <a:rPr lang="en" sz="1200">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For more info, </a:t>
            </a:r>
            <a:r>
              <a:rPr lang="en" sz="1200" b="1">
                <a:solidFill>
                  <a:schemeClr val="dk1"/>
                </a:solidFill>
                <a:uFill>
                  <a:noFill/>
                </a:uFill>
                <a:latin typeface="Coda"/>
                <a:ea typeface="Coda"/>
                <a:cs typeface="Coda"/>
                <a:sym typeface="Coda"/>
                <a:hlinkClick r:id="rId3">
                  <a:extLst>
                    <a:ext uri="{A12FA001-AC4F-418D-AE19-62706E023703}">
                      <ahyp:hlinkClr xmlns:ahyp="http://schemas.microsoft.com/office/drawing/2018/hyperlinkcolor" val="tx"/>
                    </a:ext>
                  </a:extLst>
                </a:hlinkClick>
              </a:rPr>
              <a:t>click here</a:t>
            </a:r>
            <a:endParaRPr sz="1200" b="1">
              <a:solidFill>
                <a:schemeClr val="dk1"/>
              </a:solidFill>
              <a:latin typeface="Coda"/>
              <a:ea typeface="Coda"/>
              <a:cs typeface="Coda"/>
              <a:sym typeface="Coda"/>
            </a:endParaRPr>
          </a:p>
        </p:txBody>
      </p:sp>
      <p:pic>
        <p:nvPicPr>
          <p:cNvPr id="1556" name="Google Shape;1556;p52" title="Chart">
            <a:hlinkClick r:id="rId4"/>
          </p:cNvPr>
          <p:cNvPicPr preferRelativeResize="0"/>
          <p:nvPr/>
        </p:nvPicPr>
        <p:blipFill rotWithShape="1">
          <a:blip r:embed="rId5">
            <a:alphaModFix/>
          </a:blip>
          <a:srcRect b="7910"/>
          <a:stretch/>
        </p:blipFill>
        <p:spPr>
          <a:xfrm>
            <a:off x="782450" y="1583900"/>
            <a:ext cx="3534099" cy="2410125"/>
          </a:xfrm>
          <a:prstGeom prst="rect">
            <a:avLst/>
          </a:prstGeom>
          <a:noFill/>
          <a:ln>
            <a:noFill/>
          </a:ln>
        </p:spPr>
      </p:pic>
      <p:cxnSp>
        <p:nvCxnSpPr>
          <p:cNvPr id="1557" name="Google Shape;1557;p52"/>
          <p:cNvCxnSpPr/>
          <p:nvPr/>
        </p:nvCxnSpPr>
        <p:spPr>
          <a:xfrm>
            <a:off x="1085300" y="3941850"/>
            <a:ext cx="3087600" cy="0"/>
          </a:xfrm>
          <a:prstGeom prst="straightConnector1">
            <a:avLst/>
          </a:prstGeom>
          <a:noFill/>
          <a:ln w="19050" cap="flat" cmpd="sng">
            <a:solidFill>
              <a:schemeClr val="accent6"/>
            </a:solidFill>
            <a:prstDash val="solid"/>
            <a:round/>
            <a:headEnd type="none" w="med" len="med"/>
            <a:tailEnd type="none" w="med" len="med"/>
          </a:ln>
        </p:spPr>
      </p:cxnSp>
      <p:sp>
        <p:nvSpPr>
          <p:cNvPr id="1558" name="Google Shape;1558;p52"/>
          <p:cNvSpPr/>
          <p:nvPr/>
        </p:nvSpPr>
        <p:spPr>
          <a:xfrm flipH="1">
            <a:off x="5278513" y="26362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59" name="Google Shape;1559;p52"/>
          <p:cNvSpPr/>
          <p:nvPr/>
        </p:nvSpPr>
        <p:spPr>
          <a:xfrm flipH="1">
            <a:off x="5278513" y="1627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0" name="Google Shape;1560;p52"/>
          <p:cNvSpPr txBox="1">
            <a:spLocks noGrp="1"/>
          </p:cNvSpPr>
          <p:nvPr>
            <p:ph type="subTitle" idx="4294967295"/>
          </p:nvPr>
        </p:nvSpPr>
        <p:spPr>
          <a:xfrm>
            <a:off x="5336400" y="30881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away from us</a:t>
            </a:r>
            <a:endParaRPr/>
          </a:p>
        </p:txBody>
      </p:sp>
      <p:sp>
        <p:nvSpPr>
          <p:cNvPr id="1561" name="Google Shape;1561;p52"/>
          <p:cNvSpPr txBox="1">
            <a:spLocks noGrp="1"/>
          </p:cNvSpPr>
          <p:nvPr>
            <p:ph type="subTitle" idx="4294967295"/>
          </p:nvPr>
        </p:nvSpPr>
        <p:spPr>
          <a:xfrm>
            <a:off x="5336400" y="27076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562" name="Google Shape;1562;p52"/>
          <p:cNvSpPr txBox="1">
            <a:spLocks noGrp="1"/>
          </p:cNvSpPr>
          <p:nvPr>
            <p:ph type="subTitle" idx="4294967295"/>
          </p:nvPr>
        </p:nvSpPr>
        <p:spPr>
          <a:xfrm>
            <a:off x="5336400" y="20794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is a small planet</a:t>
            </a:r>
            <a:endParaRPr/>
          </a:p>
        </p:txBody>
      </p:sp>
      <p:sp>
        <p:nvSpPr>
          <p:cNvPr id="1563" name="Google Shape;1563;p52"/>
          <p:cNvSpPr txBox="1">
            <a:spLocks noGrp="1"/>
          </p:cNvSpPr>
          <p:nvPr>
            <p:ph type="subTitle" idx="4294967295"/>
          </p:nvPr>
        </p:nvSpPr>
        <p:spPr>
          <a:xfrm>
            <a:off x="5336400" y="16989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564" name="Google Shape;1564;p52"/>
          <p:cNvSpPr/>
          <p:nvPr/>
        </p:nvSpPr>
        <p:spPr>
          <a:xfrm rot="10800000" flipH="1">
            <a:off x="5278513" y="3644950"/>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5" name="Google Shape;1565;p52"/>
          <p:cNvSpPr txBox="1">
            <a:spLocks noGrp="1"/>
          </p:cNvSpPr>
          <p:nvPr>
            <p:ph type="subTitle" idx="4294967295"/>
          </p:nvPr>
        </p:nvSpPr>
        <p:spPr>
          <a:xfrm>
            <a:off x="5336400" y="4096875"/>
            <a:ext cx="3087600" cy="427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Despite being red, Mars is cold</a:t>
            </a:r>
            <a:endParaRPr/>
          </a:p>
        </p:txBody>
      </p:sp>
      <p:sp>
        <p:nvSpPr>
          <p:cNvPr id="1566" name="Google Shape;1566;p52"/>
          <p:cNvSpPr txBox="1">
            <a:spLocks noGrp="1"/>
          </p:cNvSpPr>
          <p:nvPr>
            <p:ph type="subTitle" idx="4294967295"/>
          </p:nvPr>
        </p:nvSpPr>
        <p:spPr>
          <a:xfrm>
            <a:off x="5336400" y="3716338"/>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p:txBody>
      </p:sp>
      <p:sp>
        <p:nvSpPr>
          <p:cNvPr id="1567" name="Google Shape;1567;p52"/>
          <p:cNvSpPr/>
          <p:nvPr/>
        </p:nvSpPr>
        <p:spPr>
          <a:xfrm flipH="1">
            <a:off x="1377940" y="2275076"/>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68" name="Google Shape;1568;p52"/>
          <p:cNvSpPr txBox="1">
            <a:spLocks noGrp="1"/>
          </p:cNvSpPr>
          <p:nvPr>
            <p:ph type="subTitle" idx="4294967295"/>
          </p:nvPr>
        </p:nvSpPr>
        <p:spPr>
          <a:xfrm>
            <a:off x="1395125" y="2343975"/>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2019</a:t>
            </a:r>
            <a:endParaRPr>
              <a:solidFill>
                <a:schemeClr val="lt1"/>
              </a:solidFill>
              <a:latin typeface="Freckle Face"/>
              <a:ea typeface="Freckle Face"/>
              <a:cs typeface="Freckle Face"/>
              <a:sym typeface="Freckle Face"/>
            </a:endParaRPr>
          </a:p>
        </p:txBody>
      </p:sp>
      <p:sp>
        <p:nvSpPr>
          <p:cNvPr id="1569" name="Google Shape;1569;p52"/>
          <p:cNvSpPr/>
          <p:nvPr/>
        </p:nvSpPr>
        <p:spPr>
          <a:xfrm flipH="1">
            <a:off x="2290765" y="1627551"/>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70" name="Google Shape;1570;p52"/>
          <p:cNvSpPr txBox="1">
            <a:spLocks noGrp="1"/>
          </p:cNvSpPr>
          <p:nvPr>
            <p:ph type="subTitle" idx="4294967295"/>
          </p:nvPr>
        </p:nvSpPr>
        <p:spPr>
          <a:xfrm>
            <a:off x="2307950" y="1696450"/>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2020</a:t>
            </a:r>
            <a:endParaRPr>
              <a:solidFill>
                <a:schemeClr val="lt1"/>
              </a:solidFill>
              <a:latin typeface="Freckle Face"/>
              <a:ea typeface="Freckle Face"/>
              <a:cs typeface="Freckle Face"/>
              <a:sym typeface="Freckle Face"/>
            </a:endParaRPr>
          </a:p>
        </p:txBody>
      </p:sp>
      <p:sp>
        <p:nvSpPr>
          <p:cNvPr id="1571" name="Google Shape;1571;p52"/>
          <p:cNvSpPr/>
          <p:nvPr/>
        </p:nvSpPr>
        <p:spPr>
          <a:xfrm flipH="1">
            <a:off x="3232590" y="2483188"/>
            <a:ext cx="676660" cy="275854"/>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572" name="Google Shape;1572;p52"/>
          <p:cNvSpPr txBox="1">
            <a:spLocks noGrp="1"/>
          </p:cNvSpPr>
          <p:nvPr>
            <p:ph type="subTitle" idx="4294967295"/>
          </p:nvPr>
        </p:nvSpPr>
        <p:spPr>
          <a:xfrm>
            <a:off x="3249775" y="2552088"/>
            <a:ext cx="642300" cy="13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Freckle Face"/>
                <a:ea typeface="Freckle Face"/>
                <a:cs typeface="Freckle Face"/>
                <a:sym typeface="Freckle Face"/>
              </a:rPr>
              <a:t>2021</a:t>
            </a:r>
            <a:endParaRPr>
              <a:solidFill>
                <a:schemeClr val="lt1"/>
              </a:solidFill>
              <a:latin typeface="Freckle Face"/>
              <a:ea typeface="Freckle Face"/>
              <a:cs typeface="Freckle Face"/>
              <a:sym typeface="Freckle Face"/>
            </a:endParaRPr>
          </a:p>
        </p:txBody>
      </p:sp>
      <p:sp>
        <p:nvSpPr>
          <p:cNvPr id="1573" name="Google Shape;1573;p52"/>
          <p:cNvSpPr/>
          <p:nvPr/>
        </p:nvSpPr>
        <p:spPr>
          <a:xfrm>
            <a:off x="4896723" y="1750963"/>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4"/>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574" name="Google Shape;1574;p52"/>
          <p:cNvSpPr/>
          <p:nvPr/>
        </p:nvSpPr>
        <p:spPr>
          <a:xfrm>
            <a:off x="4896735" y="2759662"/>
            <a:ext cx="249390" cy="225058"/>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2"/>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575" name="Google Shape;1575;p52"/>
          <p:cNvSpPr/>
          <p:nvPr/>
        </p:nvSpPr>
        <p:spPr>
          <a:xfrm>
            <a:off x="4896698" y="3768324"/>
            <a:ext cx="249390" cy="22517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1579"/>
        <p:cNvGrpSpPr/>
        <p:nvPr/>
      </p:nvGrpSpPr>
      <p:grpSpPr>
        <a:xfrm>
          <a:off x="0" y="0"/>
          <a:ext cx="0" cy="0"/>
          <a:chOff x="0" y="0"/>
          <a:chExt cx="0" cy="0"/>
        </a:xfrm>
      </p:grpSpPr>
      <p:sp>
        <p:nvSpPr>
          <p:cNvPr id="1580" name="Google Shape;1580;p53"/>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581" name="Google Shape;1581;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table</a:t>
            </a:r>
            <a:endParaRPr/>
          </a:p>
        </p:txBody>
      </p:sp>
      <p:graphicFrame>
        <p:nvGraphicFramePr>
          <p:cNvPr id="1582" name="Google Shape;1582;p53"/>
          <p:cNvGraphicFramePr/>
          <p:nvPr/>
        </p:nvGraphicFramePr>
        <p:xfrm>
          <a:off x="720000" y="1456225"/>
          <a:ext cx="7704000" cy="3118725"/>
        </p:xfrm>
        <a:graphic>
          <a:graphicData uri="http://schemas.openxmlformats.org/drawingml/2006/table">
            <a:tbl>
              <a:tblPr>
                <a:noFill/>
                <a:tableStyleId>{90535294-36AE-4AAC-83D8-889A82E35E47}</a:tableStyleId>
              </a:tblPr>
              <a:tblGrid>
                <a:gridCol w="1261550">
                  <a:extLst>
                    <a:ext uri="{9D8B030D-6E8A-4147-A177-3AD203B41FA5}">
                      <a16:colId xmlns:a16="http://schemas.microsoft.com/office/drawing/2014/main" val="20000"/>
                    </a:ext>
                  </a:extLst>
                </a:gridCol>
                <a:gridCol w="2149275">
                  <a:extLst>
                    <a:ext uri="{9D8B030D-6E8A-4147-A177-3AD203B41FA5}">
                      <a16:colId xmlns:a16="http://schemas.microsoft.com/office/drawing/2014/main" val="20001"/>
                    </a:ext>
                  </a:extLst>
                </a:gridCol>
                <a:gridCol w="2146500">
                  <a:extLst>
                    <a:ext uri="{9D8B030D-6E8A-4147-A177-3AD203B41FA5}">
                      <a16:colId xmlns:a16="http://schemas.microsoft.com/office/drawing/2014/main" val="20002"/>
                    </a:ext>
                  </a:extLst>
                </a:gridCol>
                <a:gridCol w="2146675">
                  <a:extLst>
                    <a:ext uri="{9D8B030D-6E8A-4147-A177-3AD203B41FA5}">
                      <a16:colId xmlns:a16="http://schemas.microsoft.com/office/drawing/2014/main" val="20003"/>
                    </a:ext>
                  </a:extLst>
                </a:gridCol>
              </a:tblGrid>
              <a:tr h="555175">
                <a:tc>
                  <a:txBody>
                    <a:bodyPr/>
                    <a:lstStyle/>
                    <a:p>
                      <a:pPr marL="0" lvl="0" indent="0" algn="l" rtl="0">
                        <a:spcBef>
                          <a:spcPts val="0"/>
                        </a:spcBef>
                        <a:spcAft>
                          <a:spcPts val="0"/>
                        </a:spcAft>
                        <a:buNone/>
                      </a:pPr>
                      <a:endParaRPr/>
                    </a:p>
                  </a:txBody>
                  <a:tcPr marL="91425" marR="91425" marT="91425" marB="91425">
                    <a:lnL w="28575" cap="flat" cmpd="sng">
                      <a:solidFill>
                        <a:srgbClr val="9E9E9E">
                          <a:alpha val="0"/>
                        </a:srgbClr>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rgbClr val="9E9E9E">
                          <a:alpha val="0"/>
                        </a:srgbClr>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Venus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Mars</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tc>
                  <a:txBody>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Jupiter</a:t>
                      </a:r>
                      <a:endParaRPr sz="2500">
                        <a:solidFill>
                          <a:schemeClr val="lt1"/>
                        </a:solidFill>
                        <a:latin typeface="Freckle Face"/>
                        <a:ea typeface="Freckle Face"/>
                        <a:cs typeface="Freckle Face"/>
                        <a:sym typeface="Freckle Face"/>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Mercury</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Earth</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Neptune</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1"/>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Sun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Saturn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Moon</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2"/>
                  </a:ext>
                </a:extLst>
              </a:tr>
              <a:tr h="851625">
                <a:tc>
                  <a:txBody>
                    <a:bodyPr/>
                    <a:lstStyle/>
                    <a:p>
                      <a:pPr marL="0" lvl="0" indent="0" algn="l" rtl="0">
                        <a:spcBef>
                          <a:spcPts val="0"/>
                        </a:spcBef>
                        <a:spcAft>
                          <a:spcPts val="0"/>
                        </a:spcAft>
                        <a:buNone/>
                      </a:pPr>
                      <a:endParaRPr/>
                    </a:p>
                  </a:txBody>
                  <a:tcPr marL="91425" marR="91425" marT="91425" marB="91425">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Stars</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Uranus</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tc>
                  <a:txBody>
                    <a:bodyPr/>
                    <a:lstStyle/>
                    <a:p>
                      <a:pPr marL="0" lvl="0" indent="0" algn="ctr" rtl="0">
                        <a:spcBef>
                          <a:spcPts val="0"/>
                        </a:spcBef>
                        <a:spcAft>
                          <a:spcPts val="0"/>
                        </a:spcAft>
                        <a:buNone/>
                      </a:pPr>
                      <a:r>
                        <a:rPr lang="en" sz="1600">
                          <a:solidFill>
                            <a:schemeClr val="dk1"/>
                          </a:solidFill>
                          <a:latin typeface="Coda"/>
                          <a:ea typeface="Coda"/>
                          <a:cs typeface="Coda"/>
                          <a:sym typeface="Coda"/>
                        </a:rPr>
                        <a:t>Galaxy</a:t>
                      </a:r>
                      <a:endParaRPr sz="1600">
                        <a:solidFill>
                          <a:schemeClr val="dk1"/>
                        </a:solidFill>
                        <a:latin typeface="Coda"/>
                        <a:ea typeface="Coda"/>
                        <a:cs typeface="Coda"/>
                        <a:sym typeface="Coda"/>
                      </a:endParaRPr>
                    </a:p>
                  </a:txBody>
                  <a:tcPr marL="91425" marR="91425" marT="91425" marB="91425" anchor="ctr">
                    <a:lnL w="28575" cap="flat" cmpd="sng">
                      <a:solidFill>
                        <a:schemeClr val="accent6"/>
                      </a:solidFill>
                      <a:prstDash val="solid"/>
                      <a:round/>
                      <a:headEnd type="none" w="sm" len="sm"/>
                      <a:tailEnd type="none" w="sm" len="sm"/>
                    </a:lnL>
                    <a:lnR w="28575" cap="flat" cmpd="sng">
                      <a:solidFill>
                        <a:schemeClr val="accent6"/>
                      </a:solidFill>
                      <a:prstDash val="solid"/>
                      <a:round/>
                      <a:headEnd type="none" w="sm" len="sm"/>
                      <a:tailEnd type="none" w="sm" len="sm"/>
                    </a:lnR>
                    <a:lnT w="28575" cap="flat" cmpd="sng">
                      <a:solidFill>
                        <a:schemeClr val="accent6"/>
                      </a:solidFill>
                      <a:prstDash val="solid"/>
                      <a:round/>
                      <a:headEnd type="none" w="sm" len="sm"/>
                      <a:tailEnd type="none" w="sm" len="sm"/>
                    </a:lnT>
                    <a:lnB w="28575" cap="flat" cmpd="sng">
                      <a:solidFill>
                        <a:schemeClr val="accent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pSp>
        <p:nvGrpSpPr>
          <p:cNvPr id="1583" name="Google Shape;1583;p53"/>
          <p:cNvGrpSpPr/>
          <p:nvPr/>
        </p:nvGrpSpPr>
        <p:grpSpPr>
          <a:xfrm>
            <a:off x="1093089" y="2189077"/>
            <a:ext cx="513272" cy="513272"/>
            <a:chOff x="3357153" y="3495818"/>
            <a:chExt cx="393071" cy="393071"/>
          </a:xfrm>
        </p:grpSpPr>
        <p:sp>
          <p:nvSpPr>
            <p:cNvPr id="1584" name="Google Shape;1584;p53"/>
            <p:cNvSpPr/>
            <p:nvPr/>
          </p:nvSpPr>
          <p:spPr>
            <a:xfrm>
              <a:off x="3668938" y="3568997"/>
              <a:ext cx="81285" cy="44392"/>
            </a:xfrm>
            <a:custGeom>
              <a:avLst/>
              <a:gdLst/>
              <a:ahLst/>
              <a:cxnLst/>
              <a:rect l="l" t="t" r="r" b="b"/>
              <a:pathLst>
                <a:path w="2016" h="1101" extrusionOk="0">
                  <a:moveTo>
                    <a:pt x="1178" y="1"/>
                  </a:moveTo>
                  <a:cubicBezTo>
                    <a:pt x="883" y="1"/>
                    <a:pt x="586" y="115"/>
                    <a:pt x="357" y="344"/>
                  </a:cubicBezTo>
                  <a:lnTo>
                    <a:pt x="1" y="701"/>
                  </a:lnTo>
                  <a:lnTo>
                    <a:pt x="401" y="1101"/>
                  </a:lnTo>
                  <a:lnTo>
                    <a:pt x="758" y="744"/>
                  </a:lnTo>
                  <a:cubicBezTo>
                    <a:pt x="872" y="630"/>
                    <a:pt x="1022" y="573"/>
                    <a:pt x="1172" y="573"/>
                  </a:cubicBezTo>
                  <a:cubicBezTo>
                    <a:pt x="1322" y="573"/>
                    <a:pt x="1472" y="630"/>
                    <a:pt x="1587" y="744"/>
                  </a:cubicBezTo>
                  <a:lnTo>
                    <a:pt x="1615" y="773"/>
                  </a:lnTo>
                  <a:lnTo>
                    <a:pt x="2015" y="373"/>
                  </a:lnTo>
                  <a:lnTo>
                    <a:pt x="1987" y="344"/>
                  </a:lnTo>
                  <a:cubicBezTo>
                    <a:pt x="1766" y="115"/>
                    <a:pt x="1473" y="1"/>
                    <a:pt x="11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3"/>
            <p:cNvSpPr/>
            <p:nvPr/>
          </p:nvSpPr>
          <p:spPr>
            <a:xfrm>
              <a:off x="3632611" y="3495818"/>
              <a:ext cx="49069" cy="81285"/>
            </a:xfrm>
            <a:custGeom>
              <a:avLst/>
              <a:gdLst/>
              <a:ahLst/>
              <a:cxnLst/>
              <a:rect l="l" t="t" r="r" b="b"/>
              <a:pathLst>
                <a:path w="1217" h="2016" extrusionOk="0">
                  <a:moveTo>
                    <a:pt x="730" y="0"/>
                  </a:moveTo>
                  <a:lnTo>
                    <a:pt x="330" y="400"/>
                  </a:lnTo>
                  <a:lnTo>
                    <a:pt x="359" y="429"/>
                  </a:lnTo>
                  <a:cubicBezTo>
                    <a:pt x="587" y="658"/>
                    <a:pt x="587" y="1029"/>
                    <a:pt x="359" y="1258"/>
                  </a:cubicBezTo>
                  <a:lnTo>
                    <a:pt x="1" y="1616"/>
                  </a:lnTo>
                  <a:lnTo>
                    <a:pt x="401" y="2016"/>
                  </a:lnTo>
                  <a:lnTo>
                    <a:pt x="759" y="1658"/>
                  </a:lnTo>
                  <a:cubicBezTo>
                    <a:pt x="1216" y="1201"/>
                    <a:pt x="1216" y="472"/>
                    <a:pt x="759" y="29"/>
                  </a:cubicBezTo>
                  <a:lnTo>
                    <a:pt x="730"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3"/>
            <p:cNvSpPr/>
            <p:nvPr/>
          </p:nvSpPr>
          <p:spPr>
            <a:xfrm>
              <a:off x="3553667" y="3552265"/>
              <a:ext cx="140072" cy="134346"/>
            </a:xfrm>
            <a:custGeom>
              <a:avLst/>
              <a:gdLst/>
              <a:ahLst/>
              <a:cxnLst/>
              <a:rect l="l" t="t" r="r" b="b"/>
              <a:pathLst>
                <a:path w="3474" h="3332" extrusionOk="0">
                  <a:moveTo>
                    <a:pt x="1630" y="1"/>
                  </a:moveTo>
                  <a:cubicBezTo>
                    <a:pt x="1230" y="1"/>
                    <a:pt x="859" y="159"/>
                    <a:pt x="573" y="444"/>
                  </a:cubicBezTo>
                  <a:cubicBezTo>
                    <a:pt x="1" y="1016"/>
                    <a:pt x="1" y="1960"/>
                    <a:pt x="573" y="2545"/>
                  </a:cubicBezTo>
                  <a:lnTo>
                    <a:pt x="929" y="2903"/>
                  </a:lnTo>
                  <a:cubicBezTo>
                    <a:pt x="1215" y="3174"/>
                    <a:pt x="1587" y="3332"/>
                    <a:pt x="1987" y="3332"/>
                  </a:cubicBezTo>
                  <a:cubicBezTo>
                    <a:pt x="2387" y="3332"/>
                    <a:pt x="2759" y="3174"/>
                    <a:pt x="3031" y="2903"/>
                  </a:cubicBezTo>
                  <a:cubicBezTo>
                    <a:pt x="3317" y="2617"/>
                    <a:pt x="3474" y="2245"/>
                    <a:pt x="3474" y="1845"/>
                  </a:cubicBezTo>
                  <a:cubicBezTo>
                    <a:pt x="3474" y="1459"/>
                    <a:pt x="3317" y="1087"/>
                    <a:pt x="3031" y="801"/>
                  </a:cubicBezTo>
                  <a:lnTo>
                    <a:pt x="2673" y="444"/>
                  </a:lnTo>
                  <a:cubicBezTo>
                    <a:pt x="2387" y="159"/>
                    <a:pt x="2016" y="1"/>
                    <a:pt x="16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3"/>
            <p:cNvSpPr/>
            <p:nvPr/>
          </p:nvSpPr>
          <p:spPr>
            <a:xfrm>
              <a:off x="3357153" y="3835263"/>
              <a:ext cx="53666" cy="53626"/>
            </a:xfrm>
            <a:custGeom>
              <a:avLst/>
              <a:gdLst/>
              <a:ahLst/>
              <a:cxnLst/>
              <a:rect l="l" t="t" r="r" b="b"/>
              <a:pathLst>
                <a:path w="1331" h="1330" extrusionOk="0">
                  <a:moveTo>
                    <a:pt x="915" y="0"/>
                  </a:moveTo>
                  <a:lnTo>
                    <a:pt x="0" y="929"/>
                  </a:lnTo>
                  <a:lnTo>
                    <a:pt x="401" y="1329"/>
                  </a:lnTo>
                  <a:lnTo>
                    <a:pt x="1330" y="401"/>
                  </a:lnTo>
                  <a:lnTo>
                    <a:pt x="9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3"/>
            <p:cNvSpPr/>
            <p:nvPr/>
          </p:nvSpPr>
          <p:spPr>
            <a:xfrm>
              <a:off x="3378482" y="3663545"/>
              <a:ext cx="204060" cy="201721"/>
            </a:xfrm>
            <a:custGeom>
              <a:avLst/>
              <a:gdLst/>
              <a:ahLst/>
              <a:cxnLst/>
              <a:rect l="l" t="t" r="r" b="b"/>
              <a:pathLst>
                <a:path w="5061" h="5003" extrusionOk="0">
                  <a:moveTo>
                    <a:pt x="2173" y="0"/>
                  </a:moveTo>
                  <a:lnTo>
                    <a:pt x="929" y="1243"/>
                  </a:lnTo>
                  <a:cubicBezTo>
                    <a:pt x="487" y="1672"/>
                    <a:pt x="215" y="2230"/>
                    <a:pt x="100" y="2830"/>
                  </a:cubicBezTo>
                  <a:cubicBezTo>
                    <a:pt x="1" y="3430"/>
                    <a:pt x="72" y="4031"/>
                    <a:pt x="344" y="4588"/>
                  </a:cubicBezTo>
                  <a:lnTo>
                    <a:pt x="386" y="4673"/>
                  </a:lnTo>
                  <a:lnTo>
                    <a:pt x="472" y="4717"/>
                  </a:lnTo>
                  <a:cubicBezTo>
                    <a:pt x="872" y="4902"/>
                    <a:pt x="1287" y="5003"/>
                    <a:pt x="1730" y="5003"/>
                  </a:cubicBezTo>
                  <a:cubicBezTo>
                    <a:pt x="2516" y="5003"/>
                    <a:pt x="3260" y="4688"/>
                    <a:pt x="3817" y="4130"/>
                  </a:cubicBezTo>
                  <a:lnTo>
                    <a:pt x="5061" y="2887"/>
                  </a:lnTo>
                  <a:lnTo>
                    <a:pt x="4846" y="214"/>
                  </a:lnTo>
                  <a:lnTo>
                    <a:pt x="21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3"/>
            <p:cNvSpPr/>
            <p:nvPr/>
          </p:nvSpPr>
          <p:spPr>
            <a:xfrm>
              <a:off x="3382513" y="3553434"/>
              <a:ext cx="310101" cy="310101"/>
            </a:xfrm>
            <a:custGeom>
              <a:avLst/>
              <a:gdLst/>
              <a:ahLst/>
              <a:cxnLst/>
              <a:rect l="l" t="t" r="r" b="b"/>
              <a:pathLst>
                <a:path w="7691" h="7691" extrusionOk="0">
                  <a:moveTo>
                    <a:pt x="2201" y="0"/>
                  </a:moveTo>
                  <a:cubicBezTo>
                    <a:pt x="1601" y="0"/>
                    <a:pt x="1029" y="244"/>
                    <a:pt x="615" y="658"/>
                  </a:cubicBezTo>
                  <a:lnTo>
                    <a:pt x="0" y="1273"/>
                  </a:lnTo>
                  <a:lnTo>
                    <a:pt x="2144" y="3402"/>
                  </a:lnTo>
                  <a:cubicBezTo>
                    <a:pt x="2487" y="3745"/>
                    <a:pt x="2931" y="3932"/>
                    <a:pt x="3417" y="3932"/>
                  </a:cubicBezTo>
                  <a:cubicBezTo>
                    <a:pt x="3545" y="3932"/>
                    <a:pt x="3674" y="3917"/>
                    <a:pt x="3802" y="3888"/>
                  </a:cubicBezTo>
                  <a:lnTo>
                    <a:pt x="3802" y="3888"/>
                  </a:lnTo>
                  <a:cubicBezTo>
                    <a:pt x="3674" y="4475"/>
                    <a:pt x="3831" y="5089"/>
                    <a:pt x="4275" y="5546"/>
                  </a:cubicBezTo>
                  <a:lnTo>
                    <a:pt x="6419" y="7690"/>
                  </a:lnTo>
                  <a:lnTo>
                    <a:pt x="7033" y="7076"/>
                  </a:lnTo>
                  <a:cubicBezTo>
                    <a:pt x="7448" y="6661"/>
                    <a:pt x="7690" y="6089"/>
                    <a:pt x="7690" y="5489"/>
                  </a:cubicBezTo>
                  <a:cubicBezTo>
                    <a:pt x="7690" y="4889"/>
                    <a:pt x="7448" y="4332"/>
                    <a:pt x="7033" y="3903"/>
                  </a:cubicBezTo>
                  <a:lnTo>
                    <a:pt x="3789" y="658"/>
                  </a:lnTo>
                  <a:cubicBezTo>
                    <a:pt x="3360" y="244"/>
                    <a:pt x="2802" y="0"/>
                    <a:pt x="22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3"/>
            <p:cNvSpPr/>
            <p:nvPr/>
          </p:nvSpPr>
          <p:spPr>
            <a:xfrm>
              <a:off x="3418841" y="3694631"/>
              <a:ext cx="132572" cy="132612"/>
            </a:xfrm>
            <a:custGeom>
              <a:avLst/>
              <a:gdLst/>
              <a:ahLst/>
              <a:cxnLst/>
              <a:rect l="l" t="t" r="r" b="b"/>
              <a:pathLst>
                <a:path w="3288" h="3289" extrusionOk="0">
                  <a:moveTo>
                    <a:pt x="401" y="1"/>
                  </a:moveTo>
                  <a:lnTo>
                    <a:pt x="0" y="401"/>
                  </a:lnTo>
                  <a:lnTo>
                    <a:pt x="2888" y="3288"/>
                  </a:lnTo>
                  <a:lnTo>
                    <a:pt x="3288" y="2888"/>
                  </a:lnTo>
                  <a:lnTo>
                    <a:pt x="4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3"/>
            <p:cNvSpPr/>
            <p:nvPr/>
          </p:nvSpPr>
          <p:spPr>
            <a:xfrm>
              <a:off x="3384812" y="3744223"/>
              <a:ext cx="117049" cy="117009"/>
            </a:xfrm>
            <a:custGeom>
              <a:avLst/>
              <a:gdLst/>
              <a:ahLst/>
              <a:cxnLst/>
              <a:rect l="l" t="t" r="r" b="b"/>
              <a:pathLst>
                <a:path w="2903" h="2902" extrusionOk="0">
                  <a:moveTo>
                    <a:pt x="215" y="0"/>
                  </a:moveTo>
                  <a:cubicBezTo>
                    <a:pt x="130" y="185"/>
                    <a:pt x="44" y="385"/>
                    <a:pt x="0" y="586"/>
                  </a:cubicBezTo>
                  <a:lnTo>
                    <a:pt x="2316" y="2901"/>
                  </a:lnTo>
                  <a:cubicBezTo>
                    <a:pt x="2516" y="2859"/>
                    <a:pt x="2716" y="2773"/>
                    <a:pt x="2903" y="2687"/>
                  </a:cubicBezTo>
                  <a:lnTo>
                    <a:pt x="2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 name="Google Shape;1592;p53"/>
          <p:cNvGrpSpPr/>
          <p:nvPr/>
        </p:nvGrpSpPr>
        <p:grpSpPr>
          <a:xfrm>
            <a:off x="1122046" y="3040150"/>
            <a:ext cx="455358" cy="514801"/>
            <a:chOff x="2700157" y="4209262"/>
            <a:chExt cx="348720" cy="394242"/>
          </a:xfrm>
        </p:grpSpPr>
        <p:sp>
          <p:nvSpPr>
            <p:cNvPr id="1593" name="Google Shape;1593;p53"/>
            <p:cNvSpPr/>
            <p:nvPr/>
          </p:nvSpPr>
          <p:spPr>
            <a:xfrm>
              <a:off x="2771643" y="4480124"/>
              <a:ext cx="206358" cy="123379"/>
            </a:xfrm>
            <a:custGeom>
              <a:avLst/>
              <a:gdLst/>
              <a:ahLst/>
              <a:cxnLst/>
              <a:rect l="l" t="t" r="r" b="b"/>
              <a:pathLst>
                <a:path w="5118" h="3060" extrusionOk="0">
                  <a:moveTo>
                    <a:pt x="2274" y="0"/>
                  </a:moveTo>
                  <a:cubicBezTo>
                    <a:pt x="2274" y="886"/>
                    <a:pt x="1544" y="1616"/>
                    <a:pt x="644" y="1616"/>
                  </a:cubicBezTo>
                  <a:lnTo>
                    <a:pt x="0" y="1616"/>
                  </a:lnTo>
                  <a:cubicBezTo>
                    <a:pt x="101" y="1788"/>
                    <a:pt x="229" y="1944"/>
                    <a:pt x="358" y="2102"/>
                  </a:cubicBezTo>
                  <a:cubicBezTo>
                    <a:pt x="930" y="2702"/>
                    <a:pt x="1730" y="3059"/>
                    <a:pt x="2559" y="3059"/>
                  </a:cubicBezTo>
                  <a:cubicBezTo>
                    <a:pt x="3388" y="3059"/>
                    <a:pt x="4189" y="2702"/>
                    <a:pt x="4746" y="2102"/>
                  </a:cubicBezTo>
                  <a:cubicBezTo>
                    <a:pt x="4889" y="1944"/>
                    <a:pt x="5018" y="1788"/>
                    <a:pt x="5117" y="1616"/>
                  </a:cubicBezTo>
                  <a:lnTo>
                    <a:pt x="4460" y="1616"/>
                  </a:lnTo>
                  <a:cubicBezTo>
                    <a:pt x="3574" y="1616"/>
                    <a:pt x="2845" y="886"/>
                    <a:pt x="28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3"/>
            <p:cNvSpPr/>
            <p:nvPr/>
          </p:nvSpPr>
          <p:spPr>
            <a:xfrm>
              <a:off x="2700157" y="4443232"/>
              <a:ext cx="66367" cy="35199"/>
            </a:xfrm>
            <a:custGeom>
              <a:avLst/>
              <a:gdLst/>
              <a:ahLst/>
              <a:cxnLst/>
              <a:rect l="l" t="t" r="r" b="b"/>
              <a:pathLst>
                <a:path w="1646" h="873" extrusionOk="0">
                  <a:moveTo>
                    <a:pt x="487" y="0"/>
                  </a:moveTo>
                  <a:lnTo>
                    <a:pt x="1" y="473"/>
                  </a:lnTo>
                  <a:lnTo>
                    <a:pt x="416" y="873"/>
                  </a:lnTo>
                  <a:lnTo>
                    <a:pt x="716" y="572"/>
                  </a:lnTo>
                  <a:lnTo>
                    <a:pt x="1645" y="572"/>
                  </a:lnTo>
                  <a:lnTo>
                    <a:pt x="164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3"/>
            <p:cNvSpPr/>
            <p:nvPr/>
          </p:nvSpPr>
          <p:spPr>
            <a:xfrm>
              <a:off x="2743419" y="4525684"/>
              <a:ext cx="43828" cy="54190"/>
            </a:xfrm>
            <a:custGeom>
              <a:avLst/>
              <a:gdLst/>
              <a:ahLst/>
              <a:cxnLst/>
              <a:rect l="l" t="t" r="r" b="b"/>
              <a:pathLst>
                <a:path w="1087" h="1344" extrusionOk="0">
                  <a:moveTo>
                    <a:pt x="715" y="0"/>
                  </a:moveTo>
                  <a:lnTo>
                    <a:pt x="0" y="614"/>
                  </a:lnTo>
                  <a:lnTo>
                    <a:pt x="0" y="1344"/>
                  </a:lnTo>
                  <a:lnTo>
                    <a:pt x="572" y="1344"/>
                  </a:lnTo>
                  <a:lnTo>
                    <a:pt x="572" y="871"/>
                  </a:lnTo>
                  <a:lnTo>
                    <a:pt x="1087" y="443"/>
                  </a:lnTo>
                  <a:lnTo>
                    <a:pt x="71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3"/>
            <p:cNvSpPr/>
            <p:nvPr/>
          </p:nvSpPr>
          <p:spPr>
            <a:xfrm>
              <a:off x="2730154" y="4341790"/>
              <a:ext cx="57658" cy="42134"/>
            </a:xfrm>
            <a:custGeom>
              <a:avLst/>
              <a:gdLst/>
              <a:ahLst/>
              <a:cxnLst/>
              <a:rect l="l" t="t" r="r" b="b"/>
              <a:pathLst>
                <a:path w="1430" h="1045" extrusionOk="0">
                  <a:moveTo>
                    <a:pt x="0" y="1"/>
                  </a:moveTo>
                  <a:lnTo>
                    <a:pt x="0" y="573"/>
                  </a:lnTo>
                  <a:lnTo>
                    <a:pt x="501" y="573"/>
                  </a:lnTo>
                  <a:lnTo>
                    <a:pt x="1058" y="1045"/>
                  </a:lnTo>
                  <a:lnTo>
                    <a:pt x="1430" y="601"/>
                  </a:lnTo>
                  <a:lnTo>
                    <a:pt x="701"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3"/>
            <p:cNvSpPr/>
            <p:nvPr/>
          </p:nvSpPr>
          <p:spPr>
            <a:xfrm>
              <a:off x="2983155" y="4443232"/>
              <a:ext cx="65722" cy="35199"/>
            </a:xfrm>
            <a:custGeom>
              <a:avLst/>
              <a:gdLst/>
              <a:ahLst/>
              <a:cxnLst/>
              <a:rect l="l" t="t" r="r" b="b"/>
              <a:pathLst>
                <a:path w="1630" h="873" extrusionOk="0">
                  <a:moveTo>
                    <a:pt x="1" y="0"/>
                  </a:moveTo>
                  <a:lnTo>
                    <a:pt x="1" y="572"/>
                  </a:lnTo>
                  <a:lnTo>
                    <a:pt x="915" y="572"/>
                  </a:lnTo>
                  <a:lnTo>
                    <a:pt x="1230" y="873"/>
                  </a:lnTo>
                  <a:lnTo>
                    <a:pt x="1630" y="473"/>
                  </a:lnTo>
                  <a:lnTo>
                    <a:pt x="11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3"/>
            <p:cNvSpPr/>
            <p:nvPr/>
          </p:nvSpPr>
          <p:spPr>
            <a:xfrm>
              <a:off x="2962391" y="4525684"/>
              <a:ext cx="43868" cy="54190"/>
            </a:xfrm>
            <a:custGeom>
              <a:avLst/>
              <a:gdLst/>
              <a:ahLst/>
              <a:cxnLst/>
              <a:rect l="l" t="t" r="r" b="b"/>
              <a:pathLst>
                <a:path w="1088" h="1344" extrusionOk="0">
                  <a:moveTo>
                    <a:pt x="358" y="0"/>
                  </a:moveTo>
                  <a:lnTo>
                    <a:pt x="1" y="443"/>
                  </a:lnTo>
                  <a:lnTo>
                    <a:pt x="516" y="871"/>
                  </a:lnTo>
                  <a:lnTo>
                    <a:pt x="516" y="1344"/>
                  </a:lnTo>
                  <a:lnTo>
                    <a:pt x="1087" y="1344"/>
                  </a:lnTo>
                  <a:lnTo>
                    <a:pt x="1087" y="614"/>
                  </a:lnTo>
                  <a:lnTo>
                    <a:pt x="3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3"/>
            <p:cNvSpPr/>
            <p:nvPr/>
          </p:nvSpPr>
          <p:spPr>
            <a:xfrm>
              <a:off x="2961262" y="4341790"/>
              <a:ext cx="57658" cy="42134"/>
            </a:xfrm>
            <a:custGeom>
              <a:avLst/>
              <a:gdLst/>
              <a:ahLst/>
              <a:cxnLst/>
              <a:rect l="l" t="t" r="r" b="b"/>
              <a:pathLst>
                <a:path w="1430" h="1045" extrusionOk="0">
                  <a:moveTo>
                    <a:pt x="729" y="1"/>
                  </a:moveTo>
                  <a:lnTo>
                    <a:pt x="0" y="601"/>
                  </a:lnTo>
                  <a:lnTo>
                    <a:pt x="372" y="1045"/>
                  </a:lnTo>
                  <a:lnTo>
                    <a:pt x="944" y="573"/>
                  </a:lnTo>
                  <a:lnTo>
                    <a:pt x="1430" y="573"/>
                  </a:lnTo>
                  <a:lnTo>
                    <a:pt x="1430"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3"/>
            <p:cNvSpPr/>
            <p:nvPr/>
          </p:nvSpPr>
          <p:spPr>
            <a:xfrm>
              <a:off x="2886874" y="4209262"/>
              <a:ext cx="39231" cy="56529"/>
            </a:xfrm>
            <a:custGeom>
              <a:avLst/>
              <a:gdLst/>
              <a:ahLst/>
              <a:cxnLst/>
              <a:rect l="l" t="t" r="r" b="b"/>
              <a:pathLst>
                <a:path w="973" h="1402" extrusionOk="0">
                  <a:moveTo>
                    <a:pt x="973" y="0"/>
                  </a:moveTo>
                  <a:cubicBezTo>
                    <a:pt x="445" y="0"/>
                    <a:pt x="1" y="444"/>
                    <a:pt x="1" y="972"/>
                  </a:cubicBezTo>
                  <a:lnTo>
                    <a:pt x="1" y="1401"/>
                  </a:lnTo>
                  <a:lnTo>
                    <a:pt x="573" y="1401"/>
                  </a:lnTo>
                  <a:lnTo>
                    <a:pt x="573" y="972"/>
                  </a:lnTo>
                  <a:cubicBezTo>
                    <a:pt x="573" y="758"/>
                    <a:pt x="759" y="572"/>
                    <a:pt x="973" y="572"/>
                  </a:cubicBezTo>
                  <a:lnTo>
                    <a:pt x="9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3"/>
            <p:cNvSpPr/>
            <p:nvPr/>
          </p:nvSpPr>
          <p:spPr>
            <a:xfrm>
              <a:off x="2822928" y="4209262"/>
              <a:ext cx="39231" cy="56529"/>
            </a:xfrm>
            <a:custGeom>
              <a:avLst/>
              <a:gdLst/>
              <a:ahLst/>
              <a:cxnLst/>
              <a:rect l="l" t="t" r="r" b="b"/>
              <a:pathLst>
                <a:path w="973" h="1402" extrusionOk="0">
                  <a:moveTo>
                    <a:pt x="1" y="0"/>
                  </a:moveTo>
                  <a:lnTo>
                    <a:pt x="1" y="572"/>
                  </a:lnTo>
                  <a:cubicBezTo>
                    <a:pt x="230" y="572"/>
                    <a:pt x="401" y="758"/>
                    <a:pt x="401" y="972"/>
                  </a:cubicBezTo>
                  <a:lnTo>
                    <a:pt x="401" y="1401"/>
                  </a:lnTo>
                  <a:lnTo>
                    <a:pt x="973" y="1401"/>
                  </a:lnTo>
                  <a:lnTo>
                    <a:pt x="973" y="972"/>
                  </a:lnTo>
                  <a:cubicBezTo>
                    <a:pt x="973" y="444"/>
                    <a:pt x="544" y="0"/>
                    <a:pt x="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3"/>
            <p:cNvSpPr/>
            <p:nvPr/>
          </p:nvSpPr>
          <p:spPr>
            <a:xfrm>
              <a:off x="2813735" y="4247282"/>
              <a:ext cx="121605" cy="96889"/>
            </a:xfrm>
            <a:custGeom>
              <a:avLst/>
              <a:gdLst/>
              <a:ahLst/>
              <a:cxnLst/>
              <a:rect l="l" t="t" r="r" b="b"/>
              <a:pathLst>
                <a:path w="3016" h="2403" extrusionOk="0">
                  <a:moveTo>
                    <a:pt x="1515" y="1"/>
                  </a:moveTo>
                  <a:cubicBezTo>
                    <a:pt x="686" y="1"/>
                    <a:pt x="0" y="673"/>
                    <a:pt x="0" y="1502"/>
                  </a:cubicBezTo>
                  <a:lnTo>
                    <a:pt x="0" y="2402"/>
                  </a:lnTo>
                  <a:lnTo>
                    <a:pt x="3016" y="2402"/>
                  </a:lnTo>
                  <a:lnTo>
                    <a:pt x="3016" y="1502"/>
                  </a:lnTo>
                  <a:cubicBezTo>
                    <a:pt x="3016" y="673"/>
                    <a:pt x="2344" y="1"/>
                    <a:pt x="151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3"/>
            <p:cNvSpPr/>
            <p:nvPr/>
          </p:nvSpPr>
          <p:spPr>
            <a:xfrm>
              <a:off x="2754951" y="4309817"/>
              <a:ext cx="239783" cy="258532"/>
            </a:xfrm>
            <a:custGeom>
              <a:avLst/>
              <a:gdLst/>
              <a:ahLst/>
              <a:cxnLst/>
              <a:rect l="l" t="t" r="r" b="b"/>
              <a:pathLst>
                <a:path w="5947" h="6412" extrusionOk="0">
                  <a:moveTo>
                    <a:pt x="2967" y="0"/>
                  </a:moveTo>
                  <a:cubicBezTo>
                    <a:pt x="2051" y="0"/>
                    <a:pt x="1041" y="415"/>
                    <a:pt x="115" y="1423"/>
                  </a:cubicBezTo>
                  <a:cubicBezTo>
                    <a:pt x="43" y="1509"/>
                    <a:pt x="0" y="1623"/>
                    <a:pt x="0" y="1737"/>
                  </a:cubicBezTo>
                  <a:lnTo>
                    <a:pt x="0" y="5282"/>
                  </a:lnTo>
                  <a:cubicBezTo>
                    <a:pt x="0" y="5396"/>
                    <a:pt x="43" y="5511"/>
                    <a:pt x="115" y="5596"/>
                  </a:cubicBezTo>
                  <a:lnTo>
                    <a:pt x="872" y="6412"/>
                  </a:lnTo>
                  <a:lnTo>
                    <a:pt x="1072" y="6412"/>
                  </a:lnTo>
                  <a:cubicBezTo>
                    <a:pt x="1887" y="6412"/>
                    <a:pt x="2587" y="5968"/>
                    <a:pt x="2973" y="5311"/>
                  </a:cubicBezTo>
                  <a:cubicBezTo>
                    <a:pt x="3345" y="5968"/>
                    <a:pt x="4060" y="6412"/>
                    <a:pt x="4874" y="6412"/>
                  </a:cubicBezTo>
                  <a:lnTo>
                    <a:pt x="5074" y="6412"/>
                  </a:lnTo>
                  <a:lnTo>
                    <a:pt x="5817" y="5596"/>
                  </a:lnTo>
                  <a:cubicBezTo>
                    <a:pt x="5903" y="5511"/>
                    <a:pt x="5946" y="5396"/>
                    <a:pt x="5946" y="5282"/>
                  </a:cubicBezTo>
                  <a:lnTo>
                    <a:pt x="5946" y="2966"/>
                  </a:lnTo>
                  <a:cubicBezTo>
                    <a:pt x="5946" y="1333"/>
                    <a:pt x="4609" y="0"/>
                    <a:pt x="29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3"/>
            <p:cNvSpPr/>
            <p:nvPr/>
          </p:nvSpPr>
          <p:spPr>
            <a:xfrm>
              <a:off x="2923241" y="4453070"/>
              <a:ext cx="23063" cy="23063"/>
            </a:xfrm>
            <a:custGeom>
              <a:avLst/>
              <a:gdLst/>
              <a:ahLst/>
              <a:cxnLst/>
              <a:rect l="l" t="t" r="r" b="b"/>
              <a:pathLst>
                <a:path w="572"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3"/>
            <p:cNvSpPr/>
            <p:nvPr/>
          </p:nvSpPr>
          <p:spPr>
            <a:xfrm>
              <a:off x="2911710" y="4404042"/>
              <a:ext cx="23063" cy="23103"/>
            </a:xfrm>
            <a:custGeom>
              <a:avLst/>
              <a:gdLst/>
              <a:ahLst/>
              <a:cxnLst/>
              <a:rect l="l" t="t" r="r" b="b"/>
              <a:pathLst>
                <a:path w="572" h="573" extrusionOk="0">
                  <a:moveTo>
                    <a:pt x="0" y="1"/>
                  </a:moveTo>
                  <a:lnTo>
                    <a:pt x="0"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3"/>
            <p:cNvSpPr/>
            <p:nvPr/>
          </p:nvSpPr>
          <p:spPr>
            <a:xfrm>
              <a:off x="2803333" y="4453070"/>
              <a:ext cx="23103" cy="23063"/>
            </a:xfrm>
            <a:custGeom>
              <a:avLst/>
              <a:gdLst/>
              <a:ahLst/>
              <a:cxnLst/>
              <a:rect l="l" t="t" r="r" b="b"/>
              <a:pathLst>
                <a:path w="573" h="572" extrusionOk="0">
                  <a:moveTo>
                    <a:pt x="1" y="0"/>
                  </a:moveTo>
                  <a:lnTo>
                    <a:pt x="1" y="572"/>
                  </a:lnTo>
                  <a:lnTo>
                    <a:pt x="573" y="572"/>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3"/>
            <p:cNvSpPr/>
            <p:nvPr/>
          </p:nvSpPr>
          <p:spPr>
            <a:xfrm>
              <a:off x="2814864" y="4404042"/>
              <a:ext cx="23103" cy="23103"/>
            </a:xfrm>
            <a:custGeom>
              <a:avLst/>
              <a:gdLst/>
              <a:ahLst/>
              <a:cxnLst/>
              <a:rect l="l" t="t" r="r" b="b"/>
              <a:pathLst>
                <a:path w="573" h="573" extrusionOk="0">
                  <a:moveTo>
                    <a:pt x="1" y="1"/>
                  </a:moveTo>
                  <a:lnTo>
                    <a:pt x="1" y="572"/>
                  </a:lnTo>
                  <a:lnTo>
                    <a:pt x="573" y="572"/>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 name="Google Shape;1608;p53"/>
          <p:cNvGrpSpPr/>
          <p:nvPr/>
        </p:nvGrpSpPr>
        <p:grpSpPr>
          <a:xfrm>
            <a:off x="1093089" y="3926301"/>
            <a:ext cx="513273" cy="445749"/>
            <a:chOff x="3356588" y="4235227"/>
            <a:chExt cx="394249" cy="342357"/>
          </a:xfrm>
        </p:grpSpPr>
        <p:sp>
          <p:nvSpPr>
            <p:cNvPr id="1609" name="Google Shape;1609;p53"/>
            <p:cNvSpPr/>
            <p:nvPr/>
          </p:nvSpPr>
          <p:spPr>
            <a:xfrm>
              <a:off x="3445330" y="4489922"/>
              <a:ext cx="217284" cy="87656"/>
            </a:xfrm>
            <a:custGeom>
              <a:avLst/>
              <a:gdLst/>
              <a:ahLst/>
              <a:cxnLst/>
              <a:rect l="l" t="t" r="r" b="b"/>
              <a:pathLst>
                <a:path w="5389" h="2174" extrusionOk="0">
                  <a:moveTo>
                    <a:pt x="1" y="1"/>
                  </a:moveTo>
                  <a:lnTo>
                    <a:pt x="1" y="2173"/>
                  </a:lnTo>
                  <a:lnTo>
                    <a:pt x="5389" y="2173"/>
                  </a:lnTo>
                  <a:lnTo>
                    <a:pt x="5389"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3"/>
            <p:cNvSpPr/>
            <p:nvPr/>
          </p:nvSpPr>
          <p:spPr>
            <a:xfrm>
              <a:off x="3553667" y="4489922"/>
              <a:ext cx="108945" cy="87656"/>
            </a:xfrm>
            <a:custGeom>
              <a:avLst/>
              <a:gdLst/>
              <a:ahLst/>
              <a:cxnLst/>
              <a:rect l="l" t="t" r="r" b="b"/>
              <a:pathLst>
                <a:path w="2702" h="2174" extrusionOk="0">
                  <a:moveTo>
                    <a:pt x="1" y="1"/>
                  </a:moveTo>
                  <a:lnTo>
                    <a:pt x="1" y="2173"/>
                  </a:lnTo>
                  <a:lnTo>
                    <a:pt x="2702" y="2173"/>
                  </a:lnTo>
                  <a:lnTo>
                    <a:pt x="270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3"/>
            <p:cNvSpPr/>
            <p:nvPr/>
          </p:nvSpPr>
          <p:spPr>
            <a:xfrm>
              <a:off x="3356588" y="4340097"/>
              <a:ext cx="394249" cy="237485"/>
            </a:xfrm>
            <a:custGeom>
              <a:avLst/>
              <a:gdLst/>
              <a:ahLst/>
              <a:cxnLst/>
              <a:rect l="l" t="t" r="r" b="b"/>
              <a:pathLst>
                <a:path w="9778" h="5890" extrusionOk="0">
                  <a:moveTo>
                    <a:pt x="1501" y="1"/>
                  </a:moveTo>
                  <a:cubicBezTo>
                    <a:pt x="1144" y="1"/>
                    <a:pt x="815" y="129"/>
                    <a:pt x="544" y="344"/>
                  </a:cubicBezTo>
                  <a:cubicBezTo>
                    <a:pt x="214" y="629"/>
                    <a:pt x="14" y="1030"/>
                    <a:pt x="14" y="1458"/>
                  </a:cubicBezTo>
                  <a:cubicBezTo>
                    <a:pt x="1" y="1887"/>
                    <a:pt x="186" y="2301"/>
                    <a:pt x="500" y="2602"/>
                  </a:cubicBezTo>
                  <a:lnTo>
                    <a:pt x="4074" y="5889"/>
                  </a:lnTo>
                  <a:lnTo>
                    <a:pt x="5703" y="5889"/>
                  </a:lnTo>
                  <a:lnTo>
                    <a:pt x="9276" y="2602"/>
                  </a:lnTo>
                  <a:cubicBezTo>
                    <a:pt x="9591" y="2301"/>
                    <a:pt x="9777" y="1887"/>
                    <a:pt x="9762" y="1458"/>
                  </a:cubicBezTo>
                  <a:cubicBezTo>
                    <a:pt x="9749" y="1030"/>
                    <a:pt x="9562" y="629"/>
                    <a:pt x="9234" y="344"/>
                  </a:cubicBezTo>
                  <a:cubicBezTo>
                    <a:pt x="8962" y="129"/>
                    <a:pt x="8619" y="1"/>
                    <a:pt x="827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3"/>
            <p:cNvSpPr/>
            <p:nvPr/>
          </p:nvSpPr>
          <p:spPr>
            <a:xfrm>
              <a:off x="3401544" y="4272078"/>
              <a:ext cx="304335" cy="305505"/>
            </a:xfrm>
            <a:custGeom>
              <a:avLst/>
              <a:gdLst/>
              <a:ahLst/>
              <a:cxnLst/>
              <a:rect l="l" t="t" r="r" b="b"/>
              <a:pathLst>
                <a:path w="7548" h="7577" extrusionOk="0">
                  <a:moveTo>
                    <a:pt x="1744" y="1"/>
                  </a:moveTo>
                  <a:cubicBezTo>
                    <a:pt x="1544" y="1"/>
                    <a:pt x="1358" y="43"/>
                    <a:pt x="1173" y="115"/>
                  </a:cubicBezTo>
                  <a:cubicBezTo>
                    <a:pt x="715" y="272"/>
                    <a:pt x="357" y="630"/>
                    <a:pt x="172" y="1087"/>
                  </a:cubicBezTo>
                  <a:cubicBezTo>
                    <a:pt x="1" y="1530"/>
                    <a:pt x="29" y="2044"/>
                    <a:pt x="258" y="2473"/>
                  </a:cubicBezTo>
                  <a:lnTo>
                    <a:pt x="2945" y="7576"/>
                  </a:lnTo>
                  <a:lnTo>
                    <a:pt x="4588" y="7576"/>
                  </a:lnTo>
                  <a:lnTo>
                    <a:pt x="7290" y="2473"/>
                  </a:lnTo>
                  <a:cubicBezTo>
                    <a:pt x="7519" y="2044"/>
                    <a:pt x="7547" y="1530"/>
                    <a:pt x="7361" y="1087"/>
                  </a:cubicBezTo>
                  <a:cubicBezTo>
                    <a:pt x="7190" y="630"/>
                    <a:pt x="6833" y="272"/>
                    <a:pt x="6375" y="115"/>
                  </a:cubicBezTo>
                  <a:cubicBezTo>
                    <a:pt x="6189" y="43"/>
                    <a:pt x="6004" y="1"/>
                    <a:pt x="5804" y="1"/>
                  </a:cubicBezTo>
                  <a:cubicBezTo>
                    <a:pt x="5575" y="1"/>
                    <a:pt x="5360" y="58"/>
                    <a:pt x="5146" y="144"/>
                  </a:cubicBezTo>
                  <a:lnTo>
                    <a:pt x="2402" y="144"/>
                  </a:lnTo>
                  <a:cubicBezTo>
                    <a:pt x="2187" y="58"/>
                    <a:pt x="1958" y="1"/>
                    <a:pt x="1744"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3"/>
            <p:cNvSpPr/>
            <p:nvPr/>
          </p:nvSpPr>
          <p:spPr>
            <a:xfrm>
              <a:off x="3479319" y="4235227"/>
              <a:ext cx="148740" cy="342357"/>
            </a:xfrm>
            <a:custGeom>
              <a:avLst/>
              <a:gdLst/>
              <a:ahLst/>
              <a:cxnLst/>
              <a:rect l="l" t="t" r="r" b="b"/>
              <a:pathLst>
                <a:path w="3689" h="8491" extrusionOk="0">
                  <a:moveTo>
                    <a:pt x="1845" y="0"/>
                  </a:moveTo>
                  <a:cubicBezTo>
                    <a:pt x="1330" y="0"/>
                    <a:pt x="830" y="229"/>
                    <a:pt x="501" y="614"/>
                  </a:cubicBezTo>
                  <a:cubicBezTo>
                    <a:pt x="158" y="1001"/>
                    <a:pt x="1" y="1529"/>
                    <a:pt x="73" y="2044"/>
                  </a:cubicBezTo>
                  <a:lnTo>
                    <a:pt x="1030" y="8490"/>
                  </a:lnTo>
                  <a:lnTo>
                    <a:pt x="2659" y="8490"/>
                  </a:lnTo>
                  <a:lnTo>
                    <a:pt x="3617" y="2044"/>
                  </a:lnTo>
                  <a:cubicBezTo>
                    <a:pt x="3688" y="1529"/>
                    <a:pt x="3532" y="1001"/>
                    <a:pt x="3189" y="614"/>
                  </a:cubicBezTo>
                  <a:cubicBezTo>
                    <a:pt x="2846" y="229"/>
                    <a:pt x="2360" y="0"/>
                    <a:pt x="18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1617"/>
        <p:cNvGrpSpPr/>
        <p:nvPr/>
      </p:nvGrpSpPr>
      <p:grpSpPr>
        <a:xfrm>
          <a:off x="0" y="0"/>
          <a:ext cx="0" cy="0"/>
          <a:chOff x="0" y="0"/>
          <a:chExt cx="0" cy="0"/>
        </a:xfrm>
      </p:grpSpPr>
      <p:sp>
        <p:nvSpPr>
          <p:cNvPr id="1618" name="Google Shape;1618;p54"/>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619" name="Google Shape;1619;p5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Percentages may be useful</a:t>
            </a:r>
            <a:endParaRPr/>
          </a:p>
        </p:txBody>
      </p:sp>
      <p:sp>
        <p:nvSpPr>
          <p:cNvPr id="1620" name="Google Shape;1620;p54"/>
          <p:cNvSpPr/>
          <p:nvPr/>
        </p:nvSpPr>
        <p:spPr>
          <a:xfrm>
            <a:off x="3178526" y="2261225"/>
            <a:ext cx="1550583" cy="139930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21" name="Google Shape;1621;p54"/>
          <p:cNvSpPr/>
          <p:nvPr/>
        </p:nvSpPr>
        <p:spPr>
          <a:xfrm>
            <a:off x="719988" y="2505913"/>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2" name="Google Shape;1622;p54"/>
          <p:cNvSpPr txBox="1">
            <a:spLocks noGrp="1"/>
          </p:cNvSpPr>
          <p:nvPr>
            <p:ph type="subTitle" idx="4294967295"/>
          </p:nvPr>
        </p:nvSpPr>
        <p:spPr>
          <a:xfrm>
            <a:off x="777875" y="2957825"/>
            <a:ext cx="2510700" cy="707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the farthest planet from the Sun</a:t>
            </a:r>
            <a:endParaRPr/>
          </a:p>
        </p:txBody>
      </p:sp>
      <p:sp>
        <p:nvSpPr>
          <p:cNvPr id="1623" name="Google Shape;1623;p54"/>
          <p:cNvSpPr txBox="1">
            <a:spLocks noGrp="1"/>
          </p:cNvSpPr>
          <p:nvPr>
            <p:ph type="subTitle" idx="4294967295"/>
          </p:nvPr>
        </p:nvSpPr>
        <p:spPr>
          <a:xfrm>
            <a:off x="777875" y="2577300"/>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1"/>
                </a:solidFill>
                <a:latin typeface="Freckle Face"/>
                <a:ea typeface="Freckle Face"/>
                <a:cs typeface="Freckle Face"/>
                <a:sym typeface="Freckle Face"/>
              </a:rPr>
              <a:t>Neptune</a:t>
            </a:r>
            <a:endParaRPr sz="2500">
              <a:solidFill>
                <a:schemeClr val="lt1"/>
              </a:solidFill>
              <a:latin typeface="Freckle Face"/>
              <a:ea typeface="Freckle Face"/>
              <a:cs typeface="Freckle Face"/>
              <a:sym typeface="Freckle Face"/>
            </a:endParaRPr>
          </a:p>
        </p:txBody>
      </p:sp>
      <p:sp>
        <p:nvSpPr>
          <p:cNvPr id="1624" name="Google Shape;1624;p54"/>
          <p:cNvSpPr/>
          <p:nvPr/>
        </p:nvSpPr>
        <p:spPr>
          <a:xfrm>
            <a:off x="6176488" y="35935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5" name="Google Shape;1625;p54"/>
          <p:cNvSpPr/>
          <p:nvPr/>
        </p:nvSpPr>
        <p:spPr>
          <a:xfrm flipH="1">
            <a:off x="6176488" y="1779738"/>
            <a:ext cx="2247575"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626" name="Google Shape;1626;p54"/>
          <p:cNvSpPr txBox="1">
            <a:spLocks noGrp="1"/>
          </p:cNvSpPr>
          <p:nvPr>
            <p:ph type="subTitle" idx="4294967295"/>
          </p:nvPr>
        </p:nvSpPr>
        <p:spPr>
          <a:xfrm>
            <a:off x="5855475" y="4045450"/>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Saturn is a gas giant and it has several rings</a:t>
            </a:r>
            <a:endParaRPr/>
          </a:p>
        </p:txBody>
      </p:sp>
      <p:sp>
        <p:nvSpPr>
          <p:cNvPr id="1627" name="Google Shape;1627;p54"/>
          <p:cNvSpPr txBox="1">
            <a:spLocks noGrp="1"/>
          </p:cNvSpPr>
          <p:nvPr>
            <p:ph type="subTitle" idx="4294967295"/>
          </p:nvPr>
        </p:nvSpPr>
        <p:spPr>
          <a:xfrm>
            <a:off x="6234375" y="36649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Saturn</a:t>
            </a:r>
            <a:endParaRPr sz="2500">
              <a:solidFill>
                <a:schemeClr val="lt1"/>
              </a:solidFill>
              <a:latin typeface="Freckle Face"/>
              <a:ea typeface="Freckle Face"/>
              <a:cs typeface="Freckle Face"/>
              <a:sym typeface="Freckle Face"/>
            </a:endParaRPr>
          </a:p>
        </p:txBody>
      </p:sp>
      <p:sp>
        <p:nvSpPr>
          <p:cNvPr id="1628" name="Google Shape;1628;p54"/>
          <p:cNvSpPr txBox="1">
            <a:spLocks noGrp="1"/>
          </p:cNvSpPr>
          <p:nvPr>
            <p:ph type="subTitle" idx="4294967295"/>
          </p:nvPr>
        </p:nvSpPr>
        <p:spPr>
          <a:xfrm>
            <a:off x="5855475" y="2231663"/>
            <a:ext cx="2510700" cy="707100"/>
          </a:xfrm>
          <a:prstGeom prst="rect">
            <a:avLst/>
          </a:prstGeom>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
              <a:t>Mercury is the closest planet to the Sun</a:t>
            </a:r>
            <a:endParaRPr/>
          </a:p>
        </p:txBody>
      </p:sp>
      <p:sp>
        <p:nvSpPr>
          <p:cNvPr id="1629" name="Google Shape;1629;p54"/>
          <p:cNvSpPr txBox="1">
            <a:spLocks noGrp="1"/>
          </p:cNvSpPr>
          <p:nvPr>
            <p:ph type="subTitle" idx="4294967295"/>
          </p:nvPr>
        </p:nvSpPr>
        <p:spPr>
          <a:xfrm>
            <a:off x="6234375" y="1851138"/>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solidFill>
                  <a:schemeClr val="lt1"/>
                </a:solidFill>
                <a:latin typeface="Freckle Face"/>
                <a:ea typeface="Freckle Face"/>
                <a:cs typeface="Freckle Face"/>
                <a:sym typeface="Freckle Face"/>
              </a:rPr>
              <a:t>Mercury</a:t>
            </a:r>
            <a:endParaRPr sz="2500">
              <a:solidFill>
                <a:schemeClr val="lt1"/>
              </a:solidFill>
              <a:latin typeface="Freckle Face"/>
              <a:ea typeface="Freckle Face"/>
              <a:cs typeface="Freckle Face"/>
              <a:sym typeface="Freckle Face"/>
            </a:endParaRPr>
          </a:p>
        </p:txBody>
      </p:sp>
      <p:sp>
        <p:nvSpPr>
          <p:cNvPr id="1630" name="Google Shape;1630;p54"/>
          <p:cNvSpPr/>
          <p:nvPr/>
        </p:nvSpPr>
        <p:spPr>
          <a:xfrm>
            <a:off x="4770574" y="1808697"/>
            <a:ext cx="1043438" cy="94163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1" name="Google Shape;1631;p54"/>
          <p:cNvSpPr/>
          <p:nvPr/>
        </p:nvSpPr>
        <p:spPr>
          <a:xfrm>
            <a:off x="4604060" y="3470326"/>
            <a:ext cx="1298318" cy="1171647"/>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2" name="Google Shape;1632;p54"/>
          <p:cNvSpPr txBox="1">
            <a:spLocks noGrp="1"/>
          </p:cNvSpPr>
          <p:nvPr>
            <p:ph type="subTitle" idx="4294967295"/>
          </p:nvPr>
        </p:nvSpPr>
        <p:spPr>
          <a:xfrm>
            <a:off x="4857138" y="2114963"/>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10%</a:t>
            </a:r>
            <a:endParaRPr sz="3000">
              <a:latin typeface="Freckle Face"/>
              <a:ea typeface="Freckle Face"/>
              <a:cs typeface="Freckle Face"/>
              <a:sym typeface="Freckle Face"/>
            </a:endParaRPr>
          </a:p>
        </p:txBody>
      </p:sp>
      <p:sp>
        <p:nvSpPr>
          <p:cNvPr id="1633" name="Google Shape;1633;p54"/>
          <p:cNvSpPr txBox="1">
            <a:spLocks noGrp="1"/>
          </p:cNvSpPr>
          <p:nvPr>
            <p:ph type="subTitle" idx="4294967295"/>
          </p:nvPr>
        </p:nvSpPr>
        <p:spPr>
          <a:xfrm>
            <a:off x="4857138" y="3891588"/>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40%</a:t>
            </a:r>
            <a:endParaRPr sz="3000">
              <a:latin typeface="Freckle Face"/>
              <a:ea typeface="Freckle Face"/>
              <a:cs typeface="Freckle Face"/>
              <a:sym typeface="Freckle Face"/>
            </a:endParaRPr>
          </a:p>
        </p:txBody>
      </p:sp>
      <p:sp>
        <p:nvSpPr>
          <p:cNvPr id="1634" name="Google Shape;1634;p54"/>
          <p:cNvSpPr txBox="1">
            <a:spLocks noGrp="1"/>
          </p:cNvSpPr>
          <p:nvPr>
            <p:ph type="subTitle" idx="4294967295"/>
          </p:nvPr>
        </p:nvSpPr>
        <p:spPr>
          <a:xfrm>
            <a:off x="3518650" y="2796313"/>
            <a:ext cx="8703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latin typeface="Freckle Face"/>
                <a:ea typeface="Freckle Face"/>
                <a:cs typeface="Freckle Face"/>
                <a:sym typeface="Freckle Face"/>
              </a:rPr>
              <a:t>50%</a:t>
            </a:r>
            <a:endParaRPr sz="3000">
              <a:latin typeface="Freckle Face"/>
              <a:ea typeface="Freckle Face"/>
              <a:cs typeface="Freckle Face"/>
              <a:sym typeface="Freckle Face"/>
            </a:endParaRPr>
          </a:p>
        </p:txBody>
      </p:sp>
      <p:sp>
        <p:nvSpPr>
          <p:cNvPr id="1635" name="Google Shape;1635;p54"/>
          <p:cNvSpPr/>
          <p:nvPr/>
        </p:nvSpPr>
        <p:spPr>
          <a:xfrm>
            <a:off x="5074097" y="289593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6" name="Google Shape;1636;p54"/>
          <p:cNvSpPr/>
          <p:nvPr/>
        </p:nvSpPr>
        <p:spPr>
          <a:xfrm>
            <a:off x="3716247" y="169263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37" name="Google Shape;1637;p54"/>
          <p:cNvSpPr/>
          <p:nvPr/>
        </p:nvSpPr>
        <p:spPr>
          <a:xfrm>
            <a:off x="3716247" y="3891589"/>
            <a:ext cx="475122" cy="42876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1641"/>
        <p:cNvGrpSpPr/>
        <p:nvPr/>
      </p:nvGrpSpPr>
      <p:grpSpPr>
        <a:xfrm>
          <a:off x="0" y="0"/>
          <a:ext cx="0" cy="0"/>
          <a:chOff x="0" y="0"/>
          <a:chExt cx="0" cy="0"/>
        </a:xfrm>
      </p:grpSpPr>
      <p:sp>
        <p:nvSpPr>
          <p:cNvPr id="1642" name="Google Shape;1642;p55"/>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643" name="Google Shape;1643;p5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infographic</a:t>
            </a:r>
            <a:endParaRPr/>
          </a:p>
        </p:txBody>
      </p:sp>
      <p:sp>
        <p:nvSpPr>
          <p:cNvPr id="1644" name="Google Shape;1644;p55"/>
          <p:cNvSpPr/>
          <p:nvPr/>
        </p:nvSpPr>
        <p:spPr>
          <a:xfrm flipH="1">
            <a:off x="837044" y="13781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45" name="Google Shape;1645;p55"/>
          <p:cNvSpPr txBox="1">
            <a:spLocks noGrp="1"/>
          </p:cNvSpPr>
          <p:nvPr>
            <p:ph type="subTitle" idx="4294967295"/>
          </p:nvPr>
        </p:nvSpPr>
        <p:spPr>
          <a:xfrm>
            <a:off x="1857725" y="18931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Mercury a is hot place</a:t>
            </a:r>
            <a:endParaRPr/>
          </a:p>
        </p:txBody>
      </p:sp>
      <p:sp>
        <p:nvSpPr>
          <p:cNvPr id="1646" name="Google Shape;1646;p55"/>
          <p:cNvSpPr txBox="1">
            <a:spLocks noGrp="1"/>
          </p:cNvSpPr>
          <p:nvPr>
            <p:ph type="subTitle" idx="4294967295"/>
          </p:nvPr>
        </p:nvSpPr>
        <p:spPr>
          <a:xfrm>
            <a:off x="3439775" y="14846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5/5</a:t>
            </a:r>
            <a:endParaRPr sz="2500">
              <a:latin typeface="Freckle Face"/>
              <a:ea typeface="Freckle Face"/>
              <a:cs typeface="Freckle Face"/>
              <a:sym typeface="Freckle Face"/>
            </a:endParaRPr>
          </a:p>
        </p:txBody>
      </p:sp>
      <p:sp>
        <p:nvSpPr>
          <p:cNvPr id="1647" name="Google Shape;1647;p55"/>
          <p:cNvSpPr/>
          <p:nvPr/>
        </p:nvSpPr>
        <p:spPr>
          <a:xfrm>
            <a:off x="837044" y="25428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48" name="Google Shape;1648;p55"/>
          <p:cNvSpPr txBox="1">
            <a:spLocks noGrp="1"/>
          </p:cNvSpPr>
          <p:nvPr>
            <p:ph type="subTitle" idx="4294967295"/>
          </p:nvPr>
        </p:nvSpPr>
        <p:spPr>
          <a:xfrm>
            <a:off x="1857725" y="30578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 has a beautiful name</a:t>
            </a:r>
            <a:endParaRPr/>
          </a:p>
        </p:txBody>
      </p:sp>
      <p:sp>
        <p:nvSpPr>
          <p:cNvPr id="1649" name="Google Shape;1649;p55"/>
          <p:cNvSpPr txBox="1">
            <a:spLocks noGrp="1"/>
          </p:cNvSpPr>
          <p:nvPr>
            <p:ph type="subTitle" idx="4294967295"/>
          </p:nvPr>
        </p:nvSpPr>
        <p:spPr>
          <a:xfrm>
            <a:off x="3439775" y="26493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1/5</a:t>
            </a:r>
            <a:endParaRPr sz="2500">
              <a:latin typeface="Freckle Face"/>
              <a:ea typeface="Freckle Face"/>
              <a:cs typeface="Freckle Face"/>
              <a:sym typeface="Freckle Face"/>
            </a:endParaRPr>
          </a:p>
        </p:txBody>
      </p:sp>
      <p:sp>
        <p:nvSpPr>
          <p:cNvPr id="1650" name="Google Shape;1650;p55"/>
          <p:cNvSpPr/>
          <p:nvPr/>
        </p:nvSpPr>
        <p:spPr>
          <a:xfrm flipH="1">
            <a:off x="837044" y="37075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1" name="Google Shape;1651;p55"/>
          <p:cNvSpPr txBox="1">
            <a:spLocks noGrp="1"/>
          </p:cNvSpPr>
          <p:nvPr>
            <p:ph type="subTitle" idx="4294967295"/>
          </p:nvPr>
        </p:nvSpPr>
        <p:spPr>
          <a:xfrm>
            <a:off x="1857725" y="42225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It’s actually really cold</a:t>
            </a:r>
            <a:endParaRPr/>
          </a:p>
        </p:txBody>
      </p:sp>
      <p:sp>
        <p:nvSpPr>
          <p:cNvPr id="1652" name="Google Shape;1652;p55"/>
          <p:cNvSpPr txBox="1">
            <a:spLocks noGrp="1"/>
          </p:cNvSpPr>
          <p:nvPr>
            <p:ph type="subTitle" idx="4294967295"/>
          </p:nvPr>
        </p:nvSpPr>
        <p:spPr>
          <a:xfrm>
            <a:off x="3439775" y="38140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0/5</a:t>
            </a:r>
            <a:endParaRPr sz="2500">
              <a:latin typeface="Freckle Face"/>
              <a:ea typeface="Freckle Face"/>
              <a:cs typeface="Freckle Face"/>
              <a:sym typeface="Freckle Face"/>
            </a:endParaRPr>
          </a:p>
        </p:txBody>
      </p:sp>
      <p:sp>
        <p:nvSpPr>
          <p:cNvPr id="1653" name="Google Shape;1653;p55"/>
          <p:cNvSpPr/>
          <p:nvPr/>
        </p:nvSpPr>
        <p:spPr>
          <a:xfrm>
            <a:off x="4932769" y="13781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4" name="Google Shape;1654;p55"/>
          <p:cNvSpPr txBox="1">
            <a:spLocks noGrp="1"/>
          </p:cNvSpPr>
          <p:nvPr>
            <p:ph type="subTitle" idx="4294967295"/>
          </p:nvPr>
        </p:nvSpPr>
        <p:spPr>
          <a:xfrm>
            <a:off x="5953450" y="18931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It’s a beautiful place</a:t>
            </a:r>
            <a:endParaRPr/>
          </a:p>
        </p:txBody>
      </p:sp>
      <p:sp>
        <p:nvSpPr>
          <p:cNvPr id="1655" name="Google Shape;1655;p55"/>
          <p:cNvSpPr txBox="1">
            <a:spLocks noGrp="1"/>
          </p:cNvSpPr>
          <p:nvPr>
            <p:ph type="subTitle" idx="4294967295"/>
          </p:nvPr>
        </p:nvSpPr>
        <p:spPr>
          <a:xfrm>
            <a:off x="7535500" y="14846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3/5</a:t>
            </a:r>
            <a:endParaRPr sz="2500">
              <a:latin typeface="Freckle Face"/>
              <a:ea typeface="Freckle Face"/>
              <a:cs typeface="Freckle Face"/>
              <a:sym typeface="Freckle Face"/>
            </a:endParaRPr>
          </a:p>
        </p:txBody>
      </p:sp>
      <p:sp>
        <p:nvSpPr>
          <p:cNvPr id="1656" name="Google Shape;1656;p55"/>
          <p:cNvSpPr/>
          <p:nvPr/>
        </p:nvSpPr>
        <p:spPr>
          <a:xfrm flipH="1">
            <a:off x="4932769" y="25428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57" name="Google Shape;1657;p55"/>
          <p:cNvSpPr txBox="1">
            <a:spLocks noGrp="1"/>
          </p:cNvSpPr>
          <p:nvPr>
            <p:ph type="subTitle" idx="4294967295"/>
          </p:nvPr>
        </p:nvSpPr>
        <p:spPr>
          <a:xfrm>
            <a:off x="5953450" y="30578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Neptune is far from us</a:t>
            </a:r>
            <a:endParaRPr/>
          </a:p>
        </p:txBody>
      </p:sp>
      <p:sp>
        <p:nvSpPr>
          <p:cNvPr id="1658" name="Google Shape;1658;p55"/>
          <p:cNvSpPr txBox="1">
            <a:spLocks noGrp="1"/>
          </p:cNvSpPr>
          <p:nvPr>
            <p:ph type="subTitle" idx="4294967295"/>
          </p:nvPr>
        </p:nvSpPr>
        <p:spPr>
          <a:xfrm>
            <a:off x="7535500" y="26493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4/5</a:t>
            </a:r>
            <a:endParaRPr sz="2500">
              <a:latin typeface="Freckle Face"/>
              <a:ea typeface="Freckle Face"/>
              <a:cs typeface="Freckle Face"/>
              <a:sym typeface="Freckle Face"/>
            </a:endParaRPr>
          </a:p>
        </p:txBody>
      </p:sp>
      <p:sp>
        <p:nvSpPr>
          <p:cNvPr id="1659" name="Google Shape;1659;p55"/>
          <p:cNvSpPr/>
          <p:nvPr/>
        </p:nvSpPr>
        <p:spPr>
          <a:xfrm>
            <a:off x="4932769" y="3707509"/>
            <a:ext cx="992985" cy="895986"/>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0" name="Google Shape;1660;p55"/>
          <p:cNvSpPr txBox="1">
            <a:spLocks noGrp="1"/>
          </p:cNvSpPr>
          <p:nvPr>
            <p:ph type="subTitle" idx="4294967295"/>
          </p:nvPr>
        </p:nvSpPr>
        <p:spPr>
          <a:xfrm>
            <a:off x="5953450" y="4222550"/>
            <a:ext cx="2353500" cy="329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Jupiter is a big planet</a:t>
            </a:r>
            <a:endParaRPr/>
          </a:p>
        </p:txBody>
      </p:sp>
      <p:sp>
        <p:nvSpPr>
          <p:cNvPr id="1661" name="Google Shape;1661;p55"/>
          <p:cNvSpPr txBox="1">
            <a:spLocks noGrp="1"/>
          </p:cNvSpPr>
          <p:nvPr>
            <p:ph type="subTitle" idx="4294967295"/>
          </p:nvPr>
        </p:nvSpPr>
        <p:spPr>
          <a:xfrm>
            <a:off x="7535500" y="3814050"/>
            <a:ext cx="7713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500">
                <a:latin typeface="Freckle Face"/>
                <a:ea typeface="Freckle Face"/>
                <a:cs typeface="Freckle Face"/>
                <a:sym typeface="Freckle Face"/>
              </a:rPr>
              <a:t>2/5</a:t>
            </a:r>
            <a:endParaRPr sz="2500">
              <a:latin typeface="Freckle Face"/>
              <a:ea typeface="Freckle Face"/>
              <a:cs typeface="Freckle Face"/>
              <a:sym typeface="Freckle Face"/>
            </a:endParaRPr>
          </a:p>
        </p:txBody>
      </p:sp>
      <p:sp>
        <p:nvSpPr>
          <p:cNvPr id="1662" name="Google Shape;1662;p55"/>
          <p:cNvSpPr/>
          <p:nvPr/>
        </p:nvSpPr>
        <p:spPr>
          <a:xfrm flipH="1">
            <a:off x="19580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3" name="Google Shape;1663;p55"/>
          <p:cNvSpPr/>
          <p:nvPr/>
        </p:nvSpPr>
        <p:spPr>
          <a:xfrm>
            <a:off x="229421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4" name="Google Shape;1664;p55"/>
          <p:cNvSpPr/>
          <p:nvPr/>
        </p:nvSpPr>
        <p:spPr>
          <a:xfrm flipH="1">
            <a:off x="26303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5" name="Google Shape;1665;p55"/>
          <p:cNvSpPr/>
          <p:nvPr/>
        </p:nvSpPr>
        <p:spPr>
          <a:xfrm>
            <a:off x="296646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6" name="Google Shape;1666;p55"/>
          <p:cNvSpPr/>
          <p:nvPr/>
        </p:nvSpPr>
        <p:spPr>
          <a:xfrm flipH="1">
            <a:off x="33025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7" name="Google Shape;1667;p55"/>
          <p:cNvSpPr/>
          <p:nvPr/>
        </p:nvSpPr>
        <p:spPr>
          <a:xfrm flipH="1">
            <a:off x="201418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8" name="Google Shape;1668;p55"/>
          <p:cNvSpPr/>
          <p:nvPr/>
        </p:nvSpPr>
        <p:spPr>
          <a:xfrm>
            <a:off x="2351661"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69" name="Google Shape;1669;p55"/>
          <p:cNvSpPr/>
          <p:nvPr/>
        </p:nvSpPr>
        <p:spPr>
          <a:xfrm flipH="1">
            <a:off x="268778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0" name="Google Shape;1670;p55"/>
          <p:cNvSpPr/>
          <p:nvPr/>
        </p:nvSpPr>
        <p:spPr>
          <a:xfrm>
            <a:off x="3023923"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1" name="Google Shape;1671;p55"/>
          <p:cNvSpPr/>
          <p:nvPr/>
        </p:nvSpPr>
        <p:spPr>
          <a:xfrm flipH="1">
            <a:off x="33600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2" name="Google Shape;1672;p55"/>
          <p:cNvSpPr/>
          <p:nvPr/>
        </p:nvSpPr>
        <p:spPr>
          <a:xfrm flipH="1">
            <a:off x="60541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3" name="Google Shape;1673;p55"/>
          <p:cNvSpPr/>
          <p:nvPr/>
        </p:nvSpPr>
        <p:spPr>
          <a:xfrm>
            <a:off x="639026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4" name="Google Shape;1674;p55"/>
          <p:cNvSpPr/>
          <p:nvPr/>
        </p:nvSpPr>
        <p:spPr>
          <a:xfrm flipH="1">
            <a:off x="672639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5" name="Google Shape;1675;p55"/>
          <p:cNvSpPr/>
          <p:nvPr/>
        </p:nvSpPr>
        <p:spPr>
          <a:xfrm>
            <a:off x="7062518"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6" name="Google Shape;1676;p55"/>
          <p:cNvSpPr/>
          <p:nvPr/>
        </p:nvSpPr>
        <p:spPr>
          <a:xfrm flipH="1">
            <a:off x="7398643" y="15215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7" name="Google Shape;1677;p55"/>
          <p:cNvSpPr/>
          <p:nvPr/>
        </p:nvSpPr>
        <p:spPr>
          <a:xfrm flipH="1">
            <a:off x="61102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8" name="Google Shape;1678;p55"/>
          <p:cNvSpPr/>
          <p:nvPr/>
        </p:nvSpPr>
        <p:spPr>
          <a:xfrm>
            <a:off x="6447711"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79" name="Google Shape;1679;p55"/>
          <p:cNvSpPr/>
          <p:nvPr/>
        </p:nvSpPr>
        <p:spPr>
          <a:xfrm flipH="1">
            <a:off x="6783838" y="15733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0" name="Google Shape;1680;p55"/>
          <p:cNvSpPr/>
          <p:nvPr/>
        </p:nvSpPr>
        <p:spPr>
          <a:xfrm flipH="1">
            <a:off x="19580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1" name="Google Shape;1681;p55"/>
          <p:cNvSpPr/>
          <p:nvPr/>
        </p:nvSpPr>
        <p:spPr>
          <a:xfrm>
            <a:off x="229421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2" name="Google Shape;1682;p55"/>
          <p:cNvSpPr/>
          <p:nvPr/>
        </p:nvSpPr>
        <p:spPr>
          <a:xfrm flipH="1">
            <a:off x="26303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3" name="Google Shape;1683;p55"/>
          <p:cNvSpPr/>
          <p:nvPr/>
        </p:nvSpPr>
        <p:spPr>
          <a:xfrm>
            <a:off x="296646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4" name="Google Shape;1684;p55"/>
          <p:cNvSpPr/>
          <p:nvPr/>
        </p:nvSpPr>
        <p:spPr>
          <a:xfrm flipH="1">
            <a:off x="33025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5" name="Google Shape;1685;p55"/>
          <p:cNvSpPr/>
          <p:nvPr/>
        </p:nvSpPr>
        <p:spPr>
          <a:xfrm flipH="1">
            <a:off x="201418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6" name="Google Shape;1686;p55"/>
          <p:cNvSpPr/>
          <p:nvPr/>
        </p:nvSpPr>
        <p:spPr>
          <a:xfrm flipH="1">
            <a:off x="60541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7" name="Google Shape;1687;p55"/>
          <p:cNvSpPr/>
          <p:nvPr/>
        </p:nvSpPr>
        <p:spPr>
          <a:xfrm>
            <a:off x="639026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8" name="Google Shape;1688;p55"/>
          <p:cNvSpPr/>
          <p:nvPr/>
        </p:nvSpPr>
        <p:spPr>
          <a:xfrm flipH="1">
            <a:off x="672639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89" name="Google Shape;1689;p55"/>
          <p:cNvSpPr/>
          <p:nvPr/>
        </p:nvSpPr>
        <p:spPr>
          <a:xfrm>
            <a:off x="7062518"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0" name="Google Shape;1690;p55"/>
          <p:cNvSpPr/>
          <p:nvPr/>
        </p:nvSpPr>
        <p:spPr>
          <a:xfrm flipH="1">
            <a:off x="7398643" y="26862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1" name="Google Shape;1691;p55"/>
          <p:cNvSpPr/>
          <p:nvPr/>
        </p:nvSpPr>
        <p:spPr>
          <a:xfrm flipH="1">
            <a:off x="611023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2" name="Google Shape;1692;p55"/>
          <p:cNvSpPr/>
          <p:nvPr/>
        </p:nvSpPr>
        <p:spPr>
          <a:xfrm>
            <a:off x="6447711"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3" name="Google Shape;1693;p55"/>
          <p:cNvSpPr/>
          <p:nvPr/>
        </p:nvSpPr>
        <p:spPr>
          <a:xfrm flipH="1">
            <a:off x="6783838"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4" name="Google Shape;1694;p55"/>
          <p:cNvSpPr/>
          <p:nvPr/>
        </p:nvSpPr>
        <p:spPr>
          <a:xfrm>
            <a:off x="7119973" y="27380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5" name="Google Shape;1695;p55"/>
          <p:cNvSpPr/>
          <p:nvPr/>
        </p:nvSpPr>
        <p:spPr>
          <a:xfrm flipH="1">
            <a:off x="19580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6" name="Google Shape;1696;p55"/>
          <p:cNvSpPr/>
          <p:nvPr/>
        </p:nvSpPr>
        <p:spPr>
          <a:xfrm>
            <a:off x="229421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7" name="Google Shape;1697;p55"/>
          <p:cNvSpPr/>
          <p:nvPr/>
        </p:nvSpPr>
        <p:spPr>
          <a:xfrm flipH="1">
            <a:off x="26303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8" name="Google Shape;1698;p55"/>
          <p:cNvSpPr/>
          <p:nvPr/>
        </p:nvSpPr>
        <p:spPr>
          <a:xfrm>
            <a:off x="296646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699" name="Google Shape;1699;p55"/>
          <p:cNvSpPr/>
          <p:nvPr/>
        </p:nvSpPr>
        <p:spPr>
          <a:xfrm flipH="1">
            <a:off x="33025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0" name="Google Shape;1700;p55"/>
          <p:cNvSpPr/>
          <p:nvPr/>
        </p:nvSpPr>
        <p:spPr>
          <a:xfrm flipH="1">
            <a:off x="60541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1" name="Google Shape;1701;p55"/>
          <p:cNvSpPr/>
          <p:nvPr/>
        </p:nvSpPr>
        <p:spPr>
          <a:xfrm>
            <a:off x="639026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2" name="Google Shape;1702;p55"/>
          <p:cNvSpPr/>
          <p:nvPr/>
        </p:nvSpPr>
        <p:spPr>
          <a:xfrm flipH="1">
            <a:off x="672639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3" name="Google Shape;1703;p55"/>
          <p:cNvSpPr/>
          <p:nvPr/>
        </p:nvSpPr>
        <p:spPr>
          <a:xfrm>
            <a:off x="7062518"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4" name="Google Shape;1704;p55"/>
          <p:cNvSpPr/>
          <p:nvPr/>
        </p:nvSpPr>
        <p:spPr>
          <a:xfrm flipH="1">
            <a:off x="7398643" y="3850914"/>
            <a:ext cx="282982" cy="25537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5" name="Google Shape;1705;p55"/>
          <p:cNvSpPr/>
          <p:nvPr/>
        </p:nvSpPr>
        <p:spPr>
          <a:xfrm flipH="1">
            <a:off x="6110238" y="39027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06" name="Google Shape;1706;p55"/>
          <p:cNvSpPr/>
          <p:nvPr/>
        </p:nvSpPr>
        <p:spPr>
          <a:xfrm>
            <a:off x="6447711" y="3902755"/>
            <a:ext cx="168090" cy="151690"/>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accent5"/>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707" name="Google Shape;1707;p55"/>
          <p:cNvGrpSpPr/>
          <p:nvPr/>
        </p:nvGrpSpPr>
        <p:grpSpPr>
          <a:xfrm>
            <a:off x="5223290" y="1587571"/>
            <a:ext cx="411943" cy="477061"/>
            <a:chOff x="1347057" y="1353714"/>
            <a:chExt cx="339494" cy="393160"/>
          </a:xfrm>
        </p:grpSpPr>
        <p:sp>
          <p:nvSpPr>
            <p:cNvPr id="1708" name="Google Shape;1708;p55"/>
            <p:cNvSpPr/>
            <p:nvPr/>
          </p:nvSpPr>
          <p:spPr>
            <a:xfrm>
              <a:off x="1359152" y="1366979"/>
              <a:ext cx="157974" cy="182125"/>
            </a:xfrm>
            <a:custGeom>
              <a:avLst/>
              <a:gdLst/>
              <a:ahLst/>
              <a:cxnLst/>
              <a:rect l="l" t="t" r="r" b="b"/>
              <a:pathLst>
                <a:path w="3918" h="4517" extrusionOk="0">
                  <a:moveTo>
                    <a:pt x="1958" y="0"/>
                  </a:moveTo>
                  <a:lnTo>
                    <a:pt x="1" y="1130"/>
                  </a:lnTo>
                  <a:lnTo>
                    <a:pt x="1" y="3388"/>
                  </a:lnTo>
                  <a:lnTo>
                    <a:pt x="1958" y="4517"/>
                  </a:lnTo>
                  <a:lnTo>
                    <a:pt x="3917" y="3388"/>
                  </a:lnTo>
                  <a:lnTo>
                    <a:pt x="3917" y="1130"/>
                  </a:lnTo>
                  <a:lnTo>
                    <a:pt x="19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5"/>
            <p:cNvSpPr/>
            <p:nvPr/>
          </p:nvSpPr>
          <p:spPr>
            <a:xfrm>
              <a:off x="1437532" y="1503580"/>
              <a:ext cx="158498" cy="231800"/>
            </a:xfrm>
            <a:custGeom>
              <a:avLst/>
              <a:gdLst/>
              <a:ahLst/>
              <a:cxnLst/>
              <a:rect l="l" t="t" r="r" b="b"/>
              <a:pathLst>
                <a:path w="3931" h="5749" extrusionOk="0">
                  <a:moveTo>
                    <a:pt x="1973" y="0"/>
                  </a:moveTo>
                  <a:lnTo>
                    <a:pt x="1" y="1129"/>
                  </a:lnTo>
                  <a:lnTo>
                    <a:pt x="1" y="3387"/>
                  </a:lnTo>
                  <a:lnTo>
                    <a:pt x="1015" y="3974"/>
                  </a:lnTo>
                  <a:cubicBezTo>
                    <a:pt x="1258" y="4102"/>
                    <a:pt x="1401" y="4359"/>
                    <a:pt x="1401" y="4631"/>
                  </a:cubicBezTo>
                  <a:lnTo>
                    <a:pt x="1401" y="5174"/>
                  </a:lnTo>
                  <a:cubicBezTo>
                    <a:pt x="1401" y="5474"/>
                    <a:pt x="1630" y="5731"/>
                    <a:pt x="1930" y="5746"/>
                  </a:cubicBezTo>
                  <a:cubicBezTo>
                    <a:pt x="1946" y="5748"/>
                    <a:pt x="1963" y="5748"/>
                    <a:pt x="1980" y="5748"/>
                  </a:cubicBezTo>
                  <a:cubicBezTo>
                    <a:pt x="2287" y="5748"/>
                    <a:pt x="2545" y="5500"/>
                    <a:pt x="2545" y="5174"/>
                  </a:cubicBezTo>
                  <a:lnTo>
                    <a:pt x="2545" y="4631"/>
                  </a:lnTo>
                  <a:cubicBezTo>
                    <a:pt x="2545" y="4359"/>
                    <a:pt x="2688" y="4102"/>
                    <a:pt x="2917" y="3974"/>
                  </a:cubicBezTo>
                  <a:lnTo>
                    <a:pt x="3931" y="3387"/>
                  </a:lnTo>
                  <a:lnTo>
                    <a:pt x="3931" y="1129"/>
                  </a:lnTo>
                  <a:lnTo>
                    <a:pt x="1973"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5"/>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5"/>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5"/>
            <p:cNvSpPr/>
            <p:nvPr/>
          </p:nvSpPr>
          <p:spPr>
            <a:xfrm>
              <a:off x="1347057" y="1353714"/>
              <a:ext cx="339494" cy="393160"/>
            </a:xfrm>
            <a:custGeom>
              <a:avLst/>
              <a:gdLst/>
              <a:ahLst/>
              <a:cxnLst/>
              <a:rect l="l" t="t" r="r" b="b"/>
              <a:pathLst>
                <a:path w="8420" h="9751" extrusionOk="0">
                  <a:moveTo>
                    <a:pt x="2258" y="658"/>
                  </a:moveTo>
                  <a:lnTo>
                    <a:pt x="3931" y="1630"/>
                  </a:lnTo>
                  <a:lnTo>
                    <a:pt x="3931" y="3546"/>
                  </a:lnTo>
                  <a:lnTo>
                    <a:pt x="2258" y="4518"/>
                  </a:lnTo>
                  <a:lnTo>
                    <a:pt x="587" y="3546"/>
                  </a:lnTo>
                  <a:lnTo>
                    <a:pt x="587" y="1630"/>
                  </a:lnTo>
                  <a:lnTo>
                    <a:pt x="2258" y="658"/>
                  </a:lnTo>
                  <a:close/>
                  <a:moveTo>
                    <a:pt x="6161" y="658"/>
                  </a:moveTo>
                  <a:lnTo>
                    <a:pt x="7833" y="1615"/>
                  </a:lnTo>
                  <a:lnTo>
                    <a:pt x="7833" y="3546"/>
                  </a:lnTo>
                  <a:lnTo>
                    <a:pt x="6161" y="4518"/>
                  </a:lnTo>
                  <a:lnTo>
                    <a:pt x="4503" y="3546"/>
                  </a:lnTo>
                  <a:lnTo>
                    <a:pt x="4503" y="1615"/>
                  </a:lnTo>
                  <a:lnTo>
                    <a:pt x="6161" y="658"/>
                  </a:lnTo>
                  <a:close/>
                  <a:moveTo>
                    <a:pt x="4202" y="4045"/>
                  </a:moveTo>
                  <a:lnTo>
                    <a:pt x="5875" y="5017"/>
                  </a:lnTo>
                  <a:lnTo>
                    <a:pt x="5875" y="6947"/>
                  </a:lnTo>
                  <a:lnTo>
                    <a:pt x="5018" y="7447"/>
                  </a:lnTo>
                  <a:cubicBezTo>
                    <a:pt x="4688" y="7634"/>
                    <a:pt x="4503" y="7977"/>
                    <a:pt x="4503" y="8333"/>
                  </a:cubicBezTo>
                  <a:lnTo>
                    <a:pt x="4503" y="8891"/>
                  </a:lnTo>
                  <a:cubicBezTo>
                    <a:pt x="4503" y="9034"/>
                    <a:pt x="4389" y="9162"/>
                    <a:pt x="4246" y="9177"/>
                  </a:cubicBezTo>
                  <a:cubicBezTo>
                    <a:pt x="4231" y="9180"/>
                    <a:pt x="4216" y="9181"/>
                    <a:pt x="4202" y="9181"/>
                  </a:cubicBezTo>
                  <a:cubicBezTo>
                    <a:pt x="4051" y="9181"/>
                    <a:pt x="3931" y="9048"/>
                    <a:pt x="3931" y="8891"/>
                  </a:cubicBezTo>
                  <a:lnTo>
                    <a:pt x="3931" y="8348"/>
                  </a:lnTo>
                  <a:cubicBezTo>
                    <a:pt x="3931" y="7977"/>
                    <a:pt x="3731" y="7634"/>
                    <a:pt x="3402" y="7447"/>
                  </a:cubicBezTo>
                  <a:lnTo>
                    <a:pt x="2531" y="6947"/>
                  </a:lnTo>
                  <a:lnTo>
                    <a:pt x="2531" y="5017"/>
                  </a:lnTo>
                  <a:lnTo>
                    <a:pt x="4202" y="4045"/>
                  </a:lnTo>
                  <a:close/>
                  <a:moveTo>
                    <a:pt x="2245" y="1"/>
                  </a:moveTo>
                  <a:lnTo>
                    <a:pt x="0" y="1301"/>
                  </a:lnTo>
                  <a:lnTo>
                    <a:pt x="0" y="3889"/>
                  </a:lnTo>
                  <a:lnTo>
                    <a:pt x="1959" y="5017"/>
                  </a:lnTo>
                  <a:lnTo>
                    <a:pt x="1959" y="7276"/>
                  </a:lnTo>
                  <a:lnTo>
                    <a:pt x="3116" y="7948"/>
                  </a:lnTo>
                  <a:cubicBezTo>
                    <a:pt x="3259" y="8019"/>
                    <a:pt x="3360" y="8177"/>
                    <a:pt x="3360" y="8348"/>
                  </a:cubicBezTo>
                  <a:lnTo>
                    <a:pt x="3360" y="8877"/>
                  </a:lnTo>
                  <a:cubicBezTo>
                    <a:pt x="3360" y="9334"/>
                    <a:pt x="3716" y="9734"/>
                    <a:pt x="4160" y="9749"/>
                  </a:cubicBezTo>
                  <a:cubicBezTo>
                    <a:pt x="4177" y="9750"/>
                    <a:pt x="4195" y="9750"/>
                    <a:pt x="4212" y="9750"/>
                  </a:cubicBezTo>
                  <a:cubicBezTo>
                    <a:pt x="4688" y="9750"/>
                    <a:pt x="5075" y="9374"/>
                    <a:pt x="5075" y="8891"/>
                  </a:cubicBezTo>
                  <a:lnTo>
                    <a:pt x="5075" y="8348"/>
                  </a:lnTo>
                  <a:cubicBezTo>
                    <a:pt x="5075" y="8177"/>
                    <a:pt x="5161" y="8019"/>
                    <a:pt x="5303" y="7948"/>
                  </a:cubicBezTo>
                  <a:lnTo>
                    <a:pt x="6461" y="7276"/>
                  </a:lnTo>
                  <a:lnTo>
                    <a:pt x="6461" y="5017"/>
                  </a:lnTo>
                  <a:lnTo>
                    <a:pt x="8419" y="3889"/>
                  </a:lnTo>
                  <a:lnTo>
                    <a:pt x="8419" y="1301"/>
                  </a:lnTo>
                  <a:lnTo>
                    <a:pt x="6175" y="1"/>
                  </a:lnTo>
                  <a:lnTo>
                    <a:pt x="4217" y="1129"/>
                  </a:lnTo>
                  <a:lnTo>
                    <a:pt x="22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5"/>
            <p:cNvSpPr/>
            <p:nvPr/>
          </p:nvSpPr>
          <p:spPr>
            <a:xfrm>
              <a:off x="1476117" y="1548535"/>
              <a:ext cx="80721" cy="92776"/>
            </a:xfrm>
            <a:custGeom>
              <a:avLst/>
              <a:gdLst/>
              <a:ahLst/>
              <a:cxnLst/>
              <a:rect l="l" t="t" r="r" b="b"/>
              <a:pathLst>
                <a:path w="2002" h="2301" extrusionOk="0">
                  <a:moveTo>
                    <a:pt x="1001" y="0"/>
                  </a:moveTo>
                  <a:lnTo>
                    <a:pt x="1" y="572"/>
                  </a:lnTo>
                  <a:lnTo>
                    <a:pt x="1" y="1729"/>
                  </a:lnTo>
                  <a:lnTo>
                    <a:pt x="1001" y="2301"/>
                  </a:lnTo>
                  <a:lnTo>
                    <a:pt x="2002" y="1729"/>
                  </a:lnTo>
                  <a:lnTo>
                    <a:pt x="2002" y="572"/>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5"/>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5"/>
            <p:cNvSpPr/>
            <p:nvPr/>
          </p:nvSpPr>
          <p:spPr>
            <a:xfrm>
              <a:off x="1397738"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5"/>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7" name="Google Shape;1717;p55"/>
          <p:cNvGrpSpPr/>
          <p:nvPr/>
        </p:nvGrpSpPr>
        <p:grpSpPr>
          <a:xfrm>
            <a:off x="1094713" y="1587624"/>
            <a:ext cx="477648" cy="476955"/>
            <a:chOff x="1998851" y="1353714"/>
            <a:chExt cx="393644" cy="393074"/>
          </a:xfrm>
        </p:grpSpPr>
        <p:sp>
          <p:nvSpPr>
            <p:cNvPr id="1718" name="Google Shape;1718;p55"/>
            <p:cNvSpPr/>
            <p:nvPr/>
          </p:nvSpPr>
          <p:spPr>
            <a:xfrm>
              <a:off x="2040904" y="1353714"/>
              <a:ext cx="308367" cy="228816"/>
            </a:xfrm>
            <a:custGeom>
              <a:avLst/>
              <a:gdLst/>
              <a:ahLst/>
              <a:cxnLst/>
              <a:rect l="l" t="t" r="r" b="b"/>
              <a:pathLst>
                <a:path w="7648" h="5675" extrusionOk="0">
                  <a:moveTo>
                    <a:pt x="3217" y="1"/>
                  </a:moveTo>
                  <a:lnTo>
                    <a:pt x="2373" y="2574"/>
                  </a:lnTo>
                  <a:lnTo>
                    <a:pt x="1344" y="2574"/>
                  </a:lnTo>
                  <a:lnTo>
                    <a:pt x="0" y="5675"/>
                  </a:lnTo>
                  <a:lnTo>
                    <a:pt x="7648" y="5675"/>
                  </a:lnTo>
                  <a:lnTo>
                    <a:pt x="6975" y="1830"/>
                  </a:lnTo>
                  <a:lnTo>
                    <a:pt x="5704" y="1830"/>
                  </a:lnTo>
                  <a:lnTo>
                    <a:pt x="5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5"/>
            <p:cNvSpPr/>
            <p:nvPr/>
          </p:nvSpPr>
          <p:spPr>
            <a:xfrm>
              <a:off x="2041509" y="1582484"/>
              <a:ext cx="307763" cy="164304"/>
            </a:xfrm>
            <a:custGeom>
              <a:avLst/>
              <a:gdLst/>
              <a:ahLst/>
              <a:cxnLst/>
              <a:rect l="l" t="t" r="r" b="b"/>
              <a:pathLst>
                <a:path w="7633" h="4075" extrusionOk="0">
                  <a:moveTo>
                    <a:pt x="0" y="1"/>
                  </a:moveTo>
                  <a:lnTo>
                    <a:pt x="786" y="2303"/>
                  </a:lnTo>
                  <a:lnTo>
                    <a:pt x="1901" y="2303"/>
                  </a:lnTo>
                  <a:lnTo>
                    <a:pt x="3259" y="4075"/>
                  </a:lnTo>
                  <a:lnTo>
                    <a:pt x="5260" y="4075"/>
                  </a:lnTo>
                  <a:lnTo>
                    <a:pt x="5889" y="2789"/>
                  </a:lnTo>
                  <a:lnTo>
                    <a:pt x="7233" y="2789"/>
                  </a:lnTo>
                  <a:lnTo>
                    <a:pt x="763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5"/>
            <p:cNvSpPr/>
            <p:nvPr/>
          </p:nvSpPr>
          <p:spPr>
            <a:xfrm>
              <a:off x="1998851" y="1570953"/>
              <a:ext cx="393644" cy="23103"/>
            </a:xfrm>
            <a:custGeom>
              <a:avLst/>
              <a:gdLst/>
              <a:ahLst/>
              <a:cxnLst/>
              <a:rect l="l" t="t" r="r" b="b"/>
              <a:pathLst>
                <a:path w="9763" h="573" extrusionOk="0">
                  <a:moveTo>
                    <a:pt x="0" y="1"/>
                  </a:moveTo>
                  <a:lnTo>
                    <a:pt x="0" y="573"/>
                  </a:lnTo>
                  <a:lnTo>
                    <a:pt x="9762" y="573"/>
                  </a:lnTo>
                  <a:lnTo>
                    <a:pt x="976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5"/>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5"/>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5"/>
            <p:cNvSpPr/>
            <p:nvPr/>
          </p:nvSpPr>
          <p:spPr>
            <a:xfrm>
              <a:off x="2043807" y="1711585"/>
              <a:ext cx="44392" cy="23103"/>
            </a:xfrm>
            <a:custGeom>
              <a:avLst/>
              <a:gdLst/>
              <a:ahLst/>
              <a:cxnLst/>
              <a:rect l="l" t="t" r="r" b="b"/>
              <a:pathLst>
                <a:path w="1101" h="573" extrusionOk="0">
                  <a:moveTo>
                    <a:pt x="0" y="1"/>
                  </a:moveTo>
                  <a:lnTo>
                    <a:pt x="0" y="572"/>
                  </a:lnTo>
                  <a:lnTo>
                    <a:pt x="1100" y="572"/>
                  </a:lnTo>
                  <a:lnTo>
                    <a:pt x="1100"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5"/>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5"/>
            <p:cNvSpPr/>
            <p:nvPr/>
          </p:nvSpPr>
          <p:spPr>
            <a:xfrm>
              <a:off x="2172908" y="1622279"/>
              <a:ext cx="39191" cy="23103"/>
            </a:xfrm>
            <a:custGeom>
              <a:avLst/>
              <a:gdLst/>
              <a:ahLst/>
              <a:cxnLst/>
              <a:rect l="l" t="t" r="r" b="b"/>
              <a:pathLst>
                <a:path w="972" h="573" extrusionOk="0">
                  <a:moveTo>
                    <a:pt x="0" y="1"/>
                  </a:moveTo>
                  <a:lnTo>
                    <a:pt x="0" y="572"/>
                  </a:lnTo>
                  <a:lnTo>
                    <a:pt x="972" y="572"/>
                  </a:lnTo>
                  <a:lnTo>
                    <a:pt x="9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5"/>
            <p:cNvSpPr/>
            <p:nvPr/>
          </p:nvSpPr>
          <p:spPr>
            <a:xfrm>
              <a:off x="2009778" y="1622279"/>
              <a:ext cx="23708" cy="23103"/>
            </a:xfrm>
            <a:custGeom>
              <a:avLst/>
              <a:gdLst/>
              <a:ahLst/>
              <a:cxnLst/>
              <a:rect l="l" t="t" r="r" b="b"/>
              <a:pathLst>
                <a:path w="588" h="573" extrusionOk="0">
                  <a:moveTo>
                    <a:pt x="0" y="1"/>
                  </a:moveTo>
                  <a:lnTo>
                    <a:pt x="0" y="572"/>
                  </a:lnTo>
                  <a:lnTo>
                    <a:pt x="587" y="572"/>
                  </a:lnTo>
                  <a:lnTo>
                    <a:pt x="5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5"/>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5"/>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5"/>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 name="Google Shape;1730;p55"/>
          <p:cNvGrpSpPr/>
          <p:nvPr/>
        </p:nvGrpSpPr>
        <p:grpSpPr>
          <a:xfrm>
            <a:off x="5190467" y="3934487"/>
            <a:ext cx="477590" cy="442030"/>
            <a:chOff x="2677740" y="1368108"/>
            <a:chExt cx="393597" cy="364290"/>
          </a:xfrm>
        </p:grpSpPr>
        <p:sp>
          <p:nvSpPr>
            <p:cNvPr id="1731" name="Google Shape;1731;p55"/>
            <p:cNvSpPr/>
            <p:nvPr/>
          </p:nvSpPr>
          <p:spPr>
            <a:xfrm>
              <a:off x="2932999" y="1368108"/>
              <a:ext cx="94550" cy="137209"/>
            </a:xfrm>
            <a:custGeom>
              <a:avLst/>
              <a:gdLst/>
              <a:ahLst/>
              <a:cxnLst/>
              <a:rect l="l" t="t" r="r" b="b"/>
              <a:pathLst>
                <a:path w="2345" h="3403" extrusionOk="0">
                  <a:moveTo>
                    <a:pt x="1287" y="1"/>
                  </a:moveTo>
                  <a:lnTo>
                    <a:pt x="558" y="730"/>
                  </a:lnTo>
                  <a:cubicBezTo>
                    <a:pt x="0" y="1287"/>
                    <a:pt x="0" y="2217"/>
                    <a:pt x="558" y="2774"/>
                  </a:cubicBezTo>
                  <a:lnTo>
                    <a:pt x="1187" y="3402"/>
                  </a:lnTo>
                  <a:lnTo>
                    <a:pt x="1916" y="2674"/>
                  </a:lnTo>
                  <a:cubicBezTo>
                    <a:pt x="2188" y="2402"/>
                    <a:pt x="2345" y="2030"/>
                    <a:pt x="2345" y="1645"/>
                  </a:cubicBezTo>
                  <a:cubicBezTo>
                    <a:pt x="2345" y="1258"/>
                    <a:pt x="2188" y="902"/>
                    <a:pt x="1916" y="630"/>
                  </a:cubicBezTo>
                  <a:lnTo>
                    <a:pt x="12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5"/>
            <p:cNvSpPr/>
            <p:nvPr/>
          </p:nvSpPr>
          <p:spPr>
            <a:xfrm>
              <a:off x="2847724" y="1453423"/>
              <a:ext cx="100316" cy="137169"/>
            </a:xfrm>
            <a:custGeom>
              <a:avLst/>
              <a:gdLst/>
              <a:ahLst/>
              <a:cxnLst/>
              <a:rect l="l" t="t" r="r" b="b"/>
              <a:pathLst>
                <a:path w="2488" h="3402" extrusionOk="0">
                  <a:moveTo>
                    <a:pt x="1286" y="0"/>
                  </a:moveTo>
                  <a:lnTo>
                    <a:pt x="558" y="730"/>
                  </a:lnTo>
                  <a:cubicBezTo>
                    <a:pt x="0" y="1301"/>
                    <a:pt x="0" y="2216"/>
                    <a:pt x="558" y="2773"/>
                  </a:cubicBezTo>
                  <a:lnTo>
                    <a:pt x="1187" y="3402"/>
                  </a:lnTo>
                  <a:lnTo>
                    <a:pt x="1915" y="2674"/>
                  </a:lnTo>
                  <a:cubicBezTo>
                    <a:pt x="2487" y="2102"/>
                    <a:pt x="2487" y="1187"/>
                    <a:pt x="1915" y="629"/>
                  </a:cubicBezTo>
                  <a:lnTo>
                    <a:pt x="12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5"/>
            <p:cNvSpPr/>
            <p:nvPr/>
          </p:nvSpPr>
          <p:spPr>
            <a:xfrm>
              <a:off x="2761845" y="1538698"/>
              <a:ext cx="95115" cy="137209"/>
            </a:xfrm>
            <a:custGeom>
              <a:avLst/>
              <a:gdLst/>
              <a:ahLst/>
              <a:cxnLst/>
              <a:rect l="l" t="t" r="r" b="b"/>
              <a:pathLst>
                <a:path w="2359" h="3403" extrusionOk="0">
                  <a:moveTo>
                    <a:pt x="1301" y="0"/>
                  </a:moveTo>
                  <a:lnTo>
                    <a:pt x="573" y="730"/>
                  </a:lnTo>
                  <a:cubicBezTo>
                    <a:pt x="1" y="1302"/>
                    <a:pt x="1" y="2217"/>
                    <a:pt x="573" y="2773"/>
                  </a:cubicBezTo>
                  <a:lnTo>
                    <a:pt x="1202" y="3402"/>
                  </a:lnTo>
                  <a:lnTo>
                    <a:pt x="1930" y="2674"/>
                  </a:lnTo>
                  <a:cubicBezTo>
                    <a:pt x="2202" y="2402"/>
                    <a:pt x="2359" y="2045"/>
                    <a:pt x="2359" y="1645"/>
                  </a:cubicBezTo>
                  <a:cubicBezTo>
                    <a:pt x="2359" y="1258"/>
                    <a:pt x="2202" y="902"/>
                    <a:pt x="1930" y="629"/>
                  </a:cubicBezTo>
                  <a:lnTo>
                    <a:pt x="1301"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5"/>
            <p:cNvSpPr/>
            <p:nvPr/>
          </p:nvSpPr>
          <p:spPr>
            <a:xfrm>
              <a:off x="2934168" y="1473018"/>
              <a:ext cx="137169" cy="88785"/>
            </a:xfrm>
            <a:custGeom>
              <a:avLst/>
              <a:gdLst/>
              <a:ahLst/>
              <a:cxnLst/>
              <a:rect l="l" t="t" r="r" b="b"/>
              <a:pathLst>
                <a:path w="3402" h="2202" extrusionOk="0">
                  <a:moveTo>
                    <a:pt x="1759" y="0"/>
                  </a:moveTo>
                  <a:cubicBezTo>
                    <a:pt x="1372" y="0"/>
                    <a:pt x="1001" y="143"/>
                    <a:pt x="730" y="429"/>
                  </a:cubicBezTo>
                  <a:lnTo>
                    <a:pt x="0" y="1158"/>
                  </a:lnTo>
                  <a:lnTo>
                    <a:pt x="629" y="1772"/>
                  </a:lnTo>
                  <a:cubicBezTo>
                    <a:pt x="901" y="2058"/>
                    <a:pt x="1258" y="2201"/>
                    <a:pt x="1644" y="2201"/>
                  </a:cubicBezTo>
                  <a:cubicBezTo>
                    <a:pt x="2030" y="2201"/>
                    <a:pt x="2401" y="2058"/>
                    <a:pt x="2673" y="1772"/>
                  </a:cubicBezTo>
                  <a:lnTo>
                    <a:pt x="3402" y="1044"/>
                  </a:lnTo>
                  <a:lnTo>
                    <a:pt x="2773" y="429"/>
                  </a:lnTo>
                  <a:cubicBezTo>
                    <a:pt x="2502" y="143"/>
                    <a:pt x="2144"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5"/>
            <p:cNvSpPr/>
            <p:nvPr/>
          </p:nvSpPr>
          <p:spPr>
            <a:xfrm>
              <a:off x="2848853" y="1558293"/>
              <a:ext cx="137209" cy="88785"/>
            </a:xfrm>
            <a:custGeom>
              <a:avLst/>
              <a:gdLst/>
              <a:ahLst/>
              <a:cxnLst/>
              <a:rect l="l" t="t" r="r" b="b"/>
              <a:pathLst>
                <a:path w="3403" h="2202" extrusionOk="0">
                  <a:moveTo>
                    <a:pt x="1759" y="0"/>
                  </a:moveTo>
                  <a:cubicBezTo>
                    <a:pt x="1359" y="0"/>
                    <a:pt x="1001" y="143"/>
                    <a:pt x="730" y="429"/>
                  </a:cubicBezTo>
                  <a:lnTo>
                    <a:pt x="1" y="1159"/>
                  </a:lnTo>
                  <a:lnTo>
                    <a:pt x="630" y="1788"/>
                  </a:lnTo>
                  <a:cubicBezTo>
                    <a:pt x="902" y="2059"/>
                    <a:pt x="1258" y="2202"/>
                    <a:pt x="1645" y="2202"/>
                  </a:cubicBezTo>
                  <a:cubicBezTo>
                    <a:pt x="2030" y="2202"/>
                    <a:pt x="2402" y="2059"/>
                    <a:pt x="2674" y="1788"/>
                  </a:cubicBezTo>
                  <a:lnTo>
                    <a:pt x="3402" y="1044"/>
                  </a:lnTo>
                  <a:lnTo>
                    <a:pt x="2774" y="429"/>
                  </a:lnTo>
                  <a:cubicBezTo>
                    <a:pt x="2503" y="143"/>
                    <a:pt x="2145"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5"/>
            <p:cNvSpPr/>
            <p:nvPr/>
          </p:nvSpPr>
          <p:spPr>
            <a:xfrm>
              <a:off x="2763579" y="1643567"/>
              <a:ext cx="137169" cy="88825"/>
            </a:xfrm>
            <a:custGeom>
              <a:avLst/>
              <a:gdLst/>
              <a:ahLst/>
              <a:cxnLst/>
              <a:rect l="l" t="t" r="r" b="b"/>
              <a:pathLst>
                <a:path w="3402" h="2203" extrusionOk="0">
                  <a:moveTo>
                    <a:pt x="1744" y="1"/>
                  </a:moveTo>
                  <a:cubicBezTo>
                    <a:pt x="1359" y="1"/>
                    <a:pt x="1001" y="159"/>
                    <a:pt x="730" y="430"/>
                  </a:cubicBezTo>
                  <a:lnTo>
                    <a:pt x="0" y="1159"/>
                  </a:lnTo>
                  <a:lnTo>
                    <a:pt x="615" y="1788"/>
                  </a:lnTo>
                  <a:cubicBezTo>
                    <a:pt x="901" y="2059"/>
                    <a:pt x="1258" y="2202"/>
                    <a:pt x="1644" y="2202"/>
                  </a:cubicBezTo>
                  <a:cubicBezTo>
                    <a:pt x="2030" y="2202"/>
                    <a:pt x="2401" y="2059"/>
                    <a:pt x="2674" y="1788"/>
                  </a:cubicBezTo>
                  <a:lnTo>
                    <a:pt x="3402" y="1059"/>
                  </a:lnTo>
                  <a:lnTo>
                    <a:pt x="2773" y="430"/>
                  </a:lnTo>
                  <a:cubicBezTo>
                    <a:pt x="2502" y="159"/>
                    <a:pt x="2144" y="1"/>
                    <a:pt x="17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5"/>
            <p:cNvSpPr/>
            <p:nvPr/>
          </p:nvSpPr>
          <p:spPr>
            <a:xfrm>
              <a:off x="2942232" y="1473018"/>
              <a:ext cx="129105" cy="88785"/>
            </a:xfrm>
            <a:custGeom>
              <a:avLst/>
              <a:gdLst/>
              <a:ahLst/>
              <a:cxnLst/>
              <a:rect l="l" t="t" r="r" b="b"/>
              <a:pathLst>
                <a:path w="3202" h="2202" extrusionOk="0">
                  <a:moveTo>
                    <a:pt x="1559" y="0"/>
                  </a:moveTo>
                  <a:cubicBezTo>
                    <a:pt x="1487" y="0"/>
                    <a:pt x="1416" y="0"/>
                    <a:pt x="1344" y="15"/>
                  </a:cubicBezTo>
                  <a:lnTo>
                    <a:pt x="0" y="1358"/>
                  </a:lnTo>
                  <a:lnTo>
                    <a:pt x="429" y="1772"/>
                  </a:lnTo>
                  <a:cubicBezTo>
                    <a:pt x="701" y="2058"/>
                    <a:pt x="1058" y="2201"/>
                    <a:pt x="1444" y="2201"/>
                  </a:cubicBezTo>
                  <a:cubicBezTo>
                    <a:pt x="1830" y="2201"/>
                    <a:pt x="2201" y="2058"/>
                    <a:pt x="2473" y="1772"/>
                  </a:cubicBezTo>
                  <a:lnTo>
                    <a:pt x="3202" y="1044"/>
                  </a:lnTo>
                  <a:lnTo>
                    <a:pt x="2573" y="429"/>
                  </a:lnTo>
                  <a:cubicBezTo>
                    <a:pt x="2302" y="143"/>
                    <a:pt x="1944"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5"/>
            <p:cNvSpPr/>
            <p:nvPr/>
          </p:nvSpPr>
          <p:spPr>
            <a:xfrm>
              <a:off x="2856917" y="1558293"/>
              <a:ext cx="129145" cy="88785"/>
            </a:xfrm>
            <a:custGeom>
              <a:avLst/>
              <a:gdLst/>
              <a:ahLst/>
              <a:cxnLst/>
              <a:rect l="l" t="t" r="r" b="b"/>
              <a:pathLst>
                <a:path w="3203" h="2202" extrusionOk="0">
                  <a:moveTo>
                    <a:pt x="1559" y="0"/>
                  </a:moveTo>
                  <a:cubicBezTo>
                    <a:pt x="1487" y="0"/>
                    <a:pt x="1416" y="0"/>
                    <a:pt x="1344" y="15"/>
                  </a:cubicBezTo>
                  <a:lnTo>
                    <a:pt x="1" y="1359"/>
                  </a:lnTo>
                  <a:lnTo>
                    <a:pt x="430" y="1788"/>
                  </a:lnTo>
                  <a:cubicBezTo>
                    <a:pt x="702" y="2059"/>
                    <a:pt x="1058" y="2202"/>
                    <a:pt x="1445" y="2202"/>
                  </a:cubicBezTo>
                  <a:cubicBezTo>
                    <a:pt x="1830" y="2202"/>
                    <a:pt x="2202" y="2059"/>
                    <a:pt x="2474" y="1788"/>
                  </a:cubicBezTo>
                  <a:lnTo>
                    <a:pt x="3202" y="1044"/>
                  </a:lnTo>
                  <a:lnTo>
                    <a:pt x="2574" y="429"/>
                  </a:lnTo>
                  <a:cubicBezTo>
                    <a:pt x="2303" y="143"/>
                    <a:pt x="1945"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5"/>
            <p:cNvSpPr/>
            <p:nvPr/>
          </p:nvSpPr>
          <p:spPr>
            <a:xfrm>
              <a:off x="2771643" y="1643567"/>
              <a:ext cx="129105" cy="88825"/>
            </a:xfrm>
            <a:custGeom>
              <a:avLst/>
              <a:gdLst/>
              <a:ahLst/>
              <a:cxnLst/>
              <a:rect l="l" t="t" r="r" b="b"/>
              <a:pathLst>
                <a:path w="3202" h="2203" extrusionOk="0">
                  <a:moveTo>
                    <a:pt x="1544" y="1"/>
                  </a:moveTo>
                  <a:cubicBezTo>
                    <a:pt x="1473" y="1"/>
                    <a:pt x="1416" y="1"/>
                    <a:pt x="1344" y="16"/>
                  </a:cubicBezTo>
                  <a:lnTo>
                    <a:pt x="0" y="1359"/>
                  </a:lnTo>
                  <a:lnTo>
                    <a:pt x="415" y="1788"/>
                  </a:lnTo>
                  <a:cubicBezTo>
                    <a:pt x="701" y="2059"/>
                    <a:pt x="1058" y="2202"/>
                    <a:pt x="1444" y="2202"/>
                  </a:cubicBezTo>
                  <a:cubicBezTo>
                    <a:pt x="1830" y="2202"/>
                    <a:pt x="2201" y="2059"/>
                    <a:pt x="2474" y="1788"/>
                  </a:cubicBezTo>
                  <a:lnTo>
                    <a:pt x="3202" y="1059"/>
                  </a:lnTo>
                  <a:lnTo>
                    <a:pt x="2573" y="430"/>
                  </a:lnTo>
                  <a:cubicBezTo>
                    <a:pt x="2302" y="159"/>
                    <a:pt x="1944" y="1"/>
                    <a:pt x="15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5"/>
            <p:cNvSpPr/>
            <p:nvPr/>
          </p:nvSpPr>
          <p:spPr>
            <a:xfrm>
              <a:off x="2677740" y="1410766"/>
              <a:ext cx="380943" cy="321633"/>
            </a:xfrm>
            <a:custGeom>
              <a:avLst/>
              <a:gdLst/>
              <a:ahLst/>
              <a:cxnLst/>
              <a:rect l="l" t="t" r="r" b="b"/>
              <a:pathLst>
                <a:path w="9448" h="7977" extrusionOk="0">
                  <a:moveTo>
                    <a:pt x="9047" y="0"/>
                  </a:moveTo>
                  <a:lnTo>
                    <a:pt x="1944" y="7118"/>
                  </a:lnTo>
                  <a:cubicBezTo>
                    <a:pt x="1751" y="7312"/>
                    <a:pt x="1497" y="7408"/>
                    <a:pt x="1243" y="7408"/>
                  </a:cubicBezTo>
                  <a:cubicBezTo>
                    <a:pt x="989" y="7408"/>
                    <a:pt x="736" y="7312"/>
                    <a:pt x="543" y="7118"/>
                  </a:cubicBezTo>
                  <a:lnTo>
                    <a:pt x="414" y="6990"/>
                  </a:lnTo>
                  <a:lnTo>
                    <a:pt x="0" y="7391"/>
                  </a:lnTo>
                  <a:lnTo>
                    <a:pt x="128" y="7519"/>
                  </a:lnTo>
                  <a:cubicBezTo>
                    <a:pt x="443" y="7819"/>
                    <a:pt x="843" y="7976"/>
                    <a:pt x="1243" y="7976"/>
                  </a:cubicBezTo>
                  <a:cubicBezTo>
                    <a:pt x="1643" y="7976"/>
                    <a:pt x="2043" y="7819"/>
                    <a:pt x="2344" y="7519"/>
                  </a:cubicBezTo>
                  <a:lnTo>
                    <a:pt x="9447" y="415"/>
                  </a:lnTo>
                  <a:lnTo>
                    <a:pt x="904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1" name="Google Shape;1741;p55"/>
          <p:cNvGrpSpPr/>
          <p:nvPr/>
        </p:nvGrpSpPr>
        <p:grpSpPr>
          <a:xfrm>
            <a:off x="5190780" y="2770499"/>
            <a:ext cx="476963" cy="440605"/>
            <a:chOff x="5393779" y="1368713"/>
            <a:chExt cx="393080" cy="363116"/>
          </a:xfrm>
        </p:grpSpPr>
        <p:sp>
          <p:nvSpPr>
            <p:cNvPr id="1742" name="Google Shape;1742;p55"/>
            <p:cNvSpPr/>
            <p:nvPr/>
          </p:nvSpPr>
          <p:spPr>
            <a:xfrm>
              <a:off x="5393779" y="1589419"/>
              <a:ext cx="393080" cy="142410"/>
            </a:xfrm>
            <a:custGeom>
              <a:avLst/>
              <a:gdLst/>
              <a:ahLst/>
              <a:cxnLst/>
              <a:rect l="l" t="t" r="r" b="b"/>
              <a:pathLst>
                <a:path w="9749" h="3532" extrusionOk="0">
                  <a:moveTo>
                    <a:pt x="1515" y="0"/>
                  </a:moveTo>
                  <a:cubicBezTo>
                    <a:pt x="543" y="372"/>
                    <a:pt x="0" y="901"/>
                    <a:pt x="0" y="1502"/>
                  </a:cubicBezTo>
                  <a:cubicBezTo>
                    <a:pt x="0" y="2087"/>
                    <a:pt x="543" y="2630"/>
                    <a:pt x="1530" y="3002"/>
                  </a:cubicBezTo>
                  <a:cubicBezTo>
                    <a:pt x="2430" y="3345"/>
                    <a:pt x="3617" y="3531"/>
                    <a:pt x="4875" y="3531"/>
                  </a:cubicBezTo>
                  <a:cubicBezTo>
                    <a:pt x="6133" y="3531"/>
                    <a:pt x="7333" y="3345"/>
                    <a:pt x="8219" y="3002"/>
                  </a:cubicBezTo>
                  <a:cubicBezTo>
                    <a:pt x="9205" y="2630"/>
                    <a:pt x="9748" y="2087"/>
                    <a:pt x="9748" y="1502"/>
                  </a:cubicBezTo>
                  <a:cubicBezTo>
                    <a:pt x="9748" y="901"/>
                    <a:pt x="9220" y="372"/>
                    <a:pt x="8233"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5"/>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5"/>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5"/>
            <p:cNvSpPr/>
            <p:nvPr/>
          </p:nvSpPr>
          <p:spPr>
            <a:xfrm>
              <a:off x="5462926" y="1410766"/>
              <a:ext cx="91688" cy="102614"/>
            </a:xfrm>
            <a:custGeom>
              <a:avLst/>
              <a:gdLst/>
              <a:ahLst/>
              <a:cxnLst/>
              <a:rect l="l" t="t" r="r" b="b"/>
              <a:pathLst>
                <a:path w="2274" h="2545" extrusionOk="0">
                  <a:moveTo>
                    <a:pt x="473" y="0"/>
                  </a:moveTo>
                  <a:lnTo>
                    <a:pt x="372" y="244"/>
                  </a:lnTo>
                  <a:cubicBezTo>
                    <a:pt x="372" y="258"/>
                    <a:pt x="130" y="844"/>
                    <a:pt x="29" y="1616"/>
                  </a:cubicBezTo>
                  <a:lnTo>
                    <a:pt x="0" y="1830"/>
                  </a:lnTo>
                  <a:lnTo>
                    <a:pt x="1687" y="2545"/>
                  </a:lnTo>
                  <a:lnTo>
                    <a:pt x="2274" y="873"/>
                  </a:lnTo>
                  <a:lnTo>
                    <a:pt x="2087" y="758"/>
                  </a:lnTo>
                  <a:cubicBezTo>
                    <a:pt x="1401" y="286"/>
                    <a:pt x="759" y="86"/>
                    <a:pt x="730" y="72"/>
                  </a:cubicBezTo>
                  <a:lnTo>
                    <a:pt x="47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5"/>
            <p:cNvSpPr/>
            <p:nvPr/>
          </p:nvSpPr>
          <p:spPr>
            <a:xfrm>
              <a:off x="5512477" y="1368713"/>
              <a:ext cx="156240" cy="266838"/>
            </a:xfrm>
            <a:custGeom>
              <a:avLst/>
              <a:gdLst/>
              <a:ahLst/>
              <a:cxnLst/>
              <a:rect l="l" t="t" r="r" b="b"/>
              <a:pathLst>
                <a:path w="3875" h="6618" extrusionOk="0">
                  <a:moveTo>
                    <a:pt x="1931" y="0"/>
                  </a:moveTo>
                  <a:lnTo>
                    <a:pt x="1744" y="172"/>
                  </a:lnTo>
                  <a:cubicBezTo>
                    <a:pt x="1687" y="214"/>
                    <a:pt x="315" y="1472"/>
                    <a:pt x="16" y="3159"/>
                  </a:cubicBezTo>
                  <a:lnTo>
                    <a:pt x="1" y="3259"/>
                  </a:lnTo>
                  <a:lnTo>
                    <a:pt x="1931" y="6618"/>
                  </a:lnTo>
                  <a:lnTo>
                    <a:pt x="3875" y="3259"/>
                  </a:lnTo>
                  <a:lnTo>
                    <a:pt x="3846" y="3159"/>
                  </a:lnTo>
                  <a:cubicBezTo>
                    <a:pt x="3545" y="1472"/>
                    <a:pt x="2188" y="214"/>
                    <a:pt x="2131" y="172"/>
                  </a:cubicBezTo>
                  <a:lnTo>
                    <a:pt x="193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5"/>
            <p:cNvSpPr/>
            <p:nvPr/>
          </p:nvSpPr>
          <p:spPr>
            <a:xfrm>
              <a:off x="5407044" y="1457455"/>
              <a:ext cx="367114" cy="214986"/>
            </a:xfrm>
            <a:custGeom>
              <a:avLst/>
              <a:gdLst/>
              <a:ahLst/>
              <a:cxnLst/>
              <a:rect l="l" t="t" r="r" b="b"/>
              <a:pathLst>
                <a:path w="9105" h="5332" extrusionOk="0">
                  <a:moveTo>
                    <a:pt x="315" y="1"/>
                  </a:moveTo>
                  <a:lnTo>
                    <a:pt x="272" y="258"/>
                  </a:lnTo>
                  <a:cubicBezTo>
                    <a:pt x="272" y="344"/>
                    <a:pt x="1" y="2444"/>
                    <a:pt x="1158" y="3845"/>
                  </a:cubicBezTo>
                  <a:cubicBezTo>
                    <a:pt x="2330" y="5232"/>
                    <a:pt x="4445" y="5332"/>
                    <a:pt x="4531" y="5332"/>
                  </a:cubicBezTo>
                  <a:lnTo>
                    <a:pt x="4560" y="5332"/>
                  </a:lnTo>
                  <a:cubicBezTo>
                    <a:pt x="4645" y="5332"/>
                    <a:pt x="6761" y="5232"/>
                    <a:pt x="7933" y="3845"/>
                  </a:cubicBezTo>
                  <a:cubicBezTo>
                    <a:pt x="9105" y="2444"/>
                    <a:pt x="8834" y="344"/>
                    <a:pt x="8819" y="258"/>
                  </a:cubicBezTo>
                  <a:lnTo>
                    <a:pt x="8777" y="1"/>
                  </a:lnTo>
                  <a:lnTo>
                    <a:pt x="8519" y="14"/>
                  </a:lnTo>
                  <a:cubicBezTo>
                    <a:pt x="8434" y="14"/>
                    <a:pt x="6318" y="115"/>
                    <a:pt x="5146" y="1516"/>
                  </a:cubicBezTo>
                  <a:cubicBezTo>
                    <a:pt x="4903" y="1802"/>
                    <a:pt x="4702" y="2158"/>
                    <a:pt x="4546" y="2559"/>
                  </a:cubicBezTo>
                  <a:cubicBezTo>
                    <a:pt x="4403" y="2158"/>
                    <a:pt x="4188" y="1802"/>
                    <a:pt x="3945" y="1516"/>
                  </a:cubicBezTo>
                  <a:cubicBezTo>
                    <a:pt x="2773" y="115"/>
                    <a:pt x="658" y="14"/>
                    <a:pt x="572" y="14"/>
                  </a:cubicBezTo>
                  <a:lnTo>
                    <a:pt x="315"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 name="Google Shape;1748;p55"/>
          <p:cNvGrpSpPr/>
          <p:nvPr/>
        </p:nvGrpSpPr>
        <p:grpSpPr>
          <a:xfrm>
            <a:off x="1094688" y="2751983"/>
            <a:ext cx="477697" cy="477638"/>
            <a:chOff x="6072627" y="1353714"/>
            <a:chExt cx="393684" cy="393636"/>
          </a:xfrm>
        </p:grpSpPr>
        <p:sp>
          <p:nvSpPr>
            <p:cNvPr id="1749" name="Google Shape;1749;p55"/>
            <p:cNvSpPr/>
            <p:nvPr/>
          </p:nvSpPr>
          <p:spPr>
            <a:xfrm>
              <a:off x="6273173" y="1524304"/>
              <a:ext cx="193133" cy="134911"/>
            </a:xfrm>
            <a:custGeom>
              <a:avLst/>
              <a:gdLst/>
              <a:ahLst/>
              <a:cxnLst/>
              <a:rect l="l" t="t" r="r" b="b"/>
              <a:pathLst>
                <a:path w="4790" h="3346" extrusionOk="0">
                  <a:moveTo>
                    <a:pt x="2774" y="1"/>
                  </a:moveTo>
                  <a:cubicBezTo>
                    <a:pt x="2303" y="1"/>
                    <a:pt x="1830" y="115"/>
                    <a:pt x="1402" y="315"/>
                  </a:cubicBezTo>
                  <a:lnTo>
                    <a:pt x="1" y="1001"/>
                  </a:lnTo>
                  <a:lnTo>
                    <a:pt x="4790" y="3345"/>
                  </a:lnTo>
                  <a:lnTo>
                    <a:pt x="4790" y="744"/>
                  </a:lnTo>
                  <a:lnTo>
                    <a:pt x="4675" y="658"/>
                  </a:lnTo>
                  <a:cubicBezTo>
                    <a:pt x="4132" y="243"/>
                    <a:pt x="3460" y="1"/>
                    <a:pt x="277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5"/>
            <p:cNvSpPr/>
            <p:nvPr/>
          </p:nvSpPr>
          <p:spPr>
            <a:xfrm>
              <a:off x="6228258" y="1353714"/>
              <a:ext cx="81850" cy="81285"/>
            </a:xfrm>
            <a:custGeom>
              <a:avLst/>
              <a:gdLst/>
              <a:ahLst/>
              <a:cxnLst/>
              <a:rect l="l" t="t" r="r" b="b"/>
              <a:pathLst>
                <a:path w="2030" h="2016" extrusionOk="0">
                  <a:moveTo>
                    <a:pt x="1015" y="1"/>
                  </a:moveTo>
                  <a:cubicBezTo>
                    <a:pt x="457" y="1"/>
                    <a:pt x="0" y="443"/>
                    <a:pt x="0" y="1001"/>
                  </a:cubicBezTo>
                  <a:cubicBezTo>
                    <a:pt x="0" y="1558"/>
                    <a:pt x="457" y="2016"/>
                    <a:pt x="1015" y="2016"/>
                  </a:cubicBezTo>
                  <a:cubicBezTo>
                    <a:pt x="1572" y="2016"/>
                    <a:pt x="2030" y="1558"/>
                    <a:pt x="2030" y="1001"/>
                  </a:cubicBezTo>
                  <a:cubicBezTo>
                    <a:pt x="2030" y="443"/>
                    <a:pt x="1572" y="1"/>
                    <a:pt x="1015"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5"/>
            <p:cNvSpPr/>
            <p:nvPr/>
          </p:nvSpPr>
          <p:spPr>
            <a:xfrm>
              <a:off x="6072627" y="1511644"/>
              <a:ext cx="393684" cy="174061"/>
            </a:xfrm>
            <a:custGeom>
              <a:avLst/>
              <a:gdLst/>
              <a:ahLst/>
              <a:cxnLst/>
              <a:rect l="l" t="t" r="r" b="b"/>
              <a:pathLst>
                <a:path w="9764" h="4317" extrusionOk="0">
                  <a:moveTo>
                    <a:pt x="2974" y="0"/>
                  </a:moveTo>
                  <a:cubicBezTo>
                    <a:pt x="2259" y="0"/>
                    <a:pt x="1573" y="300"/>
                    <a:pt x="1073" y="801"/>
                  </a:cubicBezTo>
                  <a:lnTo>
                    <a:pt x="1" y="1916"/>
                  </a:lnTo>
                  <a:lnTo>
                    <a:pt x="1" y="4317"/>
                  </a:lnTo>
                  <a:lnTo>
                    <a:pt x="9764" y="4317"/>
                  </a:lnTo>
                  <a:lnTo>
                    <a:pt x="9764" y="3030"/>
                  </a:lnTo>
                  <a:lnTo>
                    <a:pt x="4132" y="271"/>
                  </a:lnTo>
                  <a:cubicBezTo>
                    <a:pt x="3774" y="100"/>
                    <a:pt x="3374" y="0"/>
                    <a:pt x="29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5"/>
            <p:cNvSpPr/>
            <p:nvPr/>
          </p:nvSpPr>
          <p:spPr>
            <a:xfrm>
              <a:off x="6072627" y="1662638"/>
              <a:ext cx="393684" cy="84712"/>
            </a:xfrm>
            <a:custGeom>
              <a:avLst/>
              <a:gdLst/>
              <a:ahLst/>
              <a:cxnLst/>
              <a:rect l="l" t="t" r="r" b="b"/>
              <a:pathLst>
                <a:path w="9764" h="2101" extrusionOk="0">
                  <a:moveTo>
                    <a:pt x="1" y="0"/>
                  </a:moveTo>
                  <a:lnTo>
                    <a:pt x="1" y="2101"/>
                  </a:lnTo>
                  <a:lnTo>
                    <a:pt x="9764" y="2101"/>
                  </a:lnTo>
                  <a:lnTo>
                    <a:pt x="9764"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3" name="Google Shape;1753;p55"/>
          <p:cNvGrpSpPr/>
          <p:nvPr/>
        </p:nvGrpSpPr>
        <p:grpSpPr>
          <a:xfrm>
            <a:off x="1169885" y="3916339"/>
            <a:ext cx="327303" cy="478326"/>
            <a:chOff x="6813204" y="1353150"/>
            <a:chExt cx="269741" cy="394203"/>
          </a:xfrm>
        </p:grpSpPr>
        <p:sp>
          <p:nvSpPr>
            <p:cNvPr id="1754" name="Google Shape;1754;p55"/>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5"/>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5"/>
            <p:cNvSpPr/>
            <p:nvPr/>
          </p:nvSpPr>
          <p:spPr>
            <a:xfrm>
              <a:off x="6869690" y="1675863"/>
              <a:ext cx="78422" cy="71487"/>
            </a:xfrm>
            <a:custGeom>
              <a:avLst/>
              <a:gdLst/>
              <a:ahLst/>
              <a:cxnLst/>
              <a:rect l="l" t="t" r="r" b="b"/>
              <a:pathLst>
                <a:path w="1945" h="1773" extrusionOk="0">
                  <a:moveTo>
                    <a:pt x="0" y="0"/>
                  </a:moveTo>
                  <a:lnTo>
                    <a:pt x="0" y="601"/>
                  </a:lnTo>
                  <a:cubicBezTo>
                    <a:pt x="0" y="1244"/>
                    <a:pt x="528" y="1773"/>
                    <a:pt x="1172" y="1773"/>
                  </a:cubicBezTo>
                  <a:lnTo>
                    <a:pt x="1944" y="1773"/>
                  </a:lnTo>
                  <a:lnTo>
                    <a:pt x="1944" y="401"/>
                  </a:lnTo>
                  <a:cubicBezTo>
                    <a:pt x="1729" y="158"/>
                    <a:pt x="1415" y="0"/>
                    <a:pt x="1072"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5"/>
            <p:cNvSpPr/>
            <p:nvPr/>
          </p:nvSpPr>
          <p:spPr>
            <a:xfrm>
              <a:off x="6936539" y="1573291"/>
              <a:ext cx="23063" cy="174061"/>
            </a:xfrm>
            <a:custGeom>
              <a:avLst/>
              <a:gdLst/>
              <a:ahLst/>
              <a:cxnLst/>
              <a:rect l="l" t="t" r="r" b="b"/>
              <a:pathLst>
                <a:path w="572" h="4317" extrusionOk="0">
                  <a:moveTo>
                    <a:pt x="0" y="0"/>
                  </a:moveTo>
                  <a:lnTo>
                    <a:pt x="0" y="4317"/>
                  </a:lnTo>
                  <a:lnTo>
                    <a:pt x="572" y="4317"/>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5"/>
            <p:cNvSpPr/>
            <p:nvPr/>
          </p:nvSpPr>
          <p:spPr>
            <a:xfrm>
              <a:off x="6813204" y="1353150"/>
              <a:ext cx="269741" cy="266273"/>
            </a:xfrm>
            <a:custGeom>
              <a:avLst/>
              <a:gdLst/>
              <a:ahLst/>
              <a:cxnLst/>
              <a:rect l="l" t="t" r="r" b="b"/>
              <a:pathLst>
                <a:path w="6690" h="6604" extrusionOk="0">
                  <a:moveTo>
                    <a:pt x="3345" y="0"/>
                  </a:moveTo>
                  <a:lnTo>
                    <a:pt x="3159" y="143"/>
                  </a:lnTo>
                  <a:cubicBezTo>
                    <a:pt x="3145" y="172"/>
                    <a:pt x="2701" y="515"/>
                    <a:pt x="2487" y="1044"/>
                  </a:cubicBezTo>
                  <a:cubicBezTo>
                    <a:pt x="2015" y="815"/>
                    <a:pt x="1515" y="800"/>
                    <a:pt x="1401" y="800"/>
                  </a:cubicBezTo>
                  <a:lnTo>
                    <a:pt x="1158" y="800"/>
                  </a:lnTo>
                  <a:lnTo>
                    <a:pt x="1115" y="1029"/>
                  </a:lnTo>
                  <a:cubicBezTo>
                    <a:pt x="1100" y="1058"/>
                    <a:pt x="1001" y="1601"/>
                    <a:pt x="1158" y="2144"/>
                  </a:cubicBezTo>
                  <a:cubicBezTo>
                    <a:pt x="614" y="2287"/>
                    <a:pt x="186" y="2645"/>
                    <a:pt x="172" y="2659"/>
                  </a:cubicBezTo>
                  <a:lnTo>
                    <a:pt x="0" y="2816"/>
                  </a:lnTo>
                  <a:lnTo>
                    <a:pt x="100" y="3016"/>
                  </a:lnTo>
                  <a:cubicBezTo>
                    <a:pt x="115" y="3045"/>
                    <a:pt x="386" y="3531"/>
                    <a:pt x="858" y="3846"/>
                  </a:cubicBezTo>
                  <a:cubicBezTo>
                    <a:pt x="529" y="4303"/>
                    <a:pt x="443" y="4846"/>
                    <a:pt x="429" y="4875"/>
                  </a:cubicBezTo>
                  <a:lnTo>
                    <a:pt x="401" y="5103"/>
                  </a:lnTo>
                  <a:lnTo>
                    <a:pt x="614" y="5189"/>
                  </a:lnTo>
                  <a:cubicBezTo>
                    <a:pt x="629" y="5203"/>
                    <a:pt x="1030" y="5346"/>
                    <a:pt x="1501" y="5346"/>
                  </a:cubicBezTo>
                  <a:lnTo>
                    <a:pt x="1716" y="5346"/>
                  </a:lnTo>
                  <a:cubicBezTo>
                    <a:pt x="1758" y="5904"/>
                    <a:pt x="2044" y="6390"/>
                    <a:pt x="2059" y="6403"/>
                  </a:cubicBezTo>
                  <a:lnTo>
                    <a:pt x="2173" y="6604"/>
                  </a:lnTo>
                  <a:lnTo>
                    <a:pt x="2402" y="6533"/>
                  </a:lnTo>
                  <a:cubicBezTo>
                    <a:pt x="2430" y="6518"/>
                    <a:pt x="2959" y="6333"/>
                    <a:pt x="3345" y="5932"/>
                  </a:cubicBezTo>
                  <a:cubicBezTo>
                    <a:pt x="3730" y="6333"/>
                    <a:pt x="4260" y="6518"/>
                    <a:pt x="4288" y="6533"/>
                  </a:cubicBezTo>
                  <a:lnTo>
                    <a:pt x="4502" y="6604"/>
                  </a:lnTo>
                  <a:lnTo>
                    <a:pt x="4631" y="6403"/>
                  </a:lnTo>
                  <a:cubicBezTo>
                    <a:pt x="4645" y="6390"/>
                    <a:pt x="4931" y="5904"/>
                    <a:pt x="4960" y="5346"/>
                  </a:cubicBezTo>
                  <a:lnTo>
                    <a:pt x="5188" y="5346"/>
                  </a:lnTo>
                  <a:cubicBezTo>
                    <a:pt x="5661" y="5346"/>
                    <a:pt x="6061" y="5203"/>
                    <a:pt x="6075" y="5189"/>
                  </a:cubicBezTo>
                  <a:lnTo>
                    <a:pt x="6289" y="5103"/>
                  </a:lnTo>
                  <a:lnTo>
                    <a:pt x="6246" y="4875"/>
                  </a:lnTo>
                  <a:cubicBezTo>
                    <a:pt x="6246" y="4846"/>
                    <a:pt x="6160" y="4303"/>
                    <a:pt x="5832" y="3846"/>
                  </a:cubicBezTo>
                  <a:cubicBezTo>
                    <a:pt x="6289" y="3531"/>
                    <a:pt x="6575" y="3045"/>
                    <a:pt x="6575" y="3016"/>
                  </a:cubicBezTo>
                  <a:lnTo>
                    <a:pt x="6690" y="2816"/>
                  </a:lnTo>
                  <a:lnTo>
                    <a:pt x="6518" y="2659"/>
                  </a:lnTo>
                  <a:cubicBezTo>
                    <a:pt x="6503" y="2645"/>
                    <a:pt x="6075" y="2287"/>
                    <a:pt x="5531" y="2144"/>
                  </a:cubicBezTo>
                  <a:cubicBezTo>
                    <a:pt x="5689" y="1601"/>
                    <a:pt x="5575" y="1058"/>
                    <a:pt x="5575" y="1029"/>
                  </a:cubicBezTo>
                  <a:lnTo>
                    <a:pt x="5531" y="800"/>
                  </a:lnTo>
                  <a:lnTo>
                    <a:pt x="5274" y="800"/>
                  </a:lnTo>
                  <a:cubicBezTo>
                    <a:pt x="5160" y="800"/>
                    <a:pt x="4660" y="815"/>
                    <a:pt x="4203" y="1044"/>
                  </a:cubicBezTo>
                  <a:cubicBezTo>
                    <a:pt x="3974" y="515"/>
                    <a:pt x="3545" y="172"/>
                    <a:pt x="3517" y="143"/>
                  </a:cubicBezTo>
                  <a:lnTo>
                    <a:pt x="33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5"/>
            <p:cNvSpPr/>
            <p:nvPr/>
          </p:nvSpPr>
          <p:spPr>
            <a:xfrm>
              <a:off x="6906542" y="1449391"/>
              <a:ext cx="82454" cy="83019"/>
            </a:xfrm>
            <a:custGeom>
              <a:avLst/>
              <a:gdLst/>
              <a:ahLst/>
              <a:cxnLst/>
              <a:rect l="l" t="t" r="r" b="b"/>
              <a:pathLst>
                <a:path w="2045" h="2059" extrusionOk="0">
                  <a:moveTo>
                    <a:pt x="1030" y="1"/>
                  </a:moveTo>
                  <a:cubicBezTo>
                    <a:pt x="458" y="1"/>
                    <a:pt x="1" y="472"/>
                    <a:pt x="1" y="1030"/>
                  </a:cubicBezTo>
                  <a:cubicBezTo>
                    <a:pt x="1" y="1587"/>
                    <a:pt x="458" y="2059"/>
                    <a:pt x="1030" y="2059"/>
                  </a:cubicBezTo>
                  <a:cubicBezTo>
                    <a:pt x="1587" y="2059"/>
                    <a:pt x="2044" y="1587"/>
                    <a:pt x="2044" y="1030"/>
                  </a:cubicBezTo>
                  <a:cubicBezTo>
                    <a:pt x="2044" y="472"/>
                    <a:pt x="1587" y="1"/>
                    <a:pt x="1030"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1763"/>
        <p:cNvGrpSpPr/>
        <p:nvPr/>
      </p:nvGrpSpPr>
      <p:grpSpPr>
        <a:xfrm>
          <a:off x="0" y="0"/>
          <a:ext cx="0" cy="0"/>
          <a:chOff x="0" y="0"/>
          <a:chExt cx="0" cy="0"/>
        </a:xfrm>
      </p:grpSpPr>
      <p:cxnSp>
        <p:nvCxnSpPr>
          <p:cNvPr id="1764" name="Google Shape;1764;p56"/>
          <p:cNvCxnSpPr/>
          <p:nvPr/>
        </p:nvCxnSpPr>
        <p:spPr>
          <a:xfrm>
            <a:off x="710100" y="2184293"/>
            <a:ext cx="7723200" cy="0"/>
          </a:xfrm>
          <a:prstGeom prst="straightConnector1">
            <a:avLst/>
          </a:prstGeom>
          <a:noFill/>
          <a:ln w="19050" cap="flat" cmpd="sng">
            <a:solidFill>
              <a:schemeClr val="accent6"/>
            </a:solidFill>
            <a:prstDash val="dot"/>
            <a:round/>
            <a:headEnd type="oval" w="med" len="med"/>
            <a:tailEnd type="oval" w="med" len="med"/>
          </a:ln>
        </p:spPr>
      </p:cxnSp>
      <p:sp>
        <p:nvSpPr>
          <p:cNvPr id="1765" name="Google Shape;1765;p56"/>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766" name="Google Shape;1766;p5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another timeline</a:t>
            </a:r>
            <a:endParaRPr/>
          </a:p>
        </p:txBody>
      </p:sp>
      <p:sp>
        <p:nvSpPr>
          <p:cNvPr id="1767" name="Google Shape;1767;p56"/>
          <p:cNvSpPr/>
          <p:nvPr/>
        </p:nvSpPr>
        <p:spPr>
          <a:xfrm>
            <a:off x="876237"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68" name="Google Shape;1768;p56"/>
          <p:cNvSpPr txBox="1">
            <a:spLocks noGrp="1"/>
          </p:cNvSpPr>
          <p:nvPr>
            <p:ph type="subTitle" idx="4294967295"/>
          </p:nvPr>
        </p:nvSpPr>
        <p:spPr>
          <a:xfrm>
            <a:off x="920850"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Neptune is far away from us</a:t>
            </a:r>
            <a:endParaRPr/>
          </a:p>
        </p:txBody>
      </p:sp>
      <p:sp>
        <p:nvSpPr>
          <p:cNvPr id="1769" name="Google Shape;1769;p56"/>
          <p:cNvSpPr txBox="1">
            <a:spLocks noGrp="1"/>
          </p:cNvSpPr>
          <p:nvPr>
            <p:ph type="subTitle" idx="4294967295"/>
          </p:nvPr>
        </p:nvSpPr>
        <p:spPr>
          <a:xfrm>
            <a:off x="920850"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2018</a:t>
            </a:r>
            <a:endParaRPr sz="2500">
              <a:solidFill>
                <a:schemeClr val="lt1"/>
              </a:solidFill>
              <a:latin typeface="Freckle Face"/>
              <a:ea typeface="Freckle Face"/>
              <a:cs typeface="Freckle Face"/>
              <a:sym typeface="Freckle Face"/>
            </a:endParaRPr>
          </a:p>
        </p:txBody>
      </p:sp>
      <p:sp>
        <p:nvSpPr>
          <p:cNvPr id="1770" name="Google Shape;1770;p56"/>
          <p:cNvSpPr/>
          <p:nvPr/>
        </p:nvSpPr>
        <p:spPr>
          <a:xfrm>
            <a:off x="4677850"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1" name="Google Shape;1771;p56"/>
          <p:cNvSpPr txBox="1">
            <a:spLocks noGrp="1"/>
          </p:cNvSpPr>
          <p:nvPr>
            <p:ph type="subTitle" idx="4294967295"/>
          </p:nvPr>
        </p:nvSpPr>
        <p:spPr>
          <a:xfrm>
            <a:off x="4722441"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Mercury is a small planet </a:t>
            </a:r>
            <a:endParaRPr/>
          </a:p>
        </p:txBody>
      </p:sp>
      <p:sp>
        <p:nvSpPr>
          <p:cNvPr id="1772" name="Google Shape;1772;p56"/>
          <p:cNvSpPr txBox="1">
            <a:spLocks noGrp="1"/>
          </p:cNvSpPr>
          <p:nvPr>
            <p:ph type="subTitle" idx="4294967295"/>
          </p:nvPr>
        </p:nvSpPr>
        <p:spPr>
          <a:xfrm>
            <a:off x="4722450"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2020</a:t>
            </a:r>
            <a:endParaRPr sz="2500">
              <a:solidFill>
                <a:schemeClr val="lt1"/>
              </a:solidFill>
              <a:latin typeface="Freckle Face"/>
              <a:ea typeface="Freckle Face"/>
              <a:cs typeface="Freckle Face"/>
              <a:sym typeface="Freckle Face"/>
            </a:endParaRPr>
          </a:p>
        </p:txBody>
      </p:sp>
      <p:sp>
        <p:nvSpPr>
          <p:cNvPr id="1773" name="Google Shape;1773;p56"/>
          <p:cNvSpPr/>
          <p:nvPr/>
        </p:nvSpPr>
        <p:spPr>
          <a:xfrm>
            <a:off x="2777937"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4" name="Google Shape;1774;p56"/>
          <p:cNvSpPr txBox="1">
            <a:spLocks noGrp="1"/>
          </p:cNvSpPr>
          <p:nvPr>
            <p:ph type="subTitle" idx="4294967295"/>
          </p:nvPr>
        </p:nvSpPr>
        <p:spPr>
          <a:xfrm>
            <a:off x="2821646"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Mars is actually really cold</a:t>
            </a:r>
            <a:endParaRPr/>
          </a:p>
        </p:txBody>
      </p:sp>
      <p:sp>
        <p:nvSpPr>
          <p:cNvPr id="1775" name="Google Shape;1775;p56"/>
          <p:cNvSpPr txBox="1">
            <a:spLocks noGrp="1"/>
          </p:cNvSpPr>
          <p:nvPr>
            <p:ph type="subTitle" idx="4294967295"/>
          </p:nvPr>
        </p:nvSpPr>
        <p:spPr>
          <a:xfrm>
            <a:off x="2822537"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2019</a:t>
            </a:r>
            <a:endParaRPr sz="2500">
              <a:solidFill>
                <a:schemeClr val="lt1"/>
              </a:solidFill>
              <a:latin typeface="Freckle Face"/>
              <a:ea typeface="Freckle Face"/>
              <a:cs typeface="Freckle Face"/>
              <a:sym typeface="Freckle Face"/>
            </a:endParaRPr>
          </a:p>
        </p:txBody>
      </p:sp>
      <p:sp>
        <p:nvSpPr>
          <p:cNvPr id="1776" name="Google Shape;1776;p56"/>
          <p:cNvSpPr/>
          <p:nvPr/>
        </p:nvSpPr>
        <p:spPr>
          <a:xfrm>
            <a:off x="6578575" y="3942288"/>
            <a:ext cx="1690303"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777" name="Google Shape;1777;p56"/>
          <p:cNvSpPr txBox="1">
            <a:spLocks noGrp="1"/>
          </p:cNvSpPr>
          <p:nvPr>
            <p:ph type="subTitle" idx="4294967295"/>
          </p:nvPr>
        </p:nvSpPr>
        <p:spPr>
          <a:xfrm>
            <a:off x="6623237" y="2930600"/>
            <a:ext cx="1601100" cy="707100"/>
          </a:xfrm>
          <a:prstGeom prst="rect">
            <a:avLst/>
          </a:prstGeom>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
              <a:t>Venus has a beautiful name </a:t>
            </a:r>
            <a:endParaRPr/>
          </a:p>
        </p:txBody>
      </p:sp>
      <p:sp>
        <p:nvSpPr>
          <p:cNvPr id="1778" name="Google Shape;1778;p56"/>
          <p:cNvSpPr txBox="1">
            <a:spLocks noGrp="1"/>
          </p:cNvSpPr>
          <p:nvPr>
            <p:ph type="subTitle" idx="4294967295"/>
          </p:nvPr>
        </p:nvSpPr>
        <p:spPr>
          <a:xfrm>
            <a:off x="6623237" y="4013681"/>
            <a:ext cx="1601100" cy="32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1"/>
                </a:solidFill>
                <a:latin typeface="Freckle Face"/>
                <a:ea typeface="Freckle Face"/>
                <a:cs typeface="Freckle Face"/>
                <a:sym typeface="Freckle Face"/>
              </a:rPr>
              <a:t>2021</a:t>
            </a:r>
            <a:endParaRPr sz="2500">
              <a:solidFill>
                <a:schemeClr val="lt1"/>
              </a:solidFill>
              <a:latin typeface="Freckle Face"/>
              <a:ea typeface="Freckle Face"/>
              <a:cs typeface="Freckle Face"/>
              <a:sym typeface="Freckle Face"/>
            </a:endParaRPr>
          </a:p>
        </p:txBody>
      </p:sp>
      <p:sp>
        <p:nvSpPr>
          <p:cNvPr id="1779" name="Google Shape;1779;p56"/>
          <p:cNvSpPr/>
          <p:nvPr/>
        </p:nvSpPr>
        <p:spPr>
          <a:xfrm flipH="1">
            <a:off x="1231835" y="1742610"/>
            <a:ext cx="979130" cy="883365"/>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0" name="Google Shape;1780;p56"/>
          <p:cNvSpPr/>
          <p:nvPr/>
        </p:nvSpPr>
        <p:spPr>
          <a:xfrm flipH="1">
            <a:off x="5033433"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1" name="Google Shape;1781;p56"/>
          <p:cNvSpPr/>
          <p:nvPr/>
        </p:nvSpPr>
        <p:spPr>
          <a:xfrm>
            <a:off x="3133525"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782" name="Google Shape;1782;p56"/>
          <p:cNvSpPr/>
          <p:nvPr/>
        </p:nvSpPr>
        <p:spPr>
          <a:xfrm>
            <a:off x="6934225" y="1742551"/>
            <a:ext cx="979130" cy="883483"/>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783" name="Google Shape;1783;p56"/>
          <p:cNvGrpSpPr/>
          <p:nvPr/>
        </p:nvGrpSpPr>
        <p:grpSpPr>
          <a:xfrm>
            <a:off x="1505818" y="1970512"/>
            <a:ext cx="433881" cy="427562"/>
            <a:chOff x="3357153" y="2784633"/>
            <a:chExt cx="393080" cy="387354"/>
          </a:xfrm>
        </p:grpSpPr>
        <p:sp>
          <p:nvSpPr>
            <p:cNvPr id="1784" name="Google Shape;1784;p56"/>
            <p:cNvSpPr/>
            <p:nvPr/>
          </p:nvSpPr>
          <p:spPr>
            <a:xfrm>
              <a:off x="3362354" y="2784633"/>
              <a:ext cx="387878" cy="387354"/>
            </a:xfrm>
            <a:custGeom>
              <a:avLst/>
              <a:gdLst/>
              <a:ahLst/>
              <a:cxnLst/>
              <a:rect l="l" t="t" r="r" b="b"/>
              <a:pathLst>
                <a:path w="9620" h="9607" extrusionOk="0">
                  <a:moveTo>
                    <a:pt x="4918" y="1"/>
                  </a:moveTo>
                  <a:lnTo>
                    <a:pt x="4689" y="601"/>
                  </a:lnTo>
                  <a:cubicBezTo>
                    <a:pt x="4474" y="1173"/>
                    <a:pt x="3931" y="1545"/>
                    <a:pt x="3317" y="1545"/>
                  </a:cubicBezTo>
                  <a:cubicBezTo>
                    <a:pt x="3002" y="1545"/>
                    <a:pt x="2716" y="1445"/>
                    <a:pt x="2459" y="1274"/>
                  </a:cubicBezTo>
                  <a:lnTo>
                    <a:pt x="1815" y="816"/>
                  </a:lnTo>
                  <a:lnTo>
                    <a:pt x="1958" y="2188"/>
                  </a:lnTo>
                  <a:cubicBezTo>
                    <a:pt x="2073" y="3231"/>
                    <a:pt x="1516" y="4232"/>
                    <a:pt x="586" y="4689"/>
                  </a:cubicBezTo>
                  <a:lnTo>
                    <a:pt x="1" y="4975"/>
                  </a:lnTo>
                  <a:lnTo>
                    <a:pt x="3117" y="6505"/>
                  </a:lnTo>
                  <a:lnTo>
                    <a:pt x="4632" y="9606"/>
                  </a:lnTo>
                  <a:lnTo>
                    <a:pt x="4918" y="9034"/>
                  </a:lnTo>
                  <a:cubicBezTo>
                    <a:pt x="5118" y="8606"/>
                    <a:pt x="5432" y="8263"/>
                    <a:pt x="5832" y="8020"/>
                  </a:cubicBezTo>
                  <a:cubicBezTo>
                    <a:pt x="6233" y="7763"/>
                    <a:pt x="6675" y="7634"/>
                    <a:pt x="7147" y="7634"/>
                  </a:cubicBezTo>
                  <a:cubicBezTo>
                    <a:pt x="7233" y="7634"/>
                    <a:pt x="7319" y="7649"/>
                    <a:pt x="7405" y="7649"/>
                  </a:cubicBezTo>
                  <a:lnTo>
                    <a:pt x="8805" y="7805"/>
                  </a:lnTo>
                  <a:lnTo>
                    <a:pt x="8348" y="7163"/>
                  </a:lnTo>
                  <a:cubicBezTo>
                    <a:pt x="8076" y="6776"/>
                    <a:pt x="8005" y="6319"/>
                    <a:pt x="8133" y="5876"/>
                  </a:cubicBezTo>
                  <a:cubicBezTo>
                    <a:pt x="8276" y="5432"/>
                    <a:pt x="8590" y="5089"/>
                    <a:pt x="9019" y="4918"/>
                  </a:cubicBezTo>
                  <a:lnTo>
                    <a:pt x="9619" y="4689"/>
                  </a:lnTo>
                  <a:lnTo>
                    <a:pt x="9133" y="4346"/>
                  </a:lnTo>
                  <a:cubicBezTo>
                    <a:pt x="8819" y="4117"/>
                    <a:pt x="8590" y="3803"/>
                    <a:pt x="8491" y="3431"/>
                  </a:cubicBezTo>
                  <a:cubicBezTo>
                    <a:pt x="8377" y="3060"/>
                    <a:pt x="8405" y="2660"/>
                    <a:pt x="8548" y="2316"/>
                  </a:cubicBezTo>
                  <a:lnTo>
                    <a:pt x="9419" y="187"/>
                  </a:lnTo>
                  <a:lnTo>
                    <a:pt x="7304" y="1074"/>
                  </a:lnTo>
                  <a:cubicBezTo>
                    <a:pt x="7104" y="1159"/>
                    <a:pt x="6875" y="1202"/>
                    <a:pt x="6661" y="1202"/>
                  </a:cubicBezTo>
                  <a:cubicBezTo>
                    <a:pt x="6103" y="1202"/>
                    <a:pt x="5589" y="931"/>
                    <a:pt x="5274" y="487"/>
                  </a:cubicBezTo>
                  <a:lnTo>
                    <a:pt x="491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6"/>
            <p:cNvSpPr/>
            <p:nvPr/>
          </p:nvSpPr>
          <p:spPr>
            <a:xfrm>
              <a:off x="3357153" y="2784633"/>
              <a:ext cx="393080" cy="327398"/>
            </a:xfrm>
            <a:custGeom>
              <a:avLst/>
              <a:gdLst/>
              <a:ahLst/>
              <a:cxnLst/>
              <a:rect l="l" t="t" r="r" b="b"/>
              <a:pathLst>
                <a:path w="9749" h="8120" extrusionOk="0">
                  <a:moveTo>
                    <a:pt x="5047" y="1"/>
                  </a:moveTo>
                  <a:lnTo>
                    <a:pt x="4832" y="559"/>
                  </a:lnTo>
                  <a:lnTo>
                    <a:pt x="5390" y="3946"/>
                  </a:lnTo>
                  <a:lnTo>
                    <a:pt x="4288" y="5047"/>
                  </a:lnTo>
                  <a:lnTo>
                    <a:pt x="2531" y="1230"/>
                  </a:lnTo>
                  <a:lnTo>
                    <a:pt x="1944" y="816"/>
                  </a:lnTo>
                  <a:lnTo>
                    <a:pt x="2016" y="1487"/>
                  </a:lnTo>
                  <a:lnTo>
                    <a:pt x="3860" y="5476"/>
                  </a:lnTo>
                  <a:lnTo>
                    <a:pt x="2159" y="7176"/>
                  </a:lnTo>
                  <a:cubicBezTo>
                    <a:pt x="1916" y="7419"/>
                    <a:pt x="1598" y="7541"/>
                    <a:pt x="1280" y="7541"/>
                  </a:cubicBezTo>
                  <a:cubicBezTo>
                    <a:pt x="962" y="7541"/>
                    <a:pt x="644" y="7419"/>
                    <a:pt x="401" y="7176"/>
                  </a:cubicBezTo>
                  <a:lnTo>
                    <a:pt x="0" y="7591"/>
                  </a:lnTo>
                  <a:cubicBezTo>
                    <a:pt x="343" y="7934"/>
                    <a:pt x="816" y="8120"/>
                    <a:pt x="1273" y="8120"/>
                  </a:cubicBezTo>
                  <a:cubicBezTo>
                    <a:pt x="1744" y="8120"/>
                    <a:pt x="2216" y="7934"/>
                    <a:pt x="2559" y="7591"/>
                  </a:cubicBezTo>
                  <a:lnTo>
                    <a:pt x="4260" y="5890"/>
                  </a:lnTo>
                  <a:lnTo>
                    <a:pt x="8262" y="7734"/>
                  </a:lnTo>
                  <a:lnTo>
                    <a:pt x="8934" y="7805"/>
                  </a:lnTo>
                  <a:lnTo>
                    <a:pt x="8519" y="7220"/>
                  </a:lnTo>
                  <a:lnTo>
                    <a:pt x="4703" y="5447"/>
                  </a:lnTo>
                  <a:lnTo>
                    <a:pt x="5790" y="4361"/>
                  </a:lnTo>
                  <a:lnTo>
                    <a:pt x="9177" y="4918"/>
                  </a:lnTo>
                  <a:lnTo>
                    <a:pt x="9748" y="4689"/>
                  </a:lnTo>
                  <a:lnTo>
                    <a:pt x="9262" y="4346"/>
                  </a:lnTo>
                  <a:lnTo>
                    <a:pt x="6289" y="3860"/>
                  </a:lnTo>
                  <a:lnTo>
                    <a:pt x="9262" y="887"/>
                  </a:lnTo>
                  <a:lnTo>
                    <a:pt x="9548" y="187"/>
                  </a:lnTo>
                  <a:lnTo>
                    <a:pt x="8862" y="473"/>
                  </a:lnTo>
                  <a:lnTo>
                    <a:pt x="5889" y="3460"/>
                  </a:lnTo>
                  <a:lnTo>
                    <a:pt x="5403" y="487"/>
                  </a:lnTo>
                  <a:lnTo>
                    <a:pt x="504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6" name="Google Shape;1786;p56"/>
          <p:cNvGrpSpPr/>
          <p:nvPr/>
        </p:nvGrpSpPr>
        <p:grpSpPr>
          <a:xfrm>
            <a:off x="3420515" y="1966735"/>
            <a:ext cx="403343" cy="435117"/>
            <a:chOff x="4049871" y="2781206"/>
            <a:chExt cx="365413" cy="394199"/>
          </a:xfrm>
        </p:grpSpPr>
        <p:sp>
          <p:nvSpPr>
            <p:cNvPr id="1787" name="Google Shape;1787;p56"/>
            <p:cNvSpPr/>
            <p:nvPr/>
          </p:nvSpPr>
          <p:spPr>
            <a:xfrm>
              <a:off x="4056765" y="2781206"/>
              <a:ext cx="348728" cy="208656"/>
            </a:xfrm>
            <a:custGeom>
              <a:avLst/>
              <a:gdLst/>
              <a:ahLst/>
              <a:cxnLst/>
              <a:rect l="l" t="t" r="r" b="b"/>
              <a:pathLst>
                <a:path w="8649" h="5175" extrusionOk="0">
                  <a:moveTo>
                    <a:pt x="5546" y="0"/>
                  </a:moveTo>
                  <a:cubicBezTo>
                    <a:pt x="5118" y="0"/>
                    <a:pt x="4717" y="129"/>
                    <a:pt x="4361" y="358"/>
                  </a:cubicBezTo>
                  <a:cubicBezTo>
                    <a:pt x="4103" y="515"/>
                    <a:pt x="3888" y="743"/>
                    <a:pt x="3717" y="987"/>
                  </a:cubicBezTo>
                  <a:cubicBezTo>
                    <a:pt x="3460" y="873"/>
                    <a:pt x="3189" y="815"/>
                    <a:pt x="2903" y="815"/>
                  </a:cubicBezTo>
                  <a:cubicBezTo>
                    <a:pt x="1902" y="815"/>
                    <a:pt x="1073" y="1572"/>
                    <a:pt x="987" y="2559"/>
                  </a:cubicBezTo>
                  <a:cubicBezTo>
                    <a:pt x="416" y="2745"/>
                    <a:pt x="1" y="3303"/>
                    <a:pt x="58" y="3945"/>
                  </a:cubicBezTo>
                  <a:cubicBezTo>
                    <a:pt x="115" y="4646"/>
                    <a:pt x="715" y="5174"/>
                    <a:pt x="1416" y="5174"/>
                  </a:cubicBezTo>
                  <a:lnTo>
                    <a:pt x="6919" y="5174"/>
                  </a:lnTo>
                  <a:cubicBezTo>
                    <a:pt x="7833" y="5174"/>
                    <a:pt x="8620" y="4431"/>
                    <a:pt x="8634" y="3516"/>
                  </a:cubicBezTo>
                  <a:cubicBezTo>
                    <a:pt x="8649" y="2874"/>
                    <a:pt x="8291" y="2302"/>
                    <a:pt x="7734" y="2001"/>
                  </a:cubicBezTo>
                  <a:cubicBezTo>
                    <a:pt x="7690" y="1487"/>
                    <a:pt x="7462" y="1016"/>
                    <a:pt x="7090" y="644"/>
                  </a:cubicBezTo>
                  <a:cubicBezTo>
                    <a:pt x="6676" y="229"/>
                    <a:pt x="6133" y="0"/>
                    <a:pt x="55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6"/>
            <p:cNvSpPr/>
            <p:nvPr/>
          </p:nvSpPr>
          <p:spPr>
            <a:xfrm>
              <a:off x="4106922" y="3014007"/>
              <a:ext cx="179263" cy="23103"/>
            </a:xfrm>
            <a:custGeom>
              <a:avLst/>
              <a:gdLst/>
              <a:ahLst/>
              <a:cxnLst/>
              <a:rect l="l" t="t" r="r" b="b"/>
              <a:pathLst>
                <a:path w="4446" h="573" extrusionOk="0">
                  <a:moveTo>
                    <a:pt x="1" y="1"/>
                  </a:moveTo>
                  <a:lnTo>
                    <a:pt x="1" y="572"/>
                  </a:lnTo>
                  <a:lnTo>
                    <a:pt x="4445" y="572"/>
                  </a:lnTo>
                  <a:lnTo>
                    <a:pt x="444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4143209" y="3106217"/>
              <a:ext cx="183900" cy="55964"/>
            </a:xfrm>
            <a:custGeom>
              <a:avLst/>
              <a:gdLst/>
              <a:ahLst/>
              <a:cxnLst/>
              <a:rect l="l" t="t" r="r" b="b"/>
              <a:pathLst>
                <a:path w="4561" h="1388" extrusionOk="0">
                  <a:moveTo>
                    <a:pt x="1" y="1"/>
                  </a:moveTo>
                  <a:lnTo>
                    <a:pt x="1" y="572"/>
                  </a:lnTo>
                  <a:lnTo>
                    <a:pt x="3160" y="572"/>
                  </a:lnTo>
                  <a:cubicBezTo>
                    <a:pt x="3617" y="572"/>
                    <a:pt x="3989" y="930"/>
                    <a:pt x="3989" y="1388"/>
                  </a:cubicBezTo>
                  <a:lnTo>
                    <a:pt x="4561" y="1388"/>
                  </a:lnTo>
                  <a:cubicBezTo>
                    <a:pt x="4561" y="616"/>
                    <a:pt x="3932" y="1"/>
                    <a:pt x="31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4068297" y="3106217"/>
              <a:ext cx="45602" cy="23103"/>
            </a:xfrm>
            <a:custGeom>
              <a:avLst/>
              <a:gdLst/>
              <a:ahLst/>
              <a:cxnLst/>
              <a:rect l="l" t="t" r="r" b="b"/>
              <a:pathLst>
                <a:path w="1131" h="573" extrusionOk="0">
                  <a:moveTo>
                    <a:pt x="0" y="1"/>
                  </a:moveTo>
                  <a:lnTo>
                    <a:pt x="0" y="572"/>
                  </a:lnTo>
                  <a:lnTo>
                    <a:pt x="1130" y="572"/>
                  </a:lnTo>
                  <a:lnTo>
                    <a:pt x="11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6"/>
            <p:cNvSpPr/>
            <p:nvPr/>
          </p:nvSpPr>
          <p:spPr>
            <a:xfrm>
              <a:off x="4100552" y="3152341"/>
              <a:ext cx="108380" cy="23063"/>
            </a:xfrm>
            <a:custGeom>
              <a:avLst/>
              <a:gdLst/>
              <a:ahLst/>
              <a:cxnLst/>
              <a:rect l="l" t="t" r="r" b="b"/>
              <a:pathLst>
                <a:path w="2688" h="572" extrusionOk="0">
                  <a:moveTo>
                    <a:pt x="1" y="0"/>
                  </a:moveTo>
                  <a:lnTo>
                    <a:pt x="1" y="572"/>
                  </a:lnTo>
                  <a:lnTo>
                    <a:pt x="2688" y="572"/>
                  </a:lnTo>
                  <a:lnTo>
                    <a:pt x="268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6"/>
            <p:cNvSpPr/>
            <p:nvPr/>
          </p:nvSpPr>
          <p:spPr>
            <a:xfrm>
              <a:off x="4231951" y="3152341"/>
              <a:ext cx="23103" cy="23063"/>
            </a:xfrm>
            <a:custGeom>
              <a:avLst/>
              <a:gdLst/>
              <a:ahLst/>
              <a:cxnLst/>
              <a:rect l="l" t="t" r="r" b="b"/>
              <a:pathLst>
                <a:path w="573" h="572" extrusionOk="0">
                  <a:moveTo>
                    <a:pt x="1" y="0"/>
                  </a:moveTo>
                  <a:lnTo>
                    <a:pt x="1" y="572"/>
                  </a:lnTo>
                  <a:lnTo>
                    <a:pt x="572" y="572"/>
                  </a:lnTo>
                  <a:lnTo>
                    <a:pt x="57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4049871" y="3060132"/>
              <a:ext cx="182125" cy="23063"/>
            </a:xfrm>
            <a:custGeom>
              <a:avLst/>
              <a:gdLst/>
              <a:ahLst/>
              <a:cxnLst/>
              <a:rect l="l" t="t" r="r" b="b"/>
              <a:pathLst>
                <a:path w="4517" h="572" extrusionOk="0">
                  <a:moveTo>
                    <a:pt x="0" y="0"/>
                  </a:moveTo>
                  <a:lnTo>
                    <a:pt x="0" y="572"/>
                  </a:lnTo>
                  <a:lnTo>
                    <a:pt x="4517" y="572"/>
                  </a:lnTo>
                  <a:lnTo>
                    <a:pt x="451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6"/>
            <p:cNvSpPr/>
            <p:nvPr/>
          </p:nvSpPr>
          <p:spPr>
            <a:xfrm>
              <a:off x="4263077" y="3060132"/>
              <a:ext cx="46166" cy="23063"/>
            </a:xfrm>
            <a:custGeom>
              <a:avLst/>
              <a:gdLst/>
              <a:ahLst/>
              <a:cxnLst/>
              <a:rect l="l" t="t" r="r" b="b"/>
              <a:pathLst>
                <a:path w="1145" h="572" extrusionOk="0">
                  <a:moveTo>
                    <a:pt x="1" y="0"/>
                  </a:moveTo>
                  <a:lnTo>
                    <a:pt x="1" y="572"/>
                  </a:lnTo>
                  <a:lnTo>
                    <a:pt x="1144" y="572"/>
                  </a:lnTo>
                  <a:lnTo>
                    <a:pt x="11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6"/>
            <p:cNvSpPr/>
            <p:nvPr/>
          </p:nvSpPr>
          <p:spPr>
            <a:xfrm>
              <a:off x="4309202" y="2993888"/>
              <a:ext cx="106082" cy="43223"/>
            </a:xfrm>
            <a:custGeom>
              <a:avLst/>
              <a:gdLst/>
              <a:ahLst/>
              <a:cxnLst/>
              <a:rect l="l" t="t" r="r" b="b"/>
              <a:pathLst>
                <a:path w="2631" h="1072" extrusionOk="0">
                  <a:moveTo>
                    <a:pt x="2073" y="0"/>
                  </a:moveTo>
                  <a:cubicBezTo>
                    <a:pt x="2073" y="271"/>
                    <a:pt x="1844" y="500"/>
                    <a:pt x="1572" y="500"/>
                  </a:cubicBezTo>
                  <a:lnTo>
                    <a:pt x="0" y="500"/>
                  </a:lnTo>
                  <a:lnTo>
                    <a:pt x="0" y="1071"/>
                  </a:lnTo>
                  <a:lnTo>
                    <a:pt x="1559" y="1071"/>
                  </a:lnTo>
                  <a:cubicBezTo>
                    <a:pt x="2144" y="1071"/>
                    <a:pt x="2630" y="585"/>
                    <a:pt x="26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6" name="Google Shape;1796;p56"/>
          <p:cNvGrpSpPr/>
          <p:nvPr/>
        </p:nvGrpSpPr>
        <p:grpSpPr>
          <a:xfrm>
            <a:off x="5306481" y="2023967"/>
            <a:ext cx="433926" cy="320652"/>
            <a:chOff x="4036001" y="3547104"/>
            <a:chExt cx="393120" cy="290498"/>
          </a:xfrm>
        </p:grpSpPr>
        <p:sp>
          <p:nvSpPr>
            <p:cNvPr id="1797" name="Google Shape;1797;p56"/>
            <p:cNvSpPr/>
            <p:nvPr/>
          </p:nvSpPr>
          <p:spPr>
            <a:xfrm>
              <a:off x="4059668" y="3594358"/>
              <a:ext cx="345825" cy="231719"/>
            </a:xfrm>
            <a:custGeom>
              <a:avLst/>
              <a:gdLst/>
              <a:ahLst/>
              <a:cxnLst/>
              <a:rect l="l" t="t" r="r" b="b"/>
              <a:pathLst>
                <a:path w="8577" h="5747" extrusionOk="0">
                  <a:moveTo>
                    <a:pt x="1244" y="1"/>
                  </a:moveTo>
                  <a:lnTo>
                    <a:pt x="1244" y="2816"/>
                  </a:lnTo>
                  <a:lnTo>
                    <a:pt x="601" y="2288"/>
                  </a:lnTo>
                  <a:lnTo>
                    <a:pt x="229" y="2730"/>
                  </a:lnTo>
                  <a:lnTo>
                    <a:pt x="1244" y="3559"/>
                  </a:lnTo>
                  <a:lnTo>
                    <a:pt x="1244" y="4232"/>
                  </a:lnTo>
                  <a:cubicBezTo>
                    <a:pt x="1244" y="4903"/>
                    <a:pt x="687" y="5461"/>
                    <a:pt x="1" y="5461"/>
                  </a:cubicBezTo>
                  <a:lnTo>
                    <a:pt x="1" y="5747"/>
                  </a:lnTo>
                  <a:lnTo>
                    <a:pt x="8577" y="5747"/>
                  </a:lnTo>
                  <a:lnTo>
                    <a:pt x="8577" y="5461"/>
                  </a:lnTo>
                  <a:cubicBezTo>
                    <a:pt x="7891" y="5461"/>
                    <a:pt x="7333" y="4903"/>
                    <a:pt x="7333" y="4232"/>
                  </a:cubicBezTo>
                  <a:lnTo>
                    <a:pt x="7333" y="1958"/>
                  </a:lnTo>
                  <a:lnTo>
                    <a:pt x="7976" y="1444"/>
                  </a:lnTo>
                  <a:lnTo>
                    <a:pt x="7605" y="1001"/>
                  </a:lnTo>
                  <a:lnTo>
                    <a:pt x="7333" y="1215"/>
                  </a:lnTo>
                  <a:lnTo>
                    <a:pt x="7333"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4197962" y="3724023"/>
              <a:ext cx="23103" cy="102050"/>
            </a:xfrm>
            <a:custGeom>
              <a:avLst/>
              <a:gdLst/>
              <a:ahLst/>
              <a:cxnLst/>
              <a:rect l="l" t="t" r="r" b="b"/>
              <a:pathLst>
                <a:path w="573" h="2531" extrusionOk="0">
                  <a:moveTo>
                    <a:pt x="1" y="0"/>
                  </a:moveTo>
                  <a:lnTo>
                    <a:pt x="1" y="2531"/>
                  </a:lnTo>
                  <a:lnTo>
                    <a:pt x="573" y="2531"/>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6"/>
            <p:cNvSpPr/>
            <p:nvPr/>
          </p:nvSpPr>
          <p:spPr>
            <a:xfrm>
              <a:off x="4244087" y="3699268"/>
              <a:ext cx="23103" cy="75519"/>
            </a:xfrm>
            <a:custGeom>
              <a:avLst/>
              <a:gdLst/>
              <a:ahLst/>
              <a:cxnLst/>
              <a:rect l="l" t="t" r="r" b="b"/>
              <a:pathLst>
                <a:path w="573" h="1873" extrusionOk="0">
                  <a:moveTo>
                    <a:pt x="0" y="0"/>
                  </a:moveTo>
                  <a:lnTo>
                    <a:pt x="0" y="1872"/>
                  </a:lnTo>
                  <a:lnTo>
                    <a:pt x="572" y="18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6"/>
            <p:cNvSpPr/>
            <p:nvPr/>
          </p:nvSpPr>
          <p:spPr>
            <a:xfrm>
              <a:off x="4151878" y="3671609"/>
              <a:ext cx="23103" cy="47295"/>
            </a:xfrm>
            <a:custGeom>
              <a:avLst/>
              <a:gdLst/>
              <a:ahLst/>
              <a:cxnLst/>
              <a:rect l="l" t="t" r="r" b="b"/>
              <a:pathLst>
                <a:path w="573" h="1173" extrusionOk="0">
                  <a:moveTo>
                    <a:pt x="1" y="0"/>
                  </a:moveTo>
                  <a:lnTo>
                    <a:pt x="1" y="1172"/>
                  </a:lnTo>
                  <a:lnTo>
                    <a:pt x="572" y="11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4290171" y="3684833"/>
              <a:ext cx="23103" cy="45602"/>
            </a:xfrm>
            <a:custGeom>
              <a:avLst/>
              <a:gdLst/>
              <a:ahLst/>
              <a:cxnLst/>
              <a:rect l="l" t="t" r="r" b="b"/>
              <a:pathLst>
                <a:path w="573" h="1131" extrusionOk="0">
                  <a:moveTo>
                    <a:pt x="1" y="0"/>
                  </a:moveTo>
                  <a:lnTo>
                    <a:pt x="1" y="1130"/>
                  </a:lnTo>
                  <a:lnTo>
                    <a:pt x="573" y="1130"/>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4290171" y="3773011"/>
              <a:ext cx="23103" cy="53061"/>
            </a:xfrm>
            <a:custGeom>
              <a:avLst/>
              <a:gdLst/>
              <a:ahLst/>
              <a:cxnLst/>
              <a:rect l="l" t="t" r="r" b="b"/>
              <a:pathLst>
                <a:path w="573" h="1316" extrusionOk="0">
                  <a:moveTo>
                    <a:pt x="1" y="1"/>
                  </a:moveTo>
                  <a:lnTo>
                    <a:pt x="1" y="1316"/>
                  </a:lnTo>
                  <a:lnTo>
                    <a:pt x="573" y="1316"/>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4151878" y="3739587"/>
              <a:ext cx="23103" cy="23103"/>
            </a:xfrm>
            <a:custGeom>
              <a:avLst/>
              <a:gdLst/>
              <a:ahLst/>
              <a:cxnLst/>
              <a:rect l="l" t="t" r="r" b="b"/>
              <a:pathLst>
                <a:path w="573" h="573" extrusionOk="0">
                  <a:moveTo>
                    <a:pt x="1" y="1"/>
                  </a:moveTo>
                  <a:lnTo>
                    <a:pt x="1"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6"/>
            <p:cNvSpPr/>
            <p:nvPr/>
          </p:nvSpPr>
          <p:spPr>
            <a:xfrm>
              <a:off x="4244087" y="3660078"/>
              <a:ext cx="23103" cy="23063"/>
            </a:xfrm>
            <a:custGeom>
              <a:avLst/>
              <a:gdLst/>
              <a:ahLst/>
              <a:cxnLst/>
              <a:rect l="l" t="t" r="r" b="b"/>
              <a:pathLst>
                <a:path w="573"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6"/>
            <p:cNvSpPr/>
            <p:nvPr/>
          </p:nvSpPr>
          <p:spPr>
            <a:xfrm>
              <a:off x="4120751" y="3558635"/>
              <a:ext cx="223050" cy="71487"/>
            </a:xfrm>
            <a:custGeom>
              <a:avLst/>
              <a:gdLst/>
              <a:ahLst/>
              <a:cxnLst/>
              <a:rect l="l" t="t" r="r" b="b"/>
              <a:pathLst>
                <a:path w="5532" h="1773" extrusionOk="0">
                  <a:moveTo>
                    <a:pt x="2774" y="1"/>
                  </a:moveTo>
                  <a:cubicBezTo>
                    <a:pt x="1244" y="1"/>
                    <a:pt x="1" y="386"/>
                    <a:pt x="1" y="887"/>
                  </a:cubicBezTo>
                  <a:cubicBezTo>
                    <a:pt x="1" y="1373"/>
                    <a:pt x="1244" y="1773"/>
                    <a:pt x="2774" y="1773"/>
                  </a:cubicBezTo>
                  <a:cubicBezTo>
                    <a:pt x="4289" y="1773"/>
                    <a:pt x="5532" y="1373"/>
                    <a:pt x="5532" y="887"/>
                  </a:cubicBezTo>
                  <a:cubicBezTo>
                    <a:pt x="5532" y="386"/>
                    <a:pt x="4289" y="1"/>
                    <a:pt x="2774"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4109220" y="3547104"/>
              <a:ext cx="246113" cy="94550"/>
            </a:xfrm>
            <a:custGeom>
              <a:avLst/>
              <a:gdLst/>
              <a:ahLst/>
              <a:cxnLst/>
              <a:rect l="l" t="t" r="r" b="b"/>
              <a:pathLst>
                <a:path w="6104" h="2345" extrusionOk="0">
                  <a:moveTo>
                    <a:pt x="3060" y="572"/>
                  </a:moveTo>
                  <a:cubicBezTo>
                    <a:pt x="3759" y="572"/>
                    <a:pt x="4432" y="658"/>
                    <a:pt x="4918" y="815"/>
                  </a:cubicBezTo>
                  <a:cubicBezTo>
                    <a:pt x="5432" y="973"/>
                    <a:pt x="5532" y="1144"/>
                    <a:pt x="5532" y="1173"/>
                  </a:cubicBezTo>
                  <a:cubicBezTo>
                    <a:pt x="5532" y="1201"/>
                    <a:pt x="5432" y="1358"/>
                    <a:pt x="4918" y="1530"/>
                  </a:cubicBezTo>
                  <a:cubicBezTo>
                    <a:pt x="4432" y="1687"/>
                    <a:pt x="3759" y="1773"/>
                    <a:pt x="3060" y="1773"/>
                  </a:cubicBezTo>
                  <a:cubicBezTo>
                    <a:pt x="2345" y="1773"/>
                    <a:pt x="1687" y="1687"/>
                    <a:pt x="1187" y="1530"/>
                  </a:cubicBezTo>
                  <a:cubicBezTo>
                    <a:pt x="687" y="1358"/>
                    <a:pt x="573" y="1201"/>
                    <a:pt x="573" y="1173"/>
                  </a:cubicBezTo>
                  <a:cubicBezTo>
                    <a:pt x="573" y="1144"/>
                    <a:pt x="687" y="973"/>
                    <a:pt x="1187" y="815"/>
                  </a:cubicBezTo>
                  <a:cubicBezTo>
                    <a:pt x="1687" y="658"/>
                    <a:pt x="2345" y="572"/>
                    <a:pt x="3060" y="572"/>
                  </a:cubicBezTo>
                  <a:close/>
                  <a:moveTo>
                    <a:pt x="3060" y="1"/>
                  </a:moveTo>
                  <a:cubicBezTo>
                    <a:pt x="1587" y="1"/>
                    <a:pt x="1" y="358"/>
                    <a:pt x="1" y="1173"/>
                  </a:cubicBezTo>
                  <a:cubicBezTo>
                    <a:pt x="1" y="1973"/>
                    <a:pt x="1587" y="2345"/>
                    <a:pt x="3060" y="2345"/>
                  </a:cubicBezTo>
                  <a:cubicBezTo>
                    <a:pt x="4518" y="2345"/>
                    <a:pt x="6104" y="1973"/>
                    <a:pt x="6104" y="1173"/>
                  </a:cubicBezTo>
                  <a:cubicBezTo>
                    <a:pt x="6104" y="358"/>
                    <a:pt x="4518" y="1"/>
                    <a:pt x="306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4036001" y="3814499"/>
              <a:ext cx="393120" cy="23103"/>
            </a:xfrm>
            <a:custGeom>
              <a:avLst/>
              <a:gdLst/>
              <a:ahLst/>
              <a:cxnLst/>
              <a:rect l="l" t="t" r="r" b="b"/>
              <a:pathLst>
                <a:path w="9750" h="573" extrusionOk="0">
                  <a:moveTo>
                    <a:pt x="1" y="1"/>
                  </a:moveTo>
                  <a:lnTo>
                    <a:pt x="1" y="573"/>
                  </a:lnTo>
                  <a:lnTo>
                    <a:pt x="9749" y="573"/>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8" name="Google Shape;1808;p56"/>
          <p:cNvGrpSpPr/>
          <p:nvPr/>
        </p:nvGrpSpPr>
        <p:grpSpPr>
          <a:xfrm>
            <a:off x="7236441" y="1967353"/>
            <a:ext cx="374689" cy="433879"/>
            <a:chOff x="4061967" y="4209866"/>
            <a:chExt cx="339454" cy="393077"/>
          </a:xfrm>
        </p:grpSpPr>
        <p:sp>
          <p:nvSpPr>
            <p:cNvPr id="1809" name="Google Shape;1809;p56"/>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6"/>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11" name="Google Shape;1811;p56"/>
          <p:cNvCxnSpPr>
            <a:stCxn id="1768" idx="0"/>
          </p:cNvCxnSpPr>
          <p:nvPr/>
        </p:nvCxnSpPr>
        <p:spPr>
          <a:xfrm rot="10800000">
            <a:off x="1721400" y="2634800"/>
            <a:ext cx="0" cy="295800"/>
          </a:xfrm>
          <a:prstGeom prst="straightConnector1">
            <a:avLst/>
          </a:prstGeom>
          <a:noFill/>
          <a:ln w="19050" cap="flat" cmpd="sng">
            <a:solidFill>
              <a:schemeClr val="accent6"/>
            </a:solidFill>
            <a:prstDash val="solid"/>
            <a:round/>
            <a:headEnd type="none" w="med" len="med"/>
            <a:tailEnd type="none" w="med" len="med"/>
          </a:ln>
        </p:spPr>
      </p:cxnSp>
      <p:cxnSp>
        <p:nvCxnSpPr>
          <p:cNvPr id="1812" name="Google Shape;1812;p56"/>
          <p:cNvCxnSpPr>
            <a:stCxn id="1774" idx="0"/>
          </p:cNvCxnSpPr>
          <p:nvPr/>
        </p:nvCxnSpPr>
        <p:spPr>
          <a:xfrm rot="10800000">
            <a:off x="3622196" y="2627300"/>
            <a:ext cx="0" cy="303300"/>
          </a:xfrm>
          <a:prstGeom prst="straightConnector1">
            <a:avLst/>
          </a:prstGeom>
          <a:noFill/>
          <a:ln w="19050" cap="flat" cmpd="sng">
            <a:solidFill>
              <a:schemeClr val="accent6"/>
            </a:solidFill>
            <a:prstDash val="solid"/>
            <a:round/>
            <a:headEnd type="none" w="med" len="med"/>
            <a:tailEnd type="none" w="med" len="med"/>
          </a:ln>
        </p:spPr>
      </p:cxnSp>
      <p:cxnSp>
        <p:nvCxnSpPr>
          <p:cNvPr id="1813" name="Google Shape;1813;p56"/>
          <p:cNvCxnSpPr>
            <a:stCxn id="1771" idx="0"/>
          </p:cNvCxnSpPr>
          <p:nvPr/>
        </p:nvCxnSpPr>
        <p:spPr>
          <a:xfrm rot="10800000">
            <a:off x="5522991" y="2627300"/>
            <a:ext cx="0" cy="303300"/>
          </a:xfrm>
          <a:prstGeom prst="straightConnector1">
            <a:avLst/>
          </a:prstGeom>
          <a:noFill/>
          <a:ln w="19050" cap="flat" cmpd="sng">
            <a:solidFill>
              <a:schemeClr val="accent6"/>
            </a:solidFill>
            <a:prstDash val="solid"/>
            <a:round/>
            <a:headEnd type="none" w="med" len="med"/>
            <a:tailEnd type="none" w="med" len="med"/>
          </a:ln>
        </p:spPr>
      </p:cxnSp>
      <p:cxnSp>
        <p:nvCxnSpPr>
          <p:cNvPr id="1814" name="Google Shape;1814;p56"/>
          <p:cNvCxnSpPr>
            <a:stCxn id="1777" idx="0"/>
          </p:cNvCxnSpPr>
          <p:nvPr/>
        </p:nvCxnSpPr>
        <p:spPr>
          <a:xfrm rot="10800000">
            <a:off x="7423787" y="2634800"/>
            <a:ext cx="0" cy="295800"/>
          </a:xfrm>
          <a:prstGeom prst="straightConnector1">
            <a:avLst/>
          </a:prstGeom>
          <a:noFill/>
          <a:ln w="19050" cap="flat" cmpd="sng">
            <a:solidFill>
              <a:schemeClr val="accent6"/>
            </a:solidFill>
            <a:prstDash val="solid"/>
            <a:round/>
            <a:headEnd type="none" w="med" len="med"/>
            <a:tailEnd type="none" w="med" len="med"/>
          </a:ln>
        </p:spPr>
      </p:cxnSp>
      <p:cxnSp>
        <p:nvCxnSpPr>
          <p:cNvPr id="1815" name="Google Shape;1815;p56"/>
          <p:cNvCxnSpPr/>
          <p:nvPr/>
        </p:nvCxnSpPr>
        <p:spPr>
          <a:xfrm>
            <a:off x="1721400" y="3637781"/>
            <a:ext cx="0" cy="319800"/>
          </a:xfrm>
          <a:prstGeom prst="straightConnector1">
            <a:avLst/>
          </a:prstGeom>
          <a:noFill/>
          <a:ln w="19050" cap="flat" cmpd="sng">
            <a:solidFill>
              <a:schemeClr val="accent6"/>
            </a:solidFill>
            <a:prstDash val="solid"/>
            <a:round/>
            <a:headEnd type="none" w="med" len="med"/>
            <a:tailEnd type="none" w="med" len="med"/>
          </a:ln>
        </p:spPr>
      </p:cxnSp>
      <p:cxnSp>
        <p:nvCxnSpPr>
          <p:cNvPr id="1816" name="Google Shape;1816;p56"/>
          <p:cNvCxnSpPr>
            <a:stCxn id="1774" idx="2"/>
          </p:cNvCxnSpPr>
          <p:nvPr/>
        </p:nvCxnSpPr>
        <p:spPr>
          <a:xfrm>
            <a:off x="3622196" y="3637700"/>
            <a:ext cx="0" cy="325500"/>
          </a:xfrm>
          <a:prstGeom prst="straightConnector1">
            <a:avLst/>
          </a:prstGeom>
          <a:noFill/>
          <a:ln w="19050" cap="flat" cmpd="sng">
            <a:solidFill>
              <a:schemeClr val="accent6"/>
            </a:solidFill>
            <a:prstDash val="solid"/>
            <a:round/>
            <a:headEnd type="none" w="med" len="med"/>
            <a:tailEnd type="none" w="med" len="med"/>
          </a:ln>
        </p:spPr>
      </p:cxnSp>
      <p:cxnSp>
        <p:nvCxnSpPr>
          <p:cNvPr id="1817" name="Google Shape;1817;p56"/>
          <p:cNvCxnSpPr>
            <a:stCxn id="1771" idx="2"/>
          </p:cNvCxnSpPr>
          <p:nvPr/>
        </p:nvCxnSpPr>
        <p:spPr>
          <a:xfrm>
            <a:off x="5522991" y="3637700"/>
            <a:ext cx="0" cy="319800"/>
          </a:xfrm>
          <a:prstGeom prst="straightConnector1">
            <a:avLst/>
          </a:prstGeom>
          <a:noFill/>
          <a:ln w="19050" cap="flat" cmpd="sng">
            <a:solidFill>
              <a:schemeClr val="accent6"/>
            </a:solidFill>
            <a:prstDash val="solid"/>
            <a:round/>
            <a:headEnd type="none" w="med" len="med"/>
            <a:tailEnd type="none" w="med" len="med"/>
          </a:ln>
        </p:spPr>
      </p:cxnSp>
      <p:cxnSp>
        <p:nvCxnSpPr>
          <p:cNvPr id="1818" name="Google Shape;1818;p56"/>
          <p:cNvCxnSpPr>
            <a:stCxn id="1777" idx="2"/>
          </p:cNvCxnSpPr>
          <p:nvPr/>
        </p:nvCxnSpPr>
        <p:spPr>
          <a:xfrm>
            <a:off x="7423787" y="3637700"/>
            <a:ext cx="0" cy="321600"/>
          </a:xfrm>
          <a:prstGeom prst="straightConnector1">
            <a:avLst/>
          </a:prstGeom>
          <a:noFill/>
          <a:ln w="19050" cap="flat" cmpd="sng">
            <a:solidFill>
              <a:schemeClr val="accent6"/>
            </a:solidFill>
            <a:prstDash val="solid"/>
            <a:round/>
            <a:headEnd type="none" w="med" len="med"/>
            <a:tailEnd type="none" w="med" len="med"/>
          </a:ln>
        </p:spPr>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1822"/>
        <p:cNvGrpSpPr/>
        <p:nvPr/>
      </p:nvGrpSpPr>
      <p:grpSpPr>
        <a:xfrm>
          <a:off x="0" y="0"/>
          <a:ext cx="0" cy="0"/>
          <a:chOff x="0" y="0"/>
          <a:chExt cx="0" cy="0"/>
        </a:xfrm>
      </p:grpSpPr>
      <p:sp>
        <p:nvSpPr>
          <p:cNvPr id="1823" name="Google Shape;1823;p57"/>
          <p:cNvSpPr/>
          <p:nvPr/>
        </p:nvSpPr>
        <p:spPr>
          <a:xfrm>
            <a:off x="1771325" y="318403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4" name="Google Shape;1824;p57"/>
          <p:cNvSpPr/>
          <p:nvPr/>
        </p:nvSpPr>
        <p:spPr>
          <a:xfrm flipH="1">
            <a:off x="4824738" y="3184037"/>
            <a:ext cx="2547970" cy="471887"/>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1825" name="Google Shape;1825;p57"/>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26" name="Google Shape;1826;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1827" name="Google Shape;1827;p57"/>
          <p:cNvSpPr txBox="1">
            <a:spLocks noGrp="1"/>
          </p:cNvSpPr>
          <p:nvPr>
            <p:ph type="subTitle" idx="1"/>
          </p:nvPr>
        </p:nvSpPr>
        <p:spPr>
          <a:xfrm>
            <a:off x="1771325" y="3788350"/>
            <a:ext cx="2510700" cy="677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Here you can describe your team member</a:t>
            </a:r>
            <a:endParaRPr/>
          </a:p>
        </p:txBody>
      </p:sp>
      <p:sp>
        <p:nvSpPr>
          <p:cNvPr id="1828" name="Google Shape;1828;p57"/>
          <p:cNvSpPr txBox="1">
            <a:spLocks noGrp="1"/>
          </p:cNvSpPr>
          <p:nvPr>
            <p:ph type="subTitle" idx="2"/>
          </p:nvPr>
        </p:nvSpPr>
        <p:spPr>
          <a:xfrm>
            <a:off x="4843375" y="3788350"/>
            <a:ext cx="2510700" cy="67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you can describe your team member</a:t>
            </a:r>
            <a:endParaRPr/>
          </a:p>
        </p:txBody>
      </p:sp>
      <p:sp>
        <p:nvSpPr>
          <p:cNvPr id="1829" name="Google Shape;1829;p57"/>
          <p:cNvSpPr txBox="1">
            <a:spLocks noGrp="1"/>
          </p:cNvSpPr>
          <p:nvPr>
            <p:ph type="subTitle" idx="3"/>
          </p:nvPr>
        </p:nvSpPr>
        <p:spPr>
          <a:xfrm>
            <a:off x="2113225" y="3255425"/>
            <a:ext cx="2131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Jane Doe</a:t>
            </a:r>
            <a:endParaRPr/>
          </a:p>
        </p:txBody>
      </p:sp>
      <p:sp>
        <p:nvSpPr>
          <p:cNvPr id="1830" name="Google Shape;1830;p57"/>
          <p:cNvSpPr txBox="1">
            <a:spLocks noGrp="1"/>
          </p:cNvSpPr>
          <p:nvPr>
            <p:ph type="subTitle" idx="4"/>
          </p:nvPr>
        </p:nvSpPr>
        <p:spPr>
          <a:xfrm>
            <a:off x="4880425" y="3255425"/>
            <a:ext cx="2131800" cy="329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Nick Cox</a:t>
            </a:r>
            <a:endParaRPr/>
          </a:p>
        </p:txBody>
      </p:sp>
      <p:sp>
        <p:nvSpPr>
          <p:cNvPr id="1831" name="Google Shape;1831;p57"/>
          <p:cNvSpPr/>
          <p:nvPr/>
        </p:nvSpPr>
        <p:spPr>
          <a:xfrm rot="10800000">
            <a:off x="4824739" y="1894997"/>
            <a:ext cx="1240937" cy="1119629"/>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sp>
        <p:nvSpPr>
          <p:cNvPr id="1832" name="Google Shape;1832;p57"/>
          <p:cNvSpPr/>
          <p:nvPr/>
        </p:nvSpPr>
        <p:spPr>
          <a:xfrm>
            <a:off x="3078364" y="1894997"/>
            <a:ext cx="1240937" cy="1119629"/>
          </a:xfrm>
          <a:custGeom>
            <a:avLst/>
            <a:gdLst/>
            <a:ahLst/>
            <a:cxnLst/>
            <a:rect l="l" t="t" r="r" b="b"/>
            <a:pathLst>
              <a:path w="52283" h="47182" extrusionOk="0">
                <a:moveTo>
                  <a:pt x="2915" y="7287"/>
                </a:moveTo>
                <a:lnTo>
                  <a:pt x="8562" y="0"/>
                </a:lnTo>
                <a:lnTo>
                  <a:pt x="42446" y="911"/>
                </a:lnTo>
                <a:lnTo>
                  <a:pt x="50643" y="5829"/>
                </a:lnTo>
                <a:lnTo>
                  <a:pt x="52283" y="16942"/>
                </a:lnTo>
                <a:lnTo>
                  <a:pt x="49550" y="38620"/>
                </a:lnTo>
                <a:lnTo>
                  <a:pt x="44085" y="46635"/>
                </a:lnTo>
                <a:lnTo>
                  <a:pt x="9837" y="47182"/>
                </a:lnTo>
                <a:lnTo>
                  <a:pt x="2733" y="39713"/>
                </a:lnTo>
                <a:lnTo>
                  <a:pt x="0" y="19674"/>
                </a:lnTo>
                <a:close/>
              </a:path>
            </a:pathLst>
          </a:custGeom>
          <a:solidFill>
            <a:schemeClr val="lt1"/>
          </a:solidFill>
          <a:ln w="19050" cap="flat" cmpd="sng">
            <a:solidFill>
              <a:schemeClr val="accent6"/>
            </a:solidFill>
            <a:prstDash val="solid"/>
            <a:round/>
            <a:headEnd type="none" w="med" len="med"/>
            <a:tailEnd type="none" w="med" len="med"/>
          </a:ln>
          <a:effectLst>
            <a:outerShdw dist="19050" dir="3660000" algn="bl" rotWithShape="0">
              <a:schemeClr val="accent6">
                <a:alpha val="84000"/>
              </a:schemeClr>
            </a:outerShdw>
          </a:effectLst>
        </p:spPr>
        <p:txBody>
          <a:bodyPr/>
          <a:lstStyle/>
          <a:p>
            <a:endParaRPr lang="pl-PL"/>
          </a:p>
        </p:txBody>
      </p:sp>
      <p:grpSp>
        <p:nvGrpSpPr>
          <p:cNvPr id="1833" name="Google Shape;1833;p57"/>
          <p:cNvGrpSpPr/>
          <p:nvPr/>
        </p:nvGrpSpPr>
        <p:grpSpPr>
          <a:xfrm>
            <a:off x="5179343" y="2116177"/>
            <a:ext cx="532685" cy="677120"/>
            <a:chOff x="7147436" y="1502999"/>
            <a:chExt cx="279054" cy="354754"/>
          </a:xfrm>
        </p:grpSpPr>
        <p:sp>
          <p:nvSpPr>
            <p:cNvPr id="1834" name="Google Shape;1834;p57"/>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7"/>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7"/>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7"/>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7"/>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7"/>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7"/>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7"/>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7"/>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7"/>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7"/>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7"/>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7"/>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7"/>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7"/>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7"/>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0" name="Google Shape;1850;p57"/>
          <p:cNvGrpSpPr/>
          <p:nvPr/>
        </p:nvGrpSpPr>
        <p:grpSpPr>
          <a:xfrm>
            <a:off x="3447337" y="2116233"/>
            <a:ext cx="502592" cy="677105"/>
            <a:chOff x="5809723" y="2419290"/>
            <a:chExt cx="263316" cy="354728"/>
          </a:xfrm>
        </p:grpSpPr>
        <p:sp>
          <p:nvSpPr>
            <p:cNvPr id="1851" name="Google Shape;1851;p57"/>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7"/>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7"/>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7"/>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7"/>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7"/>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7"/>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7"/>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7"/>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7"/>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7"/>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7"/>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7"/>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7"/>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7"/>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7"/>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7"/>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1871"/>
        <p:cNvGrpSpPr/>
        <p:nvPr/>
      </p:nvGrpSpPr>
      <p:grpSpPr>
        <a:xfrm>
          <a:off x="0" y="0"/>
          <a:ext cx="0" cy="0"/>
          <a:chOff x="0" y="0"/>
          <a:chExt cx="0" cy="0"/>
        </a:xfrm>
      </p:grpSpPr>
      <p:grpSp>
        <p:nvGrpSpPr>
          <p:cNvPr id="1872" name="Google Shape;1872;p58"/>
          <p:cNvGrpSpPr/>
          <p:nvPr/>
        </p:nvGrpSpPr>
        <p:grpSpPr>
          <a:xfrm>
            <a:off x="3319449" y="1590901"/>
            <a:ext cx="5554273" cy="2528127"/>
            <a:chOff x="3319449" y="1590901"/>
            <a:chExt cx="5554273" cy="2528127"/>
          </a:xfrm>
        </p:grpSpPr>
        <p:sp>
          <p:nvSpPr>
            <p:cNvPr id="1873" name="Google Shape;1873;p58"/>
            <p:cNvSpPr/>
            <p:nvPr/>
          </p:nvSpPr>
          <p:spPr>
            <a:xfrm>
              <a:off x="3319449" y="1590901"/>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8"/>
            <p:cNvSpPr/>
            <p:nvPr/>
          </p:nvSpPr>
          <p:spPr>
            <a:xfrm>
              <a:off x="7335449" y="35103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75" name="Google Shape;1875;p58"/>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76" name="Google Shape;1876;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Desktop Web</a:t>
            </a:r>
            <a:endParaRPr/>
          </a:p>
        </p:txBody>
      </p:sp>
      <p:sp>
        <p:nvSpPr>
          <p:cNvPr id="1877" name="Google Shape;1877;p58"/>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878" name="Google Shape;1878;p58"/>
          <p:cNvGrpSpPr/>
          <p:nvPr/>
        </p:nvGrpSpPr>
        <p:grpSpPr>
          <a:xfrm>
            <a:off x="4181900" y="1866375"/>
            <a:ext cx="3814500" cy="2312100"/>
            <a:chOff x="4368575" y="1866375"/>
            <a:chExt cx="3814500" cy="2312100"/>
          </a:xfrm>
        </p:grpSpPr>
        <p:sp>
          <p:nvSpPr>
            <p:cNvPr id="1879" name="Google Shape;1879;p58"/>
            <p:cNvSpPr/>
            <p:nvPr/>
          </p:nvSpPr>
          <p:spPr>
            <a:xfrm>
              <a:off x="4571875" y="1866375"/>
              <a:ext cx="3407700" cy="2100900"/>
            </a:xfrm>
            <a:prstGeom prst="round2SameRect">
              <a:avLst>
                <a:gd name="adj1" fmla="val 3947"/>
                <a:gd name="adj2" fmla="val 0"/>
              </a:avLst>
            </a:prstGeom>
            <a:solidFill>
              <a:schemeClr val="accent5"/>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8"/>
            <p:cNvSpPr/>
            <p:nvPr/>
          </p:nvSpPr>
          <p:spPr>
            <a:xfrm>
              <a:off x="4368575" y="3967275"/>
              <a:ext cx="3814500" cy="211200"/>
            </a:xfrm>
            <a:prstGeom prst="round2SameRect">
              <a:avLst>
                <a:gd name="adj1" fmla="val 3947"/>
                <a:gd name="adj2" fmla="val 25197"/>
              </a:avLst>
            </a:prstGeom>
            <a:solidFill>
              <a:schemeClr val="accent4"/>
            </a:solidFill>
            <a:ln w="28575" cap="flat" cmpd="sng">
              <a:solidFill>
                <a:schemeClr val="accent6"/>
              </a:solidFill>
              <a:prstDash val="solid"/>
              <a:round/>
              <a:headEnd type="none" w="sm" len="sm"/>
              <a:tailEnd type="none" w="sm" len="sm"/>
            </a:ln>
            <a:effectLst>
              <a:outerShdw dist="19050" dir="912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8"/>
            <p:cNvSpPr/>
            <p:nvPr/>
          </p:nvSpPr>
          <p:spPr>
            <a:xfrm>
              <a:off x="6244525" y="19583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2" name="Google Shape;1882;p58"/>
          <p:cNvPicPr preferRelativeResize="0"/>
          <p:nvPr/>
        </p:nvPicPr>
        <p:blipFill>
          <a:blip r:embed="rId3">
            <a:alphaModFix/>
          </a:blip>
          <a:stretch>
            <a:fillRect/>
          </a:stretch>
        </p:blipFill>
        <p:spPr>
          <a:xfrm>
            <a:off x="4511350" y="2097575"/>
            <a:ext cx="3152700" cy="1767300"/>
          </a:xfrm>
          <a:prstGeom prst="round2SameRect">
            <a:avLst>
              <a:gd name="adj1" fmla="val 3652"/>
              <a:gd name="adj2" fmla="val 0"/>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886"/>
        <p:cNvGrpSpPr/>
        <p:nvPr/>
      </p:nvGrpSpPr>
      <p:grpSpPr>
        <a:xfrm>
          <a:off x="0" y="0"/>
          <a:ext cx="0" cy="0"/>
          <a:chOff x="0" y="0"/>
          <a:chExt cx="0" cy="0"/>
        </a:xfrm>
      </p:grpSpPr>
      <p:grpSp>
        <p:nvGrpSpPr>
          <p:cNvPr id="1887" name="Google Shape;1887;p59"/>
          <p:cNvGrpSpPr/>
          <p:nvPr/>
        </p:nvGrpSpPr>
        <p:grpSpPr>
          <a:xfrm>
            <a:off x="564174" y="1512976"/>
            <a:ext cx="3903973" cy="2804352"/>
            <a:chOff x="564174" y="1512976"/>
            <a:chExt cx="3903973" cy="2804352"/>
          </a:xfrm>
        </p:grpSpPr>
        <p:sp>
          <p:nvSpPr>
            <p:cNvPr id="1888" name="Google Shape;1888;p59"/>
            <p:cNvSpPr/>
            <p:nvPr/>
          </p:nvSpPr>
          <p:spPr>
            <a:xfrm>
              <a:off x="2929874" y="15129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9"/>
            <p:cNvSpPr/>
            <p:nvPr/>
          </p:nvSpPr>
          <p:spPr>
            <a:xfrm>
              <a:off x="564174" y="37086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0" name="Google Shape;1890;p59"/>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891" name="Google Shape;1891;p5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Tablet App</a:t>
            </a:r>
            <a:endParaRPr/>
          </a:p>
        </p:txBody>
      </p:sp>
      <p:sp>
        <p:nvSpPr>
          <p:cNvPr id="1892" name="Google Shape;1892;p59"/>
          <p:cNvSpPr txBox="1">
            <a:spLocks noGrp="1"/>
          </p:cNvSpPr>
          <p:nvPr>
            <p:ph type="subTitle" idx="1"/>
          </p:nvPr>
        </p:nvSpPr>
        <p:spPr>
          <a:xfrm>
            <a:off x="4584625"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893" name="Google Shape;1893;p59"/>
          <p:cNvGrpSpPr/>
          <p:nvPr/>
        </p:nvGrpSpPr>
        <p:grpSpPr>
          <a:xfrm>
            <a:off x="1639775" y="1894100"/>
            <a:ext cx="1900800" cy="2742000"/>
            <a:chOff x="1892975" y="1894100"/>
            <a:chExt cx="1900800" cy="2742000"/>
          </a:xfrm>
        </p:grpSpPr>
        <p:sp>
          <p:nvSpPr>
            <p:cNvPr id="1894" name="Google Shape;1894;p59"/>
            <p:cNvSpPr/>
            <p:nvPr/>
          </p:nvSpPr>
          <p:spPr>
            <a:xfrm>
              <a:off x="1892975" y="1894100"/>
              <a:ext cx="1900800" cy="2742000"/>
            </a:xfrm>
            <a:prstGeom prst="roundRect">
              <a:avLst>
                <a:gd name="adj" fmla="val 5187"/>
              </a:avLst>
            </a:prstGeom>
            <a:solidFill>
              <a:schemeClr val="accent5"/>
            </a:solidFill>
            <a:ln w="28575" cap="flat" cmpd="sng">
              <a:solidFill>
                <a:schemeClr val="accent6"/>
              </a:solidFill>
              <a:prstDash val="solid"/>
              <a:round/>
              <a:headEnd type="none" w="sm" len="sm"/>
              <a:tailEnd type="none" w="sm" len="sm"/>
            </a:ln>
            <a:effectLst>
              <a:outerShdw dist="19050" dir="8760000" algn="bl" rotWithShape="0">
                <a:schemeClr val="accent6">
                  <a:alpha val="36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9"/>
            <p:cNvSpPr/>
            <p:nvPr/>
          </p:nvSpPr>
          <p:spPr>
            <a:xfrm>
              <a:off x="2812075" y="19607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96" name="Google Shape;1896;p59"/>
          <p:cNvPicPr preferRelativeResize="0"/>
          <p:nvPr/>
        </p:nvPicPr>
        <p:blipFill rotWithShape="1">
          <a:blip r:embed="rId3">
            <a:alphaModFix/>
          </a:blip>
          <a:srcRect l="52043" r="7966"/>
          <a:stretch/>
        </p:blipFill>
        <p:spPr>
          <a:xfrm>
            <a:off x="1736525" y="2121625"/>
            <a:ext cx="1708800" cy="2403600"/>
          </a:xfrm>
          <a:prstGeom prst="roundRect">
            <a:avLst>
              <a:gd name="adj" fmla="val 4429"/>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900"/>
        <p:cNvGrpSpPr/>
        <p:nvPr/>
      </p:nvGrpSpPr>
      <p:grpSpPr>
        <a:xfrm>
          <a:off x="0" y="0"/>
          <a:ext cx="0" cy="0"/>
          <a:chOff x="0" y="0"/>
          <a:chExt cx="0" cy="0"/>
        </a:xfrm>
      </p:grpSpPr>
      <p:grpSp>
        <p:nvGrpSpPr>
          <p:cNvPr id="1901" name="Google Shape;1901;p60"/>
          <p:cNvGrpSpPr/>
          <p:nvPr/>
        </p:nvGrpSpPr>
        <p:grpSpPr>
          <a:xfrm>
            <a:off x="4240199" y="1599276"/>
            <a:ext cx="3903973" cy="2804352"/>
            <a:chOff x="564174" y="1512976"/>
            <a:chExt cx="3903973" cy="2804352"/>
          </a:xfrm>
        </p:grpSpPr>
        <p:sp>
          <p:nvSpPr>
            <p:cNvPr id="1902" name="Google Shape;1902;p60"/>
            <p:cNvSpPr/>
            <p:nvPr/>
          </p:nvSpPr>
          <p:spPr>
            <a:xfrm>
              <a:off x="2929874" y="15129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60"/>
            <p:cNvSpPr/>
            <p:nvPr/>
          </p:nvSpPr>
          <p:spPr>
            <a:xfrm>
              <a:off x="564174" y="3708676"/>
              <a:ext cx="1538273" cy="608652"/>
            </a:xfrm>
            <a:custGeom>
              <a:avLst/>
              <a:gdLst/>
              <a:ahLst/>
              <a:cxnLst/>
              <a:rect l="l" t="t" r="r" b="b"/>
              <a:pathLst>
                <a:path w="15897" h="6290" extrusionOk="0">
                  <a:moveTo>
                    <a:pt x="12229" y="0"/>
                  </a:moveTo>
                  <a:cubicBezTo>
                    <a:pt x="11775" y="0"/>
                    <a:pt x="11325" y="308"/>
                    <a:pt x="11020" y="667"/>
                  </a:cubicBezTo>
                  <a:cubicBezTo>
                    <a:pt x="10253" y="1578"/>
                    <a:pt x="10043" y="2822"/>
                    <a:pt x="9853" y="4000"/>
                  </a:cubicBezTo>
                  <a:cubicBezTo>
                    <a:pt x="9876" y="3666"/>
                    <a:pt x="9887" y="3333"/>
                    <a:pt x="9787" y="3022"/>
                  </a:cubicBezTo>
                  <a:cubicBezTo>
                    <a:pt x="9676" y="2711"/>
                    <a:pt x="9421" y="2422"/>
                    <a:pt x="9098" y="2389"/>
                  </a:cubicBezTo>
                  <a:cubicBezTo>
                    <a:pt x="9077" y="2387"/>
                    <a:pt x="9055" y="2386"/>
                    <a:pt x="9034" y="2386"/>
                  </a:cubicBezTo>
                  <a:cubicBezTo>
                    <a:pt x="8715" y="2386"/>
                    <a:pt x="8422" y="2619"/>
                    <a:pt x="8276" y="2900"/>
                  </a:cubicBezTo>
                  <a:cubicBezTo>
                    <a:pt x="8110" y="3200"/>
                    <a:pt x="8076" y="3555"/>
                    <a:pt x="8043" y="3900"/>
                  </a:cubicBezTo>
                  <a:cubicBezTo>
                    <a:pt x="7920" y="3367"/>
                    <a:pt x="8043" y="2678"/>
                    <a:pt x="7565" y="2422"/>
                  </a:cubicBezTo>
                  <a:cubicBezTo>
                    <a:pt x="7476" y="2371"/>
                    <a:pt x="7379" y="2348"/>
                    <a:pt x="7281" y="2348"/>
                  </a:cubicBezTo>
                  <a:cubicBezTo>
                    <a:pt x="7059" y="2348"/>
                    <a:pt x="6830" y="2464"/>
                    <a:pt x="6676" y="2634"/>
                  </a:cubicBezTo>
                  <a:cubicBezTo>
                    <a:pt x="6443" y="2878"/>
                    <a:pt x="6343" y="3200"/>
                    <a:pt x="6243" y="3522"/>
                  </a:cubicBezTo>
                  <a:cubicBezTo>
                    <a:pt x="6177" y="3000"/>
                    <a:pt x="6110" y="2489"/>
                    <a:pt x="6021" y="1978"/>
                  </a:cubicBezTo>
                  <a:cubicBezTo>
                    <a:pt x="5899" y="1267"/>
                    <a:pt x="5676" y="479"/>
                    <a:pt x="5044" y="145"/>
                  </a:cubicBezTo>
                  <a:cubicBezTo>
                    <a:pt x="4856" y="48"/>
                    <a:pt x="4651" y="3"/>
                    <a:pt x="4446" y="3"/>
                  </a:cubicBezTo>
                  <a:cubicBezTo>
                    <a:pt x="4043" y="3"/>
                    <a:pt x="3634" y="173"/>
                    <a:pt x="3333" y="445"/>
                  </a:cubicBezTo>
                  <a:cubicBezTo>
                    <a:pt x="2889" y="867"/>
                    <a:pt x="2655" y="1478"/>
                    <a:pt x="2566" y="2078"/>
                  </a:cubicBezTo>
                  <a:cubicBezTo>
                    <a:pt x="2333" y="1667"/>
                    <a:pt x="1867" y="1390"/>
                    <a:pt x="1388" y="1390"/>
                  </a:cubicBezTo>
                  <a:cubicBezTo>
                    <a:pt x="911" y="1390"/>
                    <a:pt x="445" y="1678"/>
                    <a:pt x="222" y="2089"/>
                  </a:cubicBezTo>
                  <a:cubicBezTo>
                    <a:pt x="23" y="2456"/>
                    <a:pt x="0" y="2889"/>
                    <a:pt x="45" y="3289"/>
                  </a:cubicBezTo>
                  <a:cubicBezTo>
                    <a:pt x="134" y="4222"/>
                    <a:pt x="544" y="5233"/>
                    <a:pt x="1222" y="5888"/>
                  </a:cubicBezTo>
                  <a:cubicBezTo>
                    <a:pt x="1356" y="6011"/>
                    <a:pt x="1511" y="6088"/>
                    <a:pt x="1677" y="6144"/>
                  </a:cubicBezTo>
                  <a:cubicBezTo>
                    <a:pt x="1944" y="6230"/>
                    <a:pt x="2255" y="6254"/>
                    <a:pt x="2572" y="6254"/>
                  </a:cubicBezTo>
                  <a:cubicBezTo>
                    <a:pt x="2993" y="6254"/>
                    <a:pt x="3423" y="6211"/>
                    <a:pt x="3766" y="6211"/>
                  </a:cubicBezTo>
                  <a:lnTo>
                    <a:pt x="7421" y="6211"/>
                  </a:lnTo>
                  <a:cubicBezTo>
                    <a:pt x="8665" y="6211"/>
                    <a:pt x="9954" y="6290"/>
                    <a:pt x="11227" y="6290"/>
                  </a:cubicBezTo>
                  <a:cubicBezTo>
                    <a:pt x="11864" y="6290"/>
                    <a:pt x="12497" y="6270"/>
                    <a:pt x="13119" y="6211"/>
                  </a:cubicBezTo>
                  <a:cubicBezTo>
                    <a:pt x="14420" y="6088"/>
                    <a:pt x="15608" y="5177"/>
                    <a:pt x="15841" y="3844"/>
                  </a:cubicBezTo>
                  <a:cubicBezTo>
                    <a:pt x="15897" y="3511"/>
                    <a:pt x="15886" y="3133"/>
                    <a:pt x="15652" y="2878"/>
                  </a:cubicBezTo>
                  <a:cubicBezTo>
                    <a:pt x="15484" y="2689"/>
                    <a:pt x="15247" y="2619"/>
                    <a:pt x="14990" y="2619"/>
                  </a:cubicBezTo>
                  <a:cubicBezTo>
                    <a:pt x="14704" y="2619"/>
                    <a:pt x="14394" y="2706"/>
                    <a:pt x="14131" y="2811"/>
                  </a:cubicBezTo>
                  <a:cubicBezTo>
                    <a:pt x="13552" y="3041"/>
                    <a:pt x="12928" y="3395"/>
                    <a:pt x="12606" y="3894"/>
                  </a:cubicBezTo>
                  <a:lnTo>
                    <a:pt x="12606" y="3894"/>
                  </a:lnTo>
                  <a:cubicBezTo>
                    <a:pt x="12748" y="3463"/>
                    <a:pt x="12892" y="3032"/>
                    <a:pt x="13030" y="2600"/>
                  </a:cubicBezTo>
                  <a:cubicBezTo>
                    <a:pt x="13186" y="2145"/>
                    <a:pt x="13331" y="1678"/>
                    <a:pt x="13297" y="1190"/>
                  </a:cubicBezTo>
                  <a:cubicBezTo>
                    <a:pt x="13264" y="711"/>
                    <a:pt x="13008" y="212"/>
                    <a:pt x="12553" y="56"/>
                  </a:cubicBezTo>
                  <a:cubicBezTo>
                    <a:pt x="12446" y="18"/>
                    <a:pt x="12338" y="0"/>
                    <a:pt x="12229" y="0"/>
                  </a:cubicBezTo>
                  <a:close/>
                </a:path>
              </a:pathLst>
            </a:custGeom>
            <a:solidFill>
              <a:srgbClr val="FFFFFF">
                <a:alpha val="656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04" name="Google Shape;1904;p60"/>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05" name="Google Shape;1905;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Mobile App</a:t>
            </a:r>
            <a:endParaRPr/>
          </a:p>
        </p:txBody>
      </p:sp>
      <p:sp>
        <p:nvSpPr>
          <p:cNvPr id="1906" name="Google Shape;1906;p60"/>
          <p:cNvSpPr txBox="1">
            <a:spLocks noGrp="1"/>
          </p:cNvSpPr>
          <p:nvPr>
            <p:ph type="subTitle" idx="1"/>
          </p:nvPr>
        </p:nvSpPr>
        <p:spPr>
          <a:xfrm>
            <a:off x="1147600" y="1705275"/>
            <a:ext cx="2919600" cy="2742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You can replace the image on the screen with your own work. Just right-click on it and select “Replace image”</a:t>
            </a:r>
            <a:endParaRPr/>
          </a:p>
        </p:txBody>
      </p:sp>
      <p:grpSp>
        <p:nvGrpSpPr>
          <p:cNvPr id="1907" name="Google Shape;1907;p60"/>
          <p:cNvGrpSpPr/>
          <p:nvPr/>
        </p:nvGrpSpPr>
        <p:grpSpPr>
          <a:xfrm>
            <a:off x="5374689" y="1493017"/>
            <a:ext cx="1516423" cy="3142880"/>
            <a:chOff x="2181925" y="1894100"/>
            <a:chExt cx="1323000" cy="2742000"/>
          </a:xfrm>
        </p:grpSpPr>
        <p:sp>
          <p:nvSpPr>
            <p:cNvPr id="1908" name="Google Shape;1908;p60"/>
            <p:cNvSpPr/>
            <p:nvPr/>
          </p:nvSpPr>
          <p:spPr>
            <a:xfrm>
              <a:off x="2181925" y="1894100"/>
              <a:ext cx="1323000" cy="2742000"/>
            </a:xfrm>
            <a:prstGeom prst="roundRect">
              <a:avLst>
                <a:gd name="adj" fmla="val 5187"/>
              </a:avLst>
            </a:prstGeom>
            <a:solidFill>
              <a:schemeClr val="accent5"/>
            </a:solidFill>
            <a:ln w="28575" cap="flat" cmpd="sng">
              <a:solidFill>
                <a:schemeClr val="accent6"/>
              </a:solidFill>
              <a:prstDash val="solid"/>
              <a:round/>
              <a:headEnd type="none" w="sm" len="sm"/>
              <a:tailEnd type="none" w="sm" len="sm"/>
            </a:ln>
            <a:effectLst>
              <a:outerShdw dist="19050" dir="8760000" algn="bl" rotWithShape="0">
                <a:schemeClr val="accent6">
                  <a:alpha val="36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60"/>
            <p:cNvSpPr/>
            <p:nvPr/>
          </p:nvSpPr>
          <p:spPr>
            <a:xfrm>
              <a:off x="2812075" y="1960750"/>
              <a:ext cx="62400" cy="62400"/>
            </a:xfrm>
            <a:prstGeom prst="ellipse">
              <a:avLst/>
            </a:prstGeom>
            <a:solidFill>
              <a:schemeClr val="lt1"/>
            </a:solidFill>
            <a:ln w="28575" cap="flat" cmpd="sng">
              <a:solidFill>
                <a:schemeClr val="accent6"/>
              </a:solidFill>
              <a:prstDash val="solid"/>
              <a:round/>
              <a:headEnd type="none" w="sm" len="sm"/>
              <a:tailEnd type="none" w="sm" len="sm"/>
            </a:ln>
            <a:effectLst>
              <a:outerShdw dist="19050" dir="9180000" algn="bl" rotWithShape="0">
                <a:schemeClr val="accent6">
                  <a:alpha val="38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10" name="Google Shape;1910;p60"/>
          <p:cNvPicPr preferRelativeResize="0"/>
          <p:nvPr/>
        </p:nvPicPr>
        <p:blipFill rotWithShape="1">
          <a:blip r:embed="rId3">
            <a:alphaModFix/>
          </a:blip>
          <a:srcRect l="64894" r="8069"/>
          <a:stretch/>
        </p:blipFill>
        <p:spPr>
          <a:xfrm>
            <a:off x="5470887" y="1753899"/>
            <a:ext cx="1324200" cy="2755200"/>
          </a:xfrm>
          <a:prstGeom prst="roundRect">
            <a:avLst>
              <a:gd name="adj" fmla="val 4429"/>
            </a:avLst>
          </a:prstGeom>
          <a:noFill/>
          <a:ln w="28575" cap="flat" cmpd="sng">
            <a:solidFill>
              <a:schemeClr val="accent6"/>
            </a:solidFill>
            <a:prstDash val="solid"/>
            <a:round/>
            <a:headEnd type="none" w="sm" len="sm"/>
            <a:tailEnd type="none" w="sm" len="sm"/>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914"/>
        <p:cNvGrpSpPr/>
        <p:nvPr/>
      </p:nvGrpSpPr>
      <p:grpSpPr>
        <a:xfrm>
          <a:off x="0" y="0"/>
          <a:ext cx="0" cy="0"/>
          <a:chOff x="0" y="0"/>
          <a:chExt cx="0" cy="0"/>
        </a:xfrm>
      </p:grpSpPr>
      <p:sp>
        <p:nvSpPr>
          <p:cNvPr id="1915" name="Google Shape;1915;p61"/>
          <p:cNvSpPr/>
          <p:nvPr/>
        </p:nvSpPr>
        <p:spPr>
          <a:xfrm>
            <a:off x="4078625" y="1758475"/>
            <a:ext cx="4068679" cy="4579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1916" name="Google Shape;1916;p61"/>
          <p:cNvSpPr txBox="1">
            <a:spLocks noGrp="1"/>
          </p:cNvSpPr>
          <p:nvPr>
            <p:ph type="ctrTitle"/>
          </p:nvPr>
        </p:nvSpPr>
        <p:spPr>
          <a:xfrm>
            <a:off x="3784900" y="856250"/>
            <a:ext cx="4265100" cy="789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Thanks!</a:t>
            </a:r>
            <a:endParaRPr/>
          </a:p>
        </p:txBody>
      </p:sp>
      <p:sp>
        <p:nvSpPr>
          <p:cNvPr id="1917" name="Google Shape;1917;p61"/>
          <p:cNvSpPr txBox="1">
            <a:spLocks noGrp="1"/>
          </p:cNvSpPr>
          <p:nvPr>
            <p:ph type="subTitle" idx="1"/>
          </p:nvPr>
        </p:nvSpPr>
        <p:spPr>
          <a:xfrm>
            <a:off x="3784900" y="1870150"/>
            <a:ext cx="4265100" cy="234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Do you have any questions?</a:t>
            </a:r>
            <a:endParaRPr/>
          </a:p>
        </p:txBody>
      </p:sp>
      <p:sp>
        <p:nvSpPr>
          <p:cNvPr id="1918" name="Google Shape;1918;p61"/>
          <p:cNvSpPr txBox="1">
            <a:spLocks noGrp="1"/>
          </p:cNvSpPr>
          <p:nvPr>
            <p:ph type="subTitle" idx="2"/>
          </p:nvPr>
        </p:nvSpPr>
        <p:spPr>
          <a:xfrm>
            <a:off x="3784900" y="2382088"/>
            <a:ext cx="4265100" cy="698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hlink"/>
                </a:solidFill>
                <a:uFill>
                  <a:noFill/>
                </a:uFill>
                <a:hlinkClick r:id="rId3"/>
              </a:rPr>
              <a:t>youremail@freepik.com</a:t>
            </a:r>
            <a:endParaRPr/>
          </a:p>
          <a:p>
            <a:pPr marL="0" lvl="0" indent="0" algn="r" rtl="0">
              <a:spcBef>
                <a:spcPts val="0"/>
              </a:spcBef>
              <a:spcAft>
                <a:spcPts val="0"/>
              </a:spcAft>
              <a:buNone/>
            </a:pPr>
            <a:r>
              <a:rPr lang="en"/>
              <a:t>+34 654 321 321</a:t>
            </a:r>
            <a:endParaRPr/>
          </a:p>
          <a:p>
            <a:pPr marL="0" lvl="0" indent="0" algn="r" rtl="0">
              <a:spcBef>
                <a:spcPts val="0"/>
              </a:spcBef>
              <a:spcAft>
                <a:spcPts val="0"/>
              </a:spcAft>
              <a:buNone/>
            </a:pPr>
            <a:r>
              <a:rPr lang="en"/>
              <a:t>yourwebsite.com</a:t>
            </a:r>
            <a:endParaRPr/>
          </a:p>
        </p:txBody>
      </p:sp>
      <p:sp>
        <p:nvSpPr>
          <p:cNvPr id="1919" name="Google Shape;1919;p61"/>
          <p:cNvSpPr txBox="1"/>
          <p:nvPr/>
        </p:nvSpPr>
        <p:spPr>
          <a:xfrm>
            <a:off x="4962650" y="4198013"/>
            <a:ext cx="3000000" cy="234600"/>
          </a:xfrm>
          <a:prstGeom prst="rect">
            <a:avLst/>
          </a:prstGeom>
          <a:noFill/>
          <a:ln>
            <a:noFill/>
          </a:ln>
        </p:spPr>
        <p:txBody>
          <a:bodyPr spcFirstLastPara="1" wrap="square" lIns="91425" tIns="91425" rIns="91425" bIns="91425" anchor="ctr" anchorCtr="0">
            <a:noAutofit/>
          </a:bodyPr>
          <a:lstStyle/>
          <a:p>
            <a:pPr marL="0" lvl="0" indent="0" algn="r" rtl="0">
              <a:spcBef>
                <a:spcPts val="300"/>
              </a:spcBef>
              <a:spcAft>
                <a:spcPts val="0"/>
              </a:spcAft>
              <a:buNone/>
            </a:pPr>
            <a:r>
              <a:rPr lang="en" sz="1000" b="1">
                <a:solidFill>
                  <a:schemeClr val="dk1"/>
                </a:solidFill>
                <a:latin typeface="Coda"/>
                <a:ea typeface="Coda"/>
                <a:cs typeface="Coda"/>
                <a:sym typeface="Coda"/>
              </a:rPr>
              <a:t>Please keep this slide for attribution</a:t>
            </a:r>
            <a:endParaRPr sz="1000" b="1">
              <a:solidFill>
                <a:schemeClr val="dk1"/>
              </a:solidFill>
              <a:latin typeface="Coda"/>
              <a:ea typeface="Coda"/>
              <a:cs typeface="Coda"/>
              <a:sym typeface="Coda"/>
            </a:endParaRPr>
          </a:p>
        </p:txBody>
      </p:sp>
      <p:grpSp>
        <p:nvGrpSpPr>
          <p:cNvPr id="1920" name="Google Shape;1920;p61"/>
          <p:cNvGrpSpPr/>
          <p:nvPr/>
        </p:nvGrpSpPr>
        <p:grpSpPr>
          <a:xfrm>
            <a:off x="5926512" y="3245881"/>
            <a:ext cx="425490" cy="425526"/>
            <a:chOff x="2866317" y="3817357"/>
            <a:chExt cx="356865" cy="356865"/>
          </a:xfrm>
        </p:grpSpPr>
        <p:sp>
          <p:nvSpPr>
            <p:cNvPr id="1921" name="Google Shape;1921;p61"/>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61"/>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61"/>
          <p:cNvGrpSpPr/>
          <p:nvPr/>
        </p:nvGrpSpPr>
        <p:grpSpPr>
          <a:xfrm>
            <a:off x="6461180" y="3245881"/>
            <a:ext cx="425490" cy="425088"/>
            <a:chOff x="3314750" y="3817357"/>
            <a:chExt cx="356865" cy="356498"/>
          </a:xfrm>
        </p:grpSpPr>
        <p:sp>
          <p:nvSpPr>
            <p:cNvPr id="1924" name="Google Shape;1924;p61"/>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61"/>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61"/>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61"/>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8" name="Google Shape;1928;p61"/>
          <p:cNvGrpSpPr/>
          <p:nvPr/>
        </p:nvGrpSpPr>
        <p:grpSpPr>
          <a:xfrm>
            <a:off x="6995847" y="3245881"/>
            <a:ext cx="425490" cy="425088"/>
            <a:chOff x="3763184" y="3817357"/>
            <a:chExt cx="356865" cy="356498"/>
          </a:xfrm>
        </p:grpSpPr>
        <p:sp>
          <p:nvSpPr>
            <p:cNvPr id="1929" name="Google Shape;1929;p61"/>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61"/>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61"/>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61"/>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61"/>
          <p:cNvGrpSpPr/>
          <p:nvPr/>
        </p:nvGrpSpPr>
        <p:grpSpPr>
          <a:xfrm>
            <a:off x="7530952" y="3245881"/>
            <a:ext cx="425052" cy="425088"/>
            <a:chOff x="4211985" y="3817357"/>
            <a:chExt cx="356498" cy="356498"/>
          </a:xfrm>
        </p:grpSpPr>
        <p:sp>
          <p:nvSpPr>
            <p:cNvPr id="1934" name="Google Shape;1934;p61"/>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dk1"/>
            </a:solid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61"/>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6" name="Google Shape;1936;p61"/>
          <p:cNvGrpSpPr/>
          <p:nvPr/>
        </p:nvGrpSpPr>
        <p:grpSpPr>
          <a:xfrm>
            <a:off x="434090" y="1645244"/>
            <a:ext cx="3587230" cy="3115591"/>
            <a:chOff x="1340750" y="3084050"/>
            <a:chExt cx="994850" cy="864050"/>
          </a:xfrm>
        </p:grpSpPr>
        <p:sp>
          <p:nvSpPr>
            <p:cNvPr id="1937" name="Google Shape;1937;p61"/>
            <p:cNvSpPr/>
            <p:nvPr/>
          </p:nvSpPr>
          <p:spPr>
            <a:xfrm>
              <a:off x="1487125" y="3677700"/>
              <a:ext cx="848475" cy="270400"/>
            </a:xfrm>
            <a:custGeom>
              <a:avLst/>
              <a:gdLst/>
              <a:ahLst/>
              <a:cxnLst/>
              <a:rect l="l" t="t" r="r" b="b"/>
              <a:pathLst>
                <a:path w="33939" h="10816" extrusionOk="0">
                  <a:moveTo>
                    <a:pt x="28874" y="0"/>
                  </a:moveTo>
                  <a:cubicBezTo>
                    <a:pt x="28493" y="0"/>
                    <a:pt x="28098" y="48"/>
                    <a:pt x="27739" y="85"/>
                  </a:cubicBezTo>
                  <a:lnTo>
                    <a:pt x="0" y="85"/>
                  </a:lnTo>
                  <a:lnTo>
                    <a:pt x="0" y="10816"/>
                  </a:lnTo>
                  <a:lnTo>
                    <a:pt x="30428" y="10816"/>
                  </a:lnTo>
                  <a:lnTo>
                    <a:pt x="30428" y="10505"/>
                  </a:lnTo>
                  <a:cubicBezTo>
                    <a:pt x="31216" y="10272"/>
                    <a:pt x="31961" y="9850"/>
                    <a:pt x="32627" y="9238"/>
                  </a:cubicBezTo>
                  <a:cubicBezTo>
                    <a:pt x="32705" y="9161"/>
                    <a:pt x="32793" y="9072"/>
                    <a:pt x="32805" y="8961"/>
                  </a:cubicBezTo>
                  <a:cubicBezTo>
                    <a:pt x="32826" y="8858"/>
                    <a:pt x="32751" y="8736"/>
                    <a:pt x="32652" y="8736"/>
                  </a:cubicBezTo>
                  <a:cubicBezTo>
                    <a:pt x="32644" y="8736"/>
                    <a:pt x="32636" y="8737"/>
                    <a:pt x="32627" y="8739"/>
                  </a:cubicBezTo>
                  <a:cubicBezTo>
                    <a:pt x="33260" y="8161"/>
                    <a:pt x="33682" y="7350"/>
                    <a:pt x="33783" y="6506"/>
                  </a:cubicBezTo>
                  <a:cubicBezTo>
                    <a:pt x="33793" y="6417"/>
                    <a:pt x="33793" y="6328"/>
                    <a:pt x="33749" y="6251"/>
                  </a:cubicBezTo>
                  <a:cubicBezTo>
                    <a:pt x="33725" y="6194"/>
                    <a:pt x="33665" y="6155"/>
                    <a:pt x="33605" y="6155"/>
                  </a:cubicBezTo>
                  <a:cubicBezTo>
                    <a:pt x="33582" y="6155"/>
                    <a:pt x="33559" y="6160"/>
                    <a:pt x="33538" y="6172"/>
                  </a:cubicBezTo>
                  <a:cubicBezTo>
                    <a:pt x="33738" y="5950"/>
                    <a:pt x="33838" y="5673"/>
                    <a:pt x="33882" y="5384"/>
                  </a:cubicBezTo>
                  <a:cubicBezTo>
                    <a:pt x="33938" y="5039"/>
                    <a:pt x="33916" y="4662"/>
                    <a:pt x="33860" y="4306"/>
                  </a:cubicBezTo>
                  <a:cubicBezTo>
                    <a:pt x="33738" y="3562"/>
                    <a:pt x="33527" y="2829"/>
                    <a:pt x="33316" y="2107"/>
                  </a:cubicBezTo>
                  <a:cubicBezTo>
                    <a:pt x="33272" y="1963"/>
                    <a:pt x="33216" y="1807"/>
                    <a:pt x="33094" y="1729"/>
                  </a:cubicBezTo>
                  <a:cubicBezTo>
                    <a:pt x="33065" y="1714"/>
                    <a:pt x="33032" y="1708"/>
                    <a:pt x="32998" y="1708"/>
                  </a:cubicBezTo>
                  <a:cubicBezTo>
                    <a:pt x="32877" y="1708"/>
                    <a:pt x="32748" y="1794"/>
                    <a:pt x="32783" y="1907"/>
                  </a:cubicBezTo>
                  <a:cubicBezTo>
                    <a:pt x="32361" y="1418"/>
                    <a:pt x="31916" y="918"/>
                    <a:pt x="31316" y="707"/>
                  </a:cubicBezTo>
                  <a:cubicBezTo>
                    <a:pt x="31016" y="607"/>
                    <a:pt x="30705" y="551"/>
                    <a:pt x="30428" y="418"/>
                  </a:cubicBezTo>
                  <a:lnTo>
                    <a:pt x="30428" y="85"/>
                  </a:lnTo>
                  <a:lnTo>
                    <a:pt x="29628" y="85"/>
                  </a:lnTo>
                  <a:cubicBezTo>
                    <a:pt x="29561" y="62"/>
                    <a:pt x="29483" y="52"/>
                    <a:pt x="29416" y="40"/>
                  </a:cubicBezTo>
                  <a:cubicBezTo>
                    <a:pt x="29242" y="11"/>
                    <a:pt x="29060" y="0"/>
                    <a:pt x="2887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1"/>
            <p:cNvSpPr/>
            <p:nvPr/>
          </p:nvSpPr>
          <p:spPr>
            <a:xfrm>
              <a:off x="1487125" y="3533450"/>
              <a:ext cx="837350" cy="251225"/>
            </a:xfrm>
            <a:custGeom>
              <a:avLst/>
              <a:gdLst/>
              <a:ahLst/>
              <a:cxnLst/>
              <a:rect l="l" t="t" r="r" b="b"/>
              <a:pathLst>
                <a:path w="33494" h="10049" extrusionOk="0">
                  <a:moveTo>
                    <a:pt x="27084" y="1"/>
                  </a:moveTo>
                  <a:cubicBezTo>
                    <a:pt x="26484" y="789"/>
                    <a:pt x="26062" y="1700"/>
                    <a:pt x="25851" y="2667"/>
                  </a:cubicBezTo>
                  <a:cubicBezTo>
                    <a:pt x="25806" y="2878"/>
                    <a:pt x="25762" y="3100"/>
                    <a:pt x="25607" y="3233"/>
                  </a:cubicBezTo>
                  <a:cubicBezTo>
                    <a:pt x="25506" y="3322"/>
                    <a:pt x="25384" y="3366"/>
                    <a:pt x="25262" y="3411"/>
                  </a:cubicBezTo>
                  <a:cubicBezTo>
                    <a:pt x="25195" y="3445"/>
                    <a:pt x="25128" y="3467"/>
                    <a:pt x="25051" y="3500"/>
                  </a:cubicBezTo>
                  <a:cubicBezTo>
                    <a:pt x="24829" y="3689"/>
                    <a:pt x="24585" y="3855"/>
                    <a:pt x="24395" y="4067"/>
                  </a:cubicBezTo>
                  <a:cubicBezTo>
                    <a:pt x="24051" y="4444"/>
                    <a:pt x="23551" y="5277"/>
                    <a:pt x="22963" y="5433"/>
                  </a:cubicBezTo>
                  <a:cubicBezTo>
                    <a:pt x="22232" y="5810"/>
                    <a:pt x="21490" y="5862"/>
                    <a:pt x="20716" y="5862"/>
                  </a:cubicBezTo>
                  <a:cubicBezTo>
                    <a:pt x="20419" y="5862"/>
                    <a:pt x="20116" y="5855"/>
                    <a:pt x="19808" y="5855"/>
                  </a:cubicBezTo>
                  <a:lnTo>
                    <a:pt x="0" y="5855"/>
                  </a:lnTo>
                  <a:lnTo>
                    <a:pt x="0" y="9921"/>
                  </a:lnTo>
                  <a:cubicBezTo>
                    <a:pt x="467" y="9943"/>
                    <a:pt x="945" y="9932"/>
                    <a:pt x="1400" y="9943"/>
                  </a:cubicBezTo>
                  <a:cubicBezTo>
                    <a:pt x="2289" y="9977"/>
                    <a:pt x="3189" y="9987"/>
                    <a:pt x="4078" y="9987"/>
                  </a:cubicBezTo>
                  <a:cubicBezTo>
                    <a:pt x="4811" y="9993"/>
                    <a:pt x="5544" y="9996"/>
                    <a:pt x="6277" y="9996"/>
                  </a:cubicBezTo>
                  <a:cubicBezTo>
                    <a:pt x="7010" y="9996"/>
                    <a:pt x="7744" y="9993"/>
                    <a:pt x="8477" y="9987"/>
                  </a:cubicBezTo>
                  <a:cubicBezTo>
                    <a:pt x="10143" y="9987"/>
                    <a:pt x="11820" y="9987"/>
                    <a:pt x="13486" y="9999"/>
                  </a:cubicBezTo>
                  <a:cubicBezTo>
                    <a:pt x="15031" y="10009"/>
                    <a:pt x="16575" y="9999"/>
                    <a:pt x="18119" y="10021"/>
                  </a:cubicBezTo>
                  <a:cubicBezTo>
                    <a:pt x="18761" y="10026"/>
                    <a:pt x="19406" y="10049"/>
                    <a:pt x="20049" y="10049"/>
                  </a:cubicBezTo>
                  <a:cubicBezTo>
                    <a:pt x="20764" y="10049"/>
                    <a:pt x="21477" y="10021"/>
                    <a:pt x="22185" y="9910"/>
                  </a:cubicBezTo>
                  <a:cubicBezTo>
                    <a:pt x="21840" y="9743"/>
                    <a:pt x="21496" y="9587"/>
                    <a:pt x="21196" y="9332"/>
                  </a:cubicBezTo>
                  <a:cubicBezTo>
                    <a:pt x="21151" y="9298"/>
                    <a:pt x="21174" y="9243"/>
                    <a:pt x="21207" y="9221"/>
                  </a:cubicBezTo>
                  <a:cubicBezTo>
                    <a:pt x="21696" y="9021"/>
                    <a:pt x="22218" y="8987"/>
                    <a:pt x="22740" y="8977"/>
                  </a:cubicBezTo>
                  <a:cubicBezTo>
                    <a:pt x="23351" y="8965"/>
                    <a:pt x="23962" y="8932"/>
                    <a:pt x="24573" y="8910"/>
                  </a:cubicBezTo>
                  <a:cubicBezTo>
                    <a:pt x="25950" y="8843"/>
                    <a:pt x="27340" y="8787"/>
                    <a:pt x="28728" y="8732"/>
                  </a:cubicBezTo>
                  <a:cubicBezTo>
                    <a:pt x="30317" y="8676"/>
                    <a:pt x="31905" y="8577"/>
                    <a:pt x="33494" y="8510"/>
                  </a:cubicBezTo>
                  <a:cubicBezTo>
                    <a:pt x="33438" y="8299"/>
                    <a:pt x="33371" y="8088"/>
                    <a:pt x="33316" y="7877"/>
                  </a:cubicBezTo>
                  <a:cubicBezTo>
                    <a:pt x="33272" y="7733"/>
                    <a:pt x="33216" y="7577"/>
                    <a:pt x="33094" y="7499"/>
                  </a:cubicBezTo>
                  <a:cubicBezTo>
                    <a:pt x="33065" y="7484"/>
                    <a:pt x="33032" y="7478"/>
                    <a:pt x="32998" y="7478"/>
                  </a:cubicBezTo>
                  <a:cubicBezTo>
                    <a:pt x="32877" y="7478"/>
                    <a:pt x="32748" y="7564"/>
                    <a:pt x="32783" y="7677"/>
                  </a:cubicBezTo>
                  <a:cubicBezTo>
                    <a:pt x="32361" y="7188"/>
                    <a:pt x="31916" y="6688"/>
                    <a:pt x="31316" y="6477"/>
                  </a:cubicBezTo>
                  <a:cubicBezTo>
                    <a:pt x="31016" y="6377"/>
                    <a:pt x="30705" y="6321"/>
                    <a:pt x="30428" y="6188"/>
                  </a:cubicBezTo>
                  <a:lnTo>
                    <a:pt x="30428" y="5855"/>
                  </a:lnTo>
                  <a:lnTo>
                    <a:pt x="29628" y="5855"/>
                  </a:lnTo>
                  <a:cubicBezTo>
                    <a:pt x="29561" y="5832"/>
                    <a:pt x="29483" y="5822"/>
                    <a:pt x="29416" y="5810"/>
                  </a:cubicBezTo>
                  <a:cubicBezTo>
                    <a:pt x="29208" y="5775"/>
                    <a:pt x="28998" y="5762"/>
                    <a:pt x="28786" y="5762"/>
                  </a:cubicBezTo>
                  <a:cubicBezTo>
                    <a:pt x="28197" y="5762"/>
                    <a:pt x="27601" y="5866"/>
                    <a:pt x="27028" y="5899"/>
                  </a:cubicBezTo>
                  <a:cubicBezTo>
                    <a:pt x="26830" y="5913"/>
                    <a:pt x="26631" y="5919"/>
                    <a:pt x="26434" y="5919"/>
                  </a:cubicBezTo>
                  <a:cubicBezTo>
                    <a:pt x="25803" y="5919"/>
                    <a:pt x="25179" y="5854"/>
                    <a:pt x="24562" y="5744"/>
                  </a:cubicBezTo>
                  <a:cubicBezTo>
                    <a:pt x="24506" y="5744"/>
                    <a:pt x="24451" y="5733"/>
                    <a:pt x="24407" y="5711"/>
                  </a:cubicBezTo>
                  <a:cubicBezTo>
                    <a:pt x="24362" y="5699"/>
                    <a:pt x="24318" y="5677"/>
                    <a:pt x="24296" y="5644"/>
                  </a:cubicBezTo>
                  <a:cubicBezTo>
                    <a:pt x="24251" y="5610"/>
                    <a:pt x="24240" y="5566"/>
                    <a:pt x="24240" y="5521"/>
                  </a:cubicBezTo>
                  <a:cubicBezTo>
                    <a:pt x="24229" y="5466"/>
                    <a:pt x="24229" y="5410"/>
                    <a:pt x="24251" y="5344"/>
                  </a:cubicBezTo>
                  <a:cubicBezTo>
                    <a:pt x="24451" y="4744"/>
                    <a:pt x="25017" y="4411"/>
                    <a:pt x="25506" y="4077"/>
                  </a:cubicBezTo>
                  <a:cubicBezTo>
                    <a:pt x="26062" y="3711"/>
                    <a:pt x="26528" y="3245"/>
                    <a:pt x="27106" y="2922"/>
                  </a:cubicBezTo>
                  <a:cubicBezTo>
                    <a:pt x="27851" y="2500"/>
                    <a:pt x="28606" y="2033"/>
                    <a:pt x="29095" y="1356"/>
                  </a:cubicBezTo>
                  <a:cubicBezTo>
                    <a:pt x="29083" y="1300"/>
                    <a:pt x="29072" y="1233"/>
                    <a:pt x="29061" y="1178"/>
                  </a:cubicBezTo>
                  <a:cubicBezTo>
                    <a:pt x="28728" y="1356"/>
                    <a:pt x="28372" y="1512"/>
                    <a:pt x="28050" y="1700"/>
                  </a:cubicBezTo>
                  <a:cubicBezTo>
                    <a:pt x="27673" y="1922"/>
                    <a:pt x="27239" y="2378"/>
                    <a:pt x="26773" y="2500"/>
                  </a:cubicBezTo>
                  <a:cubicBezTo>
                    <a:pt x="26728" y="2538"/>
                    <a:pt x="26668" y="2570"/>
                    <a:pt x="26616" y="2570"/>
                  </a:cubicBezTo>
                  <a:cubicBezTo>
                    <a:pt x="26591" y="2570"/>
                    <a:pt x="26569" y="2563"/>
                    <a:pt x="26550" y="2544"/>
                  </a:cubicBezTo>
                  <a:lnTo>
                    <a:pt x="26540" y="2534"/>
                  </a:lnTo>
                  <a:cubicBezTo>
                    <a:pt x="26495" y="2534"/>
                    <a:pt x="26461" y="2522"/>
                    <a:pt x="26417" y="2522"/>
                  </a:cubicBezTo>
                  <a:cubicBezTo>
                    <a:pt x="26362" y="2511"/>
                    <a:pt x="26306" y="2445"/>
                    <a:pt x="26328" y="2389"/>
                  </a:cubicBezTo>
                  <a:cubicBezTo>
                    <a:pt x="26473" y="1734"/>
                    <a:pt x="26717" y="1089"/>
                    <a:pt x="27084" y="534"/>
                  </a:cubicBezTo>
                  <a:cubicBezTo>
                    <a:pt x="27117" y="478"/>
                    <a:pt x="27140" y="423"/>
                    <a:pt x="27172" y="367"/>
                  </a:cubicBezTo>
                  <a:cubicBezTo>
                    <a:pt x="27162" y="234"/>
                    <a:pt x="27140" y="112"/>
                    <a:pt x="27084" y="1"/>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1"/>
            <p:cNvSpPr/>
            <p:nvPr/>
          </p:nvSpPr>
          <p:spPr>
            <a:xfrm>
              <a:off x="1483525" y="3831450"/>
              <a:ext cx="848450" cy="116650"/>
            </a:xfrm>
            <a:custGeom>
              <a:avLst/>
              <a:gdLst/>
              <a:ahLst/>
              <a:cxnLst/>
              <a:rect l="l" t="t" r="r" b="b"/>
              <a:pathLst>
                <a:path w="33938" h="4666" extrusionOk="0">
                  <a:moveTo>
                    <a:pt x="33693" y="0"/>
                  </a:moveTo>
                  <a:cubicBezTo>
                    <a:pt x="33549" y="22"/>
                    <a:pt x="33404" y="56"/>
                    <a:pt x="33249" y="78"/>
                  </a:cubicBezTo>
                  <a:cubicBezTo>
                    <a:pt x="31138" y="78"/>
                    <a:pt x="29005" y="434"/>
                    <a:pt x="26884" y="478"/>
                  </a:cubicBezTo>
                  <a:cubicBezTo>
                    <a:pt x="26406" y="489"/>
                    <a:pt x="25761" y="678"/>
                    <a:pt x="25817" y="1145"/>
                  </a:cubicBezTo>
                  <a:cubicBezTo>
                    <a:pt x="26439" y="1355"/>
                    <a:pt x="27017" y="1689"/>
                    <a:pt x="27516" y="2111"/>
                  </a:cubicBezTo>
                  <a:cubicBezTo>
                    <a:pt x="24605" y="2305"/>
                    <a:pt x="21686" y="2401"/>
                    <a:pt x="18764" y="2401"/>
                  </a:cubicBezTo>
                  <a:cubicBezTo>
                    <a:pt x="16680" y="2401"/>
                    <a:pt x="14594" y="2353"/>
                    <a:pt x="12509" y="2256"/>
                  </a:cubicBezTo>
                  <a:cubicBezTo>
                    <a:pt x="12509" y="1611"/>
                    <a:pt x="13020" y="989"/>
                    <a:pt x="13664" y="867"/>
                  </a:cubicBezTo>
                  <a:cubicBezTo>
                    <a:pt x="9954" y="867"/>
                    <a:pt x="6243" y="856"/>
                    <a:pt x="2522" y="844"/>
                  </a:cubicBezTo>
                  <a:cubicBezTo>
                    <a:pt x="2219" y="844"/>
                    <a:pt x="1653" y="772"/>
                    <a:pt x="1142" y="772"/>
                  </a:cubicBezTo>
                  <a:cubicBezTo>
                    <a:pt x="697" y="772"/>
                    <a:pt x="294" y="827"/>
                    <a:pt x="144" y="1034"/>
                  </a:cubicBezTo>
                  <a:cubicBezTo>
                    <a:pt x="0" y="1244"/>
                    <a:pt x="144" y="2078"/>
                    <a:pt x="144" y="2333"/>
                  </a:cubicBezTo>
                  <a:lnTo>
                    <a:pt x="144" y="4666"/>
                  </a:lnTo>
                  <a:lnTo>
                    <a:pt x="30572" y="4666"/>
                  </a:lnTo>
                  <a:lnTo>
                    <a:pt x="30572" y="4355"/>
                  </a:lnTo>
                  <a:cubicBezTo>
                    <a:pt x="31360" y="4122"/>
                    <a:pt x="32105" y="3700"/>
                    <a:pt x="32771" y="3088"/>
                  </a:cubicBezTo>
                  <a:cubicBezTo>
                    <a:pt x="32849" y="3011"/>
                    <a:pt x="32937" y="2922"/>
                    <a:pt x="32949" y="2811"/>
                  </a:cubicBezTo>
                  <a:cubicBezTo>
                    <a:pt x="32970" y="2708"/>
                    <a:pt x="32895" y="2586"/>
                    <a:pt x="32796" y="2586"/>
                  </a:cubicBezTo>
                  <a:cubicBezTo>
                    <a:pt x="32788" y="2586"/>
                    <a:pt x="32780" y="2587"/>
                    <a:pt x="32771" y="2589"/>
                  </a:cubicBezTo>
                  <a:cubicBezTo>
                    <a:pt x="33404" y="2011"/>
                    <a:pt x="33826" y="1200"/>
                    <a:pt x="33927" y="356"/>
                  </a:cubicBezTo>
                  <a:cubicBezTo>
                    <a:pt x="33937" y="267"/>
                    <a:pt x="33937" y="178"/>
                    <a:pt x="33893" y="101"/>
                  </a:cubicBezTo>
                  <a:cubicBezTo>
                    <a:pt x="33869" y="44"/>
                    <a:pt x="33809" y="5"/>
                    <a:pt x="33749" y="5"/>
                  </a:cubicBezTo>
                  <a:cubicBezTo>
                    <a:pt x="33729" y="5"/>
                    <a:pt x="33709" y="9"/>
                    <a:pt x="33691" y="18"/>
                  </a:cubicBezTo>
                  <a:lnTo>
                    <a:pt x="33691" y="18"/>
                  </a:lnTo>
                  <a:cubicBezTo>
                    <a:pt x="33693" y="14"/>
                    <a:pt x="33693" y="7"/>
                    <a:pt x="33693" y="0"/>
                  </a:cubicBezTo>
                  <a:close/>
                </a:path>
              </a:pathLst>
            </a:custGeom>
            <a:solidFill>
              <a:srgbClr val="072D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1"/>
            <p:cNvSpPr/>
            <p:nvPr/>
          </p:nvSpPr>
          <p:spPr>
            <a:xfrm>
              <a:off x="1340750" y="3677550"/>
              <a:ext cx="267475" cy="268825"/>
            </a:xfrm>
            <a:custGeom>
              <a:avLst/>
              <a:gdLst/>
              <a:ahLst/>
              <a:cxnLst/>
              <a:rect l="l" t="t" r="r" b="b"/>
              <a:pathLst>
                <a:path w="10699" h="10753" extrusionOk="0">
                  <a:moveTo>
                    <a:pt x="5658" y="0"/>
                  </a:moveTo>
                  <a:cubicBezTo>
                    <a:pt x="5221" y="0"/>
                    <a:pt x="4760" y="62"/>
                    <a:pt x="4356" y="102"/>
                  </a:cubicBezTo>
                  <a:cubicBezTo>
                    <a:pt x="4023" y="135"/>
                    <a:pt x="3678" y="180"/>
                    <a:pt x="3356" y="313"/>
                  </a:cubicBezTo>
                  <a:cubicBezTo>
                    <a:pt x="3023" y="446"/>
                    <a:pt x="2734" y="658"/>
                    <a:pt x="2456" y="891"/>
                  </a:cubicBezTo>
                  <a:cubicBezTo>
                    <a:pt x="1767" y="1446"/>
                    <a:pt x="1167" y="2113"/>
                    <a:pt x="712" y="2868"/>
                  </a:cubicBezTo>
                  <a:cubicBezTo>
                    <a:pt x="190" y="3746"/>
                    <a:pt x="0" y="4679"/>
                    <a:pt x="12" y="5701"/>
                  </a:cubicBezTo>
                  <a:cubicBezTo>
                    <a:pt x="12" y="6368"/>
                    <a:pt x="157" y="7045"/>
                    <a:pt x="512" y="7600"/>
                  </a:cubicBezTo>
                  <a:cubicBezTo>
                    <a:pt x="401" y="7467"/>
                    <a:pt x="246" y="7378"/>
                    <a:pt x="79" y="7356"/>
                  </a:cubicBezTo>
                  <a:lnTo>
                    <a:pt x="79" y="7356"/>
                  </a:lnTo>
                  <a:cubicBezTo>
                    <a:pt x="68" y="7511"/>
                    <a:pt x="135" y="7656"/>
                    <a:pt x="201" y="7800"/>
                  </a:cubicBezTo>
                  <a:cubicBezTo>
                    <a:pt x="701" y="8800"/>
                    <a:pt x="1601" y="9578"/>
                    <a:pt x="2623" y="10066"/>
                  </a:cubicBezTo>
                  <a:cubicBezTo>
                    <a:pt x="3563" y="10514"/>
                    <a:pt x="4557" y="10753"/>
                    <a:pt x="5535" y="10753"/>
                  </a:cubicBezTo>
                  <a:cubicBezTo>
                    <a:pt x="6913" y="10753"/>
                    <a:pt x="8259" y="10278"/>
                    <a:pt x="9377" y="9244"/>
                  </a:cubicBezTo>
                  <a:cubicBezTo>
                    <a:pt x="9466" y="9167"/>
                    <a:pt x="9543" y="9078"/>
                    <a:pt x="9566" y="8967"/>
                  </a:cubicBezTo>
                  <a:cubicBezTo>
                    <a:pt x="9576" y="8864"/>
                    <a:pt x="9501" y="8742"/>
                    <a:pt x="9402" y="8742"/>
                  </a:cubicBezTo>
                  <a:cubicBezTo>
                    <a:pt x="9394" y="8742"/>
                    <a:pt x="9385" y="8743"/>
                    <a:pt x="9377" y="8745"/>
                  </a:cubicBezTo>
                  <a:cubicBezTo>
                    <a:pt x="10021" y="8178"/>
                    <a:pt x="10432" y="7367"/>
                    <a:pt x="10533" y="6512"/>
                  </a:cubicBezTo>
                  <a:cubicBezTo>
                    <a:pt x="10543" y="6423"/>
                    <a:pt x="10555" y="6334"/>
                    <a:pt x="10510" y="6257"/>
                  </a:cubicBezTo>
                  <a:cubicBezTo>
                    <a:pt x="10478" y="6200"/>
                    <a:pt x="10416" y="6161"/>
                    <a:pt x="10359" y="6161"/>
                  </a:cubicBezTo>
                  <a:cubicBezTo>
                    <a:pt x="10338" y="6161"/>
                    <a:pt x="10317" y="6166"/>
                    <a:pt x="10299" y="6178"/>
                  </a:cubicBezTo>
                  <a:cubicBezTo>
                    <a:pt x="10488" y="5956"/>
                    <a:pt x="10588" y="5679"/>
                    <a:pt x="10644" y="5390"/>
                  </a:cubicBezTo>
                  <a:cubicBezTo>
                    <a:pt x="10699" y="5045"/>
                    <a:pt x="10666" y="4668"/>
                    <a:pt x="10610" y="4312"/>
                  </a:cubicBezTo>
                  <a:cubicBezTo>
                    <a:pt x="10499" y="3568"/>
                    <a:pt x="10288" y="2835"/>
                    <a:pt x="10066" y="2113"/>
                  </a:cubicBezTo>
                  <a:cubicBezTo>
                    <a:pt x="10021" y="1969"/>
                    <a:pt x="9977" y="1813"/>
                    <a:pt x="9844" y="1735"/>
                  </a:cubicBezTo>
                  <a:cubicBezTo>
                    <a:pt x="9812" y="1716"/>
                    <a:pt x="9775" y="1708"/>
                    <a:pt x="9739" y="1708"/>
                  </a:cubicBezTo>
                  <a:cubicBezTo>
                    <a:pt x="9623" y="1708"/>
                    <a:pt x="9507" y="1792"/>
                    <a:pt x="9533" y="1902"/>
                  </a:cubicBezTo>
                  <a:cubicBezTo>
                    <a:pt x="9121" y="1424"/>
                    <a:pt x="8677" y="913"/>
                    <a:pt x="8066" y="713"/>
                  </a:cubicBezTo>
                  <a:cubicBezTo>
                    <a:pt x="7755" y="602"/>
                    <a:pt x="7433" y="557"/>
                    <a:pt x="7133" y="402"/>
                  </a:cubicBezTo>
                  <a:cubicBezTo>
                    <a:pt x="6822" y="246"/>
                    <a:pt x="6522" y="102"/>
                    <a:pt x="6166" y="36"/>
                  </a:cubicBezTo>
                  <a:cubicBezTo>
                    <a:pt x="6004" y="10"/>
                    <a:pt x="5833" y="0"/>
                    <a:pt x="5658"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1"/>
            <p:cNvSpPr/>
            <p:nvPr/>
          </p:nvSpPr>
          <p:spPr>
            <a:xfrm>
              <a:off x="1355475" y="3755075"/>
              <a:ext cx="193875" cy="175250"/>
            </a:xfrm>
            <a:custGeom>
              <a:avLst/>
              <a:gdLst/>
              <a:ahLst/>
              <a:cxnLst/>
              <a:rect l="l" t="t" r="r" b="b"/>
              <a:pathLst>
                <a:path w="7755" h="7010" extrusionOk="0">
                  <a:moveTo>
                    <a:pt x="701" y="1"/>
                  </a:moveTo>
                  <a:cubicBezTo>
                    <a:pt x="223" y="722"/>
                    <a:pt x="1" y="1645"/>
                    <a:pt x="45" y="2578"/>
                  </a:cubicBezTo>
                  <a:cubicBezTo>
                    <a:pt x="90" y="3388"/>
                    <a:pt x="345" y="4233"/>
                    <a:pt x="778" y="5022"/>
                  </a:cubicBezTo>
                  <a:cubicBezTo>
                    <a:pt x="723" y="5044"/>
                    <a:pt x="667" y="5111"/>
                    <a:pt x="667" y="5177"/>
                  </a:cubicBezTo>
                  <a:cubicBezTo>
                    <a:pt x="667" y="5266"/>
                    <a:pt x="712" y="5344"/>
                    <a:pt x="778" y="5410"/>
                  </a:cubicBezTo>
                  <a:cubicBezTo>
                    <a:pt x="1412" y="6155"/>
                    <a:pt x="2289" y="6677"/>
                    <a:pt x="3244" y="6899"/>
                  </a:cubicBezTo>
                  <a:cubicBezTo>
                    <a:pt x="3555" y="6977"/>
                    <a:pt x="3889" y="7010"/>
                    <a:pt x="4222" y="7010"/>
                  </a:cubicBezTo>
                  <a:cubicBezTo>
                    <a:pt x="5433" y="7010"/>
                    <a:pt x="6710" y="6543"/>
                    <a:pt x="7732" y="5688"/>
                  </a:cubicBezTo>
                  <a:lnTo>
                    <a:pt x="7700" y="5644"/>
                  </a:lnTo>
                  <a:lnTo>
                    <a:pt x="7755" y="5632"/>
                  </a:lnTo>
                  <a:lnTo>
                    <a:pt x="7755" y="5511"/>
                  </a:lnTo>
                  <a:lnTo>
                    <a:pt x="7655" y="5588"/>
                  </a:lnTo>
                  <a:cubicBezTo>
                    <a:pt x="6651" y="6426"/>
                    <a:pt x="5400" y="6894"/>
                    <a:pt x="4214" y="6894"/>
                  </a:cubicBezTo>
                  <a:cubicBezTo>
                    <a:pt x="3892" y="6894"/>
                    <a:pt x="3574" y="6859"/>
                    <a:pt x="3267" y="6788"/>
                  </a:cubicBezTo>
                  <a:cubicBezTo>
                    <a:pt x="2345" y="6566"/>
                    <a:pt x="1489" y="6055"/>
                    <a:pt x="867" y="5333"/>
                  </a:cubicBezTo>
                  <a:cubicBezTo>
                    <a:pt x="823" y="5288"/>
                    <a:pt x="790" y="5232"/>
                    <a:pt x="790" y="5177"/>
                  </a:cubicBezTo>
                  <a:cubicBezTo>
                    <a:pt x="790" y="5166"/>
                    <a:pt x="800" y="5144"/>
                    <a:pt x="823" y="5133"/>
                  </a:cubicBezTo>
                  <a:lnTo>
                    <a:pt x="845" y="5133"/>
                  </a:lnTo>
                  <a:lnTo>
                    <a:pt x="1112" y="5366"/>
                  </a:lnTo>
                  <a:lnTo>
                    <a:pt x="1112" y="5366"/>
                  </a:lnTo>
                  <a:lnTo>
                    <a:pt x="934" y="5055"/>
                  </a:lnTo>
                  <a:cubicBezTo>
                    <a:pt x="479" y="4255"/>
                    <a:pt x="212" y="3388"/>
                    <a:pt x="168" y="2566"/>
                  </a:cubicBezTo>
                  <a:cubicBezTo>
                    <a:pt x="123" y="1655"/>
                    <a:pt x="345" y="767"/>
                    <a:pt x="800" y="67"/>
                  </a:cubicBezTo>
                  <a:lnTo>
                    <a:pt x="701"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1"/>
            <p:cNvSpPr/>
            <p:nvPr/>
          </p:nvSpPr>
          <p:spPr>
            <a:xfrm>
              <a:off x="1382975" y="3723375"/>
              <a:ext cx="188875" cy="156150"/>
            </a:xfrm>
            <a:custGeom>
              <a:avLst/>
              <a:gdLst/>
              <a:ahLst/>
              <a:cxnLst/>
              <a:rect l="l" t="t" r="r" b="b"/>
              <a:pathLst>
                <a:path w="7555" h="6246" extrusionOk="0">
                  <a:moveTo>
                    <a:pt x="3863" y="0"/>
                  </a:moveTo>
                  <a:cubicBezTo>
                    <a:pt x="3475" y="0"/>
                    <a:pt x="3066" y="68"/>
                    <a:pt x="2645" y="202"/>
                  </a:cubicBezTo>
                  <a:cubicBezTo>
                    <a:pt x="1467" y="580"/>
                    <a:pt x="478" y="1446"/>
                    <a:pt x="1" y="2513"/>
                  </a:cubicBezTo>
                  <a:lnTo>
                    <a:pt x="112" y="2557"/>
                  </a:lnTo>
                  <a:cubicBezTo>
                    <a:pt x="567" y="1524"/>
                    <a:pt x="1534" y="691"/>
                    <a:pt x="2689" y="313"/>
                  </a:cubicBezTo>
                  <a:cubicBezTo>
                    <a:pt x="2998" y="215"/>
                    <a:pt x="3408" y="121"/>
                    <a:pt x="3853" y="121"/>
                  </a:cubicBezTo>
                  <a:cubicBezTo>
                    <a:pt x="4113" y="121"/>
                    <a:pt x="4385" y="153"/>
                    <a:pt x="4655" y="235"/>
                  </a:cubicBezTo>
                  <a:cubicBezTo>
                    <a:pt x="5333" y="435"/>
                    <a:pt x="5877" y="924"/>
                    <a:pt x="6077" y="1501"/>
                  </a:cubicBezTo>
                  <a:lnTo>
                    <a:pt x="6188" y="1835"/>
                  </a:lnTo>
                  <a:lnTo>
                    <a:pt x="6200" y="958"/>
                  </a:lnTo>
                  <a:cubicBezTo>
                    <a:pt x="6205" y="957"/>
                    <a:pt x="6211" y="957"/>
                    <a:pt x="6216" y="957"/>
                  </a:cubicBezTo>
                  <a:cubicBezTo>
                    <a:pt x="6454" y="957"/>
                    <a:pt x="6669" y="1196"/>
                    <a:pt x="6788" y="1435"/>
                  </a:cubicBezTo>
                  <a:cubicBezTo>
                    <a:pt x="7432" y="2679"/>
                    <a:pt x="7133" y="4201"/>
                    <a:pt x="6766" y="5246"/>
                  </a:cubicBezTo>
                  <a:cubicBezTo>
                    <a:pt x="6644" y="5590"/>
                    <a:pt x="6499" y="5934"/>
                    <a:pt x="6232" y="6157"/>
                  </a:cubicBezTo>
                  <a:lnTo>
                    <a:pt x="6311" y="6245"/>
                  </a:lnTo>
                  <a:cubicBezTo>
                    <a:pt x="6600" y="6012"/>
                    <a:pt x="6755" y="5646"/>
                    <a:pt x="6877" y="5290"/>
                  </a:cubicBezTo>
                  <a:cubicBezTo>
                    <a:pt x="7244" y="4212"/>
                    <a:pt x="7555" y="2668"/>
                    <a:pt x="6899" y="1380"/>
                  </a:cubicBezTo>
                  <a:cubicBezTo>
                    <a:pt x="6828" y="1247"/>
                    <a:pt x="6589" y="836"/>
                    <a:pt x="6234" y="836"/>
                  </a:cubicBezTo>
                  <a:cubicBezTo>
                    <a:pt x="6201" y="836"/>
                    <a:pt x="6167" y="839"/>
                    <a:pt x="6133" y="847"/>
                  </a:cubicBezTo>
                  <a:lnTo>
                    <a:pt x="6077" y="847"/>
                  </a:lnTo>
                  <a:lnTo>
                    <a:pt x="6077" y="1213"/>
                  </a:lnTo>
                  <a:cubicBezTo>
                    <a:pt x="5810" y="702"/>
                    <a:pt x="5299" y="302"/>
                    <a:pt x="4689" y="113"/>
                  </a:cubicBezTo>
                  <a:cubicBezTo>
                    <a:pt x="4428" y="38"/>
                    <a:pt x="4152" y="0"/>
                    <a:pt x="3863"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1"/>
            <p:cNvSpPr/>
            <p:nvPr/>
          </p:nvSpPr>
          <p:spPr>
            <a:xfrm>
              <a:off x="1439650" y="3680225"/>
              <a:ext cx="165525" cy="141800"/>
            </a:xfrm>
            <a:custGeom>
              <a:avLst/>
              <a:gdLst/>
              <a:ahLst/>
              <a:cxnLst/>
              <a:rect l="l" t="t" r="r" b="b"/>
              <a:pathLst>
                <a:path w="6621" h="5672" extrusionOk="0">
                  <a:moveTo>
                    <a:pt x="1794" y="0"/>
                  </a:moveTo>
                  <a:cubicBezTo>
                    <a:pt x="1176" y="0"/>
                    <a:pt x="560" y="135"/>
                    <a:pt x="0" y="395"/>
                  </a:cubicBezTo>
                  <a:lnTo>
                    <a:pt x="45" y="506"/>
                  </a:lnTo>
                  <a:cubicBezTo>
                    <a:pt x="593" y="251"/>
                    <a:pt x="1199" y="120"/>
                    <a:pt x="1804" y="120"/>
                  </a:cubicBezTo>
                  <a:cubicBezTo>
                    <a:pt x="2228" y="120"/>
                    <a:pt x="2652" y="184"/>
                    <a:pt x="3055" y="317"/>
                  </a:cubicBezTo>
                  <a:cubicBezTo>
                    <a:pt x="4032" y="640"/>
                    <a:pt x="4876" y="1339"/>
                    <a:pt x="5377" y="2239"/>
                  </a:cubicBezTo>
                  <a:lnTo>
                    <a:pt x="5610" y="2661"/>
                  </a:lnTo>
                  <a:lnTo>
                    <a:pt x="5488" y="2195"/>
                  </a:lnTo>
                  <a:cubicBezTo>
                    <a:pt x="5476" y="2150"/>
                    <a:pt x="5499" y="2117"/>
                    <a:pt x="5521" y="2094"/>
                  </a:cubicBezTo>
                  <a:cubicBezTo>
                    <a:pt x="5558" y="2065"/>
                    <a:pt x="5610" y="2050"/>
                    <a:pt x="5656" y="2050"/>
                  </a:cubicBezTo>
                  <a:cubicBezTo>
                    <a:pt x="5680" y="2050"/>
                    <a:pt x="5702" y="2054"/>
                    <a:pt x="5721" y="2062"/>
                  </a:cubicBezTo>
                  <a:cubicBezTo>
                    <a:pt x="5843" y="2117"/>
                    <a:pt x="5910" y="2250"/>
                    <a:pt x="5954" y="2395"/>
                  </a:cubicBezTo>
                  <a:cubicBezTo>
                    <a:pt x="6199" y="3028"/>
                    <a:pt x="6310" y="3694"/>
                    <a:pt x="6377" y="4205"/>
                  </a:cubicBezTo>
                  <a:cubicBezTo>
                    <a:pt x="6443" y="4661"/>
                    <a:pt x="6498" y="5172"/>
                    <a:pt x="6365" y="5639"/>
                  </a:cubicBezTo>
                  <a:lnTo>
                    <a:pt x="6476" y="5671"/>
                  </a:lnTo>
                  <a:cubicBezTo>
                    <a:pt x="6621" y="5183"/>
                    <a:pt x="6565" y="4649"/>
                    <a:pt x="6498" y="4194"/>
                  </a:cubicBezTo>
                  <a:cubicBezTo>
                    <a:pt x="6421" y="3672"/>
                    <a:pt x="6310" y="2995"/>
                    <a:pt x="6076" y="2350"/>
                  </a:cubicBezTo>
                  <a:cubicBezTo>
                    <a:pt x="6010" y="2195"/>
                    <a:pt x="5932" y="2028"/>
                    <a:pt x="5765" y="1950"/>
                  </a:cubicBezTo>
                  <a:cubicBezTo>
                    <a:pt x="5731" y="1935"/>
                    <a:pt x="5693" y="1928"/>
                    <a:pt x="5654" y="1928"/>
                  </a:cubicBezTo>
                  <a:cubicBezTo>
                    <a:pt x="5579" y="1928"/>
                    <a:pt x="5502" y="1955"/>
                    <a:pt x="5443" y="2006"/>
                  </a:cubicBezTo>
                  <a:cubicBezTo>
                    <a:pt x="5432" y="2017"/>
                    <a:pt x="5421" y="2039"/>
                    <a:pt x="5410" y="2050"/>
                  </a:cubicBezTo>
                  <a:cubicBezTo>
                    <a:pt x="4888" y="1183"/>
                    <a:pt x="4054" y="517"/>
                    <a:pt x="3088" y="206"/>
                  </a:cubicBezTo>
                  <a:cubicBezTo>
                    <a:pt x="2669" y="68"/>
                    <a:pt x="2231" y="0"/>
                    <a:pt x="1794"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1"/>
            <p:cNvSpPr/>
            <p:nvPr/>
          </p:nvSpPr>
          <p:spPr>
            <a:xfrm>
              <a:off x="1472400" y="3908650"/>
              <a:ext cx="85275" cy="33900"/>
            </a:xfrm>
            <a:custGeom>
              <a:avLst/>
              <a:gdLst/>
              <a:ahLst/>
              <a:cxnLst/>
              <a:rect l="l" t="t" r="r" b="b"/>
              <a:pathLst>
                <a:path w="3411" h="1356" extrusionOk="0">
                  <a:moveTo>
                    <a:pt x="3334" y="0"/>
                  </a:moveTo>
                  <a:cubicBezTo>
                    <a:pt x="2356" y="711"/>
                    <a:pt x="1201" y="1133"/>
                    <a:pt x="1" y="1234"/>
                  </a:cubicBezTo>
                  <a:lnTo>
                    <a:pt x="12" y="1356"/>
                  </a:lnTo>
                  <a:cubicBezTo>
                    <a:pt x="1234" y="1256"/>
                    <a:pt x="2411" y="822"/>
                    <a:pt x="3411" y="101"/>
                  </a:cubicBezTo>
                  <a:lnTo>
                    <a:pt x="333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1"/>
            <p:cNvSpPr/>
            <p:nvPr/>
          </p:nvSpPr>
          <p:spPr>
            <a:xfrm>
              <a:off x="1576275" y="3850625"/>
              <a:ext cx="16700" cy="34175"/>
            </a:xfrm>
            <a:custGeom>
              <a:avLst/>
              <a:gdLst/>
              <a:ahLst/>
              <a:cxnLst/>
              <a:rect l="l" t="t" r="r" b="b"/>
              <a:pathLst>
                <a:path w="668" h="1367" extrusionOk="0">
                  <a:moveTo>
                    <a:pt x="545" y="0"/>
                  </a:moveTo>
                  <a:cubicBezTo>
                    <a:pt x="522" y="467"/>
                    <a:pt x="322" y="944"/>
                    <a:pt x="1" y="1289"/>
                  </a:cubicBezTo>
                  <a:lnTo>
                    <a:pt x="89" y="1366"/>
                  </a:lnTo>
                  <a:cubicBezTo>
                    <a:pt x="433" y="1000"/>
                    <a:pt x="645" y="500"/>
                    <a:pt x="667"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1"/>
            <p:cNvSpPr/>
            <p:nvPr/>
          </p:nvSpPr>
          <p:spPr>
            <a:xfrm>
              <a:off x="1451575" y="3782275"/>
              <a:ext cx="36975" cy="43625"/>
            </a:xfrm>
            <a:custGeom>
              <a:avLst/>
              <a:gdLst/>
              <a:ahLst/>
              <a:cxnLst/>
              <a:rect l="l" t="t" r="r" b="b"/>
              <a:pathLst>
                <a:path w="1479" h="1745" extrusionOk="0">
                  <a:moveTo>
                    <a:pt x="387" y="1"/>
                  </a:moveTo>
                  <a:cubicBezTo>
                    <a:pt x="280" y="1"/>
                    <a:pt x="174" y="57"/>
                    <a:pt x="111" y="135"/>
                  </a:cubicBezTo>
                  <a:cubicBezTo>
                    <a:pt x="34" y="234"/>
                    <a:pt x="0" y="357"/>
                    <a:pt x="0" y="535"/>
                  </a:cubicBezTo>
                  <a:cubicBezTo>
                    <a:pt x="12" y="990"/>
                    <a:pt x="301" y="1445"/>
                    <a:pt x="711" y="1656"/>
                  </a:cubicBezTo>
                  <a:cubicBezTo>
                    <a:pt x="812" y="1701"/>
                    <a:pt x="923" y="1745"/>
                    <a:pt x="1045" y="1745"/>
                  </a:cubicBezTo>
                  <a:cubicBezTo>
                    <a:pt x="1133" y="1745"/>
                    <a:pt x="1234" y="1712"/>
                    <a:pt x="1311" y="1645"/>
                  </a:cubicBezTo>
                  <a:cubicBezTo>
                    <a:pt x="1478" y="1490"/>
                    <a:pt x="1456" y="1234"/>
                    <a:pt x="1356" y="1046"/>
                  </a:cubicBezTo>
                  <a:cubicBezTo>
                    <a:pt x="1289" y="912"/>
                    <a:pt x="1212" y="823"/>
                    <a:pt x="1111" y="790"/>
                  </a:cubicBezTo>
                  <a:cubicBezTo>
                    <a:pt x="1074" y="773"/>
                    <a:pt x="1032" y="764"/>
                    <a:pt x="991" y="764"/>
                  </a:cubicBezTo>
                  <a:cubicBezTo>
                    <a:pt x="896" y="764"/>
                    <a:pt x="802" y="808"/>
                    <a:pt x="756" y="901"/>
                  </a:cubicBezTo>
                  <a:cubicBezTo>
                    <a:pt x="723" y="967"/>
                    <a:pt x="733" y="1056"/>
                    <a:pt x="778" y="1123"/>
                  </a:cubicBezTo>
                  <a:cubicBezTo>
                    <a:pt x="817" y="1172"/>
                    <a:pt x="873" y="1203"/>
                    <a:pt x="930" y="1203"/>
                  </a:cubicBezTo>
                  <a:cubicBezTo>
                    <a:pt x="939" y="1203"/>
                    <a:pt x="947" y="1202"/>
                    <a:pt x="956" y="1201"/>
                  </a:cubicBezTo>
                  <a:lnTo>
                    <a:pt x="933" y="1078"/>
                  </a:lnTo>
                  <a:cubicBezTo>
                    <a:pt x="929" y="1081"/>
                    <a:pt x="925" y="1082"/>
                    <a:pt x="920" y="1082"/>
                  </a:cubicBezTo>
                  <a:cubicBezTo>
                    <a:pt x="903" y="1082"/>
                    <a:pt x="887" y="1065"/>
                    <a:pt x="878" y="1056"/>
                  </a:cubicBezTo>
                  <a:cubicBezTo>
                    <a:pt x="856" y="1023"/>
                    <a:pt x="845" y="979"/>
                    <a:pt x="867" y="957"/>
                  </a:cubicBezTo>
                  <a:cubicBezTo>
                    <a:pt x="890" y="911"/>
                    <a:pt x="945" y="886"/>
                    <a:pt x="999" y="886"/>
                  </a:cubicBezTo>
                  <a:cubicBezTo>
                    <a:pt x="1023" y="886"/>
                    <a:pt x="1046" y="891"/>
                    <a:pt x="1067" y="901"/>
                  </a:cubicBezTo>
                  <a:cubicBezTo>
                    <a:pt x="1133" y="923"/>
                    <a:pt x="1200" y="990"/>
                    <a:pt x="1256" y="1101"/>
                  </a:cubicBezTo>
                  <a:cubicBezTo>
                    <a:pt x="1323" y="1246"/>
                    <a:pt x="1345" y="1445"/>
                    <a:pt x="1234" y="1557"/>
                  </a:cubicBezTo>
                  <a:cubicBezTo>
                    <a:pt x="1181" y="1604"/>
                    <a:pt x="1114" y="1623"/>
                    <a:pt x="1044" y="1623"/>
                  </a:cubicBezTo>
                  <a:cubicBezTo>
                    <a:pt x="950" y="1623"/>
                    <a:pt x="849" y="1590"/>
                    <a:pt x="767" y="1545"/>
                  </a:cubicBezTo>
                  <a:cubicBezTo>
                    <a:pt x="390" y="1357"/>
                    <a:pt x="134" y="945"/>
                    <a:pt x="123" y="523"/>
                  </a:cubicBezTo>
                  <a:cubicBezTo>
                    <a:pt x="123" y="390"/>
                    <a:pt x="145" y="279"/>
                    <a:pt x="200" y="212"/>
                  </a:cubicBezTo>
                  <a:cubicBezTo>
                    <a:pt x="239" y="158"/>
                    <a:pt x="309" y="121"/>
                    <a:pt x="375" y="121"/>
                  </a:cubicBezTo>
                  <a:cubicBezTo>
                    <a:pt x="404" y="121"/>
                    <a:pt x="432" y="128"/>
                    <a:pt x="456" y="145"/>
                  </a:cubicBezTo>
                  <a:lnTo>
                    <a:pt x="523" y="34"/>
                  </a:lnTo>
                  <a:cubicBezTo>
                    <a:pt x="479" y="11"/>
                    <a:pt x="433" y="1"/>
                    <a:pt x="387"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1"/>
            <p:cNvSpPr/>
            <p:nvPr/>
          </p:nvSpPr>
          <p:spPr>
            <a:xfrm>
              <a:off x="1401875" y="3757575"/>
              <a:ext cx="114450" cy="111400"/>
            </a:xfrm>
            <a:custGeom>
              <a:avLst/>
              <a:gdLst/>
              <a:ahLst/>
              <a:cxnLst/>
              <a:rect l="l" t="t" r="r" b="b"/>
              <a:pathLst>
                <a:path w="4578" h="4456" extrusionOk="0">
                  <a:moveTo>
                    <a:pt x="2055" y="0"/>
                  </a:moveTo>
                  <a:cubicBezTo>
                    <a:pt x="1296" y="0"/>
                    <a:pt x="541" y="530"/>
                    <a:pt x="267" y="1267"/>
                  </a:cubicBezTo>
                  <a:cubicBezTo>
                    <a:pt x="0" y="1978"/>
                    <a:pt x="166" y="2833"/>
                    <a:pt x="677" y="3455"/>
                  </a:cubicBezTo>
                  <a:cubicBezTo>
                    <a:pt x="1144" y="4022"/>
                    <a:pt x="1911" y="4399"/>
                    <a:pt x="2711" y="4444"/>
                  </a:cubicBezTo>
                  <a:cubicBezTo>
                    <a:pt x="2777" y="4444"/>
                    <a:pt x="2833" y="4455"/>
                    <a:pt x="2889" y="4455"/>
                  </a:cubicBezTo>
                  <a:cubicBezTo>
                    <a:pt x="3244" y="4455"/>
                    <a:pt x="3555" y="4389"/>
                    <a:pt x="3822" y="4255"/>
                  </a:cubicBezTo>
                  <a:cubicBezTo>
                    <a:pt x="4199" y="4078"/>
                    <a:pt x="4466" y="3777"/>
                    <a:pt x="4577" y="3433"/>
                  </a:cubicBezTo>
                  <a:lnTo>
                    <a:pt x="4466" y="3399"/>
                  </a:lnTo>
                  <a:cubicBezTo>
                    <a:pt x="4366" y="3711"/>
                    <a:pt x="4111" y="3989"/>
                    <a:pt x="3777" y="4144"/>
                  </a:cubicBezTo>
                  <a:cubicBezTo>
                    <a:pt x="3519" y="4268"/>
                    <a:pt x="3220" y="4327"/>
                    <a:pt x="2888" y="4327"/>
                  </a:cubicBezTo>
                  <a:cubicBezTo>
                    <a:pt x="2833" y="4327"/>
                    <a:pt x="2778" y="4325"/>
                    <a:pt x="2721" y="4322"/>
                  </a:cubicBezTo>
                  <a:cubicBezTo>
                    <a:pt x="1944" y="4278"/>
                    <a:pt x="1211" y="3922"/>
                    <a:pt x="766" y="3377"/>
                  </a:cubicBezTo>
                  <a:cubicBezTo>
                    <a:pt x="278" y="2789"/>
                    <a:pt x="134" y="1978"/>
                    <a:pt x="378" y="1311"/>
                  </a:cubicBezTo>
                  <a:cubicBezTo>
                    <a:pt x="633" y="612"/>
                    <a:pt x="1333" y="123"/>
                    <a:pt x="2044" y="123"/>
                  </a:cubicBezTo>
                  <a:lnTo>
                    <a:pt x="2067" y="123"/>
                  </a:lnTo>
                  <a:cubicBezTo>
                    <a:pt x="2522" y="123"/>
                    <a:pt x="3010" y="323"/>
                    <a:pt x="3521" y="700"/>
                  </a:cubicBezTo>
                  <a:cubicBezTo>
                    <a:pt x="3733" y="867"/>
                    <a:pt x="3999" y="1089"/>
                    <a:pt x="4143" y="1389"/>
                  </a:cubicBezTo>
                  <a:cubicBezTo>
                    <a:pt x="4333" y="1778"/>
                    <a:pt x="4311" y="2278"/>
                    <a:pt x="4077" y="2866"/>
                  </a:cubicBezTo>
                  <a:cubicBezTo>
                    <a:pt x="4010" y="3044"/>
                    <a:pt x="3911" y="3233"/>
                    <a:pt x="3755" y="3344"/>
                  </a:cubicBezTo>
                  <a:cubicBezTo>
                    <a:pt x="3643" y="3421"/>
                    <a:pt x="3503" y="3459"/>
                    <a:pt x="3332" y="3459"/>
                  </a:cubicBezTo>
                  <a:cubicBezTo>
                    <a:pt x="3232" y="3459"/>
                    <a:pt x="3122" y="3446"/>
                    <a:pt x="3000" y="3422"/>
                  </a:cubicBezTo>
                  <a:cubicBezTo>
                    <a:pt x="2333" y="3288"/>
                    <a:pt x="1766" y="2933"/>
                    <a:pt x="1467" y="2456"/>
                  </a:cubicBezTo>
                  <a:cubicBezTo>
                    <a:pt x="1111" y="1922"/>
                    <a:pt x="1122" y="1200"/>
                    <a:pt x="1477" y="745"/>
                  </a:cubicBezTo>
                  <a:cubicBezTo>
                    <a:pt x="1636" y="542"/>
                    <a:pt x="1899" y="375"/>
                    <a:pt x="2161" y="375"/>
                  </a:cubicBezTo>
                  <a:cubicBezTo>
                    <a:pt x="2230" y="375"/>
                    <a:pt x="2299" y="386"/>
                    <a:pt x="2366" y="412"/>
                  </a:cubicBezTo>
                  <a:lnTo>
                    <a:pt x="2410" y="301"/>
                  </a:lnTo>
                  <a:cubicBezTo>
                    <a:pt x="2327" y="267"/>
                    <a:pt x="2241" y="252"/>
                    <a:pt x="2157" y="252"/>
                  </a:cubicBezTo>
                  <a:cubicBezTo>
                    <a:pt x="1849" y="252"/>
                    <a:pt x="1552" y="449"/>
                    <a:pt x="1378" y="667"/>
                  </a:cubicBezTo>
                  <a:cubicBezTo>
                    <a:pt x="989" y="1167"/>
                    <a:pt x="978" y="1933"/>
                    <a:pt x="1366" y="2522"/>
                  </a:cubicBezTo>
                  <a:cubicBezTo>
                    <a:pt x="1689" y="3022"/>
                    <a:pt x="2277" y="3399"/>
                    <a:pt x="2977" y="3533"/>
                  </a:cubicBezTo>
                  <a:cubicBezTo>
                    <a:pt x="3108" y="3561"/>
                    <a:pt x="3227" y="3574"/>
                    <a:pt x="3336" y="3574"/>
                  </a:cubicBezTo>
                  <a:cubicBezTo>
                    <a:pt x="3532" y="3574"/>
                    <a:pt x="3693" y="3530"/>
                    <a:pt x="3822" y="3444"/>
                  </a:cubicBezTo>
                  <a:cubicBezTo>
                    <a:pt x="4010" y="3311"/>
                    <a:pt x="4111" y="3100"/>
                    <a:pt x="4188" y="2911"/>
                  </a:cubicBezTo>
                  <a:cubicBezTo>
                    <a:pt x="4432" y="2289"/>
                    <a:pt x="4454" y="1767"/>
                    <a:pt x="4255" y="1345"/>
                  </a:cubicBezTo>
                  <a:cubicBezTo>
                    <a:pt x="4099" y="1012"/>
                    <a:pt x="3822" y="778"/>
                    <a:pt x="3588" y="600"/>
                  </a:cubicBezTo>
                  <a:cubicBezTo>
                    <a:pt x="3066" y="212"/>
                    <a:pt x="2555" y="12"/>
                    <a:pt x="2077" y="0"/>
                  </a:cubicBezTo>
                  <a:cubicBezTo>
                    <a:pt x="2070" y="0"/>
                    <a:pt x="2062" y="0"/>
                    <a:pt x="2055"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1"/>
            <p:cNvSpPr/>
            <p:nvPr/>
          </p:nvSpPr>
          <p:spPr>
            <a:xfrm>
              <a:off x="1517400" y="3785075"/>
              <a:ext cx="13350" cy="38050"/>
            </a:xfrm>
            <a:custGeom>
              <a:avLst/>
              <a:gdLst/>
              <a:ahLst/>
              <a:cxnLst/>
              <a:rect l="l" t="t" r="r" b="b"/>
              <a:pathLst>
                <a:path w="534" h="1522" extrusionOk="0">
                  <a:moveTo>
                    <a:pt x="100" y="0"/>
                  </a:moveTo>
                  <a:lnTo>
                    <a:pt x="1" y="78"/>
                  </a:lnTo>
                  <a:cubicBezTo>
                    <a:pt x="300" y="467"/>
                    <a:pt x="411" y="1011"/>
                    <a:pt x="267" y="1489"/>
                  </a:cubicBezTo>
                  <a:lnTo>
                    <a:pt x="389" y="1522"/>
                  </a:lnTo>
                  <a:cubicBezTo>
                    <a:pt x="534" y="1011"/>
                    <a:pt x="423" y="423"/>
                    <a:pt x="10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1"/>
            <p:cNvSpPr/>
            <p:nvPr/>
          </p:nvSpPr>
          <p:spPr>
            <a:xfrm>
              <a:off x="1505725" y="3793125"/>
              <a:ext cx="45575" cy="93075"/>
            </a:xfrm>
            <a:custGeom>
              <a:avLst/>
              <a:gdLst/>
              <a:ahLst/>
              <a:cxnLst/>
              <a:rect l="l" t="t" r="r" b="b"/>
              <a:pathLst>
                <a:path w="1823" h="3723" extrusionOk="0">
                  <a:moveTo>
                    <a:pt x="1690" y="0"/>
                  </a:moveTo>
                  <a:lnTo>
                    <a:pt x="1567" y="22"/>
                  </a:lnTo>
                  <a:cubicBezTo>
                    <a:pt x="1700" y="612"/>
                    <a:pt x="1634" y="1289"/>
                    <a:pt x="1367" y="2033"/>
                  </a:cubicBezTo>
                  <a:cubicBezTo>
                    <a:pt x="1145" y="2633"/>
                    <a:pt x="734" y="3389"/>
                    <a:pt x="1" y="3611"/>
                  </a:cubicBezTo>
                  <a:lnTo>
                    <a:pt x="34" y="3722"/>
                  </a:lnTo>
                  <a:cubicBezTo>
                    <a:pt x="811" y="3488"/>
                    <a:pt x="1245" y="2700"/>
                    <a:pt x="1478" y="2066"/>
                  </a:cubicBezTo>
                  <a:cubicBezTo>
                    <a:pt x="1745" y="1311"/>
                    <a:pt x="1823" y="612"/>
                    <a:pt x="1690" y="0"/>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1"/>
            <p:cNvSpPr/>
            <p:nvPr/>
          </p:nvSpPr>
          <p:spPr>
            <a:xfrm>
              <a:off x="1382425" y="3844500"/>
              <a:ext cx="79175" cy="58625"/>
            </a:xfrm>
            <a:custGeom>
              <a:avLst/>
              <a:gdLst/>
              <a:ahLst/>
              <a:cxnLst/>
              <a:rect l="l" t="t" r="r" b="b"/>
              <a:pathLst>
                <a:path w="3167" h="2345" extrusionOk="0">
                  <a:moveTo>
                    <a:pt x="112" y="1"/>
                  </a:moveTo>
                  <a:lnTo>
                    <a:pt x="1" y="45"/>
                  </a:lnTo>
                  <a:cubicBezTo>
                    <a:pt x="522" y="1312"/>
                    <a:pt x="1789" y="2233"/>
                    <a:pt x="3156" y="2344"/>
                  </a:cubicBezTo>
                  <a:lnTo>
                    <a:pt x="3166" y="2222"/>
                  </a:lnTo>
                  <a:cubicBezTo>
                    <a:pt x="1845" y="2122"/>
                    <a:pt x="611" y="1223"/>
                    <a:pt x="112" y="1"/>
                  </a:cubicBez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1"/>
            <p:cNvSpPr/>
            <p:nvPr/>
          </p:nvSpPr>
          <p:spPr>
            <a:xfrm>
              <a:off x="1594875" y="3694525"/>
              <a:ext cx="643225" cy="16975"/>
            </a:xfrm>
            <a:custGeom>
              <a:avLst/>
              <a:gdLst/>
              <a:ahLst/>
              <a:cxnLst/>
              <a:rect l="l" t="t" r="r" b="b"/>
              <a:pathLst>
                <a:path w="25729" h="679" extrusionOk="0">
                  <a:moveTo>
                    <a:pt x="13520" y="1"/>
                  </a:moveTo>
                  <a:cubicBezTo>
                    <a:pt x="13487" y="1"/>
                    <a:pt x="13454" y="12"/>
                    <a:pt x="13420" y="12"/>
                  </a:cubicBezTo>
                  <a:cubicBezTo>
                    <a:pt x="11193" y="189"/>
                    <a:pt x="8952" y="278"/>
                    <a:pt x="6711" y="278"/>
                  </a:cubicBezTo>
                  <a:cubicBezTo>
                    <a:pt x="4469" y="278"/>
                    <a:pt x="2228" y="189"/>
                    <a:pt x="0" y="12"/>
                  </a:cubicBezTo>
                  <a:lnTo>
                    <a:pt x="0" y="134"/>
                  </a:lnTo>
                  <a:cubicBezTo>
                    <a:pt x="2216" y="312"/>
                    <a:pt x="4449" y="401"/>
                    <a:pt x="6683" y="401"/>
                  </a:cubicBezTo>
                  <a:cubicBezTo>
                    <a:pt x="8774" y="401"/>
                    <a:pt x="10865" y="323"/>
                    <a:pt x="12943" y="167"/>
                  </a:cubicBezTo>
                  <a:lnTo>
                    <a:pt x="12943" y="167"/>
                  </a:lnTo>
                  <a:cubicBezTo>
                    <a:pt x="12798" y="256"/>
                    <a:pt x="12665" y="367"/>
                    <a:pt x="12553" y="500"/>
                  </a:cubicBezTo>
                  <a:lnTo>
                    <a:pt x="12487" y="589"/>
                  </a:lnTo>
                  <a:lnTo>
                    <a:pt x="12598" y="601"/>
                  </a:lnTo>
                  <a:cubicBezTo>
                    <a:pt x="13398" y="656"/>
                    <a:pt x="14209" y="678"/>
                    <a:pt x="15009" y="678"/>
                  </a:cubicBezTo>
                  <a:cubicBezTo>
                    <a:pt x="16364" y="678"/>
                    <a:pt x="17719" y="611"/>
                    <a:pt x="19041" y="556"/>
                  </a:cubicBezTo>
                  <a:cubicBezTo>
                    <a:pt x="20344" y="497"/>
                    <a:pt x="21675" y="441"/>
                    <a:pt x="23008" y="441"/>
                  </a:cubicBezTo>
                  <a:cubicBezTo>
                    <a:pt x="23913" y="441"/>
                    <a:pt x="24819" y="467"/>
                    <a:pt x="25718" y="534"/>
                  </a:cubicBezTo>
                  <a:lnTo>
                    <a:pt x="25729" y="412"/>
                  </a:lnTo>
                  <a:cubicBezTo>
                    <a:pt x="24851" y="346"/>
                    <a:pt x="23968" y="322"/>
                    <a:pt x="23087" y="322"/>
                  </a:cubicBezTo>
                  <a:cubicBezTo>
                    <a:pt x="21727" y="322"/>
                    <a:pt x="20370" y="380"/>
                    <a:pt x="19041" y="434"/>
                  </a:cubicBezTo>
                  <a:cubicBezTo>
                    <a:pt x="17716" y="498"/>
                    <a:pt x="16369" y="557"/>
                    <a:pt x="15022" y="557"/>
                  </a:cubicBezTo>
                  <a:cubicBezTo>
                    <a:pt x="14257" y="557"/>
                    <a:pt x="13492" y="538"/>
                    <a:pt x="12731" y="490"/>
                  </a:cubicBezTo>
                  <a:cubicBezTo>
                    <a:pt x="12909" y="290"/>
                    <a:pt x="13165" y="167"/>
                    <a:pt x="13431" y="134"/>
                  </a:cubicBezTo>
                  <a:cubicBezTo>
                    <a:pt x="13464" y="123"/>
                    <a:pt x="13498" y="123"/>
                    <a:pt x="13531" y="123"/>
                  </a:cubicBezTo>
                  <a:lnTo>
                    <a:pt x="13520" y="1"/>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1"/>
            <p:cNvSpPr/>
            <p:nvPr/>
          </p:nvSpPr>
          <p:spPr>
            <a:xfrm>
              <a:off x="1617925" y="3871725"/>
              <a:ext cx="673775" cy="44175"/>
            </a:xfrm>
            <a:custGeom>
              <a:avLst/>
              <a:gdLst/>
              <a:ahLst/>
              <a:cxnLst/>
              <a:rect l="l" t="t" r="r" b="b"/>
              <a:pathLst>
                <a:path w="26951" h="1767" extrusionOk="0">
                  <a:moveTo>
                    <a:pt x="26951" y="0"/>
                  </a:moveTo>
                  <a:lnTo>
                    <a:pt x="22785" y="178"/>
                  </a:lnTo>
                  <a:lnTo>
                    <a:pt x="23241" y="267"/>
                  </a:lnTo>
                  <a:cubicBezTo>
                    <a:pt x="23663" y="367"/>
                    <a:pt x="23996" y="778"/>
                    <a:pt x="24007" y="1211"/>
                  </a:cubicBezTo>
                  <a:lnTo>
                    <a:pt x="13809" y="1489"/>
                  </a:lnTo>
                  <a:cubicBezTo>
                    <a:pt x="12054" y="1533"/>
                    <a:pt x="10310" y="1578"/>
                    <a:pt x="8555" y="1622"/>
                  </a:cubicBezTo>
                  <a:cubicBezTo>
                    <a:pt x="7973" y="1636"/>
                    <a:pt x="7367" y="1650"/>
                    <a:pt x="6748" y="1650"/>
                  </a:cubicBezTo>
                  <a:cubicBezTo>
                    <a:pt x="5347" y="1650"/>
                    <a:pt x="3880" y="1576"/>
                    <a:pt x="2478" y="1245"/>
                  </a:cubicBezTo>
                  <a:cubicBezTo>
                    <a:pt x="3000" y="744"/>
                    <a:pt x="3700" y="433"/>
                    <a:pt x="4411" y="400"/>
                  </a:cubicBezTo>
                  <a:lnTo>
                    <a:pt x="4411" y="278"/>
                  </a:lnTo>
                  <a:lnTo>
                    <a:pt x="1" y="267"/>
                  </a:lnTo>
                  <a:lnTo>
                    <a:pt x="1" y="389"/>
                  </a:lnTo>
                  <a:lnTo>
                    <a:pt x="3722" y="389"/>
                  </a:lnTo>
                  <a:cubicBezTo>
                    <a:pt x="3189" y="544"/>
                    <a:pt x="2700" y="833"/>
                    <a:pt x="2312" y="1233"/>
                  </a:cubicBezTo>
                  <a:lnTo>
                    <a:pt x="2245" y="1311"/>
                  </a:lnTo>
                  <a:lnTo>
                    <a:pt x="2344" y="1333"/>
                  </a:lnTo>
                  <a:cubicBezTo>
                    <a:pt x="3789" y="1689"/>
                    <a:pt x="5311" y="1766"/>
                    <a:pt x="6766" y="1766"/>
                  </a:cubicBezTo>
                  <a:cubicBezTo>
                    <a:pt x="7377" y="1766"/>
                    <a:pt x="7977" y="1756"/>
                    <a:pt x="8565" y="1744"/>
                  </a:cubicBezTo>
                  <a:cubicBezTo>
                    <a:pt x="10310" y="1700"/>
                    <a:pt x="12065" y="1655"/>
                    <a:pt x="13809" y="1611"/>
                  </a:cubicBezTo>
                  <a:lnTo>
                    <a:pt x="24063" y="1333"/>
                  </a:lnTo>
                  <a:lnTo>
                    <a:pt x="24118" y="1333"/>
                  </a:lnTo>
                  <a:lnTo>
                    <a:pt x="24129" y="1277"/>
                  </a:lnTo>
                  <a:cubicBezTo>
                    <a:pt x="24140" y="867"/>
                    <a:pt x="23896" y="455"/>
                    <a:pt x="23540" y="255"/>
                  </a:cubicBezTo>
                  <a:lnTo>
                    <a:pt x="26951" y="122"/>
                  </a:lnTo>
                  <a:lnTo>
                    <a:pt x="26951"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1"/>
            <p:cNvSpPr/>
            <p:nvPr/>
          </p:nvSpPr>
          <p:spPr>
            <a:xfrm>
              <a:off x="1963975" y="3922275"/>
              <a:ext cx="289400" cy="13050"/>
            </a:xfrm>
            <a:custGeom>
              <a:avLst/>
              <a:gdLst/>
              <a:ahLst/>
              <a:cxnLst/>
              <a:rect l="l" t="t" r="r" b="b"/>
              <a:pathLst>
                <a:path w="11576" h="522" extrusionOk="0">
                  <a:moveTo>
                    <a:pt x="11564" y="0"/>
                  </a:moveTo>
                  <a:lnTo>
                    <a:pt x="1" y="411"/>
                  </a:lnTo>
                  <a:lnTo>
                    <a:pt x="11" y="522"/>
                  </a:lnTo>
                  <a:lnTo>
                    <a:pt x="11576" y="122"/>
                  </a:lnTo>
                  <a:lnTo>
                    <a:pt x="11564"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1"/>
            <p:cNvSpPr/>
            <p:nvPr/>
          </p:nvSpPr>
          <p:spPr>
            <a:xfrm>
              <a:off x="1627650" y="3738425"/>
              <a:ext cx="478250" cy="21675"/>
            </a:xfrm>
            <a:custGeom>
              <a:avLst/>
              <a:gdLst/>
              <a:ahLst/>
              <a:cxnLst/>
              <a:rect l="l" t="t" r="r" b="b"/>
              <a:pathLst>
                <a:path w="19130" h="867" extrusionOk="0">
                  <a:moveTo>
                    <a:pt x="19130" y="0"/>
                  </a:moveTo>
                  <a:cubicBezTo>
                    <a:pt x="16575" y="22"/>
                    <a:pt x="13975" y="156"/>
                    <a:pt x="11432" y="400"/>
                  </a:cubicBezTo>
                  <a:lnTo>
                    <a:pt x="11298" y="411"/>
                  </a:lnTo>
                  <a:lnTo>
                    <a:pt x="11398" y="500"/>
                  </a:lnTo>
                  <a:cubicBezTo>
                    <a:pt x="11487" y="588"/>
                    <a:pt x="11598" y="667"/>
                    <a:pt x="11709" y="733"/>
                  </a:cubicBezTo>
                  <a:cubicBezTo>
                    <a:pt x="11026" y="743"/>
                    <a:pt x="10341" y="748"/>
                    <a:pt x="9655" y="748"/>
                  </a:cubicBezTo>
                  <a:cubicBezTo>
                    <a:pt x="6440" y="748"/>
                    <a:pt x="3207" y="640"/>
                    <a:pt x="12" y="411"/>
                  </a:cubicBezTo>
                  <a:lnTo>
                    <a:pt x="0" y="533"/>
                  </a:lnTo>
                  <a:cubicBezTo>
                    <a:pt x="3200" y="756"/>
                    <a:pt x="6443" y="867"/>
                    <a:pt x="9677" y="867"/>
                  </a:cubicBezTo>
                  <a:cubicBezTo>
                    <a:pt x="10432" y="867"/>
                    <a:pt x="11198" y="867"/>
                    <a:pt x="11965" y="855"/>
                  </a:cubicBezTo>
                  <a:lnTo>
                    <a:pt x="12276" y="844"/>
                  </a:lnTo>
                  <a:lnTo>
                    <a:pt x="11987" y="733"/>
                  </a:lnTo>
                  <a:cubicBezTo>
                    <a:pt x="11842" y="677"/>
                    <a:pt x="11698" y="600"/>
                    <a:pt x="11576" y="511"/>
                  </a:cubicBezTo>
                  <a:cubicBezTo>
                    <a:pt x="14086" y="267"/>
                    <a:pt x="16619" y="144"/>
                    <a:pt x="19130" y="122"/>
                  </a:cubicBezTo>
                  <a:lnTo>
                    <a:pt x="19130" y="0"/>
                  </a:lnTo>
                  <a:close/>
                </a:path>
              </a:pathLst>
            </a:custGeom>
            <a:solidFill>
              <a:srgbClr val="1B41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1"/>
            <p:cNvSpPr/>
            <p:nvPr/>
          </p:nvSpPr>
          <p:spPr>
            <a:xfrm>
              <a:off x="1738625" y="3310325"/>
              <a:ext cx="110950" cy="222950"/>
            </a:xfrm>
            <a:custGeom>
              <a:avLst/>
              <a:gdLst/>
              <a:ahLst/>
              <a:cxnLst/>
              <a:rect l="l" t="t" r="r" b="b"/>
              <a:pathLst>
                <a:path w="4438" h="8918" extrusionOk="0">
                  <a:moveTo>
                    <a:pt x="783" y="1"/>
                  </a:moveTo>
                  <a:cubicBezTo>
                    <a:pt x="0" y="1"/>
                    <a:pt x="584" y="3214"/>
                    <a:pt x="616" y="3616"/>
                  </a:cubicBezTo>
                  <a:cubicBezTo>
                    <a:pt x="671" y="4360"/>
                    <a:pt x="594" y="5115"/>
                    <a:pt x="638" y="5860"/>
                  </a:cubicBezTo>
                  <a:cubicBezTo>
                    <a:pt x="661" y="6193"/>
                    <a:pt x="705" y="6515"/>
                    <a:pt x="838" y="6815"/>
                  </a:cubicBezTo>
                  <a:cubicBezTo>
                    <a:pt x="1038" y="7248"/>
                    <a:pt x="1405" y="7581"/>
                    <a:pt x="1782" y="7870"/>
                  </a:cubicBezTo>
                  <a:cubicBezTo>
                    <a:pt x="2315" y="8281"/>
                    <a:pt x="2905" y="8615"/>
                    <a:pt x="3515" y="8870"/>
                  </a:cubicBezTo>
                  <a:cubicBezTo>
                    <a:pt x="3571" y="8894"/>
                    <a:pt x="3631" y="8917"/>
                    <a:pt x="3689" y="8917"/>
                  </a:cubicBezTo>
                  <a:cubicBezTo>
                    <a:pt x="3713" y="8917"/>
                    <a:pt x="3737" y="8913"/>
                    <a:pt x="3760" y="8904"/>
                  </a:cubicBezTo>
                  <a:cubicBezTo>
                    <a:pt x="3804" y="8870"/>
                    <a:pt x="3838" y="8815"/>
                    <a:pt x="3860" y="8770"/>
                  </a:cubicBezTo>
                  <a:cubicBezTo>
                    <a:pt x="4248" y="7993"/>
                    <a:pt x="4438" y="7048"/>
                    <a:pt x="4071" y="6270"/>
                  </a:cubicBezTo>
                  <a:cubicBezTo>
                    <a:pt x="3871" y="5848"/>
                    <a:pt x="3537" y="5504"/>
                    <a:pt x="3260" y="5127"/>
                  </a:cubicBezTo>
                  <a:cubicBezTo>
                    <a:pt x="2860" y="4571"/>
                    <a:pt x="2604" y="3915"/>
                    <a:pt x="2382" y="3260"/>
                  </a:cubicBezTo>
                  <a:cubicBezTo>
                    <a:pt x="2182" y="2683"/>
                    <a:pt x="2016" y="2093"/>
                    <a:pt x="1794" y="1527"/>
                  </a:cubicBezTo>
                  <a:cubicBezTo>
                    <a:pt x="1649" y="1160"/>
                    <a:pt x="1316" y="172"/>
                    <a:pt x="916" y="27"/>
                  </a:cubicBezTo>
                  <a:cubicBezTo>
                    <a:pt x="868" y="9"/>
                    <a:pt x="824" y="1"/>
                    <a:pt x="783" y="1"/>
                  </a:cubicBezTo>
                  <a:close/>
                </a:path>
              </a:pathLst>
            </a:custGeom>
            <a:solidFill>
              <a:srgbClr val="633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p:cNvSpPr/>
            <p:nvPr/>
          </p:nvSpPr>
          <p:spPr>
            <a:xfrm>
              <a:off x="1849825" y="3559050"/>
              <a:ext cx="160275" cy="156725"/>
            </a:xfrm>
            <a:custGeom>
              <a:avLst/>
              <a:gdLst/>
              <a:ahLst/>
              <a:cxnLst/>
              <a:rect l="l" t="t" r="r" b="b"/>
              <a:pathLst>
                <a:path w="6411" h="6269" extrusionOk="0">
                  <a:moveTo>
                    <a:pt x="5195" y="1"/>
                  </a:moveTo>
                  <a:cubicBezTo>
                    <a:pt x="4876" y="1"/>
                    <a:pt x="4559" y="147"/>
                    <a:pt x="4333" y="365"/>
                  </a:cubicBezTo>
                  <a:cubicBezTo>
                    <a:pt x="4000" y="688"/>
                    <a:pt x="3811" y="1120"/>
                    <a:pt x="3633" y="1542"/>
                  </a:cubicBezTo>
                  <a:cubicBezTo>
                    <a:pt x="3345" y="2231"/>
                    <a:pt x="3056" y="2909"/>
                    <a:pt x="2755" y="3598"/>
                  </a:cubicBezTo>
                  <a:cubicBezTo>
                    <a:pt x="2670" y="3812"/>
                    <a:pt x="2523" y="4066"/>
                    <a:pt x="2295" y="4066"/>
                  </a:cubicBezTo>
                  <a:cubicBezTo>
                    <a:pt x="2286" y="4066"/>
                    <a:pt x="2276" y="4066"/>
                    <a:pt x="2267" y="4065"/>
                  </a:cubicBezTo>
                  <a:cubicBezTo>
                    <a:pt x="2178" y="4065"/>
                    <a:pt x="2100" y="4020"/>
                    <a:pt x="2022" y="3986"/>
                  </a:cubicBezTo>
                  <a:cubicBezTo>
                    <a:pt x="1773" y="3866"/>
                    <a:pt x="1510" y="3660"/>
                    <a:pt x="1281" y="3660"/>
                  </a:cubicBezTo>
                  <a:cubicBezTo>
                    <a:pt x="1214" y="3660"/>
                    <a:pt x="1149" y="3677"/>
                    <a:pt x="1089" y="3720"/>
                  </a:cubicBezTo>
                  <a:cubicBezTo>
                    <a:pt x="856" y="3875"/>
                    <a:pt x="111" y="4431"/>
                    <a:pt x="0" y="4709"/>
                  </a:cubicBezTo>
                  <a:cubicBezTo>
                    <a:pt x="856" y="5087"/>
                    <a:pt x="2300" y="5753"/>
                    <a:pt x="3167" y="6142"/>
                  </a:cubicBezTo>
                  <a:cubicBezTo>
                    <a:pt x="3304" y="6200"/>
                    <a:pt x="3458" y="6268"/>
                    <a:pt x="3607" y="6268"/>
                  </a:cubicBezTo>
                  <a:cubicBezTo>
                    <a:pt x="3627" y="6268"/>
                    <a:pt x="3647" y="6267"/>
                    <a:pt x="3666" y="6264"/>
                  </a:cubicBezTo>
                  <a:cubicBezTo>
                    <a:pt x="3955" y="6242"/>
                    <a:pt x="4133" y="5975"/>
                    <a:pt x="4255" y="5719"/>
                  </a:cubicBezTo>
                  <a:cubicBezTo>
                    <a:pt x="4511" y="5186"/>
                    <a:pt x="4688" y="4620"/>
                    <a:pt x="4766" y="4020"/>
                  </a:cubicBezTo>
                  <a:cubicBezTo>
                    <a:pt x="4822" y="3609"/>
                    <a:pt x="4833" y="3187"/>
                    <a:pt x="4966" y="2798"/>
                  </a:cubicBezTo>
                  <a:cubicBezTo>
                    <a:pt x="5088" y="2409"/>
                    <a:pt x="5377" y="2054"/>
                    <a:pt x="5777" y="1976"/>
                  </a:cubicBezTo>
                  <a:cubicBezTo>
                    <a:pt x="5910" y="1942"/>
                    <a:pt x="6055" y="1954"/>
                    <a:pt x="6177" y="1898"/>
                  </a:cubicBezTo>
                  <a:cubicBezTo>
                    <a:pt x="6310" y="1843"/>
                    <a:pt x="6411" y="1687"/>
                    <a:pt x="6332" y="1554"/>
                  </a:cubicBezTo>
                  <a:cubicBezTo>
                    <a:pt x="6288" y="1465"/>
                    <a:pt x="6166" y="1431"/>
                    <a:pt x="6055" y="1409"/>
                  </a:cubicBezTo>
                  <a:cubicBezTo>
                    <a:pt x="5951" y="1394"/>
                    <a:pt x="5846" y="1386"/>
                    <a:pt x="5742" y="1386"/>
                  </a:cubicBezTo>
                  <a:cubicBezTo>
                    <a:pt x="5471" y="1386"/>
                    <a:pt x="5204" y="1438"/>
                    <a:pt x="4955" y="1542"/>
                  </a:cubicBezTo>
                  <a:lnTo>
                    <a:pt x="5988" y="1076"/>
                  </a:lnTo>
                  <a:cubicBezTo>
                    <a:pt x="6055" y="1043"/>
                    <a:pt x="6144" y="999"/>
                    <a:pt x="6122" y="920"/>
                  </a:cubicBezTo>
                  <a:cubicBezTo>
                    <a:pt x="6110" y="865"/>
                    <a:pt x="6055" y="832"/>
                    <a:pt x="5999" y="809"/>
                  </a:cubicBezTo>
                  <a:cubicBezTo>
                    <a:pt x="5855" y="755"/>
                    <a:pt x="5704" y="729"/>
                    <a:pt x="5554" y="729"/>
                  </a:cubicBezTo>
                  <a:cubicBezTo>
                    <a:pt x="5334" y="729"/>
                    <a:pt x="5118" y="786"/>
                    <a:pt x="4933" y="898"/>
                  </a:cubicBezTo>
                  <a:cubicBezTo>
                    <a:pt x="5177" y="743"/>
                    <a:pt x="5433" y="587"/>
                    <a:pt x="5677" y="432"/>
                  </a:cubicBezTo>
                  <a:cubicBezTo>
                    <a:pt x="5710" y="409"/>
                    <a:pt x="5755" y="387"/>
                    <a:pt x="5766" y="354"/>
                  </a:cubicBezTo>
                  <a:cubicBezTo>
                    <a:pt x="5821" y="254"/>
                    <a:pt x="5710" y="132"/>
                    <a:pt x="5599" y="88"/>
                  </a:cubicBezTo>
                  <a:cubicBezTo>
                    <a:pt x="5469" y="28"/>
                    <a:pt x="5332" y="1"/>
                    <a:pt x="519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p:cNvSpPr/>
            <p:nvPr/>
          </p:nvSpPr>
          <p:spPr>
            <a:xfrm>
              <a:off x="1849825" y="3650375"/>
              <a:ext cx="56400" cy="29450"/>
            </a:xfrm>
            <a:custGeom>
              <a:avLst/>
              <a:gdLst/>
              <a:ahLst/>
              <a:cxnLst/>
              <a:rect l="l" t="t" r="r" b="b"/>
              <a:pathLst>
                <a:path w="2256" h="1178" extrusionOk="0">
                  <a:moveTo>
                    <a:pt x="0" y="0"/>
                  </a:moveTo>
                  <a:lnTo>
                    <a:pt x="0" y="1178"/>
                  </a:lnTo>
                  <a:lnTo>
                    <a:pt x="2256" y="1178"/>
                  </a:lnTo>
                  <a:lnTo>
                    <a:pt x="2256" y="0"/>
                  </a:lnTo>
                  <a:close/>
                </a:path>
              </a:pathLst>
            </a:custGeom>
            <a:solidFill>
              <a:srgbClr val="D9BB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p:cNvSpPr/>
            <p:nvPr/>
          </p:nvSpPr>
          <p:spPr>
            <a:xfrm>
              <a:off x="1857050" y="3679800"/>
              <a:ext cx="28075" cy="12800"/>
            </a:xfrm>
            <a:custGeom>
              <a:avLst/>
              <a:gdLst/>
              <a:ahLst/>
              <a:cxnLst/>
              <a:rect l="l" t="t" r="r" b="b"/>
              <a:pathLst>
                <a:path w="1123" h="512" extrusionOk="0">
                  <a:moveTo>
                    <a:pt x="889" y="412"/>
                  </a:moveTo>
                  <a:lnTo>
                    <a:pt x="1123" y="512"/>
                  </a:lnTo>
                  <a:lnTo>
                    <a:pt x="1123" y="512"/>
                  </a:lnTo>
                  <a:lnTo>
                    <a:pt x="889" y="412"/>
                  </a:lnTo>
                  <a:close/>
                  <a:moveTo>
                    <a:pt x="878" y="401"/>
                  </a:moveTo>
                  <a:lnTo>
                    <a:pt x="889" y="401"/>
                  </a:lnTo>
                  <a:lnTo>
                    <a:pt x="878" y="401"/>
                  </a:lnTo>
                  <a:close/>
                  <a:moveTo>
                    <a:pt x="545" y="257"/>
                  </a:moveTo>
                  <a:lnTo>
                    <a:pt x="567" y="257"/>
                  </a:lnTo>
                  <a:lnTo>
                    <a:pt x="545" y="257"/>
                  </a:lnTo>
                  <a:close/>
                  <a:moveTo>
                    <a:pt x="0" y="1"/>
                  </a:moveTo>
                  <a:lnTo>
                    <a:pt x="0" y="1"/>
                  </a:lnTo>
                  <a:cubicBezTo>
                    <a:pt x="167" y="79"/>
                    <a:pt x="345" y="156"/>
                    <a:pt x="533" y="245"/>
                  </a:cubicBezTo>
                  <a:cubicBezTo>
                    <a:pt x="345" y="156"/>
                    <a:pt x="167" y="79"/>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1"/>
            <p:cNvSpPr/>
            <p:nvPr/>
          </p:nvSpPr>
          <p:spPr>
            <a:xfrm>
              <a:off x="1849825" y="3650375"/>
              <a:ext cx="56400" cy="42225"/>
            </a:xfrm>
            <a:custGeom>
              <a:avLst/>
              <a:gdLst/>
              <a:ahLst/>
              <a:cxnLst/>
              <a:rect l="l" t="t" r="r" b="b"/>
              <a:pathLst>
                <a:path w="2256" h="1689" extrusionOk="0">
                  <a:moveTo>
                    <a:pt x="1278" y="0"/>
                  </a:moveTo>
                  <a:cubicBezTo>
                    <a:pt x="1212" y="0"/>
                    <a:pt x="1145" y="22"/>
                    <a:pt x="1089" y="67"/>
                  </a:cubicBezTo>
                  <a:cubicBezTo>
                    <a:pt x="856" y="222"/>
                    <a:pt x="111" y="778"/>
                    <a:pt x="0" y="1056"/>
                  </a:cubicBezTo>
                  <a:cubicBezTo>
                    <a:pt x="89" y="1089"/>
                    <a:pt x="190" y="1133"/>
                    <a:pt x="289" y="1178"/>
                  </a:cubicBezTo>
                  <a:cubicBezTo>
                    <a:pt x="456" y="1256"/>
                    <a:pt x="634" y="1333"/>
                    <a:pt x="822" y="1422"/>
                  </a:cubicBezTo>
                  <a:cubicBezTo>
                    <a:pt x="822" y="1422"/>
                    <a:pt x="834" y="1422"/>
                    <a:pt x="834" y="1434"/>
                  </a:cubicBezTo>
                  <a:lnTo>
                    <a:pt x="856" y="1434"/>
                  </a:lnTo>
                  <a:cubicBezTo>
                    <a:pt x="956" y="1478"/>
                    <a:pt x="1056" y="1533"/>
                    <a:pt x="1167" y="1578"/>
                  </a:cubicBezTo>
                  <a:lnTo>
                    <a:pt x="1178" y="1578"/>
                  </a:lnTo>
                  <a:lnTo>
                    <a:pt x="1178" y="1589"/>
                  </a:lnTo>
                  <a:lnTo>
                    <a:pt x="1412" y="1689"/>
                  </a:lnTo>
                  <a:cubicBezTo>
                    <a:pt x="1345" y="1545"/>
                    <a:pt x="1267" y="1400"/>
                    <a:pt x="1178" y="1244"/>
                  </a:cubicBezTo>
                  <a:cubicBezTo>
                    <a:pt x="1133" y="1145"/>
                    <a:pt x="1178" y="1044"/>
                    <a:pt x="1278" y="1034"/>
                  </a:cubicBezTo>
                  <a:cubicBezTo>
                    <a:pt x="1812" y="989"/>
                    <a:pt x="2167" y="800"/>
                    <a:pt x="2256" y="412"/>
                  </a:cubicBezTo>
                  <a:cubicBezTo>
                    <a:pt x="2167" y="412"/>
                    <a:pt x="2089" y="367"/>
                    <a:pt x="2022" y="333"/>
                  </a:cubicBezTo>
                  <a:cubicBezTo>
                    <a:pt x="1778" y="212"/>
                    <a:pt x="1511" y="0"/>
                    <a:pt x="1278" y="0"/>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1"/>
            <p:cNvSpPr/>
            <p:nvPr/>
          </p:nvSpPr>
          <p:spPr>
            <a:xfrm>
              <a:off x="1760675" y="3562900"/>
              <a:ext cx="128350" cy="149625"/>
            </a:xfrm>
            <a:custGeom>
              <a:avLst/>
              <a:gdLst/>
              <a:ahLst/>
              <a:cxnLst/>
              <a:rect l="l" t="t" r="r" b="b"/>
              <a:pathLst>
                <a:path w="5134" h="5985" extrusionOk="0">
                  <a:moveTo>
                    <a:pt x="400" y="0"/>
                  </a:moveTo>
                  <a:cubicBezTo>
                    <a:pt x="347" y="0"/>
                    <a:pt x="878" y="2333"/>
                    <a:pt x="845" y="2433"/>
                  </a:cubicBezTo>
                  <a:cubicBezTo>
                    <a:pt x="745" y="2722"/>
                    <a:pt x="678" y="3000"/>
                    <a:pt x="523" y="3277"/>
                  </a:cubicBezTo>
                  <a:cubicBezTo>
                    <a:pt x="156" y="3888"/>
                    <a:pt x="1" y="4377"/>
                    <a:pt x="690" y="4877"/>
                  </a:cubicBezTo>
                  <a:cubicBezTo>
                    <a:pt x="989" y="5099"/>
                    <a:pt x="1356" y="5210"/>
                    <a:pt x="1712" y="5321"/>
                  </a:cubicBezTo>
                  <a:cubicBezTo>
                    <a:pt x="1534" y="5355"/>
                    <a:pt x="1378" y="5454"/>
                    <a:pt x="1256" y="5588"/>
                  </a:cubicBezTo>
                  <a:cubicBezTo>
                    <a:pt x="1502" y="5620"/>
                    <a:pt x="1750" y="5636"/>
                    <a:pt x="1999" y="5636"/>
                  </a:cubicBezTo>
                  <a:cubicBezTo>
                    <a:pt x="2267" y="5636"/>
                    <a:pt x="2535" y="5617"/>
                    <a:pt x="2800" y="5577"/>
                  </a:cubicBezTo>
                  <a:lnTo>
                    <a:pt x="2800" y="5577"/>
                  </a:lnTo>
                  <a:cubicBezTo>
                    <a:pt x="2589" y="5677"/>
                    <a:pt x="2389" y="5799"/>
                    <a:pt x="2211" y="5955"/>
                  </a:cubicBezTo>
                  <a:cubicBezTo>
                    <a:pt x="2344" y="5975"/>
                    <a:pt x="2480" y="5985"/>
                    <a:pt x="2616" y="5985"/>
                  </a:cubicBezTo>
                  <a:cubicBezTo>
                    <a:pt x="2932" y="5985"/>
                    <a:pt x="3252" y="5930"/>
                    <a:pt x="3556" y="5821"/>
                  </a:cubicBezTo>
                  <a:cubicBezTo>
                    <a:pt x="3867" y="5710"/>
                    <a:pt x="4178" y="5533"/>
                    <a:pt x="4322" y="5244"/>
                  </a:cubicBezTo>
                  <a:cubicBezTo>
                    <a:pt x="4467" y="4943"/>
                    <a:pt x="4388" y="4521"/>
                    <a:pt x="4089" y="4388"/>
                  </a:cubicBezTo>
                  <a:cubicBezTo>
                    <a:pt x="4411" y="4321"/>
                    <a:pt x="4722" y="4111"/>
                    <a:pt x="4833" y="3788"/>
                  </a:cubicBezTo>
                  <a:cubicBezTo>
                    <a:pt x="4911" y="3544"/>
                    <a:pt x="4844" y="3255"/>
                    <a:pt x="4667" y="3089"/>
                  </a:cubicBezTo>
                  <a:cubicBezTo>
                    <a:pt x="4611" y="3033"/>
                    <a:pt x="4544" y="2988"/>
                    <a:pt x="4467" y="2966"/>
                  </a:cubicBezTo>
                  <a:lnTo>
                    <a:pt x="4467" y="2966"/>
                  </a:lnTo>
                  <a:cubicBezTo>
                    <a:pt x="4480" y="2967"/>
                    <a:pt x="4493" y="2968"/>
                    <a:pt x="4506" y="2968"/>
                  </a:cubicBezTo>
                  <a:cubicBezTo>
                    <a:pt x="4738" y="2968"/>
                    <a:pt x="4968" y="2787"/>
                    <a:pt x="5011" y="2555"/>
                  </a:cubicBezTo>
                  <a:cubicBezTo>
                    <a:pt x="5133" y="1877"/>
                    <a:pt x="4022" y="1800"/>
                    <a:pt x="3600" y="1689"/>
                  </a:cubicBezTo>
                  <a:cubicBezTo>
                    <a:pt x="2867" y="1500"/>
                    <a:pt x="1122" y="189"/>
                    <a:pt x="401" y="0"/>
                  </a:cubicBezTo>
                  <a:cubicBezTo>
                    <a:pt x="401" y="0"/>
                    <a:pt x="401" y="0"/>
                    <a:pt x="4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p:cNvSpPr/>
            <p:nvPr/>
          </p:nvSpPr>
          <p:spPr>
            <a:xfrm>
              <a:off x="1817050" y="3649800"/>
              <a:ext cx="63625" cy="52475"/>
            </a:xfrm>
            <a:custGeom>
              <a:avLst/>
              <a:gdLst/>
              <a:ahLst/>
              <a:cxnLst/>
              <a:rect l="l" t="t" r="r" b="b"/>
              <a:pathLst>
                <a:path w="2545" h="2099" extrusionOk="0">
                  <a:moveTo>
                    <a:pt x="969" y="434"/>
                  </a:moveTo>
                  <a:cubicBezTo>
                    <a:pt x="1025" y="434"/>
                    <a:pt x="1082" y="449"/>
                    <a:pt x="1134" y="479"/>
                  </a:cubicBezTo>
                  <a:cubicBezTo>
                    <a:pt x="1178" y="501"/>
                    <a:pt x="1212" y="534"/>
                    <a:pt x="1256" y="568"/>
                  </a:cubicBezTo>
                  <a:cubicBezTo>
                    <a:pt x="1134" y="546"/>
                    <a:pt x="1012" y="501"/>
                    <a:pt x="889" y="445"/>
                  </a:cubicBezTo>
                  <a:cubicBezTo>
                    <a:pt x="915" y="438"/>
                    <a:pt x="942" y="434"/>
                    <a:pt x="969" y="434"/>
                  </a:cubicBezTo>
                  <a:close/>
                  <a:moveTo>
                    <a:pt x="2111" y="1"/>
                  </a:moveTo>
                  <a:lnTo>
                    <a:pt x="2067" y="57"/>
                  </a:lnTo>
                  <a:lnTo>
                    <a:pt x="2412" y="356"/>
                  </a:lnTo>
                  <a:cubicBezTo>
                    <a:pt x="2166" y="520"/>
                    <a:pt x="1876" y="602"/>
                    <a:pt x="1583" y="602"/>
                  </a:cubicBezTo>
                  <a:cubicBezTo>
                    <a:pt x="1519" y="602"/>
                    <a:pt x="1454" y="598"/>
                    <a:pt x="1390" y="590"/>
                  </a:cubicBezTo>
                  <a:cubicBezTo>
                    <a:pt x="1323" y="524"/>
                    <a:pt x="1256" y="457"/>
                    <a:pt x="1167" y="412"/>
                  </a:cubicBezTo>
                  <a:cubicBezTo>
                    <a:pt x="1108" y="377"/>
                    <a:pt x="1032" y="354"/>
                    <a:pt x="958" y="354"/>
                  </a:cubicBezTo>
                  <a:cubicBezTo>
                    <a:pt x="894" y="354"/>
                    <a:pt x="830" y="371"/>
                    <a:pt x="778" y="412"/>
                  </a:cubicBezTo>
                  <a:lnTo>
                    <a:pt x="734" y="457"/>
                  </a:lnTo>
                  <a:lnTo>
                    <a:pt x="790" y="479"/>
                  </a:lnTo>
                  <a:cubicBezTo>
                    <a:pt x="967" y="579"/>
                    <a:pt x="1156" y="635"/>
                    <a:pt x="1345" y="667"/>
                  </a:cubicBezTo>
                  <a:lnTo>
                    <a:pt x="1390" y="712"/>
                  </a:lnTo>
                  <a:cubicBezTo>
                    <a:pt x="1456" y="801"/>
                    <a:pt x="1534" y="890"/>
                    <a:pt x="1578" y="1001"/>
                  </a:cubicBezTo>
                  <a:cubicBezTo>
                    <a:pt x="1600" y="1079"/>
                    <a:pt x="1600" y="1201"/>
                    <a:pt x="1523" y="1267"/>
                  </a:cubicBezTo>
                  <a:cubicBezTo>
                    <a:pt x="1478" y="1290"/>
                    <a:pt x="1434" y="1301"/>
                    <a:pt x="1378" y="1301"/>
                  </a:cubicBezTo>
                  <a:cubicBezTo>
                    <a:pt x="1311" y="1257"/>
                    <a:pt x="1222" y="1223"/>
                    <a:pt x="1134" y="1212"/>
                  </a:cubicBezTo>
                  <a:lnTo>
                    <a:pt x="934" y="1178"/>
                  </a:lnTo>
                  <a:lnTo>
                    <a:pt x="1111" y="1279"/>
                  </a:lnTo>
                  <a:cubicBezTo>
                    <a:pt x="1200" y="1334"/>
                    <a:pt x="1278" y="1368"/>
                    <a:pt x="1356" y="1378"/>
                  </a:cubicBezTo>
                  <a:cubicBezTo>
                    <a:pt x="1422" y="1423"/>
                    <a:pt x="1478" y="1479"/>
                    <a:pt x="1511" y="1556"/>
                  </a:cubicBezTo>
                  <a:cubicBezTo>
                    <a:pt x="1578" y="1701"/>
                    <a:pt x="1545" y="1889"/>
                    <a:pt x="1422" y="1968"/>
                  </a:cubicBezTo>
                  <a:cubicBezTo>
                    <a:pt x="1364" y="2008"/>
                    <a:pt x="1293" y="2022"/>
                    <a:pt x="1219" y="2022"/>
                  </a:cubicBezTo>
                  <a:cubicBezTo>
                    <a:pt x="1153" y="2022"/>
                    <a:pt x="1086" y="2011"/>
                    <a:pt x="1023" y="2001"/>
                  </a:cubicBezTo>
                  <a:cubicBezTo>
                    <a:pt x="689" y="1945"/>
                    <a:pt x="345" y="1812"/>
                    <a:pt x="45" y="1623"/>
                  </a:cubicBezTo>
                  <a:lnTo>
                    <a:pt x="1" y="1690"/>
                  </a:lnTo>
                  <a:cubicBezTo>
                    <a:pt x="312" y="1879"/>
                    <a:pt x="656" y="2012"/>
                    <a:pt x="1012" y="2079"/>
                  </a:cubicBezTo>
                  <a:cubicBezTo>
                    <a:pt x="1076" y="2089"/>
                    <a:pt x="1147" y="2099"/>
                    <a:pt x="1218" y="2099"/>
                  </a:cubicBezTo>
                  <a:cubicBezTo>
                    <a:pt x="1306" y="2099"/>
                    <a:pt x="1393" y="2083"/>
                    <a:pt x="1467" y="2034"/>
                  </a:cubicBezTo>
                  <a:cubicBezTo>
                    <a:pt x="1467" y="2023"/>
                    <a:pt x="1478" y="2023"/>
                    <a:pt x="1489" y="2023"/>
                  </a:cubicBezTo>
                  <a:cubicBezTo>
                    <a:pt x="1622" y="1912"/>
                    <a:pt x="1667" y="1690"/>
                    <a:pt x="1578" y="1523"/>
                  </a:cubicBezTo>
                  <a:cubicBezTo>
                    <a:pt x="1556" y="1467"/>
                    <a:pt x="1523" y="1412"/>
                    <a:pt x="1478" y="1368"/>
                  </a:cubicBezTo>
                  <a:cubicBezTo>
                    <a:pt x="1511" y="1368"/>
                    <a:pt x="1534" y="1346"/>
                    <a:pt x="1567" y="1323"/>
                  </a:cubicBezTo>
                  <a:cubicBezTo>
                    <a:pt x="1678" y="1245"/>
                    <a:pt x="1689" y="1090"/>
                    <a:pt x="1645" y="968"/>
                  </a:cubicBezTo>
                  <a:cubicBezTo>
                    <a:pt x="1612" y="857"/>
                    <a:pt x="1534" y="756"/>
                    <a:pt x="1456" y="679"/>
                  </a:cubicBezTo>
                  <a:lnTo>
                    <a:pt x="1456" y="679"/>
                  </a:lnTo>
                  <a:cubicBezTo>
                    <a:pt x="1494" y="681"/>
                    <a:pt x="1531" y="682"/>
                    <a:pt x="1568" y="682"/>
                  </a:cubicBezTo>
                  <a:cubicBezTo>
                    <a:pt x="1906" y="682"/>
                    <a:pt x="2230" y="590"/>
                    <a:pt x="2500" y="390"/>
                  </a:cubicBezTo>
                  <a:lnTo>
                    <a:pt x="2545" y="368"/>
                  </a:lnTo>
                  <a:lnTo>
                    <a:pt x="2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p:cNvSpPr/>
            <p:nvPr/>
          </p:nvSpPr>
          <p:spPr>
            <a:xfrm>
              <a:off x="1980650" y="3557825"/>
              <a:ext cx="12800" cy="11750"/>
            </a:xfrm>
            <a:custGeom>
              <a:avLst/>
              <a:gdLst/>
              <a:ahLst/>
              <a:cxnLst/>
              <a:rect l="l" t="t" r="r" b="b"/>
              <a:pathLst>
                <a:path w="512" h="470" extrusionOk="0">
                  <a:moveTo>
                    <a:pt x="39" y="0"/>
                  </a:moveTo>
                  <a:cubicBezTo>
                    <a:pt x="12" y="0"/>
                    <a:pt x="0" y="30"/>
                    <a:pt x="11" y="114"/>
                  </a:cubicBezTo>
                  <a:cubicBezTo>
                    <a:pt x="22" y="236"/>
                    <a:pt x="45" y="347"/>
                    <a:pt x="77" y="470"/>
                  </a:cubicBezTo>
                  <a:cubicBezTo>
                    <a:pt x="222" y="458"/>
                    <a:pt x="366" y="403"/>
                    <a:pt x="489" y="325"/>
                  </a:cubicBezTo>
                  <a:cubicBezTo>
                    <a:pt x="489" y="314"/>
                    <a:pt x="500" y="314"/>
                    <a:pt x="500" y="303"/>
                  </a:cubicBezTo>
                  <a:cubicBezTo>
                    <a:pt x="511" y="281"/>
                    <a:pt x="489" y="258"/>
                    <a:pt x="467" y="248"/>
                  </a:cubicBezTo>
                  <a:cubicBezTo>
                    <a:pt x="366" y="192"/>
                    <a:pt x="267" y="125"/>
                    <a:pt x="166" y="70"/>
                  </a:cubicBezTo>
                  <a:cubicBezTo>
                    <a:pt x="114" y="35"/>
                    <a:pt x="68" y="0"/>
                    <a:pt x="3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p:cNvSpPr/>
            <p:nvPr/>
          </p:nvSpPr>
          <p:spPr>
            <a:xfrm>
              <a:off x="1989225" y="3577225"/>
              <a:ext cx="10875" cy="8725"/>
            </a:xfrm>
            <a:custGeom>
              <a:avLst/>
              <a:gdLst/>
              <a:ahLst/>
              <a:cxnLst/>
              <a:rect l="l" t="t" r="r" b="b"/>
              <a:pathLst>
                <a:path w="435" h="349" extrusionOk="0">
                  <a:moveTo>
                    <a:pt x="36" y="1"/>
                  </a:moveTo>
                  <a:cubicBezTo>
                    <a:pt x="10" y="1"/>
                    <a:pt x="0" y="19"/>
                    <a:pt x="23" y="82"/>
                  </a:cubicBezTo>
                  <a:cubicBezTo>
                    <a:pt x="45" y="183"/>
                    <a:pt x="90" y="260"/>
                    <a:pt x="134" y="349"/>
                  </a:cubicBezTo>
                  <a:cubicBezTo>
                    <a:pt x="245" y="316"/>
                    <a:pt x="346" y="249"/>
                    <a:pt x="423" y="171"/>
                  </a:cubicBezTo>
                  <a:cubicBezTo>
                    <a:pt x="423" y="171"/>
                    <a:pt x="435" y="161"/>
                    <a:pt x="435" y="149"/>
                  </a:cubicBezTo>
                  <a:cubicBezTo>
                    <a:pt x="435" y="138"/>
                    <a:pt x="412" y="127"/>
                    <a:pt x="401" y="116"/>
                  </a:cubicBezTo>
                  <a:cubicBezTo>
                    <a:pt x="312" y="94"/>
                    <a:pt x="223" y="60"/>
                    <a:pt x="134" y="27"/>
                  </a:cubicBezTo>
                  <a:cubicBezTo>
                    <a:pt x="97" y="17"/>
                    <a:pt x="60" y="1"/>
                    <a:pt x="36"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p:cNvSpPr/>
            <p:nvPr/>
          </p:nvSpPr>
          <p:spPr>
            <a:xfrm>
              <a:off x="1995700" y="3595750"/>
              <a:ext cx="12725" cy="9950"/>
            </a:xfrm>
            <a:custGeom>
              <a:avLst/>
              <a:gdLst/>
              <a:ahLst/>
              <a:cxnLst/>
              <a:rect l="l" t="t" r="r" b="b"/>
              <a:pathLst>
                <a:path w="509" h="398" extrusionOk="0">
                  <a:moveTo>
                    <a:pt x="49" y="0"/>
                  </a:moveTo>
                  <a:cubicBezTo>
                    <a:pt x="14" y="0"/>
                    <a:pt x="0" y="23"/>
                    <a:pt x="31" y="97"/>
                  </a:cubicBezTo>
                  <a:cubicBezTo>
                    <a:pt x="65" y="208"/>
                    <a:pt x="109" y="308"/>
                    <a:pt x="164" y="397"/>
                  </a:cubicBezTo>
                  <a:cubicBezTo>
                    <a:pt x="287" y="363"/>
                    <a:pt x="398" y="297"/>
                    <a:pt x="487" y="197"/>
                  </a:cubicBezTo>
                  <a:cubicBezTo>
                    <a:pt x="497" y="197"/>
                    <a:pt x="509" y="186"/>
                    <a:pt x="509" y="175"/>
                  </a:cubicBezTo>
                  <a:cubicBezTo>
                    <a:pt x="509" y="153"/>
                    <a:pt x="487" y="141"/>
                    <a:pt x="465" y="141"/>
                  </a:cubicBezTo>
                  <a:cubicBezTo>
                    <a:pt x="364" y="108"/>
                    <a:pt x="265" y="64"/>
                    <a:pt x="164" y="30"/>
                  </a:cubicBezTo>
                  <a:cubicBezTo>
                    <a:pt x="120" y="15"/>
                    <a:pt x="77" y="0"/>
                    <a:pt x="49" y="0"/>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p:cNvSpPr/>
            <p:nvPr/>
          </p:nvSpPr>
          <p:spPr>
            <a:xfrm>
              <a:off x="1456300" y="3248350"/>
              <a:ext cx="357725" cy="482850"/>
            </a:xfrm>
            <a:custGeom>
              <a:avLst/>
              <a:gdLst/>
              <a:ahLst/>
              <a:cxnLst/>
              <a:rect l="l" t="t" r="r" b="b"/>
              <a:pathLst>
                <a:path w="14309" h="19314" extrusionOk="0">
                  <a:moveTo>
                    <a:pt x="7590" y="0"/>
                  </a:moveTo>
                  <a:cubicBezTo>
                    <a:pt x="6955" y="0"/>
                    <a:pt x="6325" y="105"/>
                    <a:pt x="5721" y="385"/>
                  </a:cubicBezTo>
                  <a:cubicBezTo>
                    <a:pt x="4810" y="807"/>
                    <a:pt x="4033" y="1484"/>
                    <a:pt x="3366" y="2229"/>
                  </a:cubicBezTo>
                  <a:cubicBezTo>
                    <a:pt x="1722" y="4029"/>
                    <a:pt x="633" y="6384"/>
                    <a:pt x="567" y="8816"/>
                  </a:cubicBezTo>
                  <a:cubicBezTo>
                    <a:pt x="556" y="9016"/>
                    <a:pt x="556" y="9238"/>
                    <a:pt x="656" y="9416"/>
                  </a:cubicBezTo>
                  <a:cubicBezTo>
                    <a:pt x="789" y="9283"/>
                    <a:pt x="922" y="9161"/>
                    <a:pt x="1045" y="9028"/>
                  </a:cubicBezTo>
                  <a:lnTo>
                    <a:pt x="1045" y="9028"/>
                  </a:lnTo>
                  <a:cubicBezTo>
                    <a:pt x="378" y="10571"/>
                    <a:pt x="1" y="12249"/>
                    <a:pt x="134" y="13926"/>
                  </a:cubicBezTo>
                  <a:cubicBezTo>
                    <a:pt x="189" y="14748"/>
                    <a:pt x="389" y="15560"/>
                    <a:pt x="712" y="16315"/>
                  </a:cubicBezTo>
                  <a:cubicBezTo>
                    <a:pt x="1011" y="16992"/>
                    <a:pt x="1478" y="17925"/>
                    <a:pt x="2100" y="18359"/>
                  </a:cubicBezTo>
                  <a:cubicBezTo>
                    <a:pt x="3212" y="19121"/>
                    <a:pt x="4689" y="19314"/>
                    <a:pt x="6053" y="19314"/>
                  </a:cubicBezTo>
                  <a:cubicBezTo>
                    <a:pt x="6337" y="19314"/>
                    <a:pt x="6617" y="19305"/>
                    <a:pt x="6888" y="19292"/>
                  </a:cubicBezTo>
                  <a:cubicBezTo>
                    <a:pt x="7510" y="19258"/>
                    <a:pt x="8132" y="19203"/>
                    <a:pt x="8754" y="19137"/>
                  </a:cubicBezTo>
                  <a:cubicBezTo>
                    <a:pt x="9710" y="19025"/>
                    <a:pt x="10676" y="18836"/>
                    <a:pt x="11631" y="18759"/>
                  </a:cubicBezTo>
                  <a:cubicBezTo>
                    <a:pt x="12498" y="18692"/>
                    <a:pt x="13309" y="18303"/>
                    <a:pt x="13720" y="17492"/>
                  </a:cubicBezTo>
                  <a:cubicBezTo>
                    <a:pt x="14026" y="16900"/>
                    <a:pt x="14061" y="16221"/>
                    <a:pt x="14045" y="15549"/>
                  </a:cubicBezTo>
                  <a:lnTo>
                    <a:pt x="14045" y="15549"/>
                  </a:lnTo>
                  <a:cubicBezTo>
                    <a:pt x="14053" y="15571"/>
                    <a:pt x="14063" y="15593"/>
                    <a:pt x="14075" y="15615"/>
                  </a:cubicBezTo>
                  <a:cubicBezTo>
                    <a:pt x="14153" y="15426"/>
                    <a:pt x="14186" y="15204"/>
                    <a:pt x="14198" y="14993"/>
                  </a:cubicBezTo>
                  <a:cubicBezTo>
                    <a:pt x="14309" y="12460"/>
                    <a:pt x="12531" y="10305"/>
                    <a:pt x="12453" y="7838"/>
                  </a:cubicBezTo>
                  <a:cubicBezTo>
                    <a:pt x="12442" y="7450"/>
                    <a:pt x="12475" y="7061"/>
                    <a:pt x="12554" y="6661"/>
                  </a:cubicBezTo>
                  <a:cubicBezTo>
                    <a:pt x="12631" y="6328"/>
                    <a:pt x="12742" y="6006"/>
                    <a:pt x="12798" y="5661"/>
                  </a:cubicBezTo>
                  <a:cubicBezTo>
                    <a:pt x="13020" y="4506"/>
                    <a:pt x="12653" y="3306"/>
                    <a:pt x="12065" y="2284"/>
                  </a:cubicBezTo>
                  <a:cubicBezTo>
                    <a:pt x="11453" y="1229"/>
                    <a:pt x="10654" y="507"/>
                    <a:pt x="9465" y="240"/>
                  </a:cubicBezTo>
                  <a:cubicBezTo>
                    <a:pt x="8848" y="102"/>
                    <a:pt x="8216" y="0"/>
                    <a:pt x="7590"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p:cNvSpPr/>
            <p:nvPr/>
          </p:nvSpPr>
          <p:spPr>
            <a:xfrm>
              <a:off x="1474075" y="3474025"/>
              <a:ext cx="8350" cy="21675"/>
            </a:xfrm>
            <a:custGeom>
              <a:avLst/>
              <a:gdLst/>
              <a:ahLst/>
              <a:cxnLst/>
              <a:rect l="l" t="t" r="r" b="b"/>
              <a:pathLst>
                <a:path w="334" h="867" extrusionOk="0">
                  <a:moveTo>
                    <a:pt x="334" y="1"/>
                  </a:moveTo>
                  <a:cubicBezTo>
                    <a:pt x="145" y="189"/>
                    <a:pt x="67" y="544"/>
                    <a:pt x="1" y="867"/>
                  </a:cubicBezTo>
                  <a:cubicBezTo>
                    <a:pt x="100" y="567"/>
                    <a:pt x="211" y="289"/>
                    <a:pt x="334" y="1"/>
                  </a:cubicBezTo>
                  <a:close/>
                </a:path>
              </a:pathLst>
            </a:custGeom>
            <a:solidFill>
              <a:srgbClr val="CAB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p:cNvSpPr/>
            <p:nvPr/>
          </p:nvSpPr>
          <p:spPr>
            <a:xfrm>
              <a:off x="1445750" y="3329600"/>
              <a:ext cx="313850" cy="308300"/>
            </a:xfrm>
            <a:custGeom>
              <a:avLst/>
              <a:gdLst/>
              <a:ahLst/>
              <a:cxnLst/>
              <a:rect l="l" t="t" r="r" b="b"/>
              <a:pathLst>
                <a:path w="12554" h="12332" extrusionOk="0">
                  <a:moveTo>
                    <a:pt x="2955" y="1"/>
                  </a:moveTo>
                  <a:cubicBezTo>
                    <a:pt x="1833" y="1567"/>
                    <a:pt x="1100" y="3411"/>
                    <a:pt x="1000" y="5333"/>
                  </a:cubicBezTo>
                  <a:lnTo>
                    <a:pt x="989" y="5344"/>
                  </a:lnTo>
                  <a:lnTo>
                    <a:pt x="989" y="5355"/>
                  </a:lnTo>
                  <a:lnTo>
                    <a:pt x="989" y="5378"/>
                  </a:lnTo>
                  <a:lnTo>
                    <a:pt x="989" y="5388"/>
                  </a:lnTo>
                  <a:lnTo>
                    <a:pt x="989" y="5400"/>
                  </a:lnTo>
                  <a:lnTo>
                    <a:pt x="989" y="5410"/>
                  </a:lnTo>
                  <a:lnTo>
                    <a:pt x="989" y="5422"/>
                  </a:lnTo>
                  <a:lnTo>
                    <a:pt x="989" y="5433"/>
                  </a:lnTo>
                  <a:lnTo>
                    <a:pt x="989" y="5444"/>
                  </a:lnTo>
                  <a:lnTo>
                    <a:pt x="989" y="5455"/>
                  </a:lnTo>
                  <a:lnTo>
                    <a:pt x="989" y="5466"/>
                  </a:lnTo>
                  <a:lnTo>
                    <a:pt x="989" y="5477"/>
                  </a:lnTo>
                  <a:lnTo>
                    <a:pt x="989" y="5489"/>
                  </a:lnTo>
                  <a:lnTo>
                    <a:pt x="989" y="5499"/>
                  </a:lnTo>
                  <a:lnTo>
                    <a:pt x="989" y="5511"/>
                  </a:lnTo>
                  <a:lnTo>
                    <a:pt x="989" y="5522"/>
                  </a:lnTo>
                  <a:lnTo>
                    <a:pt x="989" y="5533"/>
                  </a:lnTo>
                  <a:lnTo>
                    <a:pt x="989" y="5544"/>
                  </a:lnTo>
                  <a:lnTo>
                    <a:pt x="989" y="5555"/>
                  </a:lnTo>
                  <a:lnTo>
                    <a:pt x="989" y="5566"/>
                  </a:lnTo>
                  <a:lnTo>
                    <a:pt x="989" y="5588"/>
                  </a:lnTo>
                  <a:cubicBezTo>
                    <a:pt x="978" y="5788"/>
                    <a:pt x="989" y="5988"/>
                    <a:pt x="1078" y="6166"/>
                  </a:cubicBezTo>
                  <a:lnTo>
                    <a:pt x="1278" y="5966"/>
                  </a:lnTo>
                  <a:cubicBezTo>
                    <a:pt x="1344" y="5911"/>
                    <a:pt x="1400" y="5844"/>
                    <a:pt x="1467" y="5778"/>
                  </a:cubicBezTo>
                  <a:lnTo>
                    <a:pt x="1467" y="5778"/>
                  </a:lnTo>
                  <a:cubicBezTo>
                    <a:pt x="1344" y="6066"/>
                    <a:pt x="1233" y="6344"/>
                    <a:pt x="1134" y="6644"/>
                  </a:cubicBezTo>
                  <a:cubicBezTo>
                    <a:pt x="1100" y="6810"/>
                    <a:pt x="1067" y="6977"/>
                    <a:pt x="1033" y="7111"/>
                  </a:cubicBezTo>
                  <a:cubicBezTo>
                    <a:pt x="922" y="7444"/>
                    <a:pt x="0" y="10409"/>
                    <a:pt x="989" y="12332"/>
                  </a:cubicBezTo>
                  <a:cubicBezTo>
                    <a:pt x="1400" y="12009"/>
                    <a:pt x="2067" y="11643"/>
                    <a:pt x="2633" y="11643"/>
                  </a:cubicBezTo>
                  <a:cubicBezTo>
                    <a:pt x="2699" y="11643"/>
                    <a:pt x="2766" y="11643"/>
                    <a:pt x="2833" y="11654"/>
                  </a:cubicBezTo>
                  <a:cubicBezTo>
                    <a:pt x="3099" y="11698"/>
                    <a:pt x="3322" y="11732"/>
                    <a:pt x="3600" y="11732"/>
                  </a:cubicBezTo>
                  <a:lnTo>
                    <a:pt x="3689" y="11732"/>
                  </a:lnTo>
                  <a:cubicBezTo>
                    <a:pt x="3933" y="11732"/>
                    <a:pt x="4188" y="11754"/>
                    <a:pt x="4355" y="11954"/>
                  </a:cubicBezTo>
                  <a:cubicBezTo>
                    <a:pt x="4555" y="12187"/>
                    <a:pt x="4899" y="12265"/>
                    <a:pt x="5210" y="12265"/>
                  </a:cubicBezTo>
                  <a:lnTo>
                    <a:pt x="5388" y="12265"/>
                  </a:lnTo>
                  <a:cubicBezTo>
                    <a:pt x="5699" y="12231"/>
                    <a:pt x="5999" y="12110"/>
                    <a:pt x="6310" y="12043"/>
                  </a:cubicBezTo>
                  <a:cubicBezTo>
                    <a:pt x="6499" y="11998"/>
                    <a:pt x="6688" y="11976"/>
                    <a:pt x="6876" y="11976"/>
                  </a:cubicBezTo>
                  <a:cubicBezTo>
                    <a:pt x="6999" y="11976"/>
                    <a:pt x="7121" y="11987"/>
                    <a:pt x="7243" y="12009"/>
                  </a:cubicBezTo>
                  <a:cubicBezTo>
                    <a:pt x="7565" y="12076"/>
                    <a:pt x="7876" y="12209"/>
                    <a:pt x="8199" y="12254"/>
                  </a:cubicBezTo>
                  <a:cubicBezTo>
                    <a:pt x="8288" y="12265"/>
                    <a:pt x="8387" y="12276"/>
                    <a:pt x="8476" y="12276"/>
                  </a:cubicBezTo>
                  <a:cubicBezTo>
                    <a:pt x="8920" y="12276"/>
                    <a:pt x="9399" y="12142"/>
                    <a:pt x="9809" y="12021"/>
                  </a:cubicBezTo>
                  <a:cubicBezTo>
                    <a:pt x="10365" y="11854"/>
                    <a:pt x="10920" y="11621"/>
                    <a:pt x="11409" y="11298"/>
                  </a:cubicBezTo>
                  <a:cubicBezTo>
                    <a:pt x="11865" y="11021"/>
                    <a:pt x="12342" y="10609"/>
                    <a:pt x="12465" y="10066"/>
                  </a:cubicBezTo>
                  <a:cubicBezTo>
                    <a:pt x="12553" y="9721"/>
                    <a:pt x="12409" y="9454"/>
                    <a:pt x="12198" y="9199"/>
                  </a:cubicBezTo>
                  <a:cubicBezTo>
                    <a:pt x="12020" y="8965"/>
                    <a:pt x="11865" y="8743"/>
                    <a:pt x="11720" y="8477"/>
                  </a:cubicBezTo>
                  <a:cubicBezTo>
                    <a:pt x="11576" y="8199"/>
                    <a:pt x="11443" y="7899"/>
                    <a:pt x="11253" y="7644"/>
                  </a:cubicBezTo>
                  <a:cubicBezTo>
                    <a:pt x="11087" y="7422"/>
                    <a:pt x="10887" y="7321"/>
                    <a:pt x="10609" y="7266"/>
                  </a:cubicBezTo>
                  <a:cubicBezTo>
                    <a:pt x="10443" y="7244"/>
                    <a:pt x="10265" y="7232"/>
                    <a:pt x="10087" y="7232"/>
                  </a:cubicBezTo>
                  <a:cubicBezTo>
                    <a:pt x="9876" y="7232"/>
                    <a:pt x="9676" y="7244"/>
                    <a:pt x="9465" y="7255"/>
                  </a:cubicBezTo>
                  <a:cubicBezTo>
                    <a:pt x="9254" y="7266"/>
                    <a:pt x="9054" y="7288"/>
                    <a:pt x="8854" y="7288"/>
                  </a:cubicBezTo>
                  <a:lnTo>
                    <a:pt x="8843" y="7288"/>
                  </a:lnTo>
                  <a:cubicBezTo>
                    <a:pt x="7787" y="7288"/>
                    <a:pt x="6799" y="6688"/>
                    <a:pt x="6266" y="5788"/>
                  </a:cubicBezTo>
                  <a:cubicBezTo>
                    <a:pt x="5777" y="4966"/>
                    <a:pt x="5654" y="3978"/>
                    <a:pt x="5299" y="3089"/>
                  </a:cubicBezTo>
                  <a:cubicBezTo>
                    <a:pt x="4877" y="2045"/>
                    <a:pt x="4066" y="523"/>
                    <a:pt x="2955" y="1"/>
                  </a:cubicBezTo>
                  <a:close/>
                </a:path>
              </a:pathLst>
            </a:custGeom>
            <a:solidFill>
              <a:srgbClr val="6E3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p:cNvSpPr/>
            <p:nvPr/>
          </p:nvSpPr>
          <p:spPr>
            <a:xfrm>
              <a:off x="1555725" y="3250450"/>
              <a:ext cx="117500" cy="37800"/>
            </a:xfrm>
            <a:custGeom>
              <a:avLst/>
              <a:gdLst/>
              <a:ahLst/>
              <a:cxnLst/>
              <a:rect l="l" t="t" r="r" b="b"/>
              <a:pathLst>
                <a:path w="4700" h="1512" extrusionOk="0">
                  <a:moveTo>
                    <a:pt x="4666" y="0"/>
                  </a:moveTo>
                  <a:cubicBezTo>
                    <a:pt x="4677" y="0"/>
                    <a:pt x="4688" y="0"/>
                    <a:pt x="4699" y="12"/>
                  </a:cubicBezTo>
                  <a:cubicBezTo>
                    <a:pt x="4688" y="0"/>
                    <a:pt x="4677" y="0"/>
                    <a:pt x="4677" y="0"/>
                  </a:cubicBezTo>
                  <a:close/>
                  <a:moveTo>
                    <a:pt x="1744" y="301"/>
                  </a:moveTo>
                  <a:cubicBezTo>
                    <a:pt x="1100" y="601"/>
                    <a:pt x="511" y="1012"/>
                    <a:pt x="1" y="1511"/>
                  </a:cubicBezTo>
                  <a:cubicBezTo>
                    <a:pt x="522" y="1023"/>
                    <a:pt x="1100" y="601"/>
                    <a:pt x="1744" y="301"/>
                  </a:cubicBezTo>
                  <a:close/>
                </a:path>
              </a:pathLst>
            </a:custGeom>
            <a:solidFill>
              <a:srgbClr val="D8CD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p:cNvSpPr/>
            <p:nvPr/>
          </p:nvSpPr>
          <p:spPr>
            <a:xfrm>
              <a:off x="1530175" y="3248525"/>
              <a:ext cx="232750" cy="180800"/>
            </a:xfrm>
            <a:custGeom>
              <a:avLst/>
              <a:gdLst/>
              <a:ahLst/>
              <a:cxnLst/>
              <a:rect l="l" t="t" r="r" b="b"/>
              <a:pathLst>
                <a:path w="9310" h="7232" extrusionOk="0">
                  <a:moveTo>
                    <a:pt x="4655" y="0"/>
                  </a:moveTo>
                  <a:cubicBezTo>
                    <a:pt x="4010" y="0"/>
                    <a:pt x="3366" y="100"/>
                    <a:pt x="2766" y="378"/>
                  </a:cubicBezTo>
                  <a:cubicBezTo>
                    <a:pt x="2122" y="677"/>
                    <a:pt x="1544" y="1099"/>
                    <a:pt x="1023" y="1588"/>
                  </a:cubicBezTo>
                  <a:cubicBezTo>
                    <a:pt x="855" y="1755"/>
                    <a:pt x="700" y="1922"/>
                    <a:pt x="544" y="2111"/>
                  </a:cubicBezTo>
                  <a:cubicBezTo>
                    <a:pt x="344" y="2355"/>
                    <a:pt x="156" y="2632"/>
                    <a:pt x="1" y="2911"/>
                  </a:cubicBezTo>
                  <a:cubicBezTo>
                    <a:pt x="467" y="3000"/>
                    <a:pt x="867" y="3343"/>
                    <a:pt x="1167" y="3721"/>
                  </a:cubicBezTo>
                  <a:cubicBezTo>
                    <a:pt x="1455" y="4110"/>
                    <a:pt x="1667" y="4555"/>
                    <a:pt x="1922" y="4965"/>
                  </a:cubicBezTo>
                  <a:cubicBezTo>
                    <a:pt x="2178" y="5377"/>
                    <a:pt x="2522" y="5787"/>
                    <a:pt x="3000" y="5876"/>
                  </a:cubicBezTo>
                  <a:cubicBezTo>
                    <a:pt x="3099" y="5888"/>
                    <a:pt x="3200" y="5898"/>
                    <a:pt x="3299" y="5932"/>
                  </a:cubicBezTo>
                  <a:cubicBezTo>
                    <a:pt x="3477" y="6010"/>
                    <a:pt x="3588" y="6187"/>
                    <a:pt x="3699" y="6343"/>
                  </a:cubicBezTo>
                  <a:cubicBezTo>
                    <a:pt x="4055" y="6832"/>
                    <a:pt x="4622" y="7165"/>
                    <a:pt x="5222" y="7221"/>
                  </a:cubicBezTo>
                  <a:cubicBezTo>
                    <a:pt x="5288" y="7232"/>
                    <a:pt x="5355" y="7232"/>
                    <a:pt x="5432" y="7232"/>
                  </a:cubicBezTo>
                  <a:cubicBezTo>
                    <a:pt x="5966" y="7232"/>
                    <a:pt x="6499" y="7032"/>
                    <a:pt x="6888" y="6676"/>
                  </a:cubicBezTo>
                  <a:cubicBezTo>
                    <a:pt x="6999" y="6577"/>
                    <a:pt x="7099" y="6454"/>
                    <a:pt x="7232" y="6387"/>
                  </a:cubicBezTo>
                  <a:cubicBezTo>
                    <a:pt x="7399" y="6288"/>
                    <a:pt x="7610" y="6276"/>
                    <a:pt x="7787" y="6199"/>
                  </a:cubicBezTo>
                  <a:cubicBezTo>
                    <a:pt x="7987" y="6110"/>
                    <a:pt x="8132" y="5965"/>
                    <a:pt x="8354" y="5866"/>
                  </a:cubicBezTo>
                  <a:cubicBezTo>
                    <a:pt x="8698" y="5721"/>
                    <a:pt x="8954" y="5499"/>
                    <a:pt x="9143" y="5165"/>
                  </a:cubicBezTo>
                  <a:cubicBezTo>
                    <a:pt x="9199" y="5044"/>
                    <a:pt x="9265" y="4921"/>
                    <a:pt x="9310" y="4788"/>
                  </a:cubicBezTo>
                  <a:cubicBezTo>
                    <a:pt x="9199" y="3511"/>
                    <a:pt x="8654" y="2277"/>
                    <a:pt x="7799" y="1322"/>
                  </a:cubicBezTo>
                  <a:cubicBezTo>
                    <a:pt x="7199" y="633"/>
                    <a:pt x="6621" y="222"/>
                    <a:pt x="5721" y="89"/>
                  </a:cubicBezTo>
                  <a:cubicBezTo>
                    <a:pt x="5710" y="77"/>
                    <a:pt x="5699" y="77"/>
                    <a:pt x="5688" y="77"/>
                  </a:cubicBezTo>
                  <a:cubicBezTo>
                    <a:pt x="5343" y="33"/>
                    <a:pt x="5000" y="0"/>
                    <a:pt x="4655"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p:cNvSpPr/>
            <p:nvPr/>
          </p:nvSpPr>
          <p:spPr>
            <a:xfrm>
              <a:off x="1691250" y="3596500"/>
              <a:ext cx="92500" cy="103050"/>
            </a:xfrm>
            <a:custGeom>
              <a:avLst/>
              <a:gdLst/>
              <a:ahLst/>
              <a:cxnLst/>
              <a:rect l="l" t="t" r="r" b="b"/>
              <a:pathLst>
                <a:path w="3700" h="4122" extrusionOk="0">
                  <a:moveTo>
                    <a:pt x="3588" y="0"/>
                  </a:moveTo>
                  <a:cubicBezTo>
                    <a:pt x="3566" y="12"/>
                    <a:pt x="3544" y="12"/>
                    <a:pt x="3511" y="22"/>
                  </a:cubicBezTo>
                  <a:cubicBezTo>
                    <a:pt x="3588" y="222"/>
                    <a:pt x="3600" y="422"/>
                    <a:pt x="3600" y="567"/>
                  </a:cubicBezTo>
                  <a:cubicBezTo>
                    <a:pt x="3611" y="1400"/>
                    <a:pt x="3233" y="2233"/>
                    <a:pt x="2589" y="2767"/>
                  </a:cubicBezTo>
                  <a:cubicBezTo>
                    <a:pt x="2556" y="2644"/>
                    <a:pt x="2533" y="2522"/>
                    <a:pt x="2533" y="2389"/>
                  </a:cubicBezTo>
                  <a:cubicBezTo>
                    <a:pt x="2544" y="2311"/>
                    <a:pt x="2544" y="2244"/>
                    <a:pt x="2533" y="2167"/>
                  </a:cubicBezTo>
                  <a:lnTo>
                    <a:pt x="2489" y="1789"/>
                  </a:lnTo>
                  <a:lnTo>
                    <a:pt x="2455" y="2167"/>
                  </a:lnTo>
                  <a:cubicBezTo>
                    <a:pt x="2445" y="2233"/>
                    <a:pt x="2445" y="2311"/>
                    <a:pt x="2445" y="2389"/>
                  </a:cubicBezTo>
                  <a:cubicBezTo>
                    <a:pt x="2400" y="2678"/>
                    <a:pt x="2178" y="2933"/>
                    <a:pt x="1978" y="3111"/>
                  </a:cubicBezTo>
                  <a:cubicBezTo>
                    <a:pt x="1534" y="3522"/>
                    <a:pt x="967" y="3789"/>
                    <a:pt x="378" y="3900"/>
                  </a:cubicBezTo>
                  <a:cubicBezTo>
                    <a:pt x="256" y="3922"/>
                    <a:pt x="78" y="3944"/>
                    <a:pt x="1" y="4088"/>
                  </a:cubicBezTo>
                  <a:lnTo>
                    <a:pt x="78" y="4122"/>
                  </a:lnTo>
                  <a:cubicBezTo>
                    <a:pt x="134" y="4021"/>
                    <a:pt x="278" y="3999"/>
                    <a:pt x="389" y="3977"/>
                  </a:cubicBezTo>
                  <a:cubicBezTo>
                    <a:pt x="1000" y="3866"/>
                    <a:pt x="1578" y="3589"/>
                    <a:pt x="2033" y="3177"/>
                  </a:cubicBezTo>
                  <a:cubicBezTo>
                    <a:pt x="2200" y="3033"/>
                    <a:pt x="2378" y="2833"/>
                    <a:pt x="2467" y="2589"/>
                  </a:cubicBezTo>
                  <a:cubicBezTo>
                    <a:pt x="2489" y="2678"/>
                    <a:pt x="2500" y="2767"/>
                    <a:pt x="2533" y="2844"/>
                  </a:cubicBezTo>
                  <a:lnTo>
                    <a:pt x="2556" y="2900"/>
                  </a:lnTo>
                  <a:lnTo>
                    <a:pt x="2600" y="2866"/>
                  </a:lnTo>
                  <a:cubicBezTo>
                    <a:pt x="3277" y="2322"/>
                    <a:pt x="3699" y="1434"/>
                    <a:pt x="3689" y="567"/>
                  </a:cubicBezTo>
                  <a:cubicBezTo>
                    <a:pt x="3677" y="422"/>
                    <a:pt x="3667" y="212"/>
                    <a:pt x="3588"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p:cNvSpPr/>
            <p:nvPr/>
          </p:nvSpPr>
          <p:spPr>
            <a:xfrm>
              <a:off x="1631275" y="3635325"/>
              <a:ext cx="185925" cy="143650"/>
            </a:xfrm>
            <a:custGeom>
              <a:avLst/>
              <a:gdLst/>
              <a:ahLst/>
              <a:cxnLst/>
              <a:rect l="l" t="t" r="r" b="b"/>
              <a:pathLst>
                <a:path w="7437" h="5746" extrusionOk="0">
                  <a:moveTo>
                    <a:pt x="5858" y="0"/>
                  </a:moveTo>
                  <a:cubicBezTo>
                    <a:pt x="5582" y="0"/>
                    <a:pt x="5299" y="84"/>
                    <a:pt x="5066" y="224"/>
                  </a:cubicBezTo>
                  <a:cubicBezTo>
                    <a:pt x="4644" y="469"/>
                    <a:pt x="4343" y="869"/>
                    <a:pt x="4054" y="1258"/>
                  </a:cubicBezTo>
                  <a:cubicBezTo>
                    <a:pt x="3588" y="1891"/>
                    <a:pt x="3121" y="2524"/>
                    <a:pt x="2655" y="3147"/>
                  </a:cubicBezTo>
                  <a:cubicBezTo>
                    <a:pt x="2518" y="3332"/>
                    <a:pt x="2329" y="3536"/>
                    <a:pt x="2111" y="3536"/>
                  </a:cubicBezTo>
                  <a:cubicBezTo>
                    <a:pt x="2082" y="3536"/>
                    <a:pt x="2052" y="3532"/>
                    <a:pt x="2022" y="3524"/>
                  </a:cubicBezTo>
                  <a:cubicBezTo>
                    <a:pt x="1922" y="3502"/>
                    <a:pt x="1844" y="3446"/>
                    <a:pt x="1766" y="3391"/>
                  </a:cubicBezTo>
                  <a:cubicBezTo>
                    <a:pt x="1511" y="3211"/>
                    <a:pt x="1247" y="2918"/>
                    <a:pt x="969" y="2918"/>
                  </a:cubicBezTo>
                  <a:cubicBezTo>
                    <a:pt x="920" y="2918"/>
                    <a:pt x="871" y="2927"/>
                    <a:pt x="822" y="2947"/>
                  </a:cubicBezTo>
                  <a:cubicBezTo>
                    <a:pt x="533" y="3068"/>
                    <a:pt x="178" y="3858"/>
                    <a:pt x="0" y="4113"/>
                  </a:cubicBezTo>
                  <a:lnTo>
                    <a:pt x="1933" y="5379"/>
                  </a:lnTo>
                  <a:cubicBezTo>
                    <a:pt x="2245" y="5587"/>
                    <a:pt x="2500" y="5746"/>
                    <a:pt x="2767" y="5746"/>
                  </a:cubicBezTo>
                  <a:cubicBezTo>
                    <a:pt x="2956" y="5746"/>
                    <a:pt x="3151" y="5666"/>
                    <a:pt x="3377" y="5468"/>
                  </a:cubicBezTo>
                  <a:cubicBezTo>
                    <a:pt x="3943" y="4968"/>
                    <a:pt x="4299" y="4290"/>
                    <a:pt x="4710" y="3668"/>
                  </a:cubicBezTo>
                  <a:cubicBezTo>
                    <a:pt x="5121" y="3046"/>
                    <a:pt x="5654" y="2436"/>
                    <a:pt x="6387" y="2213"/>
                  </a:cubicBezTo>
                  <a:cubicBezTo>
                    <a:pt x="6521" y="2169"/>
                    <a:pt x="6654" y="2135"/>
                    <a:pt x="6765" y="2069"/>
                  </a:cubicBezTo>
                  <a:cubicBezTo>
                    <a:pt x="7436" y="1637"/>
                    <a:pt x="6180" y="1504"/>
                    <a:pt x="5658" y="1504"/>
                  </a:cubicBezTo>
                  <a:cubicBezTo>
                    <a:pt x="5576" y="1504"/>
                    <a:pt x="5511" y="1507"/>
                    <a:pt x="5476" y="1513"/>
                  </a:cubicBezTo>
                  <a:cubicBezTo>
                    <a:pt x="5876" y="1424"/>
                    <a:pt x="6288" y="1335"/>
                    <a:pt x="6688" y="1246"/>
                  </a:cubicBezTo>
                  <a:cubicBezTo>
                    <a:pt x="6777" y="1224"/>
                    <a:pt x="6865" y="1191"/>
                    <a:pt x="6865" y="1113"/>
                  </a:cubicBezTo>
                  <a:cubicBezTo>
                    <a:pt x="6865" y="1058"/>
                    <a:pt x="6809" y="1014"/>
                    <a:pt x="6754" y="980"/>
                  </a:cubicBezTo>
                  <a:cubicBezTo>
                    <a:pt x="6538" y="854"/>
                    <a:pt x="6282" y="790"/>
                    <a:pt x="6028" y="790"/>
                  </a:cubicBezTo>
                  <a:cubicBezTo>
                    <a:pt x="5879" y="790"/>
                    <a:pt x="5731" y="812"/>
                    <a:pt x="5591" y="857"/>
                  </a:cubicBezTo>
                  <a:lnTo>
                    <a:pt x="5591" y="857"/>
                  </a:lnTo>
                  <a:cubicBezTo>
                    <a:pt x="5901" y="757"/>
                    <a:pt x="6200" y="646"/>
                    <a:pt x="6498" y="547"/>
                  </a:cubicBezTo>
                  <a:cubicBezTo>
                    <a:pt x="6543" y="525"/>
                    <a:pt x="6587" y="513"/>
                    <a:pt x="6609" y="480"/>
                  </a:cubicBezTo>
                  <a:cubicBezTo>
                    <a:pt x="6698" y="392"/>
                    <a:pt x="6599" y="247"/>
                    <a:pt x="6488" y="180"/>
                  </a:cubicBezTo>
                  <a:cubicBezTo>
                    <a:pt x="6303" y="56"/>
                    <a:pt x="6083" y="0"/>
                    <a:pt x="585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p:cNvSpPr/>
            <p:nvPr/>
          </p:nvSpPr>
          <p:spPr>
            <a:xfrm>
              <a:off x="1788850" y="3676525"/>
              <a:ext cx="14075" cy="9975"/>
            </a:xfrm>
            <a:custGeom>
              <a:avLst/>
              <a:gdLst/>
              <a:ahLst/>
              <a:cxnLst/>
              <a:rect l="l" t="t" r="r" b="b"/>
              <a:pathLst>
                <a:path w="563" h="399" extrusionOk="0">
                  <a:moveTo>
                    <a:pt x="65" y="1"/>
                  </a:moveTo>
                  <a:cubicBezTo>
                    <a:pt x="20" y="1"/>
                    <a:pt x="0" y="24"/>
                    <a:pt x="40" y="109"/>
                  </a:cubicBezTo>
                  <a:cubicBezTo>
                    <a:pt x="84" y="210"/>
                    <a:pt x="140" y="309"/>
                    <a:pt x="207" y="398"/>
                  </a:cubicBezTo>
                  <a:cubicBezTo>
                    <a:pt x="340" y="343"/>
                    <a:pt x="462" y="265"/>
                    <a:pt x="551" y="154"/>
                  </a:cubicBezTo>
                  <a:cubicBezTo>
                    <a:pt x="551" y="154"/>
                    <a:pt x="562" y="143"/>
                    <a:pt x="562" y="132"/>
                  </a:cubicBezTo>
                  <a:cubicBezTo>
                    <a:pt x="562" y="109"/>
                    <a:pt x="540" y="99"/>
                    <a:pt x="518" y="99"/>
                  </a:cubicBezTo>
                  <a:cubicBezTo>
                    <a:pt x="407" y="77"/>
                    <a:pt x="296" y="43"/>
                    <a:pt x="185" y="21"/>
                  </a:cubicBezTo>
                  <a:cubicBezTo>
                    <a:pt x="140" y="12"/>
                    <a:pt x="96" y="1"/>
                    <a:pt x="65"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p:cNvSpPr/>
            <p:nvPr/>
          </p:nvSpPr>
          <p:spPr>
            <a:xfrm>
              <a:off x="1679300" y="3722575"/>
              <a:ext cx="5325" cy="1125"/>
            </a:xfrm>
            <a:custGeom>
              <a:avLst/>
              <a:gdLst/>
              <a:ahLst/>
              <a:cxnLst/>
              <a:rect l="l" t="t" r="r" b="b"/>
              <a:pathLst>
                <a:path w="213" h="45" extrusionOk="0">
                  <a:moveTo>
                    <a:pt x="1" y="0"/>
                  </a:moveTo>
                  <a:cubicBezTo>
                    <a:pt x="34" y="12"/>
                    <a:pt x="67" y="34"/>
                    <a:pt x="101" y="34"/>
                  </a:cubicBezTo>
                  <a:cubicBezTo>
                    <a:pt x="123" y="45"/>
                    <a:pt x="156" y="45"/>
                    <a:pt x="178" y="45"/>
                  </a:cubicBezTo>
                  <a:lnTo>
                    <a:pt x="212" y="45"/>
                  </a:lnTo>
                  <a:lnTo>
                    <a:pt x="212" y="45"/>
                  </a:lnTo>
                  <a:lnTo>
                    <a:pt x="178" y="45"/>
                  </a:lnTo>
                  <a:cubicBezTo>
                    <a:pt x="156" y="45"/>
                    <a:pt x="123" y="45"/>
                    <a:pt x="101" y="34"/>
                  </a:cubicBezTo>
                  <a:cubicBezTo>
                    <a:pt x="67" y="34"/>
                    <a:pt x="34" y="12"/>
                    <a:pt x="1" y="0"/>
                  </a:cubicBezTo>
                  <a:close/>
                </a:path>
              </a:pathLst>
            </a:custGeom>
            <a:solidFill>
              <a:srgbClr val="975E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p:cNvSpPr/>
            <p:nvPr/>
          </p:nvSpPr>
          <p:spPr>
            <a:xfrm>
              <a:off x="1631275" y="3738125"/>
              <a:ext cx="18350" cy="11975"/>
            </a:xfrm>
            <a:custGeom>
              <a:avLst/>
              <a:gdLst/>
              <a:ahLst/>
              <a:cxnLst/>
              <a:rect l="l" t="t" r="r" b="b"/>
              <a:pathLst>
                <a:path w="734" h="479" extrusionOk="0">
                  <a:moveTo>
                    <a:pt x="0" y="1"/>
                  </a:moveTo>
                  <a:cubicBezTo>
                    <a:pt x="245" y="168"/>
                    <a:pt x="489" y="323"/>
                    <a:pt x="733" y="479"/>
                  </a:cubicBezTo>
                  <a:lnTo>
                    <a:pt x="733" y="479"/>
                  </a:lnTo>
                  <a:cubicBezTo>
                    <a:pt x="489" y="323"/>
                    <a:pt x="245" y="168"/>
                    <a:pt x="0"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p:cNvSpPr/>
            <p:nvPr/>
          </p:nvSpPr>
          <p:spPr>
            <a:xfrm>
              <a:off x="1649600" y="3750075"/>
              <a:ext cx="2500" cy="1700"/>
            </a:xfrm>
            <a:custGeom>
              <a:avLst/>
              <a:gdLst/>
              <a:ahLst/>
              <a:cxnLst/>
              <a:rect l="l" t="t" r="r" b="b"/>
              <a:pathLst>
                <a:path w="100" h="68" extrusionOk="0">
                  <a:moveTo>
                    <a:pt x="0" y="1"/>
                  </a:moveTo>
                  <a:lnTo>
                    <a:pt x="100" y="67"/>
                  </a:lnTo>
                  <a:lnTo>
                    <a:pt x="100" y="67"/>
                  </a:lnTo>
                  <a:lnTo>
                    <a:pt x="0" y="1"/>
                  </a:ln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p:cNvSpPr/>
            <p:nvPr/>
          </p:nvSpPr>
          <p:spPr>
            <a:xfrm>
              <a:off x="1631275" y="3708125"/>
              <a:ext cx="62500" cy="48100"/>
            </a:xfrm>
            <a:custGeom>
              <a:avLst/>
              <a:gdLst/>
              <a:ahLst/>
              <a:cxnLst/>
              <a:rect l="l" t="t" r="r" b="b"/>
              <a:pathLst>
                <a:path w="2500" h="1924" extrusionOk="0">
                  <a:moveTo>
                    <a:pt x="978" y="1"/>
                  </a:moveTo>
                  <a:cubicBezTo>
                    <a:pt x="922" y="1"/>
                    <a:pt x="877" y="12"/>
                    <a:pt x="822" y="35"/>
                  </a:cubicBezTo>
                  <a:cubicBezTo>
                    <a:pt x="533" y="156"/>
                    <a:pt x="178" y="946"/>
                    <a:pt x="0" y="1201"/>
                  </a:cubicBezTo>
                  <a:cubicBezTo>
                    <a:pt x="245" y="1368"/>
                    <a:pt x="489" y="1523"/>
                    <a:pt x="733" y="1679"/>
                  </a:cubicBezTo>
                  <a:lnTo>
                    <a:pt x="833" y="1745"/>
                  </a:lnTo>
                  <a:cubicBezTo>
                    <a:pt x="1089" y="1823"/>
                    <a:pt x="1400" y="1923"/>
                    <a:pt x="1689" y="1923"/>
                  </a:cubicBezTo>
                  <a:cubicBezTo>
                    <a:pt x="1855" y="1923"/>
                    <a:pt x="2010" y="1889"/>
                    <a:pt x="2144" y="1778"/>
                  </a:cubicBezTo>
                  <a:cubicBezTo>
                    <a:pt x="2499" y="1501"/>
                    <a:pt x="2355" y="1023"/>
                    <a:pt x="2133" y="623"/>
                  </a:cubicBezTo>
                  <a:lnTo>
                    <a:pt x="2099" y="623"/>
                  </a:lnTo>
                  <a:cubicBezTo>
                    <a:pt x="2077" y="623"/>
                    <a:pt x="2044" y="623"/>
                    <a:pt x="2022" y="612"/>
                  </a:cubicBezTo>
                  <a:cubicBezTo>
                    <a:pt x="1988" y="612"/>
                    <a:pt x="1955" y="590"/>
                    <a:pt x="1922" y="578"/>
                  </a:cubicBezTo>
                  <a:cubicBezTo>
                    <a:pt x="1866" y="556"/>
                    <a:pt x="1822" y="512"/>
                    <a:pt x="1766" y="479"/>
                  </a:cubicBezTo>
                  <a:cubicBezTo>
                    <a:pt x="1511" y="301"/>
                    <a:pt x="1255" y="1"/>
                    <a:pt x="978"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p:cNvSpPr/>
            <p:nvPr/>
          </p:nvSpPr>
          <p:spPr>
            <a:xfrm>
              <a:off x="1714025" y="3442375"/>
              <a:ext cx="89450" cy="108325"/>
            </a:xfrm>
            <a:custGeom>
              <a:avLst/>
              <a:gdLst/>
              <a:ahLst/>
              <a:cxnLst/>
              <a:rect l="l" t="t" r="r" b="b"/>
              <a:pathLst>
                <a:path w="3578" h="4333" extrusionOk="0">
                  <a:moveTo>
                    <a:pt x="1" y="0"/>
                  </a:moveTo>
                  <a:lnTo>
                    <a:pt x="1" y="4032"/>
                  </a:lnTo>
                  <a:lnTo>
                    <a:pt x="11" y="4032"/>
                  </a:lnTo>
                  <a:cubicBezTo>
                    <a:pt x="112" y="4199"/>
                    <a:pt x="878" y="4333"/>
                    <a:pt x="1789" y="4333"/>
                  </a:cubicBezTo>
                  <a:cubicBezTo>
                    <a:pt x="2711" y="4333"/>
                    <a:pt x="3477" y="4199"/>
                    <a:pt x="3566" y="4032"/>
                  </a:cubicBezTo>
                  <a:lnTo>
                    <a:pt x="3578" y="4032"/>
                  </a:lnTo>
                  <a:lnTo>
                    <a:pt x="35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p:cNvSpPr/>
            <p:nvPr/>
          </p:nvSpPr>
          <p:spPr>
            <a:xfrm>
              <a:off x="1714025" y="3435150"/>
              <a:ext cx="89450" cy="16675"/>
            </a:xfrm>
            <a:custGeom>
              <a:avLst/>
              <a:gdLst/>
              <a:ahLst/>
              <a:cxnLst/>
              <a:rect l="l" t="t" r="r" b="b"/>
              <a:pathLst>
                <a:path w="3578" h="667" extrusionOk="0">
                  <a:moveTo>
                    <a:pt x="1789" y="0"/>
                  </a:moveTo>
                  <a:cubicBezTo>
                    <a:pt x="811" y="0"/>
                    <a:pt x="1" y="144"/>
                    <a:pt x="1" y="334"/>
                  </a:cubicBezTo>
                  <a:cubicBezTo>
                    <a:pt x="1" y="511"/>
                    <a:pt x="811" y="667"/>
                    <a:pt x="1789" y="667"/>
                  </a:cubicBezTo>
                  <a:cubicBezTo>
                    <a:pt x="2778" y="667"/>
                    <a:pt x="3578" y="511"/>
                    <a:pt x="3578" y="334"/>
                  </a:cubicBezTo>
                  <a:cubicBezTo>
                    <a:pt x="3578" y="144"/>
                    <a:pt x="2778" y="0"/>
                    <a:pt x="1789"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p:cNvSpPr/>
            <p:nvPr/>
          </p:nvSpPr>
          <p:spPr>
            <a:xfrm>
              <a:off x="1714025" y="3435150"/>
              <a:ext cx="89450" cy="13050"/>
            </a:xfrm>
            <a:custGeom>
              <a:avLst/>
              <a:gdLst/>
              <a:ahLst/>
              <a:cxnLst/>
              <a:rect l="l" t="t" r="r" b="b"/>
              <a:pathLst>
                <a:path w="3578" h="522" extrusionOk="0">
                  <a:moveTo>
                    <a:pt x="1789" y="0"/>
                  </a:moveTo>
                  <a:cubicBezTo>
                    <a:pt x="811" y="0"/>
                    <a:pt x="1" y="144"/>
                    <a:pt x="1" y="334"/>
                  </a:cubicBezTo>
                  <a:cubicBezTo>
                    <a:pt x="1" y="400"/>
                    <a:pt x="112" y="467"/>
                    <a:pt x="312" y="522"/>
                  </a:cubicBezTo>
                  <a:cubicBezTo>
                    <a:pt x="623" y="422"/>
                    <a:pt x="1178" y="366"/>
                    <a:pt x="1789" y="366"/>
                  </a:cubicBezTo>
                  <a:cubicBezTo>
                    <a:pt x="2411" y="366"/>
                    <a:pt x="2956" y="422"/>
                    <a:pt x="3277" y="522"/>
                  </a:cubicBezTo>
                  <a:cubicBezTo>
                    <a:pt x="3467" y="467"/>
                    <a:pt x="3578" y="400"/>
                    <a:pt x="3578" y="334"/>
                  </a:cubicBezTo>
                  <a:cubicBezTo>
                    <a:pt x="3578" y="144"/>
                    <a:pt x="2778" y="0"/>
                    <a:pt x="1789"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p:cNvSpPr/>
            <p:nvPr/>
          </p:nvSpPr>
          <p:spPr>
            <a:xfrm>
              <a:off x="1471000" y="3634350"/>
              <a:ext cx="203875" cy="138325"/>
            </a:xfrm>
            <a:custGeom>
              <a:avLst/>
              <a:gdLst/>
              <a:ahLst/>
              <a:cxnLst/>
              <a:rect l="l" t="t" r="r" b="b"/>
              <a:pathLst>
                <a:path w="8155" h="5533" extrusionOk="0">
                  <a:moveTo>
                    <a:pt x="4609" y="0"/>
                  </a:moveTo>
                  <a:cubicBezTo>
                    <a:pt x="4392" y="0"/>
                    <a:pt x="4190" y="72"/>
                    <a:pt x="4012" y="241"/>
                  </a:cubicBezTo>
                  <a:cubicBezTo>
                    <a:pt x="3079" y="1142"/>
                    <a:pt x="1" y="1808"/>
                    <a:pt x="1445" y="3085"/>
                  </a:cubicBezTo>
                  <a:cubicBezTo>
                    <a:pt x="1857" y="3452"/>
                    <a:pt x="3534" y="4240"/>
                    <a:pt x="3989" y="4551"/>
                  </a:cubicBezTo>
                  <a:cubicBezTo>
                    <a:pt x="3814" y="4598"/>
                    <a:pt x="3639" y="4621"/>
                    <a:pt x="3464" y="4621"/>
                  </a:cubicBezTo>
                  <a:cubicBezTo>
                    <a:pt x="3428" y="4621"/>
                    <a:pt x="3392" y="4620"/>
                    <a:pt x="3356" y="4618"/>
                  </a:cubicBezTo>
                  <a:lnTo>
                    <a:pt x="3356" y="4618"/>
                  </a:lnTo>
                  <a:cubicBezTo>
                    <a:pt x="3789" y="4985"/>
                    <a:pt x="4356" y="5196"/>
                    <a:pt x="4923" y="5196"/>
                  </a:cubicBezTo>
                  <a:cubicBezTo>
                    <a:pt x="4745" y="5262"/>
                    <a:pt x="4545" y="5296"/>
                    <a:pt x="4356" y="5296"/>
                  </a:cubicBezTo>
                  <a:cubicBezTo>
                    <a:pt x="4606" y="5471"/>
                    <a:pt x="4899" y="5532"/>
                    <a:pt x="5202" y="5532"/>
                  </a:cubicBezTo>
                  <a:cubicBezTo>
                    <a:pt x="5479" y="5532"/>
                    <a:pt x="5763" y="5481"/>
                    <a:pt x="6033" y="5418"/>
                  </a:cubicBezTo>
                  <a:cubicBezTo>
                    <a:pt x="6744" y="5240"/>
                    <a:pt x="7666" y="4119"/>
                    <a:pt x="7411" y="3430"/>
                  </a:cubicBezTo>
                  <a:lnTo>
                    <a:pt x="7411" y="3430"/>
                  </a:lnTo>
                  <a:cubicBezTo>
                    <a:pt x="7466" y="3444"/>
                    <a:pt x="7516" y="3453"/>
                    <a:pt x="7567" y="3453"/>
                  </a:cubicBezTo>
                  <a:cubicBezTo>
                    <a:pt x="7599" y="3453"/>
                    <a:pt x="7632" y="3449"/>
                    <a:pt x="7666" y="3441"/>
                  </a:cubicBezTo>
                  <a:cubicBezTo>
                    <a:pt x="7833" y="3396"/>
                    <a:pt x="7999" y="3252"/>
                    <a:pt x="8055" y="3085"/>
                  </a:cubicBezTo>
                  <a:cubicBezTo>
                    <a:pt x="8155" y="2830"/>
                    <a:pt x="8066" y="2541"/>
                    <a:pt x="7910" y="2308"/>
                  </a:cubicBezTo>
                  <a:cubicBezTo>
                    <a:pt x="7766" y="2085"/>
                    <a:pt x="7544" y="1919"/>
                    <a:pt x="7322" y="1764"/>
                  </a:cubicBezTo>
                  <a:cubicBezTo>
                    <a:pt x="6693" y="1278"/>
                    <a:pt x="5526" y="0"/>
                    <a:pt x="460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p:cNvSpPr/>
            <p:nvPr/>
          </p:nvSpPr>
          <p:spPr>
            <a:xfrm>
              <a:off x="1567650" y="3718300"/>
              <a:ext cx="86675" cy="41750"/>
            </a:xfrm>
            <a:custGeom>
              <a:avLst/>
              <a:gdLst/>
              <a:ahLst/>
              <a:cxnLst/>
              <a:rect l="l" t="t" r="r" b="b"/>
              <a:pathLst>
                <a:path w="3467" h="1670" extrusionOk="0">
                  <a:moveTo>
                    <a:pt x="2258" y="82"/>
                  </a:moveTo>
                  <a:cubicBezTo>
                    <a:pt x="2277" y="82"/>
                    <a:pt x="2296" y="86"/>
                    <a:pt x="2311" y="94"/>
                  </a:cubicBezTo>
                  <a:cubicBezTo>
                    <a:pt x="2390" y="127"/>
                    <a:pt x="2445" y="216"/>
                    <a:pt x="2489" y="305"/>
                  </a:cubicBezTo>
                  <a:lnTo>
                    <a:pt x="2523" y="371"/>
                  </a:lnTo>
                  <a:cubicBezTo>
                    <a:pt x="2434" y="339"/>
                    <a:pt x="2356" y="316"/>
                    <a:pt x="2279" y="283"/>
                  </a:cubicBezTo>
                  <a:cubicBezTo>
                    <a:pt x="2190" y="250"/>
                    <a:pt x="2145" y="216"/>
                    <a:pt x="2145" y="171"/>
                  </a:cubicBezTo>
                  <a:lnTo>
                    <a:pt x="2145" y="149"/>
                  </a:lnTo>
                  <a:cubicBezTo>
                    <a:pt x="2145" y="139"/>
                    <a:pt x="2156" y="116"/>
                    <a:pt x="2167" y="116"/>
                  </a:cubicBezTo>
                  <a:cubicBezTo>
                    <a:pt x="2189" y="95"/>
                    <a:pt x="2224" y="82"/>
                    <a:pt x="2258" y="82"/>
                  </a:cubicBezTo>
                  <a:close/>
                  <a:moveTo>
                    <a:pt x="2262" y="0"/>
                  </a:moveTo>
                  <a:cubicBezTo>
                    <a:pt x="2212" y="0"/>
                    <a:pt x="2160" y="20"/>
                    <a:pt x="2123" y="50"/>
                  </a:cubicBezTo>
                  <a:cubicBezTo>
                    <a:pt x="2079" y="83"/>
                    <a:pt x="2056" y="139"/>
                    <a:pt x="2067" y="183"/>
                  </a:cubicBezTo>
                  <a:cubicBezTo>
                    <a:pt x="2079" y="283"/>
                    <a:pt x="2178" y="327"/>
                    <a:pt x="2245" y="361"/>
                  </a:cubicBezTo>
                  <a:lnTo>
                    <a:pt x="2545" y="460"/>
                  </a:lnTo>
                  <a:cubicBezTo>
                    <a:pt x="2567" y="516"/>
                    <a:pt x="2567" y="583"/>
                    <a:pt x="2534" y="627"/>
                  </a:cubicBezTo>
                  <a:cubicBezTo>
                    <a:pt x="2487" y="702"/>
                    <a:pt x="2393" y="730"/>
                    <a:pt x="2311" y="730"/>
                  </a:cubicBezTo>
                  <a:cubicBezTo>
                    <a:pt x="2296" y="730"/>
                    <a:pt x="2281" y="729"/>
                    <a:pt x="2267" y="727"/>
                  </a:cubicBezTo>
                  <a:lnTo>
                    <a:pt x="2245" y="727"/>
                  </a:lnTo>
                  <a:cubicBezTo>
                    <a:pt x="2156" y="650"/>
                    <a:pt x="2056" y="605"/>
                    <a:pt x="1934" y="594"/>
                  </a:cubicBezTo>
                  <a:lnTo>
                    <a:pt x="1778" y="594"/>
                  </a:lnTo>
                  <a:lnTo>
                    <a:pt x="1912" y="672"/>
                  </a:lnTo>
                  <a:cubicBezTo>
                    <a:pt x="2000" y="716"/>
                    <a:pt x="2101" y="771"/>
                    <a:pt x="2200" y="805"/>
                  </a:cubicBezTo>
                  <a:cubicBezTo>
                    <a:pt x="2279" y="872"/>
                    <a:pt x="2345" y="961"/>
                    <a:pt x="2400" y="1038"/>
                  </a:cubicBezTo>
                  <a:cubicBezTo>
                    <a:pt x="2523" y="1227"/>
                    <a:pt x="2556" y="1361"/>
                    <a:pt x="2489" y="1460"/>
                  </a:cubicBezTo>
                  <a:cubicBezTo>
                    <a:pt x="2431" y="1560"/>
                    <a:pt x="2310" y="1592"/>
                    <a:pt x="2187" y="1592"/>
                  </a:cubicBezTo>
                  <a:cubicBezTo>
                    <a:pt x="2146" y="1592"/>
                    <a:pt x="2106" y="1588"/>
                    <a:pt x="2067" y="1583"/>
                  </a:cubicBezTo>
                  <a:cubicBezTo>
                    <a:pt x="1279" y="1505"/>
                    <a:pt x="534" y="1082"/>
                    <a:pt x="67" y="460"/>
                  </a:cubicBezTo>
                  <a:lnTo>
                    <a:pt x="1" y="505"/>
                  </a:lnTo>
                  <a:cubicBezTo>
                    <a:pt x="479" y="1149"/>
                    <a:pt x="1245" y="1583"/>
                    <a:pt x="2056" y="1660"/>
                  </a:cubicBezTo>
                  <a:cubicBezTo>
                    <a:pt x="2105" y="1666"/>
                    <a:pt x="2150" y="1670"/>
                    <a:pt x="2193" y="1670"/>
                  </a:cubicBezTo>
                  <a:cubicBezTo>
                    <a:pt x="2372" y="1670"/>
                    <a:pt x="2493" y="1612"/>
                    <a:pt x="2556" y="1505"/>
                  </a:cubicBezTo>
                  <a:cubicBezTo>
                    <a:pt x="2667" y="1338"/>
                    <a:pt x="2556" y="1127"/>
                    <a:pt x="2467" y="994"/>
                  </a:cubicBezTo>
                  <a:cubicBezTo>
                    <a:pt x="2423" y="938"/>
                    <a:pt x="2378" y="872"/>
                    <a:pt x="2334" y="816"/>
                  </a:cubicBezTo>
                  <a:cubicBezTo>
                    <a:pt x="2434" y="805"/>
                    <a:pt x="2545" y="771"/>
                    <a:pt x="2600" y="672"/>
                  </a:cubicBezTo>
                  <a:cubicBezTo>
                    <a:pt x="2634" y="605"/>
                    <a:pt x="2645" y="549"/>
                    <a:pt x="2634" y="483"/>
                  </a:cubicBezTo>
                  <a:lnTo>
                    <a:pt x="2634" y="483"/>
                  </a:lnTo>
                  <a:cubicBezTo>
                    <a:pt x="2734" y="505"/>
                    <a:pt x="2834" y="516"/>
                    <a:pt x="2934" y="527"/>
                  </a:cubicBezTo>
                  <a:cubicBezTo>
                    <a:pt x="2975" y="536"/>
                    <a:pt x="3020" y="542"/>
                    <a:pt x="3067" y="542"/>
                  </a:cubicBezTo>
                  <a:cubicBezTo>
                    <a:pt x="3133" y="542"/>
                    <a:pt x="3202" y="531"/>
                    <a:pt x="3267" y="505"/>
                  </a:cubicBezTo>
                  <a:cubicBezTo>
                    <a:pt x="3367" y="472"/>
                    <a:pt x="3434" y="394"/>
                    <a:pt x="3456" y="316"/>
                  </a:cubicBezTo>
                  <a:cubicBezTo>
                    <a:pt x="3467" y="283"/>
                    <a:pt x="3467" y="260"/>
                    <a:pt x="3467" y="238"/>
                  </a:cubicBezTo>
                  <a:cubicBezTo>
                    <a:pt x="3467" y="171"/>
                    <a:pt x="3422" y="105"/>
                    <a:pt x="3356" y="72"/>
                  </a:cubicBezTo>
                  <a:cubicBezTo>
                    <a:pt x="3320" y="50"/>
                    <a:pt x="3280" y="38"/>
                    <a:pt x="3244" y="38"/>
                  </a:cubicBezTo>
                  <a:cubicBezTo>
                    <a:pt x="3224" y="38"/>
                    <a:pt x="3205" y="42"/>
                    <a:pt x="3189" y="50"/>
                  </a:cubicBezTo>
                  <a:lnTo>
                    <a:pt x="3222" y="127"/>
                  </a:lnTo>
                  <a:cubicBezTo>
                    <a:pt x="3231" y="123"/>
                    <a:pt x="3242" y="120"/>
                    <a:pt x="3255" y="120"/>
                  </a:cubicBezTo>
                  <a:cubicBezTo>
                    <a:pt x="3274" y="120"/>
                    <a:pt x="3297" y="125"/>
                    <a:pt x="3323" y="139"/>
                  </a:cubicBezTo>
                  <a:cubicBezTo>
                    <a:pt x="3356" y="161"/>
                    <a:pt x="3389" y="205"/>
                    <a:pt x="3389" y="238"/>
                  </a:cubicBezTo>
                  <a:cubicBezTo>
                    <a:pt x="3389" y="327"/>
                    <a:pt x="3323" y="405"/>
                    <a:pt x="3234" y="438"/>
                  </a:cubicBezTo>
                  <a:cubicBezTo>
                    <a:pt x="3189" y="455"/>
                    <a:pt x="3139" y="461"/>
                    <a:pt x="3088" y="461"/>
                  </a:cubicBezTo>
                  <a:cubicBezTo>
                    <a:pt x="3037" y="461"/>
                    <a:pt x="2984" y="455"/>
                    <a:pt x="2934" y="450"/>
                  </a:cubicBezTo>
                  <a:cubicBezTo>
                    <a:pt x="2834" y="438"/>
                    <a:pt x="2723" y="416"/>
                    <a:pt x="2612" y="394"/>
                  </a:cubicBezTo>
                  <a:cubicBezTo>
                    <a:pt x="2600" y="349"/>
                    <a:pt x="2578" y="305"/>
                    <a:pt x="2556" y="272"/>
                  </a:cubicBezTo>
                  <a:cubicBezTo>
                    <a:pt x="2511" y="161"/>
                    <a:pt x="2445" y="60"/>
                    <a:pt x="2334" y="16"/>
                  </a:cubicBezTo>
                  <a:cubicBezTo>
                    <a:pt x="2312" y="5"/>
                    <a:pt x="2287" y="0"/>
                    <a:pt x="226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p:cNvSpPr/>
            <p:nvPr/>
          </p:nvSpPr>
          <p:spPr>
            <a:xfrm>
              <a:off x="1777275" y="3637950"/>
              <a:ext cx="15925" cy="11075"/>
            </a:xfrm>
            <a:custGeom>
              <a:avLst/>
              <a:gdLst/>
              <a:ahLst/>
              <a:cxnLst/>
              <a:rect l="l" t="t" r="r" b="b"/>
              <a:pathLst>
                <a:path w="637" h="443" extrusionOk="0">
                  <a:moveTo>
                    <a:pt x="74" y="1"/>
                  </a:moveTo>
                  <a:cubicBezTo>
                    <a:pt x="22" y="1"/>
                    <a:pt x="1" y="25"/>
                    <a:pt x="48" y="119"/>
                  </a:cubicBezTo>
                  <a:cubicBezTo>
                    <a:pt x="103" y="231"/>
                    <a:pt x="170" y="342"/>
                    <a:pt x="248" y="442"/>
                  </a:cubicBezTo>
                  <a:cubicBezTo>
                    <a:pt x="392" y="375"/>
                    <a:pt x="525" y="287"/>
                    <a:pt x="614" y="164"/>
                  </a:cubicBezTo>
                  <a:cubicBezTo>
                    <a:pt x="626" y="153"/>
                    <a:pt x="626" y="142"/>
                    <a:pt x="626" y="131"/>
                  </a:cubicBezTo>
                  <a:cubicBezTo>
                    <a:pt x="636" y="109"/>
                    <a:pt x="603" y="97"/>
                    <a:pt x="581" y="97"/>
                  </a:cubicBezTo>
                  <a:cubicBezTo>
                    <a:pt x="458" y="75"/>
                    <a:pt x="325" y="42"/>
                    <a:pt x="203" y="20"/>
                  </a:cubicBezTo>
                  <a:cubicBezTo>
                    <a:pt x="155" y="11"/>
                    <a:pt x="108" y="1"/>
                    <a:pt x="7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p:cNvSpPr/>
            <p:nvPr/>
          </p:nvSpPr>
          <p:spPr>
            <a:xfrm>
              <a:off x="1786450" y="3657500"/>
              <a:ext cx="11750" cy="9000"/>
            </a:xfrm>
            <a:custGeom>
              <a:avLst/>
              <a:gdLst/>
              <a:ahLst/>
              <a:cxnLst/>
              <a:rect l="l" t="t" r="r" b="b"/>
              <a:pathLst>
                <a:path w="470" h="360" extrusionOk="0">
                  <a:moveTo>
                    <a:pt x="44" y="1"/>
                  </a:moveTo>
                  <a:cubicBezTo>
                    <a:pt x="12" y="1"/>
                    <a:pt x="1" y="21"/>
                    <a:pt x="25" y="93"/>
                  </a:cubicBezTo>
                  <a:cubicBezTo>
                    <a:pt x="47" y="182"/>
                    <a:pt x="91" y="271"/>
                    <a:pt x="136" y="359"/>
                  </a:cubicBezTo>
                  <a:cubicBezTo>
                    <a:pt x="259" y="327"/>
                    <a:pt x="370" y="260"/>
                    <a:pt x="458" y="182"/>
                  </a:cubicBezTo>
                  <a:cubicBezTo>
                    <a:pt x="458" y="171"/>
                    <a:pt x="469" y="171"/>
                    <a:pt x="469" y="160"/>
                  </a:cubicBezTo>
                  <a:cubicBezTo>
                    <a:pt x="469" y="149"/>
                    <a:pt x="447" y="127"/>
                    <a:pt x="436" y="127"/>
                  </a:cubicBezTo>
                  <a:cubicBezTo>
                    <a:pt x="336" y="93"/>
                    <a:pt x="247" y="60"/>
                    <a:pt x="158" y="26"/>
                  </a:cubicBezTo>
                  <a:cubicBezTo>
                    <a:pt x="112" y="16"/>
                    <a:pt x="71" y="1"/>
                    <a:pt x="44" y="1"/>
                  </a:cubicBezTo>
                  <a:close/>
                </a:path>
              </a:pathLst>
            </a:custGeom>
            <a:solidFill>
              <a:srgbClr val="F7AD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p:cNvSpPr/>
            <p:nvPr/>
          </p:nvSpPr>
          <p:spPr>
            <a:xfrm>
              <a:off x="1706250" y="3485950"/>
              <a:ext cx="84175" cy="93225"/>
            </a:xfrm>
            <a:custGeom>
              <a:avLst/>
              <a:gdLst/>
              <a:ahLst/>
              <a:cxnLst/>
              <a:rect l="l" t="t" r="r" b="b"/>
              <a:pathLst>
                <a:path w="3367" h="3729" extrusionOk="0">
                  <a:moveTo>
                    <a:pt x="1589" y="1"/>
                  </a:moveTo>
                  <a:cubicBezTo>
                    <a:pt x="1500" y="1"/>
                    <a:pt x="1411" y="35"/>
                    <a:pt x="1334" y="79"/>
                  </a:cubicBezTo>
                  <a:cubicBezTo>
                    <a:pt x="878" y="279"/>
                    <a:pt x="433" y="501"/>
                    <a:pt x="1" y="723"/>
                  </a:cubicBezTo>
                  <a:cubicBezTo>
                    <a:pt x="356" y="1057"/>
                    <a:pt x="378" y="1612"/>
                    <a:pt x="334" y="2089"/>
                  </a:cubicBezTo>
                  <a:cubicBezTo>
                    <a:pt x="289" y="2545"/>
                    <a:pt x="78" y="3456"/>
                    <a:pt x="645" y="3612"/>
                  </a:cubicBezTo>
                  <a:cubicBezTo>
                    <a:pt x="917" y="3687"/>
                    <a:pt x="1226" y="3728"/>
                    <a:pt x="1536" y="3728"/>
                  </a:cubicBezTo>
                  <a:cubicBezTo>
                    <a:pt x="1960" y="3728"/>
                    <a:pt x="2387" y="3651"/>
                    <a:pt x="2733" y="3478"/>
                  </a:cubicBezTo>
                  <a:cubicBezTo>
                    <a:pt x="2855" y="3412"/>
                    <a:pt x="2988" y="3267"/>
                    <a:pt x="2911" y="3145"/>
                  </a:cubicBezTo>
                  <a:cubicBezTo>
                    <a:pt x="2877" y="3101"/>
                    <a:pt x="2811" y="3078"/>
                    <a:pt x="2744" y="3078"/>
                  </a:cubicBezTo>
                  <a:cubicBezTo>
                    <a:pt x="2708" y="3074"/>
                    <a:pt x="2671" y="3073"/>
                    <a:pt x="2634" y="3073"/>
                  </a:cubicBezTo>
                  <a:cubicBezTo>
                    <a:pt x="2513" y="3073"/>
                    <a:pt x="2387" y="3089"/>
                    <a:pt x="2270" y="3089"/>
                  </a:cubicBezTo>
                  <a:cubicBezTo>
                    <a:pt x="2135" y="3089"/>
                    <a:pt x="2011" y="3066"/>
                    <a:pt x="1922" y="2967"/>
                  </a:cubicBezTo>
                  <a:cubicBezTo>
                    <a:pt x="2322" y="2945"/>
                    <a:pt x="2722" y="2845"/>
                    <a:pt x="3077" y="2656"/>
                  </a:cubicBezTo>
                  <a:cubicBezTo>
                    <a:pt x="3155" y="2612"/>
                    <a:pt x="3255" y="2556"/>
                    <a:pt x="3267" y="2456"/>
                  </a:cubicBezTo>
                  <a:cubicBezTo>
                    <a:pt x="3299" y="2311"/>
                    <a:pt x="3144" y="2190"/>
                    <a:pt x="3000" y="2167"/>
                  </a:cubicBezTo>
                  <a:cubicBezTo>
                    <a:pt x="2968" y="2164"/>
                    <a:pt x="2936" y="2162"/>
                    <a:pt x="2905" y="2162"/>
                  </a:cubicBezTo>
                  <a:cubicBezTo>
                    <a:pt x="2739" y="2162"/>
                    <a:pt x="2579" y="2206"/>
                    <a:pt x="2411" y="2234"/>
                  </a:cubicBezTo>
                  <a:cubicBezTo>
                    <a:pt x="2365" y="2239"/>
                    <a:pt x="2317" y="2243"/>
                    <a:pt x="2269" y="2243"/>
                  </a:cubicBezTo>
                  <a:cubicBezTo>
                    <a:pt x="2120" y="2243"/>
                    <a:pt x="1968" y="2210"/>
                    <a:pt x="1867" y="2101"/>
                  </a:cubicBezTo>
                  <a:cubicBezTo>
                    <a:pt x="2233" y="2023"/>
                    <a:pt x="2611" y="1945"/>
                    <a:pt x="2978" y="1845"/>
                  </a:cubicBezTo>
                  <a:cubicBezTo>
                    <a:pt x="3155" y="1800"/>
                    <a:pt x="3366" y="1689"/>
                    <a:pt x="3344" y="1512"/>
                  </a:cubicBezTo>
                  <a:cubicBezTo>
                    <a:pt x="3333" y="1412"/>
                    <a:pt x="3233" y="1334"/>
                    <a:pt x="3133" y="1301"/>
                  </a:cubicBezTo>
                  <a:cubicBezTo>
                    <a:pt x="3043" y="1267"/>
                    <a:pt x="2951" y="1254"/>
                    <a:pt x="2858" y="1254"/>
                  </a:cubicBezTo>
                  <a:cubicBezTo>
                    <a:pt x="2527" y="1254"/>
                    <a:pt x="2180" y="1423"/>
                    <a:pt x="1833" y="1423"/>
                  </a:cubicBezTo>
                  <a:cubicBezTo>
                    <a:pt x="1778" y="1423"/>
                    <a:pt x="1711" y="1390"/>
                    <a:pt x="1722" y="1334"/>
                  </a:cubicBezTo>
                  <a:cubicBezTo>
                    <a:pt x="2055" y="1245"/>
                    <a:pt x="2389" y="1156"/>
                    <a:pt x="2711" y="1057"/>
                  </a:cubicBezTo>
                  <a:cubicBezTo>
                    <a:pt x="2855" y="1023"/>
                    <a:pt x="2988" y="978"/>
                    <a:pt x="3089" y="879"/>
                  </a:cubicBezTo>
                  <a:cubicBezTo>
                    <a:pt x="3188" y="778"/>
                    <a:pt x="3233" y="612"/>
                    <a:pt x="3144" y="501"/>
                  </a:cubicBezTo>
                  <a:cubicBezTo>
                    <a:pt x="3085" y="435"/>
                    <a:pt x="2999" y="416"/>
                    <a:pt x="2908" y="416"/>
                  </a:cubicBezTo>
                  <a:cubicBezTo>
                    <a:pt x="2846" y="416"/>
                    <a:pt x="2781" y="425"/>
                    <a:pt x="2722" y="434"/>
                  </a:cubicBezTo>
                  <a:cubicBezTo>
                    <a:pt x="2344" y="512"/>
                    <a:pt x="1978" y="590"/>
                    <a:pt x="1600" y="667"/>
                  </a:cubicBezTo>
                  <a:cubicBezTo>
                    <a:pt x="1522" y="490"/>
                    <a:pt x="1833" y="334"/>
                    <a:pt x="1789" y="146"/>
                  </a:cubicBezTo>
                  <a:cubicBezTo>
                    <a:pt x="1766" y="57"/>
                    <a:pt x="1678" y="1"/>
                    <a:pt x="158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p:cNvSpPr/>
            <p:nvPr/>
          </p:nvSpPr>
          <p:spPr>
            <a:xfrm>
              <a:off x="1481850" y="3314325"/>
              <a:ext cx="256650" cy="299150"/>
            </a:xfrm>
            <a:custGeom>
              <a:avLst/>
              <a:gdLst/>
              <a:ahLst/>
              <a:cxnLst/>
              <a:rect l="l" t="t" r="r" b="b"/>
              <a:pathLst>
                <a:path w="10266" h="11966" extrusionOk="0">
                  <a:moveTo>
                    <a:pt x="2685" y="0"/>
                  </a:moveTo>
                  <a:cubicBezTo>
                    <a:pt x="2117" y="0"/>
                    <a:pt x="1583" y="340"/>
                    <a:pt x="1200" y="756"/>
                  </a:cubicBezTo>
                  <a:cubicBezTo>
                    <a:pt x="445" y="1556"/>
                    <a:pt x="256" y="2644"/>
                    <a:pt x="167" y="3700"/>
                  </a:cubicBezTo>
                  <a:cubicBezTo>
                    <a:pt x="56" y="4933"/>
                    <a:pt x="1" y="6199"/>
                    <a:pt x="112" y="7433"/>
                  </a:cubicBezTo>
                  <a:cubicBezTo>
                    <a:pt x="156" y="7888"/>
                    <a:pt x="223" y="8332"/>
                    <a:pt x="334" y="8776"/>
                  </a:cubicBezTo>
                  <a:cubicBezTo>
                    <a:pt x="478" y="9366"/>
                    <a:pt x="689" y="9932"/>
                    <a:pt x="989" y="10465"/>
                  </a:cubicBezTo>
                  <a:cubicBezTo>
                    <a:pt x="1144" y="10743"/>
                    <a:pt x="1334" y="11020"/>
                    <a:pt x="1600" y="11198"/>
                  </a:cubicBezTo>
                  <a:cubicBezTo>
                    <a:pt x="1789" y="11321"/>
                    <a:pt x="2000" y="11398"/>
                    <a:pt x="2222" y="11454"/>
                  </a:cubicBezTo>
                  <a:cubicBezTo>
                    <a:pt x="2437" y="11500"/>
                    <a:pt x="2656" y="11525"/>
                    <a:pt x="2873" y="11525"/>
                  </a:cubicBezTo>
                  <a:cubicBezTo>
                    <a:pt x="2971" y="11525"/>
                    <a:pt x="3069" y="11520"/>
                    <a:pt x="3166" y="11509"/>
                  </a:cubicBezTo>
                  <a:lnTo>
                    <a:pt x="3166" y="11509"/>
                  </a:lnTo>
                  <a:cubicBezTo>
                    <a:pt x="3166" y="11531"/>
                    <a:pt x="3156" y="11543"/>
                    <a:pt x="3156" y="11554"/>
                  </a:cubicBezTo>
                  <a:cubicBezTo>
                    <a:pt x="3644" y="11610"/>
                    <a:pt x="4122" y="11632"/>
                    <a:pt x="4610" y="11632"/>
                  </a:cubicBezTo>
                  <a:cubicBezTo>
                    <a:pt x="4400" y="11743"/>
                    <a:pt x="4188" y="11854"/>
                    <a:pt x="3966" y="11965"/>
                  </a:cubicBezTo>
                  <a:cubicBezTo>
                    <a:pt x="4855" y="11832"/>
                    <a:pt x="5721" y="11620"/>
                    <a:pt x="6565" y="11331"/>
                  </a:cubicBezTo>
                  <a:lnTo>
                    <a:pt x="6565" y="11331"/>
                  </a:lnTo>
                  <a:cubicBezTo>
                    <a:pt x="6466" y="11420"/>
                    <a:pt x="6366" y="11499"/>
                    <a:pt x="6277" y="11587"/>
                  </a:cubicBezTo>
                  <a:cubicBezTo>
                    <a:pt x="6444" y="11443"/>
                    <a:pt x="6710" y="11476"/>
                    <a:pt x="6921" y="11465"/>
                  </a:cubicBezTo>
                  <a:cubicBezTo>
                    <a:pt x="7177" y="11465"/>
                    <a:pt x="7399" y="11398"/>
                    <a:pt x="7654" y="11376"/>
                  </a:cubicBezTo>
                  <a:cubicBezTo>
                    <a:pt x="8310" y="11309"/>
                    <a:pt x="8965" y="11188"/>
                    <a:pt x="9599" y="11020"/>
                  </a:cubicBezTo>
                  <a:cubicBezTo>
                    <a:pt x="9754" y="10976"/>
                    <a:pt x="9943" y="10887"/>
                    <a:pt x="9932" y="10732"/>
                  </a:cubicBezTo>
                  <a:cubicBezTo>
                    <a:pt x="9920" y="10532"/>
                    <a:pt x="9599" y="10509"/>
                    <a:pt x="9488" y="10332"/>
                  </a:cubicBezTo>
                  <a:lnTo>
                    <a:pt x="9488" y="10332"/>
                  </a:lnTo>
                  <a:cubicBezTo>
                    <a:pt x="9586" y="10346"/>
                    <a:pt x="9685" y="10360"/>
                    <a:pt x="9784" y="10360"/>
                  </a:cubicBezTo>
                  <a:cubicBezTo>
                    <a:pt x="9841" y="10360"/>
                    <a:pt x="9897" y="10355"/>
                    <a:pt x="9954" y="10343"/>
                  </a:cubicBezTo>
                  <a:cubicBezTo>
                    <a:pt x="10110" y="10299"/>
                    <a:pt x="10254" y="10176"/>
                    <a:pt x="10254" y="10021"/>
                  </a:cubicBezTo>
                  <a:cubicBezTo>
                    <a:pt x="10265" y="9865"/>
                    <a:pt x="10154" y="9743"/>
                    <a:pt x="10031" y="9655"/>
                  </a:cubicBezTo>
                  <a:cubicBezTo>
                    <a:pt x="9844" y="9516"/>
                    <a:pt x="9604" y="9439"/>
                    <a:pt x="9374" y="9439"/>
                  </a:cubicBezTo>
                  <a:cubicBezTo>
                    <a:pt x="9345" y="9439"/>
                    <a:pt x="9316" y="9441"/>
                    <a:pt x="9288" y="9443"/>
                  </a:cubicBezTo>
                  <a:cubicBezTo>
                    <a:pt x="9543" y="9388"/>
                    <a:pt x="9776" y="9243"/>
                    <a:pt x="9954" y="9055"/>
                  </a:cubicBezTo>
                  <a:cubicBezTo>
                    <a:pt x="10043" y="8954"/>
                    <a:pt x="10120" y="8799"/>
                    <a:pt x="10043" y="8688"/>
                  </a:cubicBezTo>
                  <a:cubicBezTo>
                    <a:pt x="9987" y="8621"/>
                    <a:pt x="9898" y="8588"/>
                    <a:pt x="9821" y="8577"/>
                  </a:cubicBezTo>
                  <a:cubicBezTo>
                    <a:pt x="9742" y="8564"/>
                    <a:pt x="9661" y="8557"/>
                    <a:pt x="9580" y="8557"/>
                  </a:cubicBezTo>
                  <a:cubicBezTo>
                    <a:pt x="9456" y="8557"/>
                    <a:pt x="9330" y="8572"/>
                    <a:pt x="9209" y="8599"/>
                  </a:cubicBezTo>
                  <a:cubicBezTo>
                    <a:pt x="9421" y="8488"/>
                    <a:pt x="9632" y="8354"/>
                    <a:pt x="9809" y="8188"/>
                  </a:cubicBezTo>
                  <a:cubicBezTo>
                    <a:pt x="9876" y="8132"/>
                    <a:pt x="9943" y="8055"/>
                    <a:pt x="9920" y="7977"/>
                  </a:cubicBezTo>
                  <a:cubicBezTo>
                    <a:pt x="9898" y="7910"/>
                    <a:pt x="9831" y="7888"/>
                    <a:pt x="9776" y="7866"/>
                  </a:cubicBezTo>
                  <a:cubicBezTo>
                    <a:pt x="9633" y="7814"/>
                    <a:pt x="9482" y="7789"/>
                    <a:pt x="9329" y="7789"/>
                  </a:cubicBezTo>
                  <a:cubicBezTo>
                    <a:pt x="9184" y="7789"/>
                    <a:pt x="9039" y="7812"/>
                    <a:pt x="8898" y="7855"/>
                  </a:cubicBezTo>
                  <a:cubicBezTo>
                    <a:pt x="9187" y="7666"/>
                    <a:pt x="9387" y="7366"/>
                    <a:pt x="9454" y="7033"/>
                  </a:cubicBezTo>
                  <a:lnTo>
                    <a:pt x="9454" y="7033"/>
                  </a:lnTo>
                  <a:cubicBezTo>
                    <a:pt x="8784" y="7138"/>
                    <a:pt x="8121" y="7185"/>
                    <a:pt x="7462" y="7185"/>
                  </a:cubicBezTo>
                  <a:cubicBezTo>
                    <a:pt x="7007" y="7185"/>
                    <a:pt x="6553" y="7162"/>
                    <a:pt x="6099" y="7122"/>
                  </a:cubicBezTo>
                  <a:cubicBezTo>
                    <a:pt x="5721" y="7088"/>
                    <a:pt x="5333" y="7033"/>
                    <a:pt x="4944" y="6977"/>
                  </a:cubicBezTo>
                  <a:cubicBezTo>
                    <a:pt x="4810" y="5989"/>
                    <a:pt x="4677" y="5011"/>
                    <a:pt x="4677" y="4022"/>
                  </a:cubicBezTo>
                  <a:cubicBezTo>
                    <a:pt x="4577" y="3100"/>
                    <a:pt x="4366" y="2178"/>
                    <a:pt x="4022" y="1311"/>
                  </a:cubicBezTo>
                  <a:cubicBezTo>
                    <a:pt x="3755" y="667"/>
                    <a:pt x="3566" y="23"/>
                    <a:pt x="2711" y="0"/>
                  </a:cubicBezTo>
                  <a:cubicBezTo>
                    <a:pt x="2702" y="0"/>
                    <a:pt x="2694" y="0"/>
                    <a:pt x="2685"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p:cNvSpPr/>
            <p:nvPr/>
          </p:nvSpPr>
          <p:spPr>
            <a:xfrm>
              <a:off x="1517100" y="3086550"/>
              <a:ext cx="260825" cy="317375"/>
            </a:xfrm>
            <a:custGeom>
              <a:avLst/>
              <a:gdLst/>
              <a:ahLst/>
              <a:cxnLst/>
              <a:rect l="l" t="t" r="r" b="b"/>
              <a:pathLst>
                <a:path w="10433" h="12695" extrusionOk="0">
                  <a:moveTo>
                    <a:pt x="6674" y="0"/>
                  </a:moveTo>
                  <a:cubicBezTo>
                    <a:pt x="6211" y="0"/>
                    <a:pt x="5747" y="72"/>
                    <a:pt x="5311" y="214"/>
                  </a:cubicBezTo>
                  <a:cubicBezTo>
                    <a:pt x="5167" y="258"/>
                    <a:pt x="3867" y="802"/>
                    <a:pt x="3945" y="969"/>
                  </a:cubicBezTo>
                  <a:cubicBezTo>
                    <a:pt x="3845" y="758"/>
                    <a:pt x="3945" y="447"/>
                    <a:pt x="3767" y="258"/>
                  </a:cubicBezTo>
                  <a:cubicBezTo>
                    <a:pt x="3590" y="358"/>
                    <a:pt x="3501" y="591"/>
                    <a:pt x="3556" y="791"/>
                  </a:cubicBezTo>
                  <a:cubicBezTo>
                    <a:pt x="3434" y="580"/>
                    <a:pt x="3279" y="380"/>
                    <a:pt x="3101" y="214"/>
                  </a:cubicBezTo>
                  <a:cubicBezTo>
                    <a:pt x="3027" y="143"/>
                    <a:pt x="2969" y="112"/>
                    <a:pt x="2924" y="112"/>
                  </a:cubicBezTo>
                  <a:cubicBezTo>
                    <a:pt x="2660" y="112"/>
                    <a:pt x="2842" y="1173"/>
                    <a:pt x="2756" y="1325"/>
                  </a:cubicBezTo>
                  <a:cubicBezTo>
                    <a:pt x="2634" y="1580"/>
                    <a:pt x="2156" y="1791"/>
                    <a:pt x="1945" y="1991"/>
                  </a:cubicBezTo>
                  <a:cubicBezTo>
                    <a:pt x="1657" y="2246"/>
                    <a:pt x="1401" y="2535"/>
                    <a:pt x="1156" y="2835"/>
                  </a:cubicBezTo>
                  <a:cubicBezTo>
                    <a:pt x="534" y="3602"/>
                    <a:pt x="1" y="4579"/>
                    <a:pt x="257" y="5534"/>
                  </a:cubicBezTo>
                  <a:cubicBezTo>
                    <a:pt x="435" y="5357"/>
                    <a:pt x="623" y="5179"/>
                    <a:pt x="801" y="5013"/>
                  </a:cubicBezTo>
                  <a:lnTo>
                    <a:pt x="801" y="5013"/>
                  </a:lnTo>
                  <a:cubicBezTo>
                    <a:pt x="168" y="5613"/>
                    <a:pt x="512" y="7690"/>
                    <a:pt x="1179" y="8156"/>
                  </a:cubicBezTo>
                  <a:cubicBezTo>
                    <a:pt x="1210" y="8177"/>
                    <a:pt x="1245" y="8184"/>
                    <a:pt x="1281" y="8184"/>
                  </a:cubicBezTo>
                  <a:cubicBezTo>
                    <a:pt x="1370" y="8184"/>
                    <a:pt x="1467" y="8139"/>
                    <a:pt x="1535" y="8139"/>
                  </a:cubicBezTo>
                  <a:cubicBezTo>
                    <a:pt x="1557" y="8139"/>
                    <a:pt x="1575" y="8144"/>
                    <a:pt x="1590" y="8156"/>
                  </a:cubicBezTo>
                  <a:cubicBezTo>
                    <a:pt x="1723" y="8279"/>
                    <a:pt x="1768" y="8723"/>
                    <a:pt x="1845" y="8901"/>
                  </a:cubicBezTo>
                  <a:cubicBezTo>
                    <a:pt x="2123" y="9511"/>
                    <a:pt x="2556" y="10022"/>
                    <a:pt x="3012" y="10501"/>
                  </a:cubicBezTo>
                  <a:cubicBezTo>
                    <a:pt x="3190" y="10678"/>
                    <a:pt x="3378" y="10867"/>
                    <a:pt x="3622" y="10911"/>
                  </a:cubicBezTo>
                  <a:cubicBezTo>
                    <a:pt x="3649" y="10916"/>
                    <a:pt x="3676" y="10918"/>
                    <a:pt x="3703" y="10918"/>
                  </a:cubicBezTo>
                  <a:cubicBezTo>
                    <a:pt x="3937" y="10918"/>
                    <a:pt x="4176" y="10751"/>
                    <a:pt x="4156" y="10523"/>
                  </a:cubicBezTo>
                  <a:lnTo>
                    <a:pt x="4156" y="10523"/>
                  </a:lnTo>
                  <a:cubicBezTo>
                    <a:pt x="4400" y="11355"/>
                    <a:pt x="4911" y="12167"/>
                    <a:pt x="5711" y="12522"/>
                  </a:cubicBezTo>
                  <a:cubicBezTo>
                    <a:pt x="5959" y="12638"/>
                    <a:pt x="6238" y="12695"/>
                    <a:pt x="6515" y="12695"/>
                  </a:cubicBezTo>
                  <a:cubicBezTo>
                    <a:pt x="7120" y="12695"/>
                    <a:pt x="7722" y="12425"/>
                    <a:pt x="8011" y="11900"/>
                  </a:cubicBezTo>
                  <a:cubicBezTo>
                    <a:pt x="8105" y="11994"/>
                    <a:pt x="8230" y="12036"/>
                    <a:pt x="8360" y="12036"/>
                  </a:cubicBezTo>
                  <a:cubicBezTo>
                    <a:pt x="8552" y="12036"/>
                    <a:pt x="8756" y="11945"/>
                    <a:pt x="8888" y="11800"/>
                  </a:cubicBezTo>
                  <a:cubicBezTo>
                    <a:pt x="9110" y="11555"/>
                    <a:pt x="9188" y="11211"/>
                    <a:pt x="9255" y="10889"/>
                  </a:cubicBezTo>
                  <a:cubicBezTo>
                    <a:pt x="9399" y="10167"/>
                    <a:pt x="9555" y="9445"/>
                    <a:pt x="9699" y="8723"/>
                  </a:cubicBezTo>
                  <a:cubicBezTo>
                    <a:pt x="9833" y="8756"/>
                    <a:pt x="9955" y="8790"/>
                    <a:pt x="10077" y="8812"/>
                  </a:cubicBezTo>
                  <a:cubicBezTo>
                    <a:pt x="9932" y="8778"/>
                    <a:pt x="9877" y="6435"/>
                    <a:pt x="9855" y="6190"/>
                  </a:cubicBezTo>
                  <a:cubicBezTo>
                    <a:pt x="10043" y="6146"/>
                    <a:pt x="10122" y="6023"/>
                    <a:pt x="10166" y="5845"/>
                  </a:cubicBezTo>
                  <a:cubicBezTo>
                    <a:pt x="10433" y="4568"/>
                    <a:pt x="9988" y="3169"/>
                    <a:pt x="9033" y="2268"/>
                  </a:cubicBezTo>
                  <a:cubicBezTo>
                    <a:pt x="9166" y="2268"/>
                    <a:pt x="9300" y="2224"/>
                    <a:pt x="9399" y="2124"/>
                  </a:cubicBezTo>
                  <a:cubicBezTo>
                    <a:pt x="9255" y="1913"/>
                    <a:pt x="9044" y="1747"/>
                    <a:pt x="8811" y="1624"/>
                  </a:cubicBezTo>
                  <a:cubicBezTo>
                    <a:pt x="9088" y="1436"/>
                    <a:pt x="9110" y="1158"/>
                    <a:pt x="8999" y="913"/>
                  </a:cubicBezTo>
                  <a:cubicBezTo>
                    <a:pt x="8932" y="735"/>
                    <a:pt x="8789" y="580"/>
                    <a:pt x="8633" y="480"/>
                  </a:cubicBezTo>
                  <a:cubicBezTo>
                    <a:pt x="8189" y="192"/>
                    <a:pt x="7555" y="58"/>
                    <a:pt x="7022" y="14"/>
                  </a:cubicBezTo>
                  <a:cubicBezTo>
                    <a:pt x="6906" y="5"/>
                    <a:pt x="6790" y="0"/>
                    <a:pt x="6674"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p:cNvSpPr/>
            <p:nvPr/>
          </p:nvSpPr>
          <p:spPr>
            <a:xfrm>
              <a:off x="1591550" y="3140125"/>
              <a:ext cx="168325" cy="137300"/>
            </a:xfrm>
            <a:custGeom>
              <a:avLst/>
              <a:gdLst/>
              <a:ahLst/>
              <a:cxnLst/>
              <a:rect l="l" t="t" r="r" b="b"/>
              <a:pathLst>
                <a:path w="6733" h="5492" extrusionOk="0">
                  <a:moveTo>
                    <a:pt x="2665" y="1"/>
                  </a:moveTo>
                  <a:cubicBezTo>
                    <a:pt x="2628" y="1"/>
                    <a:pt x="2592" y="2"/>
                    <a:pt x="2555" y="4"/>
                  </a:cubicBezTo>
                  <a:cubicBezTo>
                    <a:pt x="1878" y="48"/>
                    <a:pt x="1234" y="459"/>
                    <a:pt x="911" y="1059"/>
                  </a:cubicBezTo>
                  <a:cubicBezTo>
                    <a:pt x="700" y="1426"/>
                    <a:pt x="622" y="1848"/>
                    <a:pt x="478" y="2236"/>
                  </a:cubicBezTo>
                  <a:cubicBezTo>
                    <a:pt x="389" y="2470"/>
                    <a:pt x="267" y="2703"/>
                    <a:pt x="178" y="2936"/>
                  </a:cubicBezTo>
                  <a:cubicBezTo>
                    <a:pt x="67" y="3225"/>
                    <a:pt x="0" y="3514"/>
                    <a:pt x="56" y="3803"/>
                  </a:cubicBezTo>
                  <a:cubicBezTo>
                    <a:pt x="133" y="4236"/>
                    <a:pt x="478" y="4569"/>
                    <a:pt x="844" y="4813"/>
                  </a:cubicBezTo>
                  <a:cubicBezTo>
                    <a:pt x="1545" y="5269"/>
                    <a:pt x="2377" y="5480"/>
                    <a:pt x="3211" y="5491"/>
                  </a:cubicBezTo>
                  <a:cubicBezTo>
                    <a:pt x="3235" y="5492"/>
                    <a:pt x="3259" y="5492"/>
                    <a:pt x="3282" y="5492"/>
                  </a:cubicBezTo>
                  <a:cubicBezTo>
                    <a:pt x="4091" y="5492"/>
                    <a:pt x="4900" y="5316"/>
                    <a:pt x="5666" y="5047"/>
                  </a:cubicBezTo>
                  <a:cubicBezTo>
                    <a:pt x="5922" y="4958"/>
                    <a:pt x="6188" y="4858"/>
                    <a:pt x="6366" y="4647"/>
                  </a:cubicBezTo>
                  <a:cubicBezTo>
                    <a:pt x="6732" y="4236"/>
                    <a:pt x="6633" y="3591"/>
                    <a:pt x="6465" y="3070"/>
                  </a:cubicBezTo>
                  <a:cubicBezTo>
                    <a:pt x="6221" y="2292"/>
                    <a:pt x="5910" y="1537"/>
                    <a:pt x="5532" y="814"/>
                  </a:cubicBezTo>
                  <a:cubicBezTo>
                    <a:pt x="5388" y="525"/>
                    <a:pt x="5211" y="226"/>
                    <a:pt x="4910" y="93"/>
                  </a:cubicBezTo>
                  <a:cubicBezTo>
                    <a:pt x="4815" y="48"/>
                    <a:pt x="4713" y="28"/>
                    <a:pt x="4610" y="28"/>
                  </a:cubicBezTo>
                  <a:cubicBezTo>
                    <a:pt x="4376" y="28"/>
                    <a:pt x="4139" y="133"/>
                    <a:pt x="3977" y="303"/>
                  </a:cubicBezTo>
                  <a:cubicBezTo>
                    <a:pt x="3884" y="407"/>
                    <a:pt x="3839" y="618"/>
                    <a:pt x="3698" y="618"/>
                  </a:cubicBezTo>
                  <a:cubicBezTo>
                    <a:pt x="3688" y="618"/>
                    <a:pt x="3677" y="616"/>
                    <a:pt x="3666" y="614"/>
                  </a:cubicBezTo>
                  <a:cubicBezTo>
                    <a:pt x="3555" y="581"/>
                    <a:pt x="3411" y="214"/>
                    <a:pt x="3266" y="137"/>
                  </a:cubicBezTo>
                  <a:cubicBezTo>
                    <a:pt x="3087" y="33"/>
                    <a:pt x="2875" y="1"/>
                    <a:pt x="266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p:cNvSpPr/>
            <p:nvPr/>
          </p:nvSpPr>
          <p:spPr>
            <a:xfrm>
              <a:off x="1679300" y="3224000"/>
              <a:ext cx="16125" cy="9350"/>
            </a:xfrm>
            <a:custGeom>
              <a:avLst/>
              <a:gdLst/>
              <a:ahLst/>
              <a:cxnLst/>
              <a:rect l="l" t="t" r="r" b="b"/>
              <a:pathLst>
                <a:path w="645" h="374" extrusionOk="0">
                  <a:moveTo>
                    <a:pt x="258" y="1"/>
                  </a:moveTo>
                  <a:cubicBezTo>
                    <a:pt x="235" y="1"/>
                    <a:pt x="213" y="2"/>
                    <a:pt x="190" y="4"/>
                  </a:cubicBezTo>
                  <a:cubicBezTo>
                    <a:pt x="145" y="4"/>
                    <a:pt x="101" y="4"/>
                    <a:pt x="79" y="36"/>
                  </a:cubicBezTo>
                  <a:cubicBezTo>
                    <a:pt x="34" y="59"/>
                    <a:pt x="12" y="125"/>
                    <a:pt x="12" y="170"/>
                  </a:cubicBezTo>
                  <a:cubicBezTo>
                    <a:pt x="1" y="192"/>
                    <a:pt x="1" y="204"/>
                    <a:pt x="1" y="226"/>
                  </a:cubicBezTo>
                  <a:cubicBezTo>
                    <a:pt x="12" y="248"/>
                    <a:pt x="45" y="270"/>
                    <a:pt x="79" y="281"/>
                  </a:cubicBezTo>
                  <a:cubicBezTo>
                    <a:pt x="190" y="315"/>
                    <a:pt x="323" y="347"/>
                    <a:pt x="445" y="370"/>
                  </a:cubicBezTo>
                  <a:cubicBezTo>
                    <a:pt x="458" y="372"/>
                    <a:pt x="470" y="374"/>
                    <a:pt x="481" y="374"/>
                  </a:cubicBezTo>
                  <a:cubicBezTo>
                    <a:pt x="566" y="374"/>
                    <a:pt x="604" y="302"/>
                    <a:pt x="634" y="204"/>
                  </a:cubicBezTo>
                  <a:cubicBezTo>
                    <a:pt x="645" y="181"/>
                    <a:pt x="645" y="137"/>
                    <a:pt x="634" y="115"/>
                  </a:cubicBezTo>
                  <a:cubicBezTo>
                    <a:pt x="623" y="92"/>
                    <a:pt x="600" y="81"/>
                    <a:pt x="578" y="70"/>
                  </a:cubicBezTo>
                  <a:cubicBezTo>
                    <a:pt x="477" y="24"/>
                    <a:pt x="368" y="1"/>
                    <a:pt x="25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p:cNvSpPr/>
            <p:nvPr/>
          </p:nvSpPr>
          <p:spPr>
            <a:xfrm>
              <a:off x="1635150" y="3186850"/>
              <a:ext cx="33900" cy="27500"/>
            </a:xfrm>
            <a:custGeom>
              <a:avLst/>
              <a:gdLst/>
              <a:ahLst/>
              <a:cxnLst/>
              <a:rect l="l" t="t" r="r" b="b"/>
              <a:pathLst>
                <a:path w="1356" h="1100" extrusionOk="0">
                  <a:moveTo>
                    <a:pt x="1278" y="1"/>
                  </a:moveTo>
                  <a:lnTo>
                    <a:pt x="1278" y="1"/>
                  </a:lnTo>
                  <a:cubicBezTo>
                    <a:pt x="900" y="167"/>
                    <a:pt x="478" y="268"/>
                    <a:pt x="112" y="423"/>
                  </a:cubicBezTo>
                  <a:cubicBezTo>
                    <a:pt x="1" y="656"/>
                    <a:pt x="290" y="1001"/>
                    <a:pt x="500" y="1078"/>
                  </a:cubicBezTo>
                  <a:cubicBezTo>
                    <a:pt x="535" y="1093"/>
                    <a:pt x="575" y="1099"/>
                    <a:pt x="616" y="1099"/>
                  </a:cubicBezTo>
                  <a:cubicBezTo>
                    <a:pt x="666" y="1099"/>
                    <a:pt x="718" y="1090"/>
                    <a:pt x="767" y="1078"/>
                  </a:cubicBezTo>
                  <a:cubicBezTo>
                    <a:pt x="922" y="1045"/>
                    <a:pt x="1089" y="967"/>
                    <a:pt x="1189" y="834"/>
                  </a:cubicBezTo>
                  <a:cubicBezTo>
                    <a:pt x="1356" y="612"/>
                    <a:pt x="1334" y="290"/>
                    <a:pt x="12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1"/>
            <p:cNvSpPr/>
            <p:nvPr/>
          </p:nvSpPr>
          <p:spPr>
            <a:xfrm>
              <a:off x="1704575" y="3186300"/>
              <a:ext cx="25025" cy="19900"/>
            </a:xfrm>
            <a:custGeom>
              <a:avLst/>
              <a:gdLst/>
              <a:ahLst/>
              <a:cxnLst/>
              <a:rect l="l" t="t" r="r" b="b"/>
              <a:pathLst>
                <a:path w="1001" h="796" extrusionOk="0">
                  <a:moveTo>
                    <a:pt x="68" y="1"/>
                  </a:moveTo>
                  <a:lnTo>
                    <a:pt x="68" y="1"/>
                  </a:lnTo>
                  <a:cubicBezTo>
                    <a:pt x="23" y="211"/>
                    <a:pt x="1" y="445"/>
                    <a:pt x="123" y="601"/>
                  </a:cubicBezTo>
                  <a:cubicBezTo>
                    <a:pt x="201" y="700"/>
                    <a:pt x="312" y="756"/>
                    <a:pt x="434" y="778"/>
                  </a:cubicBezTo>
                  <a:cubicBezTo>
                    <a:pt x="467" y="789"/>
                    <a:pt x="500" y="795"/>
                    <a:pt x="534" y="795"/>
                  </a:cubicBezTo>
                  <a:cubicBezTo>
                    <a:pt x="567" y="795"/>
                    <a:pt x="600" y="789"/>
                    <a:pt x="634" y="778"/>
                  </a:cubicBezTo>
                  <a:cubicBezTo>
                    <a:pt x="789" y="722"/>
                    <a:pt x="1001" y="478"/>
                    <a:pt x="922" y="312"/>
                  </a:cubicBezTo>
                  <a:cubicBezTo>
                    <a:pt x="656" y="201"/>
                    <a:pt x="345" y="123"/>
                    <a:pt x="6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1"/>
            <p:cNvSpPr/>
            <p:nvPr/>
          </p:nvSpPr>
          <p:spPr>
            <a:xfrm>
              <a:off x="1699300" y="3165725"/>
              <a:ext cx="39450" cy="15325"/>
            </a:xfrm>
            <a:custGeom>
              <a:avLst/>
              <a:gdLst/>
              <a:ahLst/>
              <a:cxnLst/>
              <a:rect l="l" t="t" r="r" b="b"/>
              <a:pathLst>
                <a:path w="1578" h="613" extrusionOk="0">
                  <a:moveTo>
                    <a:pt x="211" y="1"/>
                  </a:moveTo>
                  <a:cubicBezTo>
                    <a:pt x="159" y="1"/>
                    <a:pt x="107" y="4"/>
                    <a:pt x="56" y="12"/>
                  </a:cubicBezTo>
                  <a:cubicBezTo>
                    <a:pt x="45" y="179"/>
                    <a:pt x="23" y="357"/>
                    <a:pt x="0" y="535"/>
                  </a:cubicBezTo>
                  <a:lnTo>
                    <a:pt x="123" y="535"/>
                  </a:lnTo>
                  <a:cubicBezTo>
                    <a:pt x="336" y="525"/>
                    <a:pt x="554" y="511"/>
                    <a:pt x="770" y="511"/>
                  </a:cubicBezTo>
                  <a:cubicBezTo>
                    <a:pt x="1036" y="511"/>
                    <a:pt x="1299" y="533"/>
                    <a:pt x="1545" y="612"/>
                  </a:cubicBezTo>
                  <a:lnTo>
                    <a:pt x="1578" y="513"/>
                  </a:lnTo>
                  <a:cubicBezTo>
                    <a:pt x="1311" y="301"/>
                    <a:pt x="1000" y="146"/>
                    <a:pt x="689" y="68"/>
                  </a:cubicBezTo>
                  <a:cubicBezTo>
                    <a:pt x="538" y="35"/>
                    <a:pt x="373" y="1"/>
                    <a:pt x="21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1"/>
            <p:cNvSpPr/>
            <p:nvPr/>
          </p:nvSpPr>
          <p:spPr>
            <a:xfrm>
              <a:off x="1630975" y="3163250"/>
              <a:ext cx="44200" cy="23900"/>
            </a:xfrm>
            <a:custGeom>
              <a:avLst/>
              <a:gdLst/>
              <a:ahLst/>
              <a:cxnLst/>
              <a:rect l="l" t="t" r="r" b="b"/>
              <a:pathLst>
                <a:path w="1768" h="956" extrusionOk="0">
                  <a:moveTo>
                    <a:pt x="1623" y="0"/>
                  </a:moveTo>
                  <a:cubicBezTo>
                    <a:pt x="1390" y="22"/>
                    <a:pt x="1134" y="111"/>
                    <a:pt x="923" y="212"/>
                  </a:cubicBezTo>
                  <a:cubicBezTo>
                    <a:pt x="578" y="367"/>
                    <a:pt x="267" y="589"/>
                    <a:pt x="1" y="867"/>
                  </a:cubicBezTo>
                  <a:cubicBezTo>
                    <a:pt x="23" y="901"/>
                    <a:pt x="34" y="923"/>
                    <a:pt x="57" y="956"/>
                  </a:cubicBezTo>
                  <a:cubicBezTo>
                    <a:pt x="523" y="701"/>
                    <a:pt x="1101" y="622"/>
                    <a:pt x="1634" y="534"/>
                  </a:cubicBezTo>
                  <a:cubicBezTo>
                    <a:pt x="1678" y="523"/>
                    <a:pt x="1734" y="511"/>
                    <a:pt x="1767" y="501"/>
                  </a:cubicBezTo>
                  <a:cubicBezTo>
                    <a:pt x="1723" y="334"/>
                    <a:pt x="1667" y="167"/>
                    <a:pt x="16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1"/>
            <p:cNvSpPr/>
            <p:nvPr/>
          </p:nvSpPr>
          <p:spPr>
            <a:xfrm>
              <a:off x="1652375" y="3193075"/>
              <a:ext cx="13350" cy="12025"/>
            </a:xfrm>
            <a:custGeom>
              <a:avLst/>
              <a:gdLst/>
              <a:ahLst/>
              <a:cxnLst/>
              <a:rect l="l" t="t" r="r" b="b"/>
              <a:pathLst>
                <a:path w="534" h="481" extrusionOk="0">
                  <a:moveTo>
                    <a:pt x="251" y="1"/>
                  </a:moveTo>
                  <a:cubicBezTo>
                    <a:pt x="214" y="1"/>
                    <a:pt x="177" y="10"/>
                    <a:pt x="144" y="29"/>
                  </a:cubicBezTo>
                  <a:cubicBezTo>
                    <a:pt x="33" y="85"/>
                    <a:pt x="0" y="229"/>
                    <a:pt x="56" y="352"/>
                  </a:cubicBezTo>
                  <a:cubicBezTo>
                    <a:pt x="95" y="430"/>
                    <a:pt x="189" y="480"/>
                    <a:pt x="276" y="480"/>
                  </a:cubicBezTo>
                  <a:cubicBezTo>
                    <a:pt x="313" y="480"/>
                    <a:pt x="348" y="471"/>
                    <a:pt x="378" y="451"/>
                  </a:cubicBezTo>
                  <a:cubicBezTo>
                    <a:pt x="489" y="385"/>
                    <a:pt x="534" y="251"/>
                    <a:pt x="467" y="130"/>
                  </a:cubicBezTo>
                  <a:cubicBezTo>
                    <a:pt x="428" y="51"/>
                    <a:pt x="339" y="1"/>
                    <a:pt x="25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1"/>
            <p:cNvSpPr/>
            <p:nvPr/>
          </p:nvSpPr>
          <p:spPr>
            <a:xfrm>
              <a:off x="1710400" y="3191675"/>
              <a:ext cx="12800" cy="11500"/>
            </a:xfrm>
            <a:custGeom>
              <a:avLst/>
              <a:gdLst/>
              <a:ahLst/>
              <a:cxnLst/>
              <a:rect l="l" t="t" r="r" b="b"/>
              <a:pathLst>
                <a:path w="512" h="460" extrusionOk="0">
                  <a:moveTo>
                    <a:pt x="269" y="0"/>
                  </a:moveTo>
                  <a:cubicBezTo>
                    <a:pt x="204" y="0"/>
                    <a:pt x="139" y="26"/>
                    <a:pt x="90" y="75"/>
                  </a:cubicBezTo>
                  <a:cubicBezTo>
                    <a:pt x="1" y="163"/>
                    <a:pt x="12" y="330"/>
                    <a:pt x="101" y="408"/>
                  </a:cubicBezTo>
                  <a:cubicBezTo>
                    <a:pt x="141" y="443"/>
                    <a:pt x="192" y="460"/>
                    <a:pt x="245" y="460"/>
                  </a:cubicBezTo>
                  <a:cubicBezTo>
                    <a:pt x="309" y="460"/>
                    <a:pt x="374" y="434"/>
                    <a:pt x="423" y="386"/>
                  </a:cubicBezTo>
                  <a:cubicBezTo>
                    <a:pt x="512" y="285"/>
                    <a:pt x="501" y="130"/>
                    <a:pt x="412" y="52"/>
                  </a:cubicBezTo>
                  <a:cubicBezTo>
                    <a:pt x="372" y="17"/>
                    <a:pt x="321" y="0"/>
                    <a:pt x="26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1"/>
            <p:cNvSpPr/>
            <p:nvPr/>
          </p:nvSpPr>
          <p:spPr>
            <a:xfrm>
              <a:off x="1661525" y="3213850"/>
              <a:ext cx="13925" cy="17175"/>
            </a:xfrm>
            <a:custGeom>
              <a:avLst/>
              <a:gdLst/>
              <a:ahLst/>
              <a:cxnLst/>
              <a:rect l="l" t="t" r="r" b="b"/>
              <a:pathLst>
                <a:path w="557" h="687" extrusionOk="0">
                  <a:moveTo>
                    <a:pt x="299" y="0"/>
                  </a:moveTo>
                  <a:cubicBezTo>
                    <a:pt x="288" y="0"/>
                    <a:pt x="277" y="7"/>
                    <a:pt x="267" y="20"/>
                  </a:cubicBezTo>
                  <a:cubicBezTo>
                    <a:pt x="168" y="143"/>
                    <a:pt x="79" y="287"/>
                    <a:pt x="23" y="432"/>
                  </a:cubicBezTo>
                  <a:cubicBezTo>
                    <a:pt x="12" y="454"/>
                    <a:pt x="1" y="476"/>
                    <a:pt x="12" y="498"/>
                  </a:cubicBezTo>
                  <a:lnTo>
                    <a:pt x="23" y="509"/>
                  </a:lnTo>
                  <a:cubicBezTo>
                    <a:pt x="156" y="587"/>
                    <a:pt x="301" y="654"/>
                    <a:pt x="467" y="676"/>
                  </a:cubicBezTo>
                  <a:cubicBezTo>
                    <a:pt x="501" y="676"/>
                    <a:pt x="534" y="687"/>
                    <a:pt x="556" y="687"/>
                  </a:cubicBezTo>
                  <a:cubicBezTo>
                    <a:pt x="512" y="587"/>
                    <a:pt x="467" y="487"/>
                    <a:pt x="434" y="376"/>
                  </a:cubicBezTo>
                  <a:cubicBezTo>
                    <a:pt x="423" y="331"/>
                    <a:pt x="356" y="154"/>
                    <a:pt x="334" y="32"/>
                  </a:cubicBezTo>
                  <a:cubicBezTo>
                    <a:pt x="328" y="12"/>
                    <a:pt x="314" y="0"/>
                    <a:pt x="29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1"/>
            <p:cNvSpPr/>
            <p:nvPr/>
          </p:nvSpPr>
          <p:spPr>
            <a:xfrm>
              <a:off x="1701525" y="3215625"/>
              <a:ext cx="14750" cy="16800"/>
            </a:xfrm>
            <a:custGeom>
              <a:avLst/>
              <a:gdLst/>
              <a:ahLst/>
              <a:cxnLst/>
              <a:rect l="l" t="t" r="r" b="b"/>
              <a:pathLst>
                <a:path w="590" h="672" extrusionOk="0">
                  <a:moveTo>
                    <a:pt x="372" y="1"/>
                  </a:moveTo>
                  <a:cubicBezTo>
                    <a:pt x="356" y="1"/>
                    <a:pt x="340" y="9"/>
                    <a:pt x="334" y="28"/>
                  </a:cubicBezTo>
                  <a:cubicBezTo>
                    <a:pt x="289" y="139"/>
                    <a:pt x="200" y="305"/>
                    <a:pt x="178" y="339"/>
                  </a:cubicBezTo>
                  <a:cubicBezTo>
                    <a:pt x="134" y="450"/>
                    <a:pt x="67" y="549"/>
                    <a:pt x="0" y="650"/>
                  </a:cubicBezTo>
                  <a:lnTo>
                    <a:pt x="0" y="672"/>
                  </a:lnTo>
                  <a:cubicBezTo>
                    <a:pt x="78" y="627"/>
                    <a:pt x="178" y="627"/>
                    <a:pt x="267" y="616"/>
                  </a:cubicBezTo>
                  <a:cubicBezTo>
                    <a:pt x="378" y="605"/>
                    <a:pt x="467" y="583"/>
                    <a:pt x="567" y="561"/>
                  </a:cubicBezTo>
                  <a:cubicBezTo>
                    <a:pt x="578" y="561"/>
                    <a:pt x="578" y="549"/>
                    <a:pt x="578" y="549"/>
                  </a:cubicBezTo>
                  <a:cubicBezTo>
                    <a:pt x="589" y="527"/>
                    <a:pt x="589" y="494"/>
                    <a:pt x="578" y="472"/>
                  </a:cubicBezTo>
                  <a:cubicBezTo>
                    <a:pt x="545" y="316"/>
                    <a:pt x="478" y="161"/>
                    <a:pt x="400" y="16"/>
                  </a:cubicBezTo>
                  <a:cubicBezTo>
                    <a:pt x="395" y="6"/>
                    <a:pt x="384" y="1"/>
                    <a:pt x="3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1"/>
            <p:cNvSpPr/>
            <p:nvPr/>
          </p:nvSpPr>
          <p:spPr>
            <a:xfrm>
              <a:off x="1637375" y="3185750"/>
              <a:ext cx="30575" cy="12250"/>
            </a:xfrm>
            <a:custGeom>
              <a:avLst/>
              <a:gdLst/>
              <a:ahLst/>
              <a:cxnLst/>
              <a:rect l="l" t="t" r="r" b="b"/>
              <a:pathLst>
                <a:path w="1223" h="490" extrusionOk="0">
                  <a:moveTo>
                    <a:pt x="1189" y="1"/>
                  </a:moveTo>
                  <a:cubicBezTo>
                    <a:pt x="811" y="189"/>
                    <a:pt x="411" y="322"/>
                    <a:pt x="1" y="411"/>
                  </a:cubicBezTo>
                  <a:lnTo>
                    <a:pt x="11" y="489"/>
                  </a:lnTo>
                  <a:cubicBezTo>
                    <a:pt x="433" y="400"/>
                    <a:pt x="845" y="256"/>
                    <a:pt x="1223" y="78"/>
                  </a:cubicBezTo>
                  <a:lnTo>
                    <a:pt x="1189"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1"/>
            <p:cNvSpPr/>
            <p:nvPr/>
          </p:nvSpPr>
          <p:spPr>
            <a:xfrm>
              <a:off x="1704850" y="3185200"/>
              <a:ext cx="23650" cy="9725"/>
            </a:xfrm>
            <a:custGeom>
              <a:avLst/>
              <a:gdLst/>
              <a:ahLst/>
              <a:cxnLst/>
              <a:rect l="l" t="t" r="r" b="b"/>
              <a:pathLst>
                <a:path w="946" h="389" extrusionOk="0">
                  <a:moveTo>
                    <a:pt x="34" y="0"/>
                  </a:moveTo>
                  <a:lnTo>
                    <a:pt x="1" y="78"/>
                  </a:lnTo>
                  <a:cubicBezTo>
                    <a:pt x="289" y="211"/>
                    <a:pt x="600" y="322"/>
                    <a:pt x="923" y="389"/>
                  </a:cubicBezTo>
                  <a:lnTo>
                    <a:pt x="945" y="311"/>
                  </a:lnTo>
                  <a:cubicBezTo>
                    <a:pt x="623" y="245"/>
                    <a:pt x="323" y="144"/>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1"/>
            <p:cNvSpPr/>
            <p:nvPr/>
          </p:nvSpPr>
          <p:spPr>
            <a:xfrm>
              <a:off x="1673750" y="3197125"/>
              <a:ext cx="29750" cy="21700"/>
            </a:xfrm>
            <a:custGeom>
              <a:avLst/>
              <a:gdLst/>
              <a:ahLst/>
              <a:cxnLst/>
              <a:rect l="l" t="t" r="r" b="b"/>
              <a:pathLst>
                <a:path w="1190" h="868" extrusionOk="0">
                  <a:moveTo>
                    <a:pt x="942" y="1"/>
                  </a:moveTo>
                  <a:cubicBezTo>
                    <a:pt x="850" y="1"/>
                    <a:pt x="760" y="50"/>
                    <a:pt x="711" y="123"/>
                  </a:cubicBezTo>
                  <a:cubicBezTo>
                    <a:pt x="678" y="168"/>
                    <a:pt x="645" y="223"/>
                    <a:pt x="634" y="267"/>
                  </a:cubicBezTo>
                  <a:cubicBezTo>
                    <a:pt x="544" y="150"/>
                    <a:pt x="396" y="77"/>
                    <a:pt x="248" y="77"/>
                  </a:cubicBezTo>
                  <a:cubicBezTo>
                    <a:pt x="213" y="77"/>
                    <a:pt x="179" y="81"/>
                    <a:pt x="145" y="89"/>
                  </a:cubicBezTo>
                  <a:cubicBezTo>
                    <a:pt x="123" y="101"/>
                    <a:pt x="89" y="101"/>
                    <a:pt x="67" y="123"/>
                  </a:cubicBezTo>
                  <a:cubicBezTo>
                    <a:pt x="45" y="145"/>
                    <a:pt x="23" y="178"/>
                    <a:pt x="23" y="212"/>
                  </a:cubicBezTo>
                  <a:cubicBezTo>
                    <a:pt x="0" y="334"/>
                    <a:pt x="67" y="434"/>
                    <a:pt x="123" y="523"/>
                  </a:cubicBezTo>
                  <a:cubicBezTo>
                    <a:pt x="234" y="679"/>
                    <a:pt x="367" y="834"/>
                    <a:pt x="545" y="856"/>
                  </a:cubicBezTo>
                  <a:lnTo>
                    <a:pt x="567" y="745"/>
                  </a:lnTo>
                  <a:cubicBezTo>
                    <a:pt x="423" y="723"/>
                    <a:pt x="323" y="590"/>
                    <a:pt x="223" y="456"/>
                  </a:cubicBezTo>
                  <a:cubicBezTo>
                    <a:pt x="178" y="390"/>
                    <a:pt x="123" y="312"/>
                    <a:pt x="134" y="234"/>
                  </a:cubicBezTo>
                  <a:cubicBezTo>
                    <a:pt x="145" y="223"/>
                    <a:pt x="145" y="212"/>
                    <a:pt x="145" y="212"/>
                  </a:cubicBezTo>
                  <a:lnTo>
                    <a:pt x="167" y="212"/>
                  </a:lnTo>
                  <a:cubicBezTo>
                    <a:pt x="194" y="205"/>
                    <a:pt x="221" y="202"/>
                    <a:pt x="248" y="202"/>
                  </a:cubicBezTo>
                  <a:cubicBezTo>
                    <a:pt x="402" y="202"/>
                    <a:pt x="553" y="305"/>
                    <a:pt x="600" y="456"/>
                  </a:cubicBezTo>
                  <a:lnTo>
                    <a:pt x="667" y="679"/>
                  </a:lnTo>
                  <a:lnTo>
                    <a:pt x="711" y="445"/>
                  </a:lnTo>
                  <a:cubicBezTo>
                    <a:pt x="734" y="368"/>
                    <a:pt x="745" y="267"/>
                    <a:pt x="800" y="201"/>
                  </a:cubicBezTo>
                  <a:cubicBezTo>
                    <a:pt x="834" y="158"/>
                    <a:pt x="894" y="123"/>
                    <a:pt x="945" y="123"/>
                  </a:cubicBezTo>
                  <a:cubicBezTo>
                    <a:pt x="961" y="123"/>
                    <a:pt x="976" y="126"/>
                    <a:pt x="990" y="134"/>
                  </a:cubicBezTo>
                  <a:cubicBezTo>
                    <a:pt x="1056" y="168"/>
                    <a:pt x="1067" y="245"/>
                    <a:pt x="1067" y="323"/>
                  </a:cubicBezTo>
                  <a:cubicBezTo>
                    <a:pt x="1067" y="489"/>
                    <a:pt x="978" y="667"/>
                    <a:pt x="901" y="812"/>
                  </a:cubicBezTo>
                  <a:lnTo>
                    <a:pt x="1012" y="867"/>
                  </a:lnTo>
                  <a:cubicBezTo>
                    <a:pt x="1089" y="712"/>
                    <a:pt x="1189" y="523"/>
                    <a:pt x="1189" y="323"/>
                  </a:cubicBezTo>
                  <a:cubicBezTo>
                    <a:pt x="1189" y="190"/>
                    <a:pt x="1133" y="79"/>
                    <a:pt x="1045" y="23"/>
                  </a:cubicBezTo>
                  <a:cubicBezTo>
                    <a:pt x="1012" y="8"/>
                    <a:pt x="977" y="1"/>
                    <a:pt x="9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1"/>
            <p:cNvSpPr/>
            <p:nvPr/>
          </p:nvSpPr>
          <p:spPr>
            <a:xfrm>
              <a:off x="1660425" y="3224625"/>
              <a:ext cx="56125" cy="9575"/>
            </a:xfrm>
            <a:custGeom>
              <a:avLst/>
              <a:gdLst/>
              <a:ahLst/>
              <a:cxnLst/>
              <a:rect l="l" t="t" r="r" b="b"/>
              <a:pathLst>
                <a:path w="2245" h="383" extrusionOk="0">
                  <a:moveTo>
                    <a:pt x="45" y="1"/>
                  </a:moveTo>
                  <a:cubicBezTo>
                    <a:pt x="22" y="23"/>
                    <a:pt x="12" y="56"/>
                    <a:pt x="0" y="78"/>
                  </a:cubicBezTo>
                  <a:cubicBezTo>
                    <a:pt x="419" y="278"/>
                    <a:pt x="883" y="382"/>
                    <a:pt x="1349" y="382"/>
                  </a:cubicBezTo>
                  <a:cubicBezTo>
                    <a:pt x="1451" y="382"/>
                    <a:pt x="1554" y="377"/>
                    <a:pt x="1656" y="367"/>
                  </a:cubicBezTo>
                  <a:cubicBezTo>
                    <a:pt x="1856" y="345"/>
                    <a:pt x="2056" y="312"/>
                    <a:pt x="2244" y="245"/>
                  </a:cubicBezTo>
                  <a:cubicBezTo>
                    <a:pt x="2233" y="223"/>
                    <a:pt x="2233" y="201"/>
                    <a:pt x="2222" y="167"/>
                  </a:cubicBezTo>
                  <a:cubicBezTo>
                    <a:pt x="1939" y="260"/>
                    <a:pt x="1644" y="305"/>
                    <a:pt x="1348" y="305"/>
                  </a:cubicBezTo>
                  <a:cubicBezTo>
                    <a:pt x="901" y="305"/>
                    <a:pt x="453" y="201"/>
                    <a:pt x="4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1"/>
            <p:cNvSpPr/>
            <p:nvPr/>
          </p:nvSpPr>
          <p:spPr>
            <a:xfrm>
              <a:off x="1552950" y="3176800"/>
              <a:ext cx="48625" cy="63250"/>
            </a:xfrm>
            <a:custGeom>
              <a:avLst/>
              <a:gdLst/>
              <a:ahLst/>
              <a:cxnLst/>
              <a:rect l="l" t="t" r="r" b="b"/>
              <a:pathLst>
                <a:path w="1945" h="2530" extrusionOk="0">
                  <a:moveTo>
                    <a:pt x="675" y="1"/>
                  </a:moveTo>
                  <a:cubicBezTo>
                    <a:pt x="658" y="1"/>
                    <a:pt x="640" y="2"/>
                    <a:pt x="623" y="3"/>
                  </a:cubicBezTo>
                  <a:cubicBezTo>
                    <a:pt x="322" y="36"/>
                    <a:pt x="89" y="314"/>
                    <a:pt x="45" y="603"/>
                  </a:cubicBezTo>
                  <a:cubicBezTo>
                    <a:pt x="0" y="902"/>
                    <a:pt x="122" y="1203"/>
                    <a:pt x="312" y="1436"/>
                  </a:cubicBezTo>
                  <a:cubicBezTo>
                    <a:pt x="389" y="1525"/>
                    <a:pt x="478" y="1603"/>
                    <a:pt x="556" y="1702"/>
                  </a:cubicBezTo>
                  <a:cubicBezTo>
                    <a:pt x="700" y="1858"/>
                    <a:pt x="811" y="2047"/>
                    <a:pt x="956" y="2213"/>
                  </a:cubicBezTo>
                  <a:cubicBezTo>
                    <a:pt x="1134" y="2412"/>
                    <a:pt x="1356" y="2530"/>
                    <a:pt x="1544" y="2530"/>
                  </a:cubicBezTo>
                  <a:cubicBezTo>
                    <a:pt x="1755" y="2530"/>
                    <a:pt x="1922" y="2382"/>
                    <a:pt x="1933" y="2036"/>
                  </a:cubicBezTo>
                  <a:cubicBezTo>
                    <a:pt x="1944" y="1425"/>
                    <a:pt x="1744" y="736"/>
                    <a:pt x="1300" y="303"/>
                  </a:cubicBezTo>
                  <a:cubicBezTo>
                    <a:pt x="1134" y="137"/>
                    <a:pt x="911" y="1"/>
                    <a:pt x="67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1"/>
            <p:cNvSpPr/>
            <p:nvPr/>
          </p:nvSpPr>
          <p:spPr>
            <a:xfrm>
              <a:off x="1560425" y="3186775"/>
              <a:ext cx="33650" cy="43525"/>
            </a:xfrm>
            <a:custGeom>
              <a:avLst/>
              <a:gdLst/>
              <a:ahLst/>
              <a:cxnLst/>
              <a:rect l="l" t="t" r="r" b="b"/>
              <a:pathLst>
                <a:path w="1346" h="1741" extrusionOk="0">
                  <a:moveTo>
                    <a:pt x="485" y="1"/>
                  </a:moveTo>
                  <a:cubicBezTo>
                    <a:pt x="468" y="1"/>
                    <a:pt x="452" y="2"/>
                    <a:pt x="435" y="4"/>
                  </a:cubicBezTo>
                  <a:cubicBezTo>
                    <a:pt x="235" y="15"/>
                    <a:pt x="68" y="204"/>
                    <a:pt x="35" y="415"/>
                  </a:cubicBezTo>
                  <a:cubicBezTo>
                    <a:pt x="1" y="615"/>
                    <a:pt x="90" y="826"/>
                    <a:pt x="223" y="982"/>
                  </a:cubicBezTo>
                  <a:cubicBezTo>
                    <a:pt x="279" y="1048"/>
                    <a:pt x="334" y="1103"/>
                    <a:pt x="390" y="1170"/>
                  </a:cubicBezTo>
                  <a:cubicBezTo>
                    <a:pt x="490" y="1281"/>
                    <a:pt x="568" y="1414"/>
                    <a:pt x="668" y="1525"/>
                  </a:cubicBezTo>
                  <a:cubicBezTo>
                    <a:pt x="788" y="1661"/>
                    <a:pt x="940" y="1741"/>
                    <a:pt x="1068" y="1741"/>
                  </a:cubicBezTo>
                  <a:cubicBezTo>
                    <a:pt x="1213" y="1741"/>
                    <a:pt x="1328" y="1639"/>
                    <a:pt x="1334" y="1404"/>
                  </a:cubicBezTo>
                  <a:cubicBezTo>
                    <a:pt x="1346" y="982"/>
                    <a:pt x="1212" y="503"/>
                    <a:pt x="901" y="204"/>
                  </a:cubicBezTo>
                  <a:cubicBezTo>
                    <a:pt x="790" y="93"/>
                    <a:pt x="644" y="1"/>
                    <a:pt x="485"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1"/>
            <p:cNvSpPr/>
            <p:nvPr/>
          </p:nvSpPr>
          <p:spPr>
            <a:xfrm>
              <a:off x="1568225" y="3191575"/>
              <a:ext cx="19750" cy="30850"/>
            </a:xfrm>
            <a:custGeom>
              <a:avLst/>
              <a:gdLst/>
              <a:ahLst/>
              <a:cxnLst/>
              <a:rect l="l" t="t" r="r" b="b"/>
              <a:pathLst>
                <a:path w="790" h="1234" extrusionOk="0">
                  <a:moveTo>
                    <a:pt x="733" y="1111"/>
                  </a:moveTo>
                  <a:cubicBezTo>
                    <a:pt x="755" y="1123"/>
                    <a:pt x="755" y="1145"/>
                    <a:pt x="755" y="1156"/>
                  </a:cubicBezTo>
                  <a:lnTo>
                    <a:pt x="711" y="1145"/>
                  </a:lnTo>
                  <a:lnTo>
                    <a:pt x="733" y="1111"/>
                  </a:lnTo>
                  <a:close/>
                  <a:moveTo>
                    <a:pt x="44" y="0"/>
                  </a:moveTo>
                  <a:lnTo>
                    <a:pt x="0" y="123"/>
                  </a:lnTo>
                  <a:cubicBezTo>
                    <a:pt x="89" y="145"/>
                    <a:pt x="156" y="212"/>
                    <a:pt x="222" y="289"/>
                  </a:cubicBezTo>
                  <a:cubicBezTo>
                    <a:pt x="422" y="523"/>
                    <a:pt x="555" y="800"/>
                    <a:pt x="644" y="1101"/>
                  </a:cubicBezTo>
                  <a:lnTo>
                    <a:pt x="634" y="1133"/>
                  </a:lnTo>
                  <a:cubicBezTo>
                    <a:pt x="634" y="1156"/>
                    <a:pt x="644" y="1189"/>
                    <a:pt x="667" y="1200"/>
                  </a:cubicBezTo>
                  <a:lnTo>
                    <a:pt x="711" y="1234"/>
                  </a:lnTo>
                  <a:lnTo>
                    <a:pt x="745" y="1200"/>
                  </a:lnTo>
                  <a:cubicBezTo>
                    <a:pt x="755" y="1200"/>
                    <a:pt x="789" y="1167"/>
                    <a:pt x="778" y="1111"/>
                  </a:cubicBezTo>
                  <a:cubicBezTo>
                    <a:pt x="689" y="778"/>
                    <a:pt x="533" y="467"/>
                    <a:pt x="311" y="212"/>
                  </a:cubicBezTo>
                  <a:cubicBezTo>
                    <a:pt x="244" y="134"/>
                    <a:pt x="156" y="34"/>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1"/>
            <p:cNvSpPr/>
            <p:nvPr/>
          </p:nvSpPr>
          <p:spPr>
            <a:xfrm>
              <a:off x="1569875" y="3203800"/>
              <a:ext cx="13925" cy="8900"/>
            </a:xfrm>
            <a:custGeom>
              <a:avLst/>
              <a:gdLst/>
              <a:ahLst/>
              <a:cxnLst/>
              <a:rect l="l" t="t" r="r" b="b"/>
              <a:pathLst>
                <a:path w="557" h="356" extrusionOk="0">
                  <a:moveTo>
                    <a:pt x="34" y="0"/>
                  </a:moveTo>
                  <a:lnTo>
                    <a:pt x="1" y="111"/>
                  </a:lnTo>
                  <a:cubicBezTo>
                    <a:pt x="178" y="167"/>
                    <a:pt x="334" y="245"/>
                    <a:pt x="479" y="356"/>
                  </a:cubicBezTo>
                  <a:lnTo>
                    <a:pt x="556" y="256"/>
                  </a:lnTo>
                  <a:cubicBezTo>
                    <a:pt x="390" y="145"/>
                    <a:pt x="223" y="56"/>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1"/>
            <p:cNvSpPr/>
            <p:nvPr/>
          </p:nvSpPr>
          <p:spPr>
            <a:xfrm>
              <a:off x="1493775" y="3494025"/>
              <a:ext cx="207225" cy="104150"/>
            </a:xfrm>
            <a:custGeom>
              <a:avLst/>
              <a:gdLst/>
              <a:ahLst/>
              <a:cxnLst/>
              <a:rect l="l" t="t" r="r" b="b"/>
              <a:pathLst>
                <a:path w="8289" h="4166" extrusionOk="0">
                  <a:moveTo>
                    <a:pt x="12" y="0"/>
                  </a:moveTo>
                  <a:cubicBezTo>
                    <a:pt x="1" y="334"/>
                    <a:pt x="68" y="678"/>
                    <a:pt x="146" y="956"/>
                  </a:cubicBezTo>
                  <a:cubicBezTo>
                    <a:pt x="390" y="1855"/>
                    <a:pt x="734" y="2544"/>
                    <a:pt x="1201" y="3055"/>
                  </a:cubicBezTo>
                  <a:cubicBezTo>
                    <a:pt x="1724" y="3629"/>
                    <a:pt x="2431" y="3966"/>
                    <a:pt x="3114" y="3966"/>
                  </a:cubicBezTo>
                  <a:cubicBezTo>
                    <a:pt x="3184" y="3966"/>
                    <a:pt x="3253" y="3962"/>
                    <a:pt x="3323" y="3955"/>
                  </a:cubicBezTo>
                  <a:lnTo>
                    <a:pt x="3378" y="3944"/>
                  </a:lnTo>
                  <a:lnTo>
                    <a:pt x="3378" y="3933"/>
                  </a:lnTo>
                  <a:cubicBezTo>
                    <a:pt x="3400" y="3944"/>
                    <a:pt x="3434" y="3966"/>
                    <a:pt x="3467" y="3977"/>
                  </a:cubicBezTo>
                  <a:cubicBezTo>
                    <a:pt x="3723" y="4066"/>
                    <a:pt x="4012" y="4166"/>
                    <a:pt x="4300" y="4166"/>
                  </a:cubicBezTo>
                  <a:cubicBezTo>
                    <a:pt x="4378" y="4166"/>
                    <a:pt x="4456" y="4155"/>
                    <a:pt x="4545" y="4143"/>
                  </a:cubicBezTo>
                  <a:cubicBezTo>
                    <a:pt x="4689" y="4111"/>
                    <a:pt x="4789" y="4044"/>
                    <a:pt x="4834" y="3944"/>
                  </a:cubicBezTo>
                  <a:cubicBezTo>
                    <a:pt x="4844" y="3911"/>
                    <a:pt x="4856" y="3877"/>
                    <a:pt x="4856" y="3832"/>
                  </a:cubicBezTo>
                  <a:cubicBezTo>
                    <a:pt x="5264" y="3978"/>
                    <a:pt x="5699" y="4050"/>
                    <a:pt x="6135" y="4050"/>
                  </a:cubicBezTo>
                  <a:cubicBezTo>
                    <a:pt x="6896" y="4050"/>
                    <a:pt x="7660" y="3830"/>
                    <a:pt x="8288" y="3400"/>
                  </a:cubicBezTo>
                  <a:lnTo>
                    <a:pt x="8221" y="3299"/>
                  </a:lnTo>
                  <a:cubicBezTo>
                    <a:pt x="7613" y="3717"/>
                    <a:pt x="6870" y="3932"/>
                    <a:pt x="6129" y="3932"/>
                  </a:cubicBezTo>
                  <a:cubicBezTo>
                    <a:pt x="5666" y="3932"/>
                    <a:pt x="5205" y="3848"/>
                    <a:pt x="4778" y="3677"/>
                  </a:cubicBezTo>
                  <a:cubicBezTo>
                    <a:pt x="4745" y="3644"/>
                    <a:pt x="4700" y="3632"/>
                    <a:pt x="4667" y="3632"/>
                  </a:cubicBezTo>
                  <a:lnTo>
                    <a:pt x="4389" y="3644"/>
                  </a:lnTo>
                  <a:lnTo>
                    <a:pt x="4644" y="3744"/>
                  </a:lnTo>
                  <a:lnTo>
                    <a:pt x="4711" y="3777"/>
                  </a:lnTo>
                  <a:lnTo>
                    <a:pt x="4711" y="3788"/>
                  </a:lnTo>
                  <a:cubicBezTo>
                    <a:pt x="4733" y="3822"/>
                    <a:pt x="4745" y="3866"/>
                    <a:pt x="4723" y="3899"/>
                  </a:cubicBezTo>
                  <a:cubicBezTo>
                    <a:pt x="4689" y="3966"/>
                    <a:pt x="4589" y="4010"/>
                    <a:pt x="4511" y="4022"/>
                  </a:cubicBezTo>
                  <a:cubicBezTo>
                    <a:pt x="4438" y="4039"/>
                    <a:pt x="4364" y="4046"/>
                    <a:pt x="4289" y="4046"/>
                  </a:cubicBezTo>
                  <a:cubicBezTo>
                    <a:pt x="4024" y="4046"/>
                    <a:pt x="3754" y="3953"/>
                    <a:pt x="3511" y="3866"/>
                  </a:cubicBezTo>
                  <a:cubicBezTo>
                    <a:pt x="3467" y="3844"/>
                    <a:pt x="3412" y="3822"/>
                    <a:pt x="3367" y="3800"/>
                  </a:cubicBezTo>
                  <a:cubicBezTo>
                    <a:pt x="3345" y="3644"/>
                    <a:pt x="3234" y="3499"/>
                    <a:pt x="3089" y="3433"/>
                  </a:cubicBezTo>
                  <a:lnTo>
                    <a:pt x="3000" y="3400"/>
                  </a:lnTo>
                  <a:lnTo>
                    <a:pt x="3000" y="3489"/>
                  </a:lnTo>
                  <a:cubicBezTo>
                    <a:pt x="3000" y="3588"/>
                    <a:pt x="3034" y="3721"/>
                    <a:pt x="3212" y="3844"/>
                  </a:cubicBezTo>
                  <a:cubicBezTo>
                    <a:pt x="3180" y="3846"/>
                    <a:pt x="3148" y="3846"/>
                    <a:pt x="3117" y="3846"/>
                  </a:cubicBezTo>
                  <a:cubicBezTo>
                    <a:pt x="2468" y="3846"/>
                    <a:pt x="1798" y="3528"/>
                    <a:pt x="1289" y="2978"/>
                  </a:cubicBezTo>
                  <a:cubicBezTo>
                    <a:pt x="834" y="2477"/>
                    <a:pt x="501" y="1811"/>
                    <a:pt x="267" y="922"/>
                  </a:cubicBezTo>
                  <a:cubicBezTo>
                    <a:pt x="190" y="655"/>
                    <a:pt x="112" y="322"/>
                    <a:pt x="1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1"/>
            <p:cNvSpPr/>
            <p:nvPr/>
          </p:nvSpPr>
          <p:spPr>
            <a:xfrm>
              <a:off x="1571825" y="3490700"/>
              <a:ext cx="24475" cy="36675"/>
            </a:xfrm>
            <a:custGeom>
              <a:avLst/>
              <a:gdLst/>
              <a:ahLst/>
              <a:cxnLst/>
              <a:rect l="l" t="t" r="r" b="b"/>
              <a:pathLst>
                <a:path w="979" h="1467" extrusionOk="0">
                  <a:moveTo>
                    <a:pt x="900" y="0"/>
                  </a:moveTo>
                  <a:cubicBezTo>
                    <a:pt x="523" y="311"/>
                    <a:pt x="234" y="733"/>
                    <a:pt x="78" y="1200"/>
                  </a:cubicBezTo>
                  <a:lnTo>
                    <a:pt x="1" y="1466"/>
                  </a:lnTo>
                  <a:lnTo>
                    <a:pt x="1" y="1466"/>
                  </a:lnTo>
                  <a:lnTo>
                    <a:pt x="245" y="1188"/>
                  </a:lnTo>
                  <a:lnTo>
                    <a:pt x="223" y="1166"/>
                  </a:lnTo>
                  <a:cubicBezTo>
                    <a:pt x="367" y="755"/>
                    <a:pt x="634" y="378"/>
                    <a:pt x="978" y="89"/>
                  </a:cubicBezTo>
                  <a:lnTo>
                    <a:pt x="900"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1"/>
            <p:cNvSpPr/>
            <p:nvPr/>
          </p:nvSpPr>
          <p:spPr>
            <a:xfrm>
              <a:off x="1590725" y="3497350"/>
              <a:ext cx="13350" cy="27250"/>
            </a:xfrm>
            <a:custGeom>
              <a:avLst/>
              <a:gdLst/>
              <a:ahLst/>
              <a:cxnLst/>
              <a:rect l="l" t="t" r="r" b="b"/>
              <a:pathLst>
                <a:path w="534" h="1090" extrusionOk="0">
                  <a:moveTo>
                    <a:pt x="445" y="1"/>
                  </a:moveTo>
                  <a:cubicBezTo>
                    <a:pt x="178" y="289"/>
                    <a:pt x="11" y="689"/>
                    <a:pt x="0" y="1089"/>
                  </a:cubicBezTo>
                  <a:lnTo>
                    <a:pt x="122" y="1089"/>
                  </a:lnTo>
                  <a:cubicBezTo>
                    <a:pt x="134" y="722"/>
                    <a:pt x="278" y="356"/>
                    <a:pt x="534" y="78"/>
                  </a:cubicBezTo>
                  <a:lnTo>
                    <a:pt x="44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1"/>
            <p:cNvSpPr/>
            <p:nvPr/>
          </p:nvSpPr>
          <p:spPr>
            <a:xfrm>
              <a:off x="1752350" y="3454575"/>
              <a:ext cx="92775" cy="92925"/>
            </a:xfrm>
            <a:custGeom>
              <a:avLst/>
              <a:gdLst/>
              <a:ahLst/>
              <a:cxnLst/>
              <a:rect l="l" t="t" r="r" b="b"/>
              <a:pathLst>
                <a:path w="3711" h="3717" extrusionOk="0">
                  <a:moveTo>
                    <a:pt x="2113" y="1"/>
                  </a:moveTo>
                  <a:cubicBezTo>
                    <a:pt x="1873" y="1"/>
                    <a:pt x="1612" y="65"/>
                    <a:pt x="1289" y="112"/>
                  </a:cubicBezTo>
                  <a:cubicBezTo>
                    <a:pt x="1200" y="134"/>
                    <a:pt x="1100" y="145"/>
                    <a:pt x="1033" y="201"/>
                  </a:cubicBezTo>
                  <a:cubicBezTo>
                    <a:pt x="956" y="245"/>
                    <a:pt x="912" y="345"/>
                    <a:pt x="944" y="423"/>
                  </a:cubicBezTo>
                  <a:cubicBezTo>
                    <a:pt x="1011" y="611"/>
                    <a:pt x="1367" y="567"/>
                    <a:pt x="1389" y="756"/>
                  </a:cubicBezTo>
                  <a:cubicBezTo>
                    <a:pt x="1033" y="900"/>
                    <a:pt x="689" y="1045"/>
                    <a:pt x="334" y="1189"/>
                  </a:cubicBezTo>
                  <a:cubicBezTo>
                    <a:pt x="201" y="1245"/>
                    <a:pt x="45" y="1334"/>
                    <a:pt x="23" y="1478"/>
                  </a:cubicBezTo>
                  <a:cubicBezTo>
                    <a:pt x="1" y="1623"/>
                    <a:pt x="134" y="1745"/>
                    <a:pt x="278" y="1767"/>
                  </a:cubicBezTo>
                  <a:cubicBezTo>
                    <a:pt x="302" y="1771"/>
                    <a:pt x="327" y="1773"/>
                    <a:pt x="352" y="1773"/>
                  </a:cubicBezTo>
                  <a:cubicBezTo>
                    <a:pt x="464" y="1773"/>
                    <a:pt x="581" y="1736"/>
                    <a:pt x="689" y="1700"/>
                  </a:cubicBezTo>
                  <a:cubicBezTo>
                    <a:pt x="1011" y="1601"/>
                    <a:pt x="1334" y="1489"/>
                    <a:pt x="1667" y="1389"/>
                  </a:cubicBezTo>
                  <a:lnTo>
                    <a:pt x="1667" y="1389"/>
                  </a:lnTo>
                  <a:cubicBezTo>
                    <a:pt x="1700" y="1411"/>
                    <a:pt x="1667" y="1478"/>
                    <a:pt x="1623" y="1512"/>
                  </a:cubicBezTo>
                  <a:cubicBezTo>
                    <a:pt x="1255" y="1756"/>
                    <a:pt x="734" y="1778"/>
                    <a:pt x="478" y="2134"/>
                  </a:cubicBezTo>
                  <a:cubicBezTo>
                    <a:pt x="411" y="2223"/>
                    <a:pt x="378" y="2344"/>
                    <a:pt x="423" y="2433"/>
                  </a:cubicBezTo>
                  <a:cubicBezTo>
                    <a:pt x="464" y="2523"/>
                    <a:pt x="554" y="2555"/>
                    <a:pt x="654" y="2555"/>
                  </a:cubicBezTo>
                  <a:cubicBezTo>
                    <a:pt x="740" y="2555"/>
                    <a:pt x="834" y="2531"/>
                    <a:pt x="912" y="2500"/>
                  </a:cubicBezTo>
                  <a:cubicBezTo>
                    <a:pt x="1267" y="2378"/>
                    <a:pt x="1623" y="2233"/>
                    <a:pt x="1966" y="2089"/>
                  </a:cubicBezTo>
                  <a:lnTo>
                    <a:pt x="1966" y="2089"/>
                  </a:lnTo>
                  <a:cubicBezTo>
                    <a:pt x="1944" y="2289"/>
                    <a:pt x="1766" y="2423"/>
                    <a:pt x="1589" y="2511"/>
                  </a:cubicBezTo>
                  <a:cubicBezTo>
                    <a:pt x="1411" y="2589"/>
                    <a:pt x="1223" y="2655"/>
                    <a:pt x="1078" y="2789"/>
                  </a:cubicBezTo>
                  <a:cubicBezTo>
                    <a:pt x="967" y="2889"/>
                    <a:pt x="900" y="3078"/>
                    <a:pt x="1011" y="3178"/>
                  </a:cubicBezTo>
                  <a:cubicBezTo>
                    <a:pt x="1058" y="3225"/>
                    <a:pt x="1127" y="3239"/>
                    <a:pt x="1199" y="3239"/>
                  </a:cubicBezTo>
                  <a:cubicBezTo>
                    <a:pt x="1229" y="3239"/>
                    <a:pt x="1260" y="3237"/>
                    <a:pt x="1289" y="3233"/>
                  </a:cubicBezTo>
                  <a:cubicBezTo>
                    <a:pt x="1678" y="3178"/>
                    <a:pt x="2067" y="3045"/>
                    <a:pt x="2411" y="2845"/>
                  </a:cubicBezTo>
                  <a:lnTo>
                    <a:pt x="2411" y="2845"/>
                  </a:lnTo>
                  <a:cubicBezTo>
                    <a:pt x="2378" y="3122"/>
                    <a:pt x="2011" y="3211"/>
                    <a:pt x="1789" y="3389"/>
                  </a:cubicBezTo>
                  <a:cubicBezTo>
                    <a:pt x="1744" y="3433"/>
                    <a:pt x="1700" y="3489"/>
                    <a:pt x="1689" y="3544"/>
                  </a:cubicBezTo>
                  <a:cubicBezTo>
                    <a:pt x="1689" y="3666"/>
                    <a:pt x="1830" y="3717"/>
                    <a:pt x="1954" y="3717"/>
                  </a:cubicBezTo>
                  <a:cubicBezTo>
                    <a:pt x="1978" y="3717"/>
                    <a:pt x="2001" y="3715"/>
                    <a:pt x="2022" y="3711"/>
                  </a:cubicBezTo>
                  <a:cubicBezTo>
                    <a:pt x="2611" y="3645"/>
                    <a:pt x="3433" y="3255"/>
                    <a:pt x="3633" y="2655"/>
                  </a:cubicBezTo>
                  <a:cubicBezTo>
                    <a:pt x="3711" y="2423"/>
                    <a:pt x="3699" y="2178"/>
                    <a:pt x="3667" y="1934"/>
                  </a:cubicBezTo>
                  <a:cubicBezTo>
                    <a:pt x="3588" y="1356"/>
                    <a:pt x="3311" y="801"/>
                    <a:pt x="2900" y="367"/>
                  </a:cubicBezTo>
                  <a:cubicBezTo>
                    <a:pt x="2628" y="83"/>
                    <a:pt x="2385" y="1"/>
                    <a:pt x="211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1"/>
            <p:cNvSpPr/>
            <p:nvPr/>
          </p:nvSpPr>
          <p:spPr>
            <a:xfrm>
              <a:off x="1548225" y="3229900"/>
              <a:ext cx="131650" cy="148050"/>
            </a:xfrm>
            <a:custGeom>
              <a:avLst/>
              <a:gdLst/>
              <a:ahLst/>
              <a:cxnLst/>
              <a:rect l="l" t="t" r="r" b="b"/>
              <a:pathLst>
                <a:path w="5266" h="5922" extrusionOk="0">
                  <a:moveTo>
                    <a:pt x="78" y="0"/>
                  </a:moveTo>
                  <a:lnTo>
                    <a:pt x="78" y="0"/>
                  </a:lnTo>
                  <a:cubicBezTo>
                    <a:pt x="0" y="567"/>
                    <a:pt x="111" y="1156"/>
                    <a:pt x="389" y="1656"/>
                  </a:cubicBezTo>
                  <a:cubicBezTo>
                    <a:pt x="412" y="1711"/>
                    <a:pt x="445" y="1767"/>
                    <a:pt x="511" y="1800"/>
                  </a:cubicBezTo>
                  <a:cubicBezTo>
                    <a:pt x="547" y="1822"/>
                    <a:pt x="588" y="1834"/>
                    <a:pt x="630" y="1834"/>
                  </a:cubicBezTo>
                  <a:cubicBezTo>
                    <a:pt x="653" y="1834"/>
                    <a:pt x="677" y="1830"/>
                    <a:pt x="700" y="1822"/>
                  </a:cubicBezTo>
                  <a:cubicBezTo>
                    <a:pt x="756" y="1800"/>
                    <a:pt x="800" y="1767"/>
                    <a:pt x="844" y="1723"/>
                  </a:cubicBezTo>
                  <a:cubicBezTo>
                    <a:pt x="978" y="2533"/>
                    <a:pt x="1345" y="3322"/>
                    <a:pt x="1900" y="3922"/>
                  </a:cubicBezTo>
                  <a:cubicBezTo>
                    <a:pt x="1971" y="3993"/>
                    <a:pt x="2079" y="4091"/>
                    <a:pt x="2198" y="4091"/>
                  </a:cubicBezTo>
                  <a:cubicBezTo>
                    <a:pt x="2210" y="4091"/>
                    <a:pt x="2222" y="4090"/>
                    <a:pt x="2234" y="4088"/>
                  </a:cubicBezTo>
                  <a:cubicBezTo>
                    <a:pt x="2333" y="4066"/>
                    <a:pt x="2411" y="4000"/>
                    <a:pt x="2478" y="3856"/>
                  </a:cubicBezTo>
                  <a:cubicBezTo>
                    <a:pt x="2511" y="3789"/>
                    <a:pt x="2533" y="3722"/>
                    <a:pt x="2555" y="3644"/>
                  </a:cubicBezTo>
                  <a:cubicBezTo>
                    <a:pt x="2577" y="3700"/>
                    <a:pt x="2600" y="3745"/>
                    <a:pt x="2633" y="3789"/>
                  </a:cubicBezTo>
                  <a:cubicBezTo>
                    <a:pt x="2878" y="4300"/>
                    <a:pt x="3155" y="4878"/>
                    <a:pt x="3589" y="5310"/>
                  </a:cubicBezTo>
                  <a:cubicBezTo>
                    <a:pt x="3977" y="5710"/>
                    <a:pt x="4477" y="5922"/>
                    <a:pt x="4944" y="5922"/>
                  </a:cubicBezTo>
                  <a:cubicBezTo>
                    <a:pt x="5055" y="5922"/>
                    <a:pt x="5155" y="5910"/>
                    <a:pt x="5266" y="5888"/>
                  </a:cubicBezTo>
                  <a:lnTo>
                    <a:pt x="5233" y="5777"/>
                  </a:lnTo>
                  <a:cubicBezTo>
                    <a:pt x="5138" y="5798"/>
                    <a:pt x="5043" y="5808"/>
                    <a:pt x="4949" y="5808"/>
                  </a:cubicBezTo>
                  <a:cubicBezTo>
                    <a:pt x="4449" y="5808"/>
                    <a:pt x="3977" y="5532"/>
                    <a:pt x="3678" y="5233"/>
                  </a:cubicBezTo>
                  <a:cubicBezTo>
                    <a:pt x="3256" y="4811"/>
                    <a:pt x="2989" y="4266"/>
                    <a:pt x="2733" y="3745"/>
                  </a:cubicBezTo>
                  <a:cubicBezTo>
                    <a:pt x="2689" y="3644"/>
                    <a:pt x="2633" y="3533"/>
                    <a:pt x="2611" y="3422"/>
                  </a:cubicBezTo>
                  <a:cubicBezTo>
                    <a:pt x="2633" y="3300"/>
                    <a:pt x="2633" y="3167"/>
                    <a:pt x="2622" y="3044"/>
                  </a:cubicBezTo>
                  <a:lnTo>
                    <a:pt x="2600" y="2811"/>
                  </a:lnTo>
                  <a:lnTo>
                    <a:pt x="2500" y="3022"/>
                  </a:lnTo>
                  <a:cubicBezTo>
                    <a:pt x="2444" y="3155"/>
                    <a:pt x="2456" y="3300"/>
                    <a:pt x="2489" y="3433"/>
                  </a:cubicBezTo>
                  <a:cubicBezTo>
                    <a:pt x="2466" y="3567"/>
                    <a:pt x="2422" y="3689"/>
                    <a:pt x="2367" y="3811"/>
                  </a:cubicBezTo>
                  <a:cubicBezTo>
                    <a:pt x="2322" y="3911"/>
                    <a:pt x="2266" y="3955"/>
                    <a:pt x="2211" y="3967"/>
                  </a:cubicBezTo>
                  <a:cubicBezTo>
                    <a:pt x="2206" y="3967"/>
                    <a:pt x="2201" y="3968"/>
                    <a:pt x="2196" y="3968"/>
                  </a:cubicBezTo>
                  <a:cubicBezTo>
                    <a:pt x="2122" y="3968"/>
                    <a:pt x="2041" y="3897"/>
                    <a:pt x="1989" y="3844"/>
                  </a:cubicBezTo>
                  <a:cubicBezTo>
                    <a:pt x="1400" y="3200"/>
                    <a:pt x="1022" y="2345"/>
                    <a:pt x="933" y="1467"/>
                  </a:cubicBezTo>
                  <a:cubicBezTo>
                    <a:pt x="933" y="1400"/>
                    <a:pt x="923" y="1323"/>
                    <a:pt x="911" y="1256"/>
                  </a:cubicBezTo>
                  <a:lnTo>
                    <a:pt x="800" y="1267"/>
                  </a:lnTo>
                  <a:cubicBezTo>
                    <a:pt x="800" y="1333"/>
                    <a:pt x="800" y="1400"/>
                    <a:pt x="812" y="1478"/>
                  </a:cubicBezTo>
                  <a:cubicBezTo>
                    <a:pt x="812" y="1523"/>
                    <a:pt x="800" y="1556"/>
                    <a:pt x="778" y="1600"/>
                  </a:cubicBezTo>
                  <a:cubicBezTo>
                    <a:pt x="756" y="1645"/>
                    <a:pt x="711" y="1689"/>
                    <a:pt x="667" y="1711"/>
                  </a:cubicBezTo>
                  <a:cubicBezTo>
                    <a:pt x="650" y="1711"/>
                    <a:pt x="633" y="1714"/>
                    <a:pt x="616" y="1714"/>
                  </a:cubicBezTo>
                  <a:cubicBezTo>
                    <a:pt x="600" y="1714"/>
                    <a:pt x="583" y="1711"/>
                    <a:pt x="567" y="1700"/>
                  </a:cubicBezTo>
                  <a:cubicBezTo>
                    <a:pt x="533" y="1678"/>
                    <a:pt x="511" y="1634"/>
                    <a:pt x="489" y="1600"/>
                  </a:cubicBezTo>
                  <a:cubicBezTo>
                    <a:pt x="234" y="1123"/>
                    <a:pt x="123" y="556"/>
                    <a:pt x="189" y="12"/>
                  </a:cubicBezTo>
                  <a:lnTo>
                    <a:pt x="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1"/>
            <p:cNvSpPr/>
            <p:nvPr/>
          </p:nvSpPr>
          <p:spPr>
            <a:xfrm>
              <a:off x="1512125" y="3680650"/>
              <a:ext cx="15575" cy="20275"/>
            </a:xfrm>
            <a:custGeom>
              <a:avLst/>
              <a:gdLst/>
              <a:ahLst/>
              <a:cxnLst/>
              <a:rect l="l" t="t" r="r" b="b"/>
              <a:pathLst>
                <a:path w="623" h="811" extrusionOk="0">
                  <a:moveTo>
                    <a:pt x="123" y="0"/>
                  </a:moveTo>
                  <a:lnTo>
                    <a:pt x="0" y="33"/>
                  </a:lnTo>
                  <a:cubicBezTo>
                    <a:pt x="89" y="344"/>
                    <a:pt x="289" y="623"/>
                    <a:pt x="555" y="811"/>
                  </a:cubicBezTo>
                  <a:lnTo>
                    <a:pt x="622" y="722"/>
                  </a:lnTo>
                  <a:cubicBezTo>
                    <a:pt x="378" y="544"/>
                    <a:pt x="200" y="289"/>
                    <a:pt x="123"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1"/>
            <p:cNvSpPr/>
            <p:nvPr/>
          </p:nvSpPr>
          <p:spPr>
            <a:xfrm>
              <a:off x="1534075" y="3686750"/>
              <a:ext cx="13900" cy="12250"/>
            </a:xfrm>
            <a:custGeom>
              <a:avLst/>
              <a:gdLst/>
              <a:ahLst/>
              <a:cxnLst/>
              <a:rect l="l" t="t" r="r" b="b"/>
              <a:pathLst>
                <a:path w="556" h="490" extrusionOk="0">
                  <a:moveTo>
                    <a:pt x="100" y="1"/>
                  </a:moveTo>
                  <a:lnTo>
                    <a:pt x="0" y="68"/>
                  </a:lnTo>
                  <a:cubicBezTo>
                    <a:pt x="122" y="256"/>
                    <a:pt x="300" y="401"/>
                    <a:pt x="511" y="490"/>
                  </a:cubicBezTo>
                  <a:lnTo>
                    <a:pt x="556" y="389"/>
                  </a:lnTo>
                  <a:cubicBezTo>
                    <a:pt x="366" y="300"/>
                    <a:pt x="211" y="167"/>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1"/>
            <p:cNvSpPr/>
            <p:nvPr/>
          </p:nvSpPr>
          <p:spPr>
            <a:xfrm>
              <a:off x="1543225" y="3709250"/>
              <a:ext cx="6975" cy="5575"/>
            </a:xfrm>
            <a:custGeom>
              <a:avLst/>
              <a:gdLst/>
              <a:ahLst/>
              <a:cxnLst/>
              <a:rect l="l" t="t" r="r" b="b"/>
              <a:pathLst>
                <a:path w="279" h="223" extrusionOk="0">
                  <a:moveTo>
                    <a:pt x="34" y="0"/>
                  </a:moveTo>
                  <a:lnTo>
                    <a:pt x="0" y="111"/>
                  </a:lnTo>
                  <a:cubicBezTo>
                    <a:pt x="78" y="134"/>
                    <a:pt x="145" y="167"/>
                    <a:pt x="200" y="222"/>
                  </a:cubicBezTo>
                  <a:lnTo>
                    <a:pt x="278" y="134"/>
                  </a:lnTo>
                  <a:cubicBezTo>
                    <a:pt x="212" y="67"/>
                    <a:pt x="123" y="22"/>
                    <a:pt x="3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1"/>
            <p:cNvSpPr/>
            <p:nvPr/>
          </p:nvSpPr>
          <p:spPr>
            <a:xfrm>
              <a:off x="1565175" y="3703975"/>
              <a:ext cx="4475" cy="4475"/>
            </a:xfrm>
            <a:custGeom>
              <a:avLst/>
              <a:gdLst/>
              <a:ahLst/>
              <a:cxnLst/>
              <a:rect l="l" t="t" r="r" b="b"/>
              <a:pathLst>
                <a:path w="179" h="179" extrusionOk="0">
                  <a:moveTo>
                    <a:pt x="55" y="1"/>
                  </a:moveTo>
                  <a:lnTo>
                    <a:pt x="0" y="112"/>
                  </a:lnTo>
                  <a:lnTo>
                    <a:pt x="111" y="178"/>
                  </a:lnTo>
                  <a:lnTo>
                    <a:pt x="178" y="78"/>
                  </a:lnTo>
                  <a:lnTo>
                    <a:pt x="55"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1"/>
            <p:cNvSpPr/>
            <p:nvPr/>
          </p:nvSpPr>
          <p:spPr>
            <a:xfrm>
              <a:off x="1513225" y="3334875"/>
              <a:ext cx="10575" cy="18350"/>
            </a:xfrm>
            <a:custGeom>
              <a:avLst/>
              <a:gdLst/>
              <a:ahLst/>
              <a:cxnLst/>
              <a:rect l="l" t="t" r="r" b="b"/>
              <a:pathLst>
                <a:path w="423" h="734" extrusionOk="0">
                  <a:moveTo>
                    <a:pt x="356" y="1"/>
                  </a:moveTo>
                  <a:cubicBezTo>
                    <a:pt x="123" y="168"/>
                    <a:pt x="0" y="456"/>
                    <a:pt x="45" y="734"/>
                  </a:cubicBezTo>
                  <a:lnTo>
                    <a:pt x="156" y="723"/>
                  </a:lnTo>
                  <a:cubicBezTo>
                    <a:pt x="123" y="479"/>
                    <a:pt x="234" y="234"/>
                    <a:pt x="423" y="89"/>
                  </a:cubicBezTo>
                  <a:lnTo>
                    <a:pt x="3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1"/>
            <p:cNvSpPr/>
            <p:nvPr/>
          </p:nvSpPr>
          <p:spPr>
            <a:xfrm>
              <a:off x="1506850" y="3364875"/>
              <a:ext cx="3900" cy="9750"/>
            </a:xfrm>
            <a:custGeom>
              <a:avLst/>
              <a:gdLst/>
              <a:ahLst/>
              <a:cxnLst/>
              <a:rect l="l" t="t" r="r" b="b"/>
              <a:pathLst>
                <a:path w="156" h="390" extrusionOk="0">
                  <a:moveTo>
                    <a:pt x="33" y="0"/>
                  </a:moveTo>
                  <a:lnTo>
                    <a:pt x="0" y="378"/>
                  </a:lnTo>
                  <a:lnTo>
                    <a:pt x="112" y="390"/>
                  </a:lnTo>
                  <a:lnTo>
                    <a:pt x="156" y="23"/>
                  </a:lnTo>
                  <a:lnTo>
                    <a:pt x="33"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1"/>
            <p:cNvSpPr/>
            <p:nvPr/>
          </p:nvSpPr>
          <p:spPr>
            <a:xfrm>
              <a:off x="1519900" y="3362375"/>
              <a:ext cx="2800" cy="5575"/>
            </a:xfrm>
            <a:custGeom>
              <a:avLst/>
              <a:gdLst/>
              <a:ahLst/>
              <a:cxnLst/>
              <a:rect l="l" t="t" r="r" b="b"/>
              <a:pathLst>
                <a:path w="112" h="223" extrusionOk="0">
                  <a:moveTo>
                    <a:pt x="0" y="1"/>
                  </a:moveTo>
                  <a:lnTo>
                    <a:pt x="0" y="223"/>
                  </a:lnTo>
                  <a:lnTo>
                    <a:pt x="111" y="223"/>
                  </a:lnTo>
                  <a:lnTo>
                    <a:pt x="1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1"/>
            <p:cNvSpPr/>
            <p:nvPr/>
          </p:nvSpPr>
          <p:spPr>
            <a:xfrm>
              <a:off x="1722350" y="3367375"/>
              <a:ext cx="5025" cy="7800"/>
            </a:xfrm>
            <a:custGeom>
              <a:avLst/>
              <a:gdLst/>
              <a:ahLst/>
              <a:cxnLst/>
              <a:rect l="l" t="t" r="r" b="b"/>
              <a:pathLst>
                <a:path w="201" h="312" extrusionOk="0">
                  <a:moveTo>
                    <a:pt x="167" y="1"/>
                  </a:moveTo>
                  <a:lnTo>
                    <a:pt x="56" y="56"/>
                  </a:lnTo>
                  <a:cubicBezTo>
                    <a:pt x="68" y="78"/>
                    <a:pt x="68" y="112"/>
                    <a:pt x="56" y="145"/>
                  </a:cubicBezTo>
                  <a:cubicBezTo>
                    <a:pt x="45" y="167"/>
                    <a:pt x="23" y="189"/>
                    <a:pt x="1" y="201"/>
                  </a:cubicBezTo>
                  <a:lnTo>
                    <a:pt x="23" y="312"/>
                  </a:lnTo>
                  <a:cubicBezTo>
                    <a:pt x="90" y="300"/>
                    <a:pt x="134" y="256"/>
                    <a:pt x="167" y="189"/>
                  </a:cubicBezTo>
                  <a:cubicBezTo>
                    <a:pt x="201" y="122"/>
                    <a:pt x="189" y="56"/>
                    <a:pt x="16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1"/>
            <p:cNvSpPr/>
            <p:nvPr/>
          </p:nvSpPr>
          <p:spPr>
            <a:xfrm>
              <a:off x="1733175" y="3352375"/>
              <a:ext cx="4200" cy="6975"/>
            </a:xfrm>
            <a:custGeom>
              <a:avLst/>
              <a:gdLst/>
              <a:ahLst/>
              <a:cxnLst/>
              <a:rect l="l" t="t" r="r" b="b"/>
              <a:pathLst>
                <a:path w="168" h="279" extrusionOk="0">
                  <a:moveTo>
                    <a:pt x="146" y="1"/>
                  </a:moveTo>
                  <a:lnTo>
                    <a:pt x="34" y="67"/>
                  </a:lnTo>
                  <a:cubicBezTo>
                    <a:pt x="45" y="78"/>
                    <a:pt x="45" y="100"/>
                    <a:pt x="45" y="123"/>
                  </a:cubicBezTo>
                  <a:cubicBezTo>
                    <a:pt x="34" y="145"/>
                    <a:pt x="23" y="156"/>
                    <a:pt x="1" y="167"/>
                  </a:cubicBezTo>
                  <a:lnTo>
                    <a:pt x="45" y="278"/>
                  </a:lnTo>
                  <a:cubicBezTo>
                    <a:pt x="101" y="256"/>
                    <a:pt x="134" y="211"/>
                    <a:pt x="156" y="156"/>
                  </a:cubicBezTo>
                  <a:cubicBezTo>
                    <a:pt x="168" y="100"/>
                    <a:pt x="168" y="45"/>
                    <a:pt x="14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1"/>
            <p:cNvSpPr/>
            <p:nvPr/>
          </p:nvSpPr>
          <p:spPr>
            <a:xfrm>
              <a:off x="1797350" y="3699325"/>
              <a:ext cx="142475" cy="100675"/>
            </a:xfrm>
            <a:custGeom>
              <a:avLst/>
              <a:gdLst/>
              <a:ahLst/>
              <a:cxnLst/>
              <a:rect l="l" t="t" r="r" b="b"/>
              <a:pathLst>
                <a:path w="5699" h="4027" extrusionOk="0">
                  <a:moveTo>
                    <a:pt x="763" y="0"/>
                  </a:moveTo>
                  <a:cubicBezTo>
                    <a:pt x="510" y="0"/>
                    <a:pt x="257" y="91"/>
                    <a:pt x="89" y="298"/>
                  </a:cubicBezTo>
                  <a:cubicBezTo>
                    <a:pt x="33" y="364"/>
                    <a:pt x="0" y="498"/>
                    <a:pt x="67" y="542"/>
                  </a:cubicBezTo>
                  <a:cubicBezTo>
                    <a:pt x="100" y="564"/>
                    <a:pt x="122" y="564"/>
                    <a:pt x="156" y="575"/>
                  </a:cubicBezTo>
                  <a:cubicBezTo>
                    <a:pt x="389" y="587"/>
                    <a:pt x="622" y="609"/>
                    <a:pt x="855" y="631"/>
                  </a:cubicBezTo>
                  <a:cubicBezTo>
                    <a:pt x="833" y="629"/>
                    <a:pt x="810" y="628"/>
                    <a:pt x="787" y="628"/>
                  </a:cubicBezTo>
                  <a:cubicBezTo>
                    <a:pt x="520" y="628"/>
                    <a:pt x="251" y="748"/>
                    <a:pt x="67" y="953"/>
                  </a:cubicBezTo>
                  <a:cubicBezTo>
                    <a:pt x="33" y="986"/>
                    <a:pt x="0" y="1031"/>
                    <a:pt x="11" y="1075"/>
                  </a:cubicBezTo>
                  <a:cubicBezTo>
                    <a:pt x="33" y="1130"/>
                    <a:pt x="111" y="1142"/>
                    <a:pt x="166" y="1142"/>
                  </a:cubicBezTo>
                  <a:lnTo>
                    <a:pt x="1067" y="1108"/>
                  </a:lnTo>
                  <a:lnTo>
                    <a:pt x="1067" y="1108"/>
                  </a:lnTo>
                  <a:cubicBezTo>
                    <a:pt x="778" y="1120"/>
                    <a:pt x="489" y="1219"/>
                    <a:pt x="233" y="1397"/>
                  </a:cubicBezTo>
                  <a:cubicBezTo>
                    <a:pt x="166" y="1441"/>
                    <a:pt x="89" y="1508"/>
                    <a:pt x="89" y="1597"/>
                  </a:cubicBezTo>
                  <a:cubicBezTo>
                    <a:pt x="89" y="1720"/>
                    <a:pt x="211" y="1786"/>
                    <a:pt x="322" y="1786"/>
                  </a:cubicBezTo>
                  <a:cubicBezTo>
                    <a:pt x="433" y="1786"/>
                    <a:pt x="533" y="1730"/>
                    <a:pt x="633" y="1697"/>
                  </a:cubicBezTo>
                  <a:cubicBezTo>
                    <a:pt x="694" y="1680"/>
                    <a:pt x="755" y="1672"/>
                    <a:pt x="816" y="1672"/>
                  </a:cubicBezTo>
                  <a:cubicBezTo>
                    <a:pt x="1070" y="1672"/>
                    <a:pt x="1321" y="1809"/>
                    <a:pt x="1499" y="1997"/>
                  </a:cubicBezTo>
                  <a:cubicBezTo>
                    <a:pt x="1733" y="2231"/>
                    <a:pt x="1889" y="2519"/>
                    <a:pt x="2066" y="2797"/>
                  </a:cubicBezTo>
                  <a:cubicBezTo>
                    <a:pt x="2333" y="3186"/>
                    <a:pt x="2666" y="3530"/>
                    <a:pt x="3033" y="3819"/>
                  </a:cubicBezTo>
                  <a:cubicBezTo>
                    <a:pt x="3176" y="3926"/>
                    <a:pt x="3348" y="4027"/>
                    <a:pt x="3520" y="4027"/>
                  </a:cubicBezTo>
                  <a:cubicBezTo>
                    <a:pt x="3562" y="4027"/>
                    <a:pt x="3603" y="4021"/>
                    <a:pt x="3644" y="4008"/>
                  </a:cubicBezTo>
                  <a:cubicBezTo>
                    <a:pt x="3766" y="3952"/>
                    <a:pt x="3866" y="3841"/>
                    <a:pt x="3955" y="3730"/>
                  </a:cubicBezTo>
                  <a:cubicBezTo>
                    <a:pt x="4432" y="3152"/>
                    <a:pt x="5221" y="2175"/>
                    <a:pt x="5699" y="1597"/>
                  </a:cubicBezTo>
                  <a:cubicBezTo>
                    <a:pt x="5521" y="1441"/>
                    <a:pt x="4799" y="1308"/>
                    <a:pt x="4577" y="1286"/>
                  </a:cubicBezTo>
                  <a:cubicBezTo>
                    <a:pt x="4561" y="1283"/>
                    <a:pt x="4546" y="1282"/>
                    <a:pt x="4531" y="1282"/>
                  </a:cubicBezTo>
                  <a:cubicBezTo>
                    <a:pt x="4303" y="1282"/>
                    <a:pt x="4167" y="1588"/>
                    <a:pt x="4010" y="1797"/>
                  </a:cubicBezTo>
                  <a:cubicBezTo>
                    <a:pt x="3966" y="1853"/>
                    <a:pt x="3921" y="1920"/>
                    <a:pt x="3866" y="1952"/>
                  </a:cubicBezTo>
                  <a:cubicBezTo>
                    <a:pt x="3826" y="1973"/>
                    <a:pt x="3785" y="1981"/>
                    <a:pt x="3744" y="1981"/>
                  </a:cubicBezTo>
                  <a:cubicBezTo>
                    <a:pt x="3604" y="1981"/>
                    <a:pt x="3464" y="1880"/>
                    <a:pt x="3344" y="1786"/>
                  </a:cubicBezTo>
                  <a:cubicBezTo>
                    <a:pt x="2899" y="1409"/>
                    <a:pt x="2455" y="1019"/>
                    <a:pt x="2000" y="631"/>
                  </a:cubicBezTo>
                  <a:cubicBezTo>
                    <a:pt x="1722" y="397"/>
                    <a:pt x="1433" y="153"/>
                    <a:pt x="1100" y="53"/>
                  </a:cubicBezTo>
                  <a:cubicBezTo>
                    <a:pt x="993" y="19"/>
                    <a:pt x="878" y="0"/>
                    <a:pt x="7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1"/>
            <p:cNvSpPr/>
            <p:nvPr/>
          </p:nvSpPr>
          <p:spPr>
            <a:xfrm>
              <a:off x="1894250" y="3736450"/>
              <a:ext cx="28925" cy="26700"/>
            </a:xfrm>
            <a:custGeom>
              <a:avLst/>
              <a:gdLst/>
              <a:ahLst/>
              <a:cxnLst/>
              <a:rect l="l" t="t" r="r" b="b"/>
              <a:pathLst>
                <a:path w="1157" h="1068" extrusionOk="0">
                  <a:moveTo>
                    <a:pt x="1156" y="934"/>
                  </a:moveTo>
                  <a:lnTo>
                    <a:pt x="1156" y="934"/>
                  </a:lnTo>
                  <a:cubicBezTo>
                    <a:pt x="1112" y="978"/>
                    <a:pt x="1079" y="1023"/>
                    <a:pt x="1045" y="1067"/>
                  </a:cubicBezTo>
                  <a:lnTo>
                    <a:pt x="1045" y="1067"/>
                  </a:lnTo>
                  <a:cubicBezTo>
                    <a:pt x="1079" y="1023"/>
                    <a:pt x="1112" y="978"/>
                    <a:pt x="1156" y="934"/>
                  </a:cubicBezTo>
                  <a:close/>
                  <a:moveTo>
                    <a:pt x="346" y="1"/>
                  </a:moveTo>
                  <a:cubicBezTo>
                    <a:pt x="279" y="101"/>
                    <a:pt x="201" y="223"/>
                    <a:pt x="134" y="312"/>
                  </a:cubicBezTo>
                  <a:cubicBezTo>
                    <a:pt x="90" y="368"/>
                    <a:pt x="45" y="423"/>
                    <a:pt x="1" y="457"/>
                  </a:cubicBezTo>
                  <a:lnTo>
                    <a:pt x="1" y="457"/>
                  </a:lnTo>
                  <a:cubicBezTo>
                    <a:pt x="45" y="423"/>
                    <a:pt x="90" y="368"/>
                    <a:pt x="134" y="312"/>
                  </a:cubicBezTo>
                  <a:cubicBezTo>
                    <a:pt x="201" y="223"/>
                    <a:pt x="279" y="101"/>
                    <a:pt x="346" y="1"/>
                  </a:cubicBezTo>
                  <a:close/>
                </a:path>
              </a:pathLst>
            </a:custGeom>
            <a:solidFill>
              <a:srgbClr val="6054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1"/>
            <p:cNvSpPr/>
            <p:nvPr/>
          </p:nvSpPr>
          <p:spPr>
            <a:xfrm>
              <a:off x="1923150" y="3757000"/>
              <a:ext cx="1975" cy="2825"/>
            </a:xfrm>
            <a:custGeom>
              <a:avLst/>
              <a:gdLst/>
              <a:ahLst/>
              <a:cxnLst/>
              <a:rect l="l" t="t" r="r" b="b"/>
              <a:pathLst>
                <a:path w="79" h="113" extrusionOk="0">
                  <a:moveTo>
                    <a:pt x="78" y="1"/>
                  </a:moveTo>
                  <a:cubicBezTo>
                    <a:pt x="56" y="45"/>
                    <a:pt x="22" y="79"/>
                    <a:pt x="0" y="112"/>
                  </a:cubicBezTo>
                  <a:lnTo>
                    <a:pt x="0" y="112"/>
                  </a:lnTo>
                  <a:cubicBezTo>
                    <a:pt x="22" y="79"/>
                    <a:pt x="56" y="45"/>
                    <a:pt x="78" y="1"/>
                  </a:cubicBezTo>
                  <a:close/>
                </a:path>
              </a:pathLst>
            </a:custGeom>
            <a:solidFill>
              <a:srgbClr val="6A5E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1"/>
            <p:cNvSpPr/>
            <p:nvPr/>
          </p:nvSpPr>
          <p:spPr>
            <a:xfrm>
              <a:off x="1894250" y="3736450"/>
              <a:ext cx="31425" cy="26700"/>
            </a:xfrm>
            <a:custGeom>
              <a:avLst/>
              <a:gdLst/>
              <a:ahLst/>
              <a:cxnLst/>
              <a:rect l="l" t="t" r="r" b="b"/>
              <a:pathLst>
                <a:path w="1257" h="1068" extrusionOk="0">
                  <a:moveTo>
                    <a:pt x="346" y="1"/>
                  </a:moveTo>
                  <a:cubicBezTo>
                    <a:pt x="279" y="101"/>
                    <a:pt x="201" y="223"/>
                    <a:pt x="134" y="312"/>
                  </a:cubicBezTo>
                  <a:cubicBezTo>
                    <a:pt x="90" y="368"/>
                    <a:pt x="45" y="423"/>
                    <a:pt x="1" y="457"/>
                  </a:cubicBezTo>
                  <a:cubicBezTo>
                    <a:pt x="112" y="601"/>
                    <a:pt x="257" y="657"/>
                    <a:pt x="445" y="657"/>
                  </a:cubicBezTo>
                  <a:cubicBezTo>
                    <a:pt x="578" y="657"/>
                    <a:pt x="734" y="623"/>
                    <a:pt x="901" y="556"/>
                  </a:cubicBezTo>
                  <a:cubicBezTo>
                    <a:pt x="912" y="546"/>
                    <a:pt x="934" y="546"/>
                    <a:pt x="945" y="546"/>
                  </a:cubicBezTo>
                  <a:cubicBezTo>
                    <a:pt x="1001" y="546"/>
                    <a:pt x="1045" y="601"/>
                    <a:pt x="1045" y="667"/>
                  </a:cubicBezTo>
                  <a:cubicBezTo>
                    <a:pt x="1045" y="801"/>
                    <a:pt x="1034" y="934"/>
                    <a:pt x="1045" y="1067"/>
                  </a:cubicBezTo>
                  <a:cubicBezTo>
                    <a:pt x="1079" y="1023"/>
                    <a:pt x="1112" y="978"/>
                    <a:pt x="1156" y="934"/>
                  </a:cubicBezTo>
                  <a:cubicBezTo>
                    <a:pt x="1178" y="901"/>
                    <a:pt x="1212" y="867"/>
                    <a:pt x="1234" y="823"/>
                  </a:cubicBezTo>
                  <a:cubicBezTo>
                    <a:pt x="1123" y="623"/>
                    <a:pt x="1101" y="356"/>
                    <a:pt x="1257" y="179"/>
                  </a:cubicBezTo>
                  <a:lnTo>
                    <a:pt x="1257" y="179"/>
                  </a:lnTo>
                  <a:cubicBezTo>
                    <a:pt x="1156" y="201"/>
                    <a:pt x="1057" y="212"/>
                    <a:pt x="956" y="212"/>
                  </a:cubicBezTo>
                  <a:cubicBezTo>
                    <a:pt x="734" y="212"/>
                    <a:pt x="512" y="146"/>
                    <a:pt x="346"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1"/>
            <p:cNvSpPr/>
            <p:nvPr/>
          </p:nvSpPr>
          <p:spPr>
            <a:xfrm>
              <a:off x="1874250" y="3638100"/>
              <a:ext cx="142775" cy="129425"/>
            </a:xfrm>
            <a:custGeom>
              <a:avLst/>
              <a:gdLst/>
              <a:ahLst/>
              <a:cxnLst/>
              <a:rect l="l" t="t" r="r" b="b"/>
              <a:pathLst>
                <a:path w="5711" h="5177" extrusionOk="0">
                  <a:moveTo>
                    <a:pt x="2995" y="1"/>
                  </a:moveTo>
                  <a:cubicBezTo>
                    <a:pt x="2992" y="1"/>
                    <a:pt x="2991" y="1"/>
                    <a:pt x="2990" y="2"/>
                  </a:cubicBezTo>
                  <a:cubicBezTo>
                    <a:pt x="2423" y="491"/>
                    <a:pt x="1857" y="992"/>
                    <a:pt x="1301" y="1480"/>
                  </a:cubicBezTo>
                  <a:cubicBezTo>
                    <a:pt x="968" y="1769"/>
                    <a:pt x="1" y="2325"/>
                    <a:pt x="412" y="2880"/>
                  </a:cubicBezTo>
                  <a:cubicBezTo>
                    <a:pt x="505" y="3009"/>
                    <a:pt x="668" y="3083"/>
                    <a:pt x="831" y="3083"/>
                  </a:cubicBezTo>
                  <a:cubicBezTo>
                    <a:pt x="921" y="3083"/>
                    <a:pt x="1011" y="3061"/>
                    <a:pt x="1090" y="3013"/>
                  </a:cubicBezTo>
                  <a:lnTo>
                    <a:pt x="1090" y="3013"/>
                  </a:lnTo>
                  <a:cubicBezTo>
                    <a:pt x="1035" y="3068"/>
                    <a:pt x="990" y="3135"/>
                    <a:pt x="968" y="3202"/>
                  </a:cubicBezTo>
                  <a:cubicBezTo>
                    <a:pt x="879" y="3435"/>
                    <a:pt x="946" y="3724"/>
                    <a:pt x="1123" y="3902"/>
                  </a:cubicBezTo>
                  <a:cubicBezTo>
                    <a:pt x="1288" y="4074"/>
                    <a:pt x="1524" y="4153"/>
                    <a:pt x="1762" y="4153"/>
                  </a:cubicBezTo>
                  <a:cubicBezTo>
                    <a:pt x="1861" y="4153"/>
                    <a:pt x="1961" y="4139"/>
                    <a:pt x="2057" y="4113"/>
                  </a:cubicBezTo>
                  <a:lnTo>
                    <a:pt x="2057" y="4113"/>
                  </a:lnTo>
                  <a:cubicBezTo>
                    <a:pt x="1845" y="4369"/>
                    <a:pt x="1956" y="4779"/>
                    <a:pt x="2223" y="4979"/>
                  </a:cubicBezTo>
                  <a:cubicBezTo>
                    <a:pt x="2409" y="5125"/>
                    <a:pt x="2648" y="5176"/>
                    <a:pt x="2893" y="5176"/>
                  </a:cubicBezTo>
                  <a:cubicBezTo>
                    <a:pt x="2985" y="5176"/>
                    <a:pt x="3077" y="5169"/>
                    <a:pt x="3167" y="5157"/>
                  </a:cubicBezTo>
                  <a:cubicBezTo>
                    <a:pt x="3612" y="5102"/>
                    <a:pt x="4056" y="4935"/>
                    <a:pt x="4434" y="4680"/>
                  </a:cubicBezTo>
                  <a:cubicBezTo>
                    <a:pt x="4237" y="4624"/>
                    <a:pt x="4041" y="4599"/>
                    <a:pt x="3844" y="4599"/>
                  </a:cubicBezTo>
                  <a:cubicBezTo>
                    <a:pt x="3807" y="4599"/>
                    <a:pt x="3770" y="4600"/>
                    <a:pt x="3734" y="4601"/>
                  </a:cubicBezTo>
                  <a:cubicBezTo>
                    <a:pt x="4222" y="4446"/>
                    <a:pt x="4689" y="4213"/>
                    <a:pt x="5123" y="3924"/>
                  </a:cubicBezTo>
                  <a:cubicBezTo>
                    <a:pt x="5022" y="3884"/>
                    <a:pt x="4914" y="3864"/>
                    <a:pt x="4805" y="3864"/>
                  </a:cubicBezTo>
                  <a:cubicBezTo>
                    <a:pt x="4733" y="3864"/>
                    <a:pt x="4660" y="3873"/>
                    <a:pt x="4589" y="3890"/>
                  </a:cubicBezTo>
                  <a:cubicBezTo>
                    <a:pt x="4867" y="3635"/>
                    <a:pt x="5145" y="3369"/>
                    <a:pt x="5311" y="3036"/>
                  </a:cubicBezTo>
                  <a:cubicBezTo>
                    <a:pt x="5711" y="2291"/>
                    <a:pt x="5345" y="1925"/>
                    <a:pt x="4745" y="1535"/>
                  </a:cubicBezTo>
                  <a:cubicBezTo>
                    <a:pt x="4489" y="1358"/>
                    <a:pt x="4311" y="1135"/>
                    <a:pt x="4089" y="925"/>
                  </a:cubicBezTo>
                  <a:cubicBezTo>
                    <a:pt x="4014" y="849"/>
                    <a:pt x="3081" y="1"/>
                    <a:pt x="2995" y="1"/>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1"/>
            <p:cNvSpPr/>
            <p:nvPr/>
          </p:nvSpPr>
          <p:spPr>
            <a:xfrm>
              <a:off x="1884250" y="3709800"/>
              <a:ext cx="17550" cy="25575"/>
            </a:xfrm>
            <a:custGeom>
              <a:avLst/>
              <a:gdLst/>
              <a:ahLst/>
              <a:cxnLst/>
              <a:rect l="l" t="t" r="r" b="b"/>
              <a:pathLst>
                <a:path w="702" h="1023" extrusionOk="0">
                  <a:moveTo>
                    <a:pt x="690" y="145"/>
                  </a:moveTo>
                  <a:lnTo>
                    <a:pt x="690" y="145"/>
                  </a:lnTo>
                  <a:cubicBezTo>
                    <a:pt x="635" y="200"/>
                    <a:pt x="590" y="267"/>
                    <a:pt x="568" y="334"/>
                  </a:cubicBezTo>
                  <a:cubicBezTo>
                    <a:pt x="479" y="556"/>
                    <a:pt x="534" y="834"/>
                    <a:pt x="701" y="1022"/>
                  </a:cubicBezTo>
                  <a:cubicBezTo>
                    <a:pt x="534" y="834"/>
                    <a:pt x="479" y="556"/>
                    <a:pt x="568" y="334"/>
                  </a:cubicBezTo>
                  <a:cubicBezTo>
                    <a:pt x="590" y="267"/>
                    <a:pt x="635" y="200"/>
                    <a:pt x="690" y="145"/>
                  </a:cubicBezTo>
                  <a:close/>
                  <a:moveTo>
                    <a:pt x="12" y="12"/>
                  </a:moveTo>
                  <a:lnTo>
                    <a:pt x="12" y="12"/>
                  </a:lnTo>
                  <a:lnTo>
                    <a:pt x="12" y="12"/>
                  </a:lnTo>
                  <a:close/>
                  <a:moveTo>
                    <a:pt x="12" y="0"/>
                  </a:moveTo>
                  <a:lnTo>
                    <a:pt x="12" y="12"/>
                  </a:lnTo>
                  <a:lnTo>
                    <a:pt x="12" y="0"/>
                  </a:lnTo>
                  <a:close/>
                  <a:moveTo>
                    <a:pt x="1" y="0"/>
                  </a:moveTo>
                  <a:lnTo>
                    <a:pt x="1" y="0"/>
                  </a:lnTo>
                  <a:lnTo>
                    <a:pt x="1" y="0"/>
                  </a:lnTo>
                  <a:close/>
                  <a:moveTo>
                    <a:pt x="1" y="0"/>
                  </a:moveTo>
                  <a:lnTo>
                    <a:pt x="1" y="0"/>
                  </a:lnTo>
                  <a:lnTo>
                    <a:pt x="1" y="0"/>
                  </a:lnTo>
                  <a:close/>
                  <a:moveTo>
                    <a:pt x="1" y="0"/>
                  </a:moveTo>
                  <a:lnTo>
                    <a:pt x="1" y="0"/>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1"/>
            <p:cNvSpPr/>
            <p:nvPr/>
          </p:nvSpPr>
          <p:spPr>
            <a:xfrm>
              <a:off x="1881775" y="3700350"/>
              <a:ext cx="42500" cy="41425"/>
            </a:xfrm>
            <a:custGeom>
              <a:avLst/>
              <a:gdLst/>
              <a:ahLst/>
              <a:cxnLst/>
              <a:rect l="l" t="t" r="r" b="b"/>
              <a:pathLst>
                <a:path w="1700" h="1657" extrusionOk="0">
                  <a:moveTo>
                    <a:pt x="23" y="1"/>
                  </a:moveTo>
                  <a:cubicBezTo>
                    <a:pt x="0" y="123"/>
                    <a:pt x="11" y="245"/>
                    <a:pt x="100" y="378"/>
                  </a:cubicBezTo>
                  <a:lnTo>
                    <a:pt x="111" y="378"/>
                  </a:lnTo>
                  <a:lnTo>
                    <a:pt x="111" y="390"/>
                  </a:lnTo>
                  <a:cubicBezTo>
                    <a:pt x="211" y="523"/>
                    <a:pt x="366" y="590"/>
                    <a:pt x="534" y="590"/>
                  </a:cubicBezTo>
                  <a:cubicBezTo>
                    <a:pt x="622" y="590"/>
                    <a:pt x="711" y="568"/>
                    <a:pt x="789" y="523"/>
                  </a:cubicBezTo>
                  <a:lnTo>
                    <a:pt x="789" y="523"/>
                  </a:lnTo>
                  <a:cubicBezTo>
                    <a:pt x="734" y="578"/>
                    <a:pt x="689" y="645"/>
                    <a:pt x="667" y="712"/>
                  </a:cubicBezTo>
                  <a:cubicBezTo>
                    <a:pt x="578" y="934"/>
                    <a:pt x="633" y="1212"/>
                    <a:pt x="800" y="1400"/>
                  </a:cubicBezTo>
                  <a:cubicBezTo>
                    <a:pt x="811" y="1400"/>
                    <a:pt x="811" y="1412"/>
                    <a:pt x="822" y="1412"/>
                  </a:cubicBezTo>
                  <a:cubicBezTo>
                    <a:pt x="989" y="1578"/>
                    <a:pt x="1222" y="1656"/>
                    <a:pt x="1455" y="1656"/>
                  </a:cubicBezTo>
                  <a:cubicBezTo>
                    <a:pt x="1544" y="1656"/>
                    <a:pt x="1622" y="1645"/>
                    <a:pt x="1700" y="1634"/>
                  </a:cubicBezTo>
                  <a:cubicBezTo>
                    <a:pt x="1322" y="1412"/>
                    <a:pt x="1166" y="934"/>
                    <a:pt x="1144" y="490"/>
                  </a:cubicBezTo>
                  <a:cubicBezTo>
                    <a:pt x="667" y="490"/>
                    <a:pt x="267" y="323"/>
                    <a:pt x="23"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1"/>
            <p:cNvSpPr/>
            <p:nvPr/>
          </p:nvSpPr>
          <p:spPr>
            <a:xfrm>
              <a:off x="1903700" y="3717950"/>
              <a:ext cx="71400" cy="43900"/>
            </a:xfrm>
            <a:custGeom>
              <a:avLst/>
              <a:gdLst/>
              <a:ahLst/>
              <a:cxnLst/>
              <a:rect l="l" t="t" r="r" b="b"/>
              <a:pathLst>
                <a:path w="2856" h="1756" extrusionOk="0">
                  <a:moveTo>
                    <a:pt x="1511" y="86"/>
                  </a:moveTo>
                  <a:lnTo>
                    <a:pt x="1511" y="86"/>
                  </a:lnTo>
                  <a:cubicBezTo>
                    <a:pt x="1434" y="185"/>
                    <a:pt x="1345" y="274"/>
                    <a:pt x="1245" y="353"/>
                  </a:cubicBezTo>
                  <a:cubicBezTo>
                    <a:pt x="1256" y="308"/>
                    <a:pt x="1278" y="264"/>
                    <a:pt x="1311" y="219"/>
                  </a:cubicBezTo>
                  <a:cubicBezTo>
                    <a:pt x="1356" y="153"/>
                    <a:pt x="1434" y="97"/>
                    <a:pt x="1511" y="86"/>
                  </a:cubicBezTo>
                  <a:close/>
                  <a:moveTo>
                    <a:pt x="1532" y="1"/>
                  </a:moveTo>
                  <a:cubicBezTo>
                    <a:pt x="1419" y="1"/>
                    <a:pt x="1312" y="80"/>
                    <a:pt x="1245" y="175"/>
                  </a:cubicBezTo>
                  <a:cubicBezTo>
                    <a:pt x="1190" y="252"/>
                    <a:pt x="1156" y="341"/>
                    <a:pt x="1134" y="430"/>
                  </a:cubicBezTo>
                  <a:cubicBezTo>
                    <a:pt x="890" y="593"/>
                    <a:pt x="601" y="690"/>
                    <a:pt x="310" y="690"/>
                  </a:cubicBezTo>
                  <a:cubicBezTo>
                    <a:pt x="244" y="690"/>
                    <a:pt x="177" y="685"/>
                    <a:pt x="112" y="674"/>
                  </a:cubicBezTo>
                  <a:lnTo>
                    <a:pt x="289" y="264"/>
                  </a:lnTo>
                  <a:lnTo>
                    <a:pt x="212" y="230"/>
                  </a:lnTo>
                  <a:lnTo>
                    <a:pt x="0" y="741"/>
                  </a:lnTo>
                  <a:lnTo>
                    <a:pt x="45" y="752"/>
                  </a:lnTo>
                  <a:cubicBezTo>
                    <a:pt x="123" y="764"/>
                    <a:pt x="201" y="770"/>
                    <a:pt x="279" y="770"/>
                  </a:cubicBezTo>
                  <a:cubicBezTo>
                    <a:pt x="569" y="770"/>
                    <a:pt x="855" y="690"/>
                    <a:pt x="1101" y="541"/>
                  </a:cubicBezTo>
                  <a:lnTo>
                    <a:pt x="1101" y="541"/>
                  </a:lnTo>
                  <a:cubicBezTo>
                    <a:pt x="1078" y="652"/>
                    <a:pt x="1045" y="775"/>
                    <a:pt x="1067" y="886"/>
                  </a:cubicBezTo>
                  <a:cubicBezTo>
                    <a:pt x="1078" y="1008"/>
                    <a:pt x="1167" y="1152"/>
                    <a:pt x="1301" y="1175"/>
                  </a:cubicBezTo>
                  <a:lnTo>
                    <a:pt x="1400" y="1175"/>
                  </a:lnTo>
                  <a:cubicBezTo>
                    <a:pt x="1378" y="1230"/>
                    <a:pt x="1367" y="1286"/>
                    <a:pt x="1367" y="1352"/>
                  </a:cubicBezTo>
                  <a:cubicBezTo>
                    <a:pt x="1378" y="1541"/>
                    <a:pt x="1511" y="1718"/>
                    <a:pt x="1678" y="1752"/>
                  </a:cubicBezTo>
                  <a:lnTo>
                    <a:pt x="1701" y="1752"/>
                  </a:lnTo>
                  <a:cubicBezTo>
                    <a:pt x="1717" y="1755"/>
                    <a:pt x="1733" y="1756"/>
                    <a:pt x="1750" y="1756"/>
                  </a:cubicBezTo>
                  <a:cubicBezTo>
                    <a:pt x="1888" y="1756"/>
                    <a:pt x="2023" y="1676"/>
                    <a:pt x="2123" y="1597"/>
                  </a:cubicBezTo>
                  <a:cubicBezTo>
                    <a:pt x="2412" y="1385"/>
                    <a:pt x="2667" y="1108"/>
                    <a:pt x="2856" y="808"/>
                  </a:cubicBezTo>
                  <a:lnTo>
                    <a:pt x="2789" y="763"/>
                  </a:lnTo>
                  <a:cubicBezTo>
                    <a:pt x="2600" y="1064"/>
                    <a:pt x="2356" y="1330"/>
                    <a:pt x="2078" y="1541"/>
                  </a:cubicBezTo>
                  <a:cubicBezTo>
                    <a:pt x="1989" y="1600"/>
                    <a:pt x="1873" y="1678"/>
                    <a:pt x="1754" y="1678"/>
                  </a:cubicBezTo>
                  <a:cubicBezTo>
                    <a:pt x="1740" y="1678"/>
                    <a:pt x="1725" y="1676"/>
                    <a:pt x="1711" y="1674"/>
                  </a:cubicBezTo>
                  <a:cubicBezTo>
                    <a:pt x="1567" y="1663"/>
                    <a:pt x="1456" y="1508"/>
                    <a:pt x="1445" y="1341"/>
                  </a:cubicBezTo>
                  <a:cubicBezTo>
                    <a:pt x="1445" y="1263"/>
                    <a:pt x="1467" y="1185"/>
                    <a:pt x="1511" y="1119"/>
                  </a:cubicBezTo>
                  <a:cubicBezTo>
                    <a:pt x="1567" y="1074"/>
                    <a:pt x="1634" y="1008"/>
                    <a:pt x="1689" y="930"/>
                  </a:cubicBezTo>
                  <a:lnTo>
                    <a:pt x="1800" y="763"/>
                  </a:lnTo>
                  <a:lnTo>
                    <a:pt x="1634" y="874"/>
                  </a:lnTo>
                  <a:cubicBezTo>
                    <a:pt x="1556" y="919"/>
                    <a:pt x="1501" y="985"/>
                    <a:pt x="1456" y="1064"/>
                  </a:cubicBezTo>
                  <a:cubicBezTo>
                    <a:pt x="1420" y="1082"/>
                    <a:pt x="1376" y="1100"/>
                    <a:pt x="1338" y="1100"/>
                  </a:cubicBezTo>
                  <a:cubicBezTo>
                    <a:pt x="1329" y="1100"/>
                    <a:pt x="1320" y="1099"/>
                    <a:pt x="1311" y="1096"/>
                  </a:cubicBezTo>
                  <a:cubicBezTo>
                    <a:pt x="1212" y="1074"/>
                    <a:pt x="1156" y="963"/>
                    <a:pt x="1145" y="874"/>
                  </a:cubicBezTo>
                  <a:cubicBezTo>
                    <a:pt x="1134" y="763"/>
                    <a:pt x="1156" y="652"/>
                    <a:pt x="1190" y="541"/>
                  </a:cubicBezTo>
                  <a:cubicBezTo>
                    <a:pt x="1190" y="519"/>
                    <a:pt x="1200" y="497"/>
                    <a:pt x="1200" y="474"/>
                  </a:cubicBezTo>
                  <a:cubicBezTo>
                    <a:pt x="1356" y="375"/>
                    <a:pt x="1501" y="230"/>
                    <a:pt x="1622" y="74"/>
                  </a:cubicBezTo>
                  <a:lnTo>
                    <a:pt x="1656" y="19"/>
                  </a:lnTo>
                  <a:lnTo>
                    <a:pt x="1589" y="8"/>
                  </a:lnTo>
                  <a:cubicBezTo>
                    <a:pt x="1570" y="3"/>
                    <a:pt x="1551" y="1"/>
                    <a:pt x="153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1"/>
            <p:cNvSpPr/>
            <p:nvPr/>
          </p:nvSpPr>
          <p:spPr>
            <a:xfrm>
              <a:off x="1797600" y="3702475"/>
              <a:ext cx="9475" cy="9300"/>
            </a:xfrm>
            <a:custGeom>
              <a:avLst/>
              <a:gdLst/>
              <a:ahLst/>
              <a:cxnLst/>
              <a:rect l="l" t="t" r="r" b="b"/>
              <a:pathLst>
                <a:path w="379" h="372" extrusionOk="0">
                  <a:moveTo>
                    <a:pt x="347" y="0"/>
                  </a:moveTo>
                  <a:cubicBezTo>
                    <a:pt x="323" y="0"/>
                    <a:pt x="288" y="30"/>
                    <a:pt x="245" y="61"/>
                  </a:cubicBezTo>
                  <a:cubicBezTo>
                    <a:pt x="168" y="116"/>
                    <a:pt x="101" y="172"/>
                    <a:pt x="23" y="238"/>
                  </a:cubicBezTo>
                  <a:cubicBezTo>
                    <a:pt x="12" y="238"/>
                    <a:pt x="1" y="261"/>
                    <a:pt x="1" y="283"/>
                  </a:cubicBezTo>
                  <a:cubicBezTo>
                    <a:pt x="12" y="283"/>
                    <a:pt x="12" y="293"/>
                    <a:pt x="23" y="293"/>
                  </a:cubicBezTo>
                  <a:cubicBezTo>
                    <a:pt x="124" y="349"/>
                    <a:pt x="235" y="372"/>
                    <a:pt x="356" y="372"/>
                  </a:cubicBezTo>
                  <a:cubicBezTo>
                    <a:pt x="368" y="271"/>
                    <a:pt x="379" y="182"/>
                    <a:pt x="379" y="83"/>
                  </a:cubicBezTo>
                  <a:cubicBezTo>
                    <a:pt x="379" y="22"/>
                    <a:pt x="367" y="0"/>
                    <a:pt x="34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1"/>
            <p:cNvSpPr/>
            <p:nvPr/>
          </p:nvSpPr>
          <p:spPr>
            <a:xfrm>
              <a:off x="1797900" y="3718750"/>
              <a:ext cx="7250" cy="7300"/>
            </a:xfrm>
            <a:custGeom>
              <a:avLst/>
              <a:gdLst/>
              <a:ahLst/>
              <a:cxnLst/>
              <a:rect l="l" t="t" r="r" b="b"/>
              <a:pathLst>
                <a:path w="290" h="292" extrusionOk="0">
                  <a:moveTo>
                    <a:pt x="249" y="1"/>
                  </a:moveTo>
                  <a:cubicBezTo>
                    <a:pt x="230" y="1"/>
                    <a:pt x="204" y="33"/>
                    <a:pt x="178" y="65"/>
                  </a:cubicBezTo>
                  <a:cubicBezTo>
                    <a:pt x="122" y="109"/>
                    <a:pt x="67" y="165"/>
                    <a:pt x="23" y="220"/>
                  </a:cubicBezTo>
                  <a:cubicBezTo>
                    <a:pt x="11" y="220"/>
                    <a:pt x="0" y="242"/>
                    <a:pt x="11" y="254"/>
                  </a:cubicBezTo>
                  <a:cubicBezTo>
                    <a:pt x="11" y="254"/>
                    <a:pt x="23" y="254"/>
                    <a:pt x="23" y="265"/>
                  </a:cubicBezTo>
                  <a:cubicBezTo>
                    <a:pt x="88" y="281"/>
                    <a:pt x="153" y="291"/>
                    <a:pt x="217" y="291"/>
                  </a:cubicBezTo>
                  <a:cubicBezTo>
                    <a:pt x="241" y="291"/>
                    <a:pt x="265" y="290"/>
                    <a:pt x="289" y="287"/>
                  </a:cubicBezTo>
                  <a:cubicBezTo>
                    <a:pt x="289" y="209"/>
                    <a:pt x="289" y="131"/>
                    <a:pt x="278" y="65"/>
                  </a:cubicBezTo>
                  <a:cubicBezTo>
                    <a:pt x="273" y="18"/>
                    <a:pt x="263" y="1"/>
                    <a:pt x="24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1"/>
            <p:cNvSpPr/>
            <p:nvPr/>
          </p:nvSpPr>
          <p:spPr>
            <a:xfrm>
              <a:off x="1799575" y="3732250"/>
              <a:ext cx="8350" cy="8500"/>
            </a:xfrm>
            <a:custGeom>
              <a:avLst/>
              <a:gdLst/>
              <a:ahLst/>
              <a:cxnLst/>
              <a:rect l="l" t="t" r="r" b="b"/>
              <a:pathLst>
                <a:path w="334" h="340" extrusionOk="0">
                  <a:moveTo>
                    <a:pt x="281" y="0"/>
                  </a:moveTo>
                  <a:cubicBezTo>
                    <a:pt x="259" y="0"/>
                    <a:pt x="228" y="37"/>
                    <a:pt x="189" y="69"/>
                  </a:cubicBezTo>
                  <a:cubicBezTo>
                    <a:pt x="133" y="124"/>
                    <a:pt x="77" y="191"/>
                    <a:pt x="22" y="247"/>
                  </a:cubicBezTo>
                  <a:cubicBezTo>
                    <a:pt x="11" y="258"/>
                    <a:pt x="0" y="280"/>
                    <a:pt x="0" y="292"/>
                  </a:cubicBezTo>
                  <a:cubicBezTo>
                    <a:pt x="11" y="302"/>
                    <a:pt x="11" y="302"/>
                    <a:pt x="22" y="302"/>
                  </a:cubicBezTo>
                  <a:cubicBezTo>
                    <a:pt x="97" y="328"/>
                    <a:pt x="173" y="340"/>
                    <a:pt x="248" y="340"/>
                  </a:cubicBezTo>
                  <a:cubicBezTo>
                    <a:pt x="273" y="340"/>
                    <a:pt x="297" y="339"/>
                    <a:pt x="322" y="336"/>
                  </a:cubicBezTo>
                  <a:cubicBezTo>
                    <a:pt x="333" y="247"/>
                    <a:pt x="322" y="158"/>
                    <a:pt x="311" y="69"/>
                  </a:cubicBezTo>
                  <a:cubicBezTo>
                    <a:pt x="306" y="19"/>
                    <a:pt x="296" y="0"/>
                    <a:pt x="281"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1"/>
            <p:cNvSpPr/>
            <p:nvPr/>
          </p:nvSpPr>
          <p:spPr>
            <a:xfrm>
              <a:off x="1898150" y="3295575"/>
              <a:ext cx="117550" cy="237050"/>
            </a:xfrm>
            <a:custGeom>
              <a:avLst/>
              <a:gdLst/>
              <a:ahLst/>
              <a:cxnLst/>
              <a:rect l="l" t="t" r="r" b="b"/>
              <a:pathLst>
                <a:path w="4702" h="9482" extrusionOk="0">
                  <a:moveTo>
                    <a:pt x="3883" y="1"/>
                  </a:moveTo>
                  <a:cubicBezTo>
                    <a:pt x="3841" y="1"/>
                    <a:pt x="3795" y="10"/>
                    <a:pt x="3744" y="29"/>
                  </a:cubicBezTo>
                  <a:cubicBezTo>
                    <a:pt x="3311" y="195"/>
                    <a:pt x="2955" y="1239"/>
                    <a:pt x="2800" y="1629"/>
                  </a:cubicBezTo>
                  <a:cubicBezTo>
                    <a:pt x="2567" y="2228"/>
                    <a:pt x="2389" y="2861"/>
                    <a:pt x="2178" y="3473"/>
                  </a:cubicBezTo>
                  <a:cubicBezTo>
                    <a:pt x="1945" y="4172"/>
                    <a:pt x="1678" y="4861"/>
                    <a:pt x="1244" y="5461"/>
                  </a:cubicBezTo>
                  <a:cubicBezTo>
                    <a:pt x="956" y="5861"/>
                    <a:pt x="600" y="6216"/>
                    <a:pt x="390" y="6660"/>
                  </a:cubicBezTo>
                  <a:cubicBezTo>
                    <a:pt x="0" y="7494"/>
                    <a:pt x="200" y="8494"/>
                    <a:pt x="612" y="9316"/>
                  </a:cubicBezTo>
                  <a:cubicBezTo>
                    <a:pt x="634" y="9371"/>
                    <a:pt x="667" y="9427"/>
                    <a:pt x="723" y="9460"/>
                  </a:cubicBezTo>
                  <a:cubicBezTo>
                    <a:pt x="750" y="9475"/>
                    <a:pt x="778" y="9481"/>
                    <a:pt x="807" y="9481"/>
                  </a:cubicBezTo>
                  <a:cubicBezTo>
                    <a:pt x="862" y="9481"/>
                    <a:pt x="920" y="9460"/>
                    <a:pt x="978" y="9438"/>
                  </a:cubicBezTo>
                  <a:cubicBezTo>
                    <a:pt x="1634" y="9160"/>
                    <a:pt x="2244" y="8805"/>
                    <a:pt x="2822" y="8371"/>
                  </a:cubicBezTo>
                  <a:cubicBezTo>
                    <a:pt x="3222" y="8060"/>
                    <a:pt x="3611" y="7705"/>
                    <a:pt x="3822" y="7250"/>
                  </a:cubicBezTo>
                  <a:cubicBezTo>
                    <a:pt x="3955" y="6927"/>
                    <a:pt x="4011" y="6583"/>
                    <a:pt x="4033" y="6238"/>
                  </a:cubicBezTo>
                  <a:cubicBezTo>
                    <a:pt x="4078" y="5438"/>
                    <a:pt x="3999" y="4639"/>
                    <a:pt x="4055" y="3850"/>
                  </a:cubicBezTo>
                  <a:cubicBezTo>
                    <a:pt x="4087" y="3417"/>
                    <a:pt x="4701" y="1"/>
                    <a:pt x="3883" y="1"/>
                  </a:cubicBezTo>
                  <a:close/>
                </a:path>
              </a:pathLst>
            </a:custGeom>
            <a:solidFill>
              <a:srgbClr val="C3D8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1"/>
            <p:cNvSpPr/>
            <p:nvPr/>
          </p:nvSpPr>
          <p:spPr>
            <a:xfrm>
              <a:off x="1922325" y="3230050"/>
              <a:ext cx="381050" cy="497600"/>
            </a:xfrm>
            <a:custGeom>
              <a:avLst/>
              <a:gdLst/>
              <a:ahLst/>
              <a:cxnLst/>
              <a:rect l="l" t="t" r="r" b="b"/>
              <a:pathLst>
                <a:path w="15242" h="19904" extrusionOk="0">
                  <a:moveTo>
                    <a:pt x="11212" y="0"/>
                  </a:moveTo>
                  <a:cubicBezTo>
                    <a:pt x="11117" y="0"/>
                    <a:pt x="11006" y="7"/>
                    <a:pt x="10875" y="17"/>
                  </a:cubicBezTo>
                  <a:cubicBezTo>
                    <a:pt x="9265" y="128"/>
                    <a:pt x="7676" y="361"/>
                    <a:pt x="6143" y="728"/>
                  </a:cubicBezTo>
                  <a:cubicBezTo>
                    <a:pt x="5644" y="850"/>
                    <a:pt x="5155" y="950"/>
                    <a:pt x="4666" y="1061"/>
                  </a:cubicBezTo>
                  <a:cubicBezTo>
                    <a:pt x="4222" y="1172"/>
                    <a:pt x="3644" y="1250"/>
                    <a:pt x="3344" y="1594"/>
                  </a:cubicBezTo>
                  <a:cubicBezTo>
                    <a:pt x="2844" y="2183"/>
                    <a:pt x="2289" y="2994"/>
                    <a:pt x="2188" y="3783"/>
                  </a:cubicBezTo>
                  <a:cubicBezTo>
                    <a:pt x="2089" y="4694"/>
                    <a:pt x="2200" y="5671"/>
                    <a:pt x="2155" y="6593"/>
                  </a:cubicBezTo>
                  <a:cubicBezTo>
                    <a:pt x="2133" y="7215"/>
                    <a:pt x="2089" y="7837"/>
                    <a:pt x="2010" y="8459"/>
                  </a:cubicBezTo>
                  <a:cubicBezTo>
                    <a:pt x="1855" y="9659"/>
                    <a:pt x="1588" y="10848"/>
                    <a:pt x="1111" y="11970"/>
                  </a:cubicBezTo>
                  <a:cubicBezTo>
                    <a:pt x="1422" y="11948"/>
                    <a:pt x="1733" y="11814"/>
                    <a:pt x="1966" y="11592"/>
                  </a:cubicBezTo>
                  <a:lnTo>
                    <a:pt x="1966" y="11592"/>
                  </a:lnTo>
                  <a:cubicBezTo>
                    <a:pt x="1855" y="12214"/>
                    <a:pt x="1000" y="12525"/>
                    <a:pt x="988" y="13159"/>
                  </a:cubicBezTo>
                  <a:cubicBezTo>
                    <a:pt x="1333" y="13003"/>
                    <a:pt x="1677" y="12858"/>
                    <a:pt x="2022" y="12714"/>
                  </a:cubicBezTo>
                  <a:lnTo>
                    <a:pt x="2022" y="12714"/>
                  </a:lnTo>
                  <a:cubicBezTo>
                    <a:pt x="1022" y="14280"/>
                    <a:pt x="0" y="16435"/>
                    <a:pt x="1467" y="18057"/>
                  </a:cubicBezTo>
                  <a:cubicBezTo>
                    <a:pt x="2044" y="18691"/>
                    <a:pt x="2844" y="19091"/>
                    <a:pt x="3677" y="19324"/>
                  </a:cubicBezTo>
                  <a:cubicBezTo>
                    <a:pt x="4510" y="19558"/>
                    <a:pt x="5377" y="19635"/>
                    <a:pt x="6232" y="19724"/>
                  </a:cubicBezTo>
                  <a:cubicBezTo>
                    <a:pt x="7086" y="19815"/>
                    <a:pt x="7988" y="19904"/>
                    <a:pt x="8885" y="19904"/>
                  </a:cubicBezTo>
                  <a:cubicBezTo>
                    <a:pt x="10295" y="19904"/>
                    <a:pt x="11693" y="19683"/>
                    <a:pt x="12875" y="18902"/>
                  </a:cubicBezTo>
                  <a:cubicBezTo>
                    <a:pt x="13953" y="18202"/>
                    <a:pt x="14797" y="17158"/>
                    <a:pt x="15242" y="15947"/>
                  </a:cubicBezTo>
                  <a:lnTo>
                    <a:pt x="15242" y="15947"/>
                  </a:lnTo>
                  <a:lnTo>
                    <a:pt x="14975" y="16247"/>
                  </a:lnTo>
                  <a:cubicBezTo>
                    <a:pt x="15052" y="15625"/>
                    <a:pt x="15042" y="15014"/>
                    <a:pt x="15030" y="14391"/>
                  </a:cubicBezTo>
                  <a:cubicBezTo>
                    <a:pt x="15008" y="13703"/>
                    <a:pt x="14975" y="13014"/>
                    <a:pt x="15019" y="12337"/>
                  </a:cubicBezTo>
                  <a:cubicBezTo>
                    <a:pt x="15052" y="11748"/>
                    <a:pt x="14842" y="11204"/>
                    <a:pt x="14842" y="10626"/>
                  </a:cubicBezTo>
                  <a:lnTo>
                    <a:pt x="14842" y="10626"/>
                  </a:lnTo>
                  <a:cubicBezTo>
                    <a:pt x="14864" y="10792"/>
                    <a:pt x="15008" y="10925"/>
                    <a:pt x="15163" y="10948"/>
                  </a:cubicBezTo>
                  <a:cubicBezTo>
                    <a:pt x="15130" y="8837"/>
                    <a:pt x="14753" y="6726"/>
                    <a:pt x="14052" y="4738"/>
                  </a:cubicBezTo>
                  <a:cubicBezTo>
                    <a:pt x="13709" y="3749"/>
                    <a:pt x="13275" y="2783"/>
                    <a:pt x="12775" y="1850"/>
                  </a:cubicBezTo>
                  <a:cubicBezTo>
                    <a:pt x="12531" y="1383"/>
                    <a:pt x="12253" y="939"/>
                    <a:pt x="11964" y="495"/>
                  </a:cubicBezTo>
                  <a:cubicBezTo>
                    <a:pt x="11711" y="93"/>
                    <a:pt x="11561" y="0"/>
                    <a:pt x="11212" y="0"/>
                  </a:cubicBez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1"/>
            <p:cNvSpPr/>
            <p:nvPr/>
          </p:nvSpPr>
          <p:spPr>
            <a:xfrm>
              <a:off x="2236975" y="3267950"/>
              <a:ext cx="66400" cy="368300"/>
            </a:xfrm>
            <a:custGeom>
              <a:avLst/>
              <a:gdLst/>
              <a:ahLst/>
              <a:cxnLst/>
              <a:rect l="l" t="t" r="r" b="b"/>
              <a:pathLst>
                <a:path w="2656" h="14732" extrusionOk="0">
                  <a:moveTo>
                    <a:pt x="2656" y="14431"/>
                  </a:moveTo>
                  <a:lnTo>
                    <a:pt x="2389" y="14731"/>
                  </a:lnTo>
                  <a:lnTo>
                    <a:pt x="2389" y="14731"/>
                  </a:lnTo>
                  <a:lnTo>
                    <a:pt x="2656" y="14431"/>
                  </a:lnTo>
                  <a:lnTo>
                    <a:pt x="2656" y="14431"/>
                  </a:lnTo>
                  <a:close/>
                  <a:moveTo>
                    <a:pt x="2256" y="9110"/>
                  </a:moveTo>
                  <a:cubicBezTo>
                    <a:pt x="2256" y="9688"/>
                    <a:pt x="2466" y="10232"/>
                    <a:pt x="2433" y="10821"/>
                  </a:cubicBezTo>
                  <a:cubicBezTo>
                    <a:pt x="2389" y="11498"/>
                    <a:pt x="2422" y="12187"/>
                    <a:pt x="2444" y="12875"/>
                  </a:cubicBezTo>
                  <a:cubicBezTo>
                    <a:pt x="2444" y="13109"/>
                    <a:pt x="2456" y="13342"/>
                    <a:pt x="2456" y="13576"/>
                  </a:cubicBezTo>
                  <a:cubicBezTo>
                    <a:pt x="2456" y="13342"/>
                    <a:pt x="2444" y="13109"/>
                    <a:pt x="2444" y="12875"/>
                  </a:cubicBezTo>
                  <a:cubicBezTo>
                    <a:pt x="2422" y="12187"/>
                    <a:pt x="2389" y="11498"/>
                    <a:pt x="2433" y="10821"/>
                  </a:cubicBezTo>
                  <a:cubicBezTo>
                    <a:pt x="2466" y="10232"/>
                    <a:pt x="2256" y="9688"/>
                    <a:pt x="2256" y="9110"/>
                  </a:cubicBezTo>
                  <a:lnTo>
                    <a:pt x="2256" y="9110"/>
                  </a:lnTo>
                  <a:close/>
                  <a:moveTo>
                    <a:pt x="1711" y="3955"/>
                  </a:moveTo>
                  <a:lnTo>
                    <a:pt x="1711" y="3955"/>
                  </a:lnTo>
                  <a:cubicBezTo>
                    <a:pt x="2256" y="5733"/>
                    <a:pt x="2555" y="7577"/>
                    <a:pt x="2577" y="9432"/>
                  </a:cubicBezTo>
                  <a:lnTo>
                    <a:pt x="2577" y="9432"/>
                  </a:lnTo>
                  <a:cubicBezTo>
                    <a:pt x="2555" y="7577"/>
                    <a:pt x="2256" y="5733"/>
                    <a:pt x="1711" y="3955"/>
                  </a:cubicBezTo>
                  <a:close/>
                  <a:moveTo>
                    <a:pt x="0" y="1"/>
                  </a:moveTo>
                  <a:cubicBezTo>
                    <a:pt x="67" y="112"/>
                    <a:pt x="133" y="223"/>
                    <a:pt x="189" y="334"/>
                  </a:cubicBezTo>
                  <a:cubicBezTo>
                    <a:pt x="634" y="1167"/>
                    <a:pt x="1022" y="2023"/>
                    <a:pt x="1355" y="2900"/>
                  </a:cubicBezTo>
                  <a:lnTo>
                    <a:pt x="1355" y="2900"/>
                  </a:lnTo>
                  <a:cubicBezTo>
                    <a:pt x="1022" y="2023"/>
                    <a:pt x="634" y="1167"/>
                    <a:pt x="189" y="334"/>
                  </a:cubicBezTo>
                  <a:cubicBezTo>
                    <a:pt x="133" y="223"/>
                    <a:pt x="67" y="112"/>
                    <a:pt x="0" y="1"/>
                  </a:cubicBezTo>
                  <a:close/>
                </a:path>
              </a:pathLst>
            </a:custGeom>
            <a:solidFill>
              <a:srgbClr val="E2EC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1"/>
            <p:cNvSpPr/>
            <p:nvPr/>
          </p:nvSpPr>
          <p:spPr>
            <a:xfrm>
              <a:off x="2062300" y="3713125"/>
              <a:ext cx="162750" cy="11150"/>
            </a:xfrm>
            <a:custGeom>
              <a:avLst/>
              <a:gdLst/>
              <a:ahLst/>
              <a:cxnLst/>
              <a:rect l="l" t="t" r="r" b="b"/>
              <a:pathLst>
                <a:path w="6510" h="446" extrusionOk="0">
                  <a:moveTo>
                    <a:pt x="0" y="334"/>
                  </a:moveTo>
                  <a:lnTo>
                    <a:pt x="633" y="401"/>
                  </a:lnTo>
                  <a:cubicBezTo>
                    <a:pt x="644" y="401"/>
                    <a:pt x="667" y="401"/>
                    <a:pt x="677" y="412"/>
                  </a:cubicBezTo>
                  <a:lnTo>
                    <a:pt x="677" y="412"/>
                  </a:lnTo>
                  <a:cubicBezTo>
                    <a:pt x="667" y="401"/>
                    <a:pt x="644" y="401"/>
                    <a:pt x="633" y="401"/>
                  </a:cubicBezTo>
                  <a:lnTo>
                    <a:pt x="0" y="334"/>
                  </a:lnTo>
                  <a:close/>
                  <a:moveTo>
                    <a:pt x="6498" y="12"/>
                  </a:moveTo>
                  <a:cubicBezTo>
                    <a:pt x="6021" y="212"/>
                    <a:pt x="5532" y="356"/>
                    <a:pt x="5021" y="445"/>
                  </a:cubicBezTo>
                  <a:lnTo>
                    <a:pt x="5021" y="445"/>
                  </a:lnTo>
                  <a:cubicBezTo>
                    <a:pt x="5532" y="356"/>
                    <a:pt x="6021" y="212"/>
                    <a:pt x="6498" y="12"/>
                  </a:cubicBezTo>
                  <a:close/>
                  <a:moveTo>
                    <a:pt x="6510" y="1"/>
                  </a:moveTo>
                  <a:lnTo>
                    <a:pt x="6498" y="1"/>
                  </a:lnTo>
                  <a:close/>
                </a:path>
              </a:pathLst>
            </a:custGeom>
            <a:solidFill>
              <a:srgbClr val="2F55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1"/>
            <p:cNvSpPr/>
            <p:nvPr/>
          </p:nvSpPr>
          <p:spPr>
            <a:xfrm>
              <a:off x="1957875" y="3680350"/>
              <a:ext cx="31675" cy="23650"/>
            </a:xfrm>
            <a:custGeom>
              <a:avLst/>
              <a:gdLst/>
              <a:ahLst/>
              <a:cxnLst/>
              <a:rect l="l" t="t" r="r" b="b"/>
              <a:pathLst>
                <a:path w="1267" h="946" extrusionOk="0">
                  <a:moveTo>
                    <a:pt x="67" y="68"/>
                  </a:moveTo>
                  <a:cubicBezTo>
                    <a:pt x="400" y="435"/>
                    <a:pt x="822" y="723"/>
                    <a:pt x="1267" y="946"/>
                  </a:cubicBezTo>
                  <a:cubicBezTo>
                    <a:pt x="822" y="723"/>
                    <a:pt x="400" y="435"/>
                    <a:pt x="67" y="68"/>
                  </a:cubicBezTo>
                  <a:close/>
                  <a:moveTo>
                    <a:pt x="33" y="35"/>
                  </a:moveTo>
                  <a:lnTo>
                    <a:pt x="33" y="35"/>
                  </a:lnTo>
                  <a:lnTo>
                    <a:pt x="33" y="35"/>
                  </a:lnTo>
                  <a:close/>
                  <a:moveTo>
                    <a:pt x="33" y="35"/>
                  </a:moveTo>
                  <a:lnTo>
                    <a:pt x="33" y="35"/>
                  </a:lnTo>
                  <a:lnTo>
                    <a:pt x="33" y="35"/>
                  </a:lnTo>
                  <a:close/>
                  <a:moveTo>
                    <a:pt x="22" y="23"/>
                  </a:moveTo>
                  <a:lnTo>
                    <a:pt x="22" y="23"/>
                  </a:lnTo>
                  <a:lnTo>
                    <a:pt x="22" y="23"/>
                  </a:lnTo>
                  <a:close/>
                  <a:moveTo>
                    <a:pt x="22" y="23"/>
                  </a:moveTo>
                  <a:lnTo>
                    <a:pt x="22" y="23"/>
                  </a:lnTo>
                  <a:lnTo>
                    <a:pt x="22" y="23"/>
                  </a:lnTo>
                  <a:close/>
                  <a:moveTo>
                    <a:pt x="22" y="12"/>
                  </a:moveTo>
                  <a:lnTo>
                    <a:pt x="22" y="12"/>
                  </a:lnTo>
                  <a:lnTo>
                    <a:pt x="22" y="12"/>
                  </a:lnTo>
                  <a:close/>
                  <a:moveTo>
                    <a:pt x="11" y="12"/>
                  </a:moveTo>
                  <a:lnTo>
                    <a:pt x="11" y="12"/>
                  </a:lnTo>
                  <a:lnTo>
                    <a:pt x="11" y="12"/>
                  </a:lnTo>
                  <a:close/>
                  <a:moveTo>
                    <a:pt x="11" y="1"/>
                  </a:moveTo>
                  <a:lnTo>
                    <a:pt x="11" y="1"/>
                  </a:lnTo>
                  <a:lnTo>
                    <a:pt x="11" y="1"/>
                  </a:lnTo>
                  <a:close/>
                  <a:moveTo>
                    <a:pt x="0" y="1"/>
                  </a:moveTo>
                  <a:lnTo>
                    <a:pt x="0" y="1"/>
                  </a:ln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1"/>
            <p:cNvSpPr/>
            <p:nvPr/>
          </p:nvSpPr>
          <p:spPr>
            <a:xfrm>
              <a:off x="1937575" y="3259625"/>
              <a:ext cx="365800" cy="464650"/>
            </a:xfrm>
            <a:custGeom>
              <a:avLst/>
              <a:gdLst/>
              <a:ahLst/>
              <a:cxnLst/>
              <a:rect l="l" t="t" r="r" b="b"/>
              <a:pathLst>
                <a:path w="14632" h="18586" extrusionOk="0">
                  <a:moveTo>
                    <a:pt x="11332" y="0"/>
                  </a:moveTo>
                  <a:cubicBezTo>
                    <a:pt x="11343" y="45"/>
                    <a:pt x="11343" y="89"/>
                    <a:pt x="11343" y="144"/>
                  </a:cubicBezTo>
                  <a:cubicBezTo>
                    <a:pt x="11343" y="312"/>
                    <a:pt x="11299" y="489"/>
                    <a:pt x="11210" y="645"/>
                  </a:cubicBezTo>
                  <a:cubicBezTo>
                    <a:pt x="11110" y="589"/>
                    <a:pt x="10998" y="534"/>
                    <a:pt x="10887" y="489"/>
                  </a:cubicBezTo>
                  <a:lnTo>
                    <a:pt x="10887" y="489"/>
                  </a:lnTo>
                  <a:cubicBezTo>
                    <a:pt x="10899" y="500"/>
                    <a:pt x="10899" y="511"/>
                    <a:pt x="10899" y="522"/>
                  </a:cubicBezTo>
                  <a:cubicBezTo>
                    <a:pt x="10954" y="734"/>
                    <a:pt x="10976" y="944"/>
                    <a:pt x="10976" y="1156"/>
                  </a:cubicBezTo>
                  <a:cubicBezTo>
                    <a:pt x="10976" y="1245"/>
                    <a:pt x="10976" y="1334"/>
                    <a:pt x="10966" y="1411"/>
                  </a:cubicBezTo>
                  <a:cubicBezTo>
                    <a:pt x="10976" y="1478"/>
                    <a:pt x="10988" y="1534"/>
                    <a:pt x="10998" y="1600"/>
                  </a:cubicBezTo>
                  <a:cubicBezTo>
                    <a:pt x="11010" y="1611"/>
                    <a:pt x="11010" y="1622"/>
                    <a:pt x="11010" y="1633"/>
                  </a:cubicBezTo>
                  <a:cubicBezTo>
                    <a:pt x="11032" y="1622"/>
                    <a:pt x="11054" y="1622"/>
                    <a:pt x="11077" y="1622"/>
                  </a:cubicBezTo>
                  <a:lnTo>
                    <a:pt x="11188" y="1622"/>
                  </a:lnTo>
                  <a:cubicBezTo>
                    <a:pt x="11776" y="1622"/>
                    <a:pt x="12321" y="1944"/>
                    <a:pt x="12731" y="2366"/>
                  </a:cubicBezTo>
                  <a:cubicBezTo>
                    <a:pt x="12731" y="2378"/>
                    <a:pt x="12743" y="2388"/>
                    <a:pt x="12754" y="2400"/>
                  </a:cubicBezTo>
                  <a:lnTo>
                    <a:pt x="12765" y="2411"/>
                  </a:lnTo>
                  <a:lnTo>
                    <a:pt x="12776" y="2422"/>
                  </a:lnTo>
                  <a:cubicBezTo>
                    <a:pt x="13010" y="2667"/>
                    <a:pt x="13187" y="2944"/>
                    <a:pt x="13331" y="3233"/>
                  </a:cubicBezTo>
                  <a:cubicBezTo>
                    <a:pt x="12998" y="2356"/>
                    <a:pt x="12610" y="1500"/>
                    <a:pt x="12165" y="667"/>
                  </a:cubicBezTo>
                  <a:cubicBezTo>
                    <a:pt x="12109" y="556"/>
                    <a:pt x="12043" y="445"/>
                    <a:pt x="11976" y="334"/>
                  </a:cubicBezTo>
                  <a:cubicBezTo>
                    <a:pt x="11743" y="289"/>
                    <a:pt x="11521" y="156"/>
                    <a:pt x="11332" y="0"/>
                  </a:cubicBezTo>
                  <a:close/>
                  <a:moveTo>
                    <a:pt x="13565" y="11643"/>
                  </a:moveTo>
                  <a:lnTo>
                    <a:pt x="13565" y="11643"/>
                  </a:lnTo>
                  <a:cubicBezTo>
                    <a:pt x="13743" y="12897"/>
                    <a:pt x="13521" y="14198"/>
                    <a:pt x="12921" y="15319"/>
                  </a:cubicBezTo>
                  <a:cubicBezTo>
                    <a:pt x="12887" y="15375"/>
                    <a:pt x="12787" y="15575"/>
                    <a:pt x="12610" y="15575"/>
                  </a:cubicBezTo>
                  <a:lnTo>
                    <a:pt x="12576" y="15575"/>
                  </a:lnTo>
                  <a:lnTo>
                    <a:pt x="12565" y="15541"/>
                  </a:lnTo>
                  <a:cubicBezTo>
                    <a:pt x="12554" y="15497"/>
                    <a:pt x="12554" y="15452"/>
                    <a:pt x="12543" y="15408"/>
                  </a:cubicBezTo>
                  <a:cubicBezTo>
                    <a:pt x="12121" y="16219"/>
                    <a:pt x="11354" y="16874"/>
                    <a:pt x="10465" y="17141"/>
                  </a:cubicBezTo>
                  <a:lnTo>
                    <a:pt x="10443" y="17064"/>
                  </a:lnTo>
                  <a:cubicBezTo>
                    <a:pt x="11388" y="16785"/>
                    <a:pt x="12188" y="16052"/>
                    <a:pt x="12576" y="15153"/>
                  </a:cubicBezTo>
                  <a:cubicBezTo>
                    <a:pt x="12598" y="15109"/>
                    <a:pt x="12610" y="15064"/>
                    <a:pt x="12632" y="15020"/>
                  </a:cubicBezTo>
                  <a:lnTo>
                    <a:pt x="12709" y="15053"/>
                  </a:lnTo>
                  <a:cubicBezTo>
                    <a:pt x="12687" y="15097"/>
                    <a:pt x="12676" y="15141"/>
                    <a:pt x="12654" y="15186"/>
                  </a:cubicBezTo>
                  <a:cubicBezTo>
                    <a:pt x="12620" y="15286"/>
                    <a:pt x="12620" y="15386"/>
                    <a:pt x="12632" y="15497"/>
                  </a:cubicBezTo>
                  <a:cubicBezTo>
                    <a:pt x="12709" y="15475"/>
                    <a:pt x="12787" y="15408"/>
                    <a:pt x="12854" y="15275"/>
                  </a:cubicBezTo>
                  <a:cubicBezTo>
                    <a:pt x="13442" y="14175"/>
                    <a:pt x="13665" y="12887"/>
                    <a:pt x="13487" y="11653"/>
                  </a:cubicBezTo>
                  <a:lnTo>
                    <a:pt x="13565" y="11643"/>
                  </a:lnTo>
                  <a:close/>
                  <a:moveTo>
                    <a:pt x="13687" y="4288"/>
                  </a:moveTo>
                  <a:lnTo>
                    <a:pt x="13687" y="4288"/>
                  </a:lnTo>
                  <a:cubicBezTo>
                    <a:pt x="13776" y="4699"/>
                    <a:pt x="13832" y="5121"/>
                    <a:pt x="13865" y="5543"/>
                  </a:cubicBezTo>
                  <a:cubicBezTo>
                    <a:pt x="13876" y="5688"/>
                    <a:pt x="13887" y="5844"/>
                    <a:pt x="13898" y="5999"/>
                  </a:cubicBezTo>
                  <a:cubicBezTo>
                    <a:pt x="13987" y="7165"/>
                    <a:pt x="14032" y="8354"/>
                    <a:pt x="13921" y="9510"/>
                  </a:cubicBezTo>
                  <a:cubicBezTo>
                    <a:pt x="13898" y="9787"/>
                    <a:pt x="13854" y="10065"/>
                    <a:pt x="13809" y="10342"/>
                  </a:cubicBezTo>
                  <a:cubicBezTo>
                    <a:pt x="13776" y="10542"/>
                    <a:pt x="13731" y="10742"/>
                    <a:pt x="13687" y="10932"/>
                  </a:cubicBezTo>
                  <a:cubicBezTo>
                    <a:pt x="13531" y="11564"/>
                    <a:pt x="13309" y="12164"/>
                    <a:pt x="12998" y="12731"/>
                  </a:cubicBezTo>
                  <a:cubicBezTo>
                    <a:pt x="12832" y="13031"/>
                    <a:pt x="12632" y="13320"/>
                    <a:pt x="12343" y="13509"/>
                  </a:cubicBezTo>
                  <a:cubicBezTo>
                    <a:pt x="12243" y="13575"/>
                    <a:pt x="12132" y="13642"/>
                    <a:pt x="12010" y="13687"/>
                  </a:cubicBezTo>
                  <a:cubicBezTo>
                    <a:pt x="11798" y="14230"/>
                    <a:pt x="11510" y="14741"/>
                    <a:pt x="11132" y="15208"/>
                  </a:cubicBezTo>
                  <a:cubicBezTo>
                    <a:pt x="10199" y="16341"/>
                    <a:pt x="8877" y="16886"/>
                    <a:pt x="7488" y="16886"/>
                  </a:cubicBezTo>
                  <a:cubicBezTo>
                    <a:pt x="7110" y="16886"/>
                    <a:pt x="6744" y="16852"/>
                    <a:pt x="6367" y="16775"/>
                  </a:cubicBezTo>
                  <a:lnTo>
                    <a:pt x="6367" y="16941"/>
                  </a:lnTo>
                  <a:cubicBezTo>
                    <a:pt x="6367" y="16997"/>
                    <a:pt x="6333" y="17041"/>
                    <a:pt x="6278" y="17041"/>
                  </a:cubicBezTo>
                  <a:lnTo>
                    <a:pt x="6255" y="17041"/>
                  </a:lnTo>
                  <a:cubicBezTo>
                    <a:pt x="5200" y="16941"/>
                    <a:pt x="4200" y="16497"/>
                    <a:pt x="3367" y="15830"/>
                  </a:cubicBezTo>
                  <a:lnTo>
                    <a:pt x="3367" y="15830"/>
                  </a:lnTo>
                  <a:cubicBezTo>
                    <a:pt x="3467" y="16042"/>
                    <a:pt x="3567" y="16252"/>
                    <a:pt x="3634" y="16486"/>
                  </a:cubicBezTo>
                  <a:cubicBezTo>
                    <a:pt x="3656" y="16530"/>
                    <a:pt x="3622" y="16608"/>
                    <a:pt x="3567" y="16608"/>
                  </a:cubicBezTo>
                  <a:lnTo>
                    <a:pt x="3545" y="16608"/>
                  </a:lnTo>
                  <a:cubicBezTo>
                    <a:pt x="2767" y="16608"/>
                    <a:pt x="2056" y="16075"/>
                    <a:pt x="1512" y="15564"/>
                  </a:cubicBezTo>
                  <a:cubicBezTo>
                    <a:pt x="1023" y="15097"/>
                    <a:pt x="556" y="14542"/>
                    <a:pt x="279" y="13909"/>
                  </a:cubicBezTo>
                  <a:lnTo>
                    <a:pt x="279" y="13909"/>
                  </a:lnTo>
                  <a:cubicBezTo>
                    <a:pt x="1" y="14919"/>
                    <a:pt x="45" y="15953"/>
                    <a:pt x="812" y="16830"/>
                  </a:cubicBezTo>
                  <a:lnTo>
                    <a:pt x="823" y="16830"/>
                  </a:lnTo>
                  <a:lnTo>
                    <a:pt x="823" y="16841"/>
                  </a:lnTo>
                  <a:lnTo>
                    <a:pt x="834" y="16841"/>
                  </a:lnTo>
                  <a:lnTo>
                    <a:pt x="834" y="16852"/>
                  </a:lnTo>
                  <a:cubicBezTo>
                    <a:pt x="845" y="16852"/>
                    <a:pt x="845" y="16852"/>
                    <a:pt x="845" y="16864"/>
                  </a:cubicBezTo>
                  <a:cubicBezTo>
                    <a:pt x="845" y="16864"/>
                    <a:pt x="857" y="16864"/>
                    <a:pt x="857" y="16874"/>
                  </a:cubicBezTo>
                  <a:lnTo>
                    <a:pt x="879" y="16897"/>
                  </a:lnTo>
                  <a:cubicBezTo>
                    <a:pt x="1212" y="17264"/>
                    <a:pt x="1634" y="17552"/>
                    <a:pt x="2079" y="17775"/>
                  </a:cubicBezTo>
                  <a:cubicBezTo>
                    <a:pt x="2400" y="17919"/>
                    <a:pt x="2734" y="18041"/>
                    <a:pt x="3067" y="18141"/>
                  </a:cubicBezTo>
                  <a:cubicBezTo>
                    <a:pt x="3700" y="18319"/>
                    <a:pt x="4345" y="18397"/>
                    <a:pt x="4989" y="18474"/>
                  </a:cubicBezTo>
                  <a:lnTo>
                    <a:pt x="5622" y="18541"/>
                  </a:lnTo>
                  <a:cubicBezTo>
                    <a:pt x="5633" y="18541"/>
                    <a:pt x="5656" y="18541"/>
                    <a:pt x="5666" y="18552"/>
                  </a:cubicBezTo>
                  <a:cubicBezTo>
                    <a:pt x="5678" y="18496"/>
                    <a:pt x="5678" y="18441"/>
                    <a:pt x="5688" y="18397"/>
                  </a:cubicBezTo>
                  <a:cubicBezTo>
                    <a:pt x="6044" y="18452"/>
                    <a:pt x="6399" y="18474"/>
                    <a:pt x="6744" y="18474"/>
                  </a:cubicBezTo>
                  <a:cubicBezTo>
                    <a:pt x="7611" y="18474"/>
                    <a:pt x="8477" y="18341"/>
                    <a:pt x="9322" y="18263"/>
                  </a:cubicBezTo>
                  <a:lnTo>
                    <a:pt x="10021" y="18197"/>
                  </a:lnTo>
                  <a:lnTo>
                    <a:pt x="10021" y="18241"/>
                  </a:lnTo>
                  <a:cubicBezTo>
                    <a:pt x="10010" y="18352"/>
                    <a:pt x="10010" y="18474"/>
                    <a:pt x="10010" y="18585"/>
                  </a:cubicBezTo>
                  <a:cubicBezTo>
                    <a:pt x="10521" y="18496"/>
                    <a:pt x="11010" y="18352"/>
                    <a:pt x="11487" y="18152"/>
                  </a:cubicBezTo>
                  <a:lnTo>
                    <a:pt x="11487" y="18141"/>
                  </a:lnTo>
                  <a:lnTo>
                    <a:pt x="11499" y="18141"/>
                  </a:lnTo>
                  <a:cubicBezTo>
                    <a:pt x="11765" y="18030"/>
                    <a:pt x="12021" y="17886"/>
                    <a:pt x="12265" y="17719"/>
                  </a:cubicBezTo>
                  <a:cubicBezTo>
                    <a:pt x="13343" y="17019"/>
                    <a:pt x="14187" y="15975"/>
                    <a:pt x="14632" y="14764"/>
                  </a:cubicBezTo>
                  <a:lnTo>
                    <a:pt x="14632" y="14764"/>
                  </a:lnTo>
                  <a:lnTo>
                    <a:pt x="14365" y="15064"/>
                  </a:lnTo>
                  <a:cubicBezTo>
                    <a:pt x="14409" y="14675"/>
                    <a:pt x="14432" y="14286"/>
                    <a:pt x="14432" y="13909"/>
                  </a:cubicBezTo>
                  <a:cubicBezTo>
                    <a:pt x="14432" y="13675"/>
                    <a:pt x="14420" y="13442"/>
                    <a:pt x="14420" y="13208"/>
                  </a:cubicBezTo>
                  <a:cubicBezTo>
                    <a:pt x="14398" y="12520"/>
                    <a:pt x="14365" y="11831"/>
                    <a:pt x="14409" y="11154"/>
                  </a:cubicBezTo>
                  <a:cubicBezTo>
                    <a:pt x="14442" y="10565"/>
                    <a:pt x="14232" y="10021"/>
                    <a:pt x="14232" y="9443"/>
                  </a:cubicBezTo>
                  <a:lnTo>
                    <a:pt x="14232" y="9443"/>
                  </a:lnTo>
                  <a:cubicBezTo>
                    <a:pt x="14254" y="9609"/>
                    <a:pt x="14398" y="9742"/>
                    <a:pt x="14553" y="9765"/>
                  </a:cubicBezTo>
                  <a:cubicBezTo>
                    <a:pt x="14531" y="7910"/>
                    <a:pt x="14232" y="6066"/>
                    <a:pt x="13687" y="4288"/>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1"/>
            <p:cNvSpPr/>
            <p:nvPr/>
          </p:nvSpPr>
          <p:spPr>
            <a:xfrm>
              <a:off x="2221975" y="3306825"/>
              <a:ext cx="10025" cy="16400"/>
            </a:xfrm>
            <a:custGeom>
              <a:avLst/>
              <a:gdLst/>
              <a:ahLst/>
              <a:cxnLst/>
              <a:rect l="l" t="t" r="r" b="b"/>
              <a:pathLst>
                <a:path w="401" h="656" extrusionOk="0">
                  <a:moveTo>
                    <a:pt x="56" y="1"/>
                  </a:moveTo>
                  <a:lnTo>
                    <a:pt x="0" y="45"/>
                  </a:lnTo>
                  <a:cubicBezTo>
                    <a:pt x="145" y="234"/>
                    <a:pt x="245" y="434"/>
                    <a:pt x="323" y="656"/>
                  </a:cubicBezTo>
                  <a:lnTo>
                    <a:pt x="400" y="634"/>
                  </a:lnTo>
                  <a:cubicBezTo>
                    <a:pt x="323" y="401"/>
                    <a:pt x="212" y="189"/>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1"/>
            <p:cNvSpPr/>
            <p:nvPr/>
          </p:nvSpPr>
          <p:spPr>
            <a:xfrm>
              <a:off x="2225025" y="3288500"/>
              <a:ext cx="6700" cy="8375"/>
            </a:xfrm>
            <a:custGeom>
              <a:avLst/>
              <a:gdLst/>
              <a:ahLst/>
              <a:cxnLst/>
              <a:rect l="l" t="t" r="r" b="b"/>
              <a:pathLst>
                <a:path w="268" h="335" extrusionOk="0">
                  <a:moveTo>
                    <a:pt x="56" y="1"/>
                  </a:moveTo>
                  <a:lnTo>
                    <a:pt x="1" y="56"/>
                  </a:lnTo>
                  <a:cubicBezTo>
                    <a:pt x="90" y="134"/>
                    <a:pt x="156" y="223"/>
                    <a:pt x="201" y="334"/>
                  </a:cubicBezTo>
                  <a:lnTo>
                    <a:pt x="267" y="312"/>
                  </a:lnTo>
                  <a:cubicBezTo>
                    <a:pt x="223" y="189"/>
                    <a:pt x="156" y="78"/>
                    <a:pt x="56"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1"/>
            <p:cNvSpPr/>
            <p:nvPr/>
          </p:nvSpPr>
          <p:spPr>
            <a:xfrm>
              <a:off x="2240300" y="3320725"/>
              <a:ext cx="7250" cy="13900"/>
            </a:xfrm>
            <a:custGeom>
              <a:avLst/>
              <a:gdLst/>
              <a:ahLst/>
              <a:cxnLst/>
              <a:rect l="l" t="t" r="r" b="b"/>
              <a:pathLst>
                <a:path w="290" h="556" extrusionOk="0">
                  <a:moveTo>
                    <a:pt x="67" y="0"/>
                  </a:moveTo>
                  <a:lnTo>
                    <a:pt x="0" y="45"/>
                  </a:lnTo>
                  <a:cubicBezTo>
                    <a:pt x="101" y="200"/>
                    <a:pt x="178" y="367"/>
                    <a:pt x="212" y="556"/>
                  </a:cubicBezTo>
                  <a:lnTo>
                    <a:pt x="289" y="534"/>
                  </a:lnTo>
                  <a:cubicBezTo>
                    <a:pt x="245" y="344"/>
                    <a:pt x="167" y="156"/>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1"/>
            <p:cNvSpPr/>
            <p:nvPr/>
          </p:nvSpPr>
          <p:spPr>
            <a:xfrm>
              <a:off x="2220025" y="3340175"/>
              <a:ext cx="7525" cy="14450"/>
            </a:xfrm>
            <a:custGeom>
              <a:avLst/>
              <a:gdLst/>
              <a:ahLst/>
              <a:cxnLst/>
              <a:rect l="l" t="t" r="r" b="b"/>
              <a:pathLst>
                <a:path w="301" h="578" extrusionOk="0">
                  <a:moveTo>
                    <a:pt x="68" y="0"/>
                  </a:moveTo>
                  <a:lnTo>
                    <a:pt x="1" y="44"/>
                  </a:lnTo>
                  <a:cubicBezTo>
                    <a:pt x="123" y="200"/>
                    <a:pt x="201" y="378"/>
                    <a:pt x="223" y="578"/>
                  </a:cubicBezTo>
                  <a:lnTo>
                    <a:pt x="300" y="566"/>
                  </a:lnTo>
                  <a:cubicBezTo>
                    <a:pt x="278" y="356"/>
                    <a:pt x="189" y="156"/>
                    <a:pt x="6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1"/>
            <p:cNvSpPr/>
            <p:nvPr/>
          </p:nvSpPr>
          <p:spPr>
            <a:xfrm>
              <a:off x="2241700" y="3359050"/>
              <a:ext cx="6125" cy="21400"/>
            </a:xfrm>
            <a:custGeom>
              <a:avLst/>
              <a:gdLst/>
              <a:ahLst/>
              <a:cxnLst/>
              <a:rect l="l" t="t" r="r" b="b"/>
              <a:pathLst>
                <a:path w="245" h="856" extrusionOk="0">
                  <a:moveTo>
                    <a:pt x="67" y="0"/>
                  </a:moveTo>
                  <a:lnTo>
                    <a:pt x="0" y="33"/>
                  </a:lnTo>
                  <a:cubicBezTo>
                    <a:pt x="100" y="289"/>
                    <a:pt x="156" y="567"/>
                    <a:pt x="167" y="855"/>
                  </a:cubicBezTo>
                  <a:lnTo>
                    <a:pt x="245" y="855"/>
                  </a:lnTo>
                  <a:cubicBezTo>
                    <a:pt x="233" y="556"/>
                    <a:pt x="178" y="267"/>
                    <a:pt x="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1"/>
            <p:cNvSpPr/>
            <p:nvPr/>
          </p:nvSpPr>
          <p:spPr>
            <a:xfrm>
              <a:off x="1971750" y="3084050"/>
              <a:ext cx="268575" cy="316350"/>
            </a:xfrm>
            <a:custGeom>
              <a:avLst/>
              <a:gdLst/>
              <a:ahLst/>
              <a:cxnLst/>
              <a:rect l="l" t="t" r="r" b="b"/>
              <a:pathLst>
                <a:path w="10743" h="12654" extrusionOk="0">
                  <a:moveTo>
                    <a:pt x="3747" y="0"/>
                  </a:moveTo>
                  <a:cubicBezTo>
                    <a:pt x="3631" y="0"/>
                    <a:pt x="3515" y="4"/>
                    <a:pt x="3400" y="13"/>
                  </a:cubicBezTo>
                  <a:cubicBezTo>
                    <a:pt x="2867" y="58"/>
                    <a:pt x="2245" y="191"/>
                    <a:pt x="1789" y="480"/>
                  </a:cubicBezTo>
                  <a:cubicBezTo>
                    <a:pt x="1633" y="580"/>
                    <a:pt x="1500" y="736"/>
                    <a:pt x="1423" y="914"/>
                  </a:cubicBezTo>
                  <a:cubicBezTo>
                    <a:pt x="1322" y="1158"/>
                    <a:pt x="1344" y="1435"/>
                    <a:pt x="1611" y="1625"/>
                  </a:cubicBezTo>
                  <a:cubicBezTo>
                    <a:pt x="1378" y="1736"/>
                    <a:pt x="1178" y="1913"/>
                    <a:pt x="1023" y="2124"/>
                  </a:cubicBezTo>
                  <a:cubicBezTo>
                    <a:pt x="1122" y="2213"/>
                    <a:pt x="1267" y="2269"/>
                    <a:pt x="1400" y="2269"/>
                  </a:cubicBezTo>
                  <a:cubicBezTo>
                    <a:pt x="445" y="3158"/>
                    <a:pt x="1" y="4557"/>
                    <a:pt x="267" y="5834"/>
                  </a:cubicBezTo>
                  <a:cubicBezTo>
                    <a:pt x="312" y="6012"/>
                    <a:pt x="389" y="6135"/>
                    <a:pt x="567" y="6179"/>
                  </a:cubicBezTo>
                  <a:cubicBezTo>
                    <a:pt x="500" y="6990"/>
                    <a:pt x="456" y="7812"/>
                    <a:pt x="389" y="8623"/>
                  </a:cubicBezTo>
                  <a:cubicBezTo>
                    <a:pt x="689" y="8501"/>
                    <a:pt x="978" y="8323"/>
                    <a:pt x="1211" y="8101"/>
                  </a:cubicBezTo>
                  <a:lnTo>
                    <a:pt x="1211" y="8101"/>
                  </a:lnTo>
                  <a:cubicBezTo>
                    <a:pt x="856" y="9078"/>
                    <a:pt x="700" y="10122"/>
                    <a:pt x="778" y="11156"/>
                  </a:cubicBezTo>
                  <a:cubicBezTo>
                    <a:pt x="811" y="11700"/>
                    <a:pt x="956" y="12311"/>
                    <a:pt x="1445" y="12544"/>
                  </a:cubicBezTo>
                  <a:cubicBezTo>
                    <a:pt x="1593" y="12623"/>
                    <a:pt x="1754" y="12653"/>
                    <a:pt x="1917" y="12653"/>
                  </a:cubicBezTo>
                  <a:cubicBezTo>
                    <a:pt x="2170" y="12653"/>
                    <a:pt x="2431" y="12581"/>
                    <a:pt x="2667" y="12500"/>
                  </a:cubicBezTo>
                  <a:cubicBezTo>
                    <a:pt x="3511" y="12200"/>
                    <a:pt x="4299" y="11756"/>
                    <a:pt x="4988" y="11200"/>
                  </a:cubicBezTo>
                  <a:cubicBezTo>
                    <a:pt x="5216" y="11014"/>
                    <a:pt x="5474" y="10808"/>
                    <a:pt x="5760" y="10808"/>
                  </a:cubicBezTo>
                  <a:cubicBezTo>
                    <a:pt x="5780" y="10808"/>
                    <a:pt x="5801" y="10809"/>
                    <a:pt x="5822" y="10811"/>
                  </a:cubicBezTo>
                  <a:cubicBezTo>
                    <a:pt x="5955" y="10833"/>
                    <a:pt x="6088" y="10889"/>
                    <a:pt x="6222" y="10934"/>
                  </a:cubicBezTo>
                  <a:cubicBezTo>
                    <a:pt x="6302" y="10954"/>
                    <a:pt x="6382" y="10964"/>
                    <a:pt x="6461" y="10964"/>
                  </a:cubicBezTo>
                  <a:cubicBezTo>
                    <a:pt x="6900" y="10964"/>
                    <a:pt x="7325" y="10676"/>
                    <a:pt x="7654" y="10356"/>
                  </a:cubicBezTo>
                  <a:cubicBezTo>
                    <a:pt x="8199" y="9789"/>
                    <a:pt x="8599" y="9078"/>
                    <a:pt x="8799" y="8323"/>
                  </a:cubicBezTo>
                  <a:cubicBezTo>
                    <a:pt x="9043" y="8478"/>
                    <a:pt x="9288" y="8645"/>
                    <a:pt x="9532" y="8801"/>
                  </a:cubicBezTo>
                  <a:cubicBezTo>
                    <a:pt x="9643" y="8379"/>
                    <a:pt x="9631" y="7934"/>
                    <a:pt x="9520" y="7512"/>
                  </a:cubicBezTo>
                  <a:lnTo>
                    <a:pt x="9520" y="7512"/>
                  </a:lnTo>
                  <a:cubicBezTo>
                    <a:pt x="9631" y="7557"/>
                    <a:pt x="9743" y="7612"/>
                    <a:pt x="9843" y="7668"/>
                  </a:cubicBezTo>
                  <a:cubicBezTo>
                    <a:pt x="9954" y="7468"/>
                    <a:pt x="9999" y="7234"/>
                    <a:pt x="9965" y="7023"/>
                  </a:cubicBezTo>
                  <a:lnTo>
                    <a:pt x="9965" y="7023"/>
                  </a:lnTo>
                  <a:cubicBezTo>
                    <a:pt x="10187" y="7201"/>
                    <a:pt x="10465" y="7357"/>
                    <a:pt x="10742" y="7367"/>
                  </a:cubicBezTo>
                  <a:cubicBezTo>
                    <a:pt x="10398" y="6145"/>
                    <a:pt x="9754" y="4790"/>
                    <a:pt x="9120" y="3679"/>
                  </a:cubicBezTo>
                  <a:cubicBezTo>
                    <a:pt x="8765" y="3057"/>
                    <a:pt x="8054" y="1546"/>
                    <a:pt x="7299" y="1391"/>
                  </a:cubicBezTo>
                  <a:cubicBezTo>
                    <a:pt x="7555" y="1102"/>
                    <a:pt x="7699" y="736"/>
                    <a:pt x="7699" y="358"/>
                  </a:cubicBezTo>
                  <a:cubicBezTo>
                    <a:pt x="7699" y="269"/>
                    <a:pt x="7654" y="191"/>
                    <a:pt x="7587" y="147"/>
                  </a:cubicBezTo>
                  <a:cubicBezTo>
                    <a:pt x="7555" y="127"/>
                    <a:pt x="7524" y="119"/>
                    <a:pt x="7495" y="119"/>
                  </a:cubicBezTo>
                  <a:cubicBezTo>
                    <a:pt x="7425" y="119"/>
                    <a:pt x="7365" y="166"/>
                    <a:pt x="7310" y="213"/>
                  </a:cubicBezTo>
                  <a:cubicBezTo>
                    <a:pt x="7143" y="380"/>
                    <a:pt x="6988" y="580"/>
                    <a:pt x="6866" y="791"/>
                  </a:cubicBezTo>
                  <a:cubicBezTo>
                    <a:pt x="6921" y="591"/>
                    <a:pt x="6832" y="358"/>
                    <a:pt x="6654" y="258"/>
                  </a:cubicBezTo>
                  <a:cubicBezTo>
                    <a:pt x="6477" y="447"/>
                    <a:pt x="6577" y="758"/>
                    <a:pt x="6477" y="969"/>
                  </a:cubicBezTo>
                  <a:cubicBezTo>
                    <a:pt x="6555" y="803"/>
                    <a:pt x="5255" y="258"/>
                    <a:pt x="5111" y="213"/>
                  </a:cubicBezTo>
                  <a:cubicBezTo>
                    <a:pt x="4675" y="71"/>
                    <a:pt x="4211" y="0"/>
                    <a:pt x="3747"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1"/>
            <p:cNvSpPr/>
            <p:nvPr/>
          </p:nvSpPr>
          <p:spPr>
            <a:xfrm>
              <a:off x="2056725" y="3084100"/>
              <a:ext cx="183600" cy="184150"/>
            </a:xfrm>
            <a:custGeom>
              <a:avLst/>
              <a:gdLst/>
              <a:ahLst/>
              <a:cxnLst/>
              <a:rect l="l" t="t" r="r" b="b"/>
              <a:pathLst>
                <a:path w="7344" h="7366" extrusionOk="0">
                  <a:moveTo>
                    <a:pt x="5388" y="3077"/>
                  </a:moveTo>
                  <a:cubicBezTo>
                    <a:pt x="5522" y="3311"/>
                    <a:pt x="5633" y="3522"/>
                    <a:pt x="5721" y="3677"/>
                  </a:cubicBezTo>
                  <a:cubicBezTo>
                    <a:pt x="6355" y="4788"/>
                    <a:pt x="6999" y="6143"/>
                    <a:pt x="7343" y="7365"/>
                  </a:cubicBezTo>
                  <a:lnTo>
                    <a:pt x="7343" y="7365"/>
                  </a:lnTo>
                  <a:cubicBezTo>
                    <a:pt x="6999" y="6143"/>
                    <a:pt x="6355" y="4788"/>
                    <a:pt x="5721" y="3677"/>
                  </a:cubicBezTo>
                  <a:cubicBezTo>
                    <a:pt x="5633" y="3522"/>
                    <a:pt x="5522" y="3311"/>
                    <a:pt x="5388" y="3077"/>
                  </a:cubicBezTo>
                  <a:close/>
                  <a:moveTo>
                    <a:pt x="4100" y="112"/>
                  </a:moveTo>
                  <a:lnTo>
                    <a:pt x="4100" y="112"/>
                  </a:lnTo>
                  <a:cubicBezTo>
                    <a:pt x="4122" y="112"/>
                    <a:pt x="4156" y="122"/>
                    <a:pt x="4188" y="145"/>
                  </a:cubicBezTo>
                  <a:cubicBezTo>
                    <a:pt x="4255" y="189"/>
                    <a:pt x="4300" y="267"/>
                    <a:pt x="4300" y="356"/>
                  </a:cubicBezTo>
                  <a:lnTo>
                    <a:pt x="4300" y="389"/>
                  </a:lnTo>
                  <a:lnTo>
                    <a:pt x="4300" y="356"/>
                  </a:lnTo>
                  <a:cubicBezTo>
                    <a:pt x="4300" y="267"/>
                    <a:pt x="4255" y="189"/>
                    <a:pt x="4188" y="145"/>
                  </a:cubicBezTo>
                  <a:cubicBezTo>
                    <a:pt x="4156" y="122"/>
                    <a:pt x="4122" y="112"/>
                    <a:pt x="4100" y="112"/>
                  </a:cubicBezTo>
                  <a:close/>
                  <a:moveTo>
                    <a:pt x="367" y="1"/>
                  </a:moveTo>
                  <a:cubicBezTo>
                    <a:pt x="245" y="1"/>
                    <a:pt x="123" y="1"/>
                    <a:pt x="1" y="11"/>
                  </a:cubicBezTo>
                  <a:lnTo>
                    <a:pt x="1" y="11"/>
                  </a:lnTo>
                  <a:lnTo>
                    <a:pt x="1" y="11"/>
                  </a:lnTo>
                  <a:cubicBezTo>
                    <a:pt x="123" y="1"/>
                    <a:pt x="245" y="1"/>
                    <a:pt x="367" y="1"/>
                  </a:cubicBezTo>
                  <a:cubicBezTo>
                    <a:pt x="823" y="1"/>
                    <a:pt x="1278" y="67"/>
                    <a:pt x="1712" y="211"/>
                  </a:cubicBezTo>
                  <a:cubicBezTo>
                    <a:pt x="1845" y="256"/>
                    <a:pt x="3078" y="767"/>
                    <a:pt x="3078" y="945"/>
                  </a:cubicBezTo>
                  <a:cubicBezTo>
                    <a:pt x="3078" y="767"/>
                    <a:pt x="1845" y="256"/>
                    <a:pt x="1712" y="211"/>
                  </a:cubicBezTo>
                  <a:cubicBezTo>
                    <a:pt x="1278" y="67"/>
                    <a:pt x="823" y="1"/>
                    <a:pt x="367" y="1"/>
                  </a:cubicBezTo>
                  <a:close/>
                </a:path>
              </a:pathLst>
            </a:custGeom>
            <a:solidFill>
              <a:srgbClr val="EEF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1"/>
            <p:cNvSpPr/>
            <p:nvPr/>
          </p:nvSpPr>
          <p:spPr>
            <a:xfrm>
              <a:off x="2006750" y="3294875"/>
              <a:ext cx="204975" cy="102800"/>
            </a:xfrm>
            <a:custGeom>
              <a:avLst/>
              <a:gdLst/>
              <a:ahLst/>
              <a:cxnLst/>
              <a:rect l="l" t="t" r="r" b="b"/>
              <a:pathLst>
                <a:path w="8199" h="4112" extrusionOk="0">
                  <a:moveTo>
                    <a:pt x="33" y="4111"/>
                  </a:moveTo>
                  <a:lnTo>
                    <a:pt x="45" y="4111"/>
                  </a:lnTo>
                  <a:lnTo>
                    <a:pt x="33" y="4111"/>
                  </a:lnTo>
                  <a:close/>
                  <a:moveTo>
                    <a:pt x="33" y="4111"/>
                  </a:moveTo>
                  <a:lnTo>
                    <a:pt x="33" y="4111"/>
                  </a:lnTo>
                  <a:lnTo>
                    <a:pt x="33" y="4111"/>
                  </a:lnTo>
                  <a:close/>
                  <a:moveTo>
                    <a:pt x="23" y="4111"/>
                  </a:moveTo>
                  <a:lnTo>
                    <a:pt x="33" y="4111"/>
                  </a:lnTo>
                  <a:lnTo>
                    <a:pt x="23" y="4111"/>
                  </a:lnTo>
                  <a:close/>
                  <a:moveTo>
                    <a:pt x="23" y="4100"/>
                  </a:moveTo>
                  <a:lnTo>
                    <a:pt x="23" y="4111"/>
                  </a:lnTo>
                  <a:lnTo>
                    <a:pt x="23" y="4100"/>
                  </a:lnTo>
                  <a:close/>
                  <a:moveTo>
                    <a:pt x="11" y="4100"/>
                  </a:moveTo>
                  <a:lnTo>
                    <a:pt x="23" y="4100"/>
                  </a:lnTo>
                  <a:lnTo>
                    <a:pt x="11" y="4100"/>
                  </a:lnTo>
                  <a:close/>
                  <a:moveTo>
                    <a:pt x="11" y="4100"/>
                  </a:moveTo>
                  <a:lnTo>
                    <a:pt x="11" y="4100"/>
                  </a:lnTo>
                  <a:lnTo>
                    <a:pt x="11" y="4100"/>
                  </a:lnTo>
                  <a:close/>
                  <a:moveTo>
                    <a:pt x="0" y="4100"/>
                  </a:moveTo>
                  <a:lnTo>
                    <a:pt x="0" y="4100"/>
                  </a:lnTo>
                  <a:lnTo>
                    <a:pt x="0" y="4100"/>
                  </a:lnTo>
                  <a:close/>
                  <a:moveTo>
                    <a:pt x="0" y="4089"/>
                  </a:moveTo>
                  <a:lnTo>
                    <a:pt x="0" y="4100"/>
                  </a:lnTo>
                  <a:lnTo>
                    <a:pt x="0" y="4089"/>
                  </a:lnTo>
                  <a:close/>
                  <a:moveTo>
                    <a:pt x="4355" y="2378"/>
                  </a:moveTo>
                  <a:lnTo>
                    <a:pt x="4355" y="2378"/>
                  </a:lnTo>
                  <a:lnTo>
                    <a:pt x="4422" y="2378"/>
                  </a:lnTo>
                  <a:lnTo>
                    <a:pt x="4355" y="2378"/>
                  </a:lnTo>
                  <a:close/>
                  <a:moveTo>
                    <a:pt x="6254" y="1923"/>
                  </a:moveTo>
                  <a:cubicBezTo>
                    <a:pt x="6110" y="2067"/>
                    <a:pt x="5943" y="2200"/>
                    <a:pt x="5765" y="2312"/>
                  </a:cubicBezTo>
                  <a:cubicBezTo>
                    <a:pt x="5943" y="2200"/>
                    <a:pt x="6110" y="2067"/>
                    <a:pt x="6254" y="1923"/>
                  </a:cubicBezTo>
                  <a:close/>
                  <a:moveTo>
                    <a:pt x="8199" y="1"/>
                  </a:moveTo>
                  <a:cubicBezTo>
                    <a:pt x="8187" y="79"/>
                    <a:pt x="8176" y="156"/>
                    <a:pt x="8165" y="223"/>
                  </a:cubicBezTo>
                  <a:lnTo>
                    <a:pt x="8165" y="223"/>
                  </a:lnTo>
                  <a:cubicBezTo>
                    <a:pt x="8176" y="156"/>
                    <a:pt x="8187" y="79"/>
                    <a:pt x="8199" y="1"/>
                  </a:cubicBezTo>
                  <a:close/>
                </a:path>
              </a:pathLst>
            </a:custGeom>
            <a:solidFill>
              <a:srgbClr val="C2D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1"/>
            <p:cNvSpPr/>
            <p:nvPr/>
          </p:nvSpPr>
          <p:spPr>
            <a:xfrm>
              <a:off x="2211700" y="3288500"/>
              <a:ext cx="300" cy="6400"/>
            </a:xfrm>
            <a:custGeom>
              <a:avLst/>
              <a:gdLst/>
              <a:ahLst/>
              <a:cxnLst/>
              <a:rect l="l" t="t" r="r" b="b"/>
              <a:pathLst>
                <a:path w="12" h="256" extrusionOk="0">
                  <a:moveTo>
                    <a:pt x="11" y="1"/>
                  </a:moveTo>
                  <a:cubicBezTo>
                    <a:pt x="11" y="90"/>
                    <a:pt x="11" y="179"/>
                    <a:pt x="1" y="256"/>
                  </a:cubicBezTo>
                  <a:lnTo>
                    <a:pt x="1" y="256"/>
                  </a:lnTo>
                  <a:cubicBezTo>
                    <a:pt x="11" y="179"/>
                    <a:pt x="11" y="90"/>
                    <a:pt x="11" y="1"/>
                  </a:cubicBezTo>
                  <a:close/>
                </a:path>
              </a:pathLst>
            </a:custGeom>
            <a:solidFill>
              <a:srgbClr val="B6D1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1"/>
            <p:cNvSpPr/>
            <p:nvPr/>
          </p:nvSpPr>
          <p:spPr>
            <a:xfrm>
              <a:off x="1993675" y="3084100"/>
              <a:ext cx="246650" cy="316350"/>
            </a:xfrm>
            <a:custGeom>
              <a:avLst/>
              <a:gdLst/>
              <a:ahLst/>
              <a:cxnLst/>
              <a:rect l="l" t="t" r="r" b="b"/>
              <a:pathLst>
                <a:path w="9866" h="12654" extrusionOk="0">
                  <a:moveTo>
                    <a:pt x="2889" y="1"/>
                  </a:moveTo>
                  <a:cubicBezTo>
                    <a:pt x="2767" y="1"/>
                    <a:pt x="2645" y="1"/>
                    <a:pt x="2523" y="11"/>
                  </a:cubicBezTo>
                  <a:cubicBezTo>
                    <a:pt x="2245" y="34"/>
                    <a:pt x="1945" y="90"/>
                    <a:pt x="1645" y="167"/>
                  </a:cubicBezTo>
                  <a:cubicBezTo>
                    <a:pt x="1756" y="156"/>
                    <a:pt x="1867" y="145"/>
                    <a:pt x="1978" y="145"/>
                  </a:cubicBezTo>
                  <a:cubicBezTo>
                    <a:pt x="2223" y="145"/>
                    <a:pt x="2478" y="167"/>
                    <a:pt x="2711" y="211"/>
                  </a:cubicBezTo>
                  <a:cubicBezTo>
                    <a:pt x="3556" y="345"/>
                    <a:pt x="4333" y="722"/>
                    <a:pt x="5011" y="1245"/>
                  </a:cubicBezTo>
                  <a:cubicBezTo>
                    <a:pt x="6255" y="2211"/>
                    <a:pt x="6922" y="3622"/>
                    <a:pt x="7466" y="5066"/>
                  </a:cubicBezTo>
                  <a:lnTo>
                    <a:pt x="7488" y="5066"/>
                  </a:lnTo>
                  <a:cubicBezTo>
                    <a:pt x="7510" y="5066"/>
                    <a:pt x="7544" y="5077"/>
                    <a:pt x="7566" y="5099"/>
                  </a:cubicBezTo>
                  <a:cubicBezTo>
                    <a:pt x="8155" y="5877"/>
                    <a:pt x="7877" y="7454"/>
                    <a:pt x="7155" y="8054"/>
                  </a:cubicBezTo>
                  <a:cubicBezTo>
                    <a:pt x="7133" y="8076"/>
                    <a:pt x="7110" y="8076"/>
                    <a:pt x="7100" y="8076"/>
                  </a:cubicBezTo>
                  <a:cubicBezTo>
                    <a:pt x="7078" y="8076"/>
                    <a:pt x="7066" y="8076"/>
                    <a:pt x="7055" y="8066"/>
                  </a:cubicBezTo>
                  <a:cubicBezTo>
                    <a:pt x="6999" y="8044"/>
                    <a:pt x="6966" y="8021"/>
                    <a:pt x="6922" y="7988"/>
                  </a:cubicBezTo>
                  <a:cubicBezTo>
                    <a:pt x="6844" y="8521"/>
                    <a:pt x="6710" y="9098"/>
                    <a:pt x="6344" y="9498"/>
                  </a:cubicBezTo>
                  <a:cubicBezTo>
                    <a:pt x="6144" y="9710"/>
                    <a:pt x="5911" y="9787"/>
                    <a:pt x="5666" y="9787"/>
                  </a:cubicBezTo>
                  <a:cubicBezTo>
                    <a:pt x="5444" y="9787"/>
                    <a:pt x="5211" y="9720"/>
                    <a:pt x="5000" y="9621"/>
                  </a:cubicBezTo>
                  <a:cubicBezTo>
                    <a:pt x="4222" y="10932"/>
                    <a:pt x="2578" y="11932"/>
                    <a:pt x="1012" y="11932"/>
                  </a:cubicBezTo>
                  <a:cubicBezTo>
                    <a:pt x="667" y="11932"/>
                    <a:pt x="334" y="11887"/>
                    <a:pt x="1" y="11787"/>
                  </a:cubicBezTo>
                  <a:lnTo>
                    <a:pt x="1" y="11787"/>
                  </a:lnTo>
                  <a:cubicBezTo>
                    <a:pt x="90" y="12098"/>
                    <a:pt x="257" y="12376"/>
                    <a:pt x="523" y="12520"/>
                  </a:cubicBezTo>
                  <a:lnTo>
                    <a:pt x="523" y="12531"/>
                  </a:lnTo>
                  <a:lnTo>
                    <a:pt x="546" y="12531"/>
                  </a:lnTo>
                  <a:lnTo>
                    <a:pt x="546" y="12542"/>
                  </a:lnTo>
                  <a:lnTo>
                    <a:pt x="568" y="12542"/>
                  </a:lnTo>
                  <a:cubicBezTo>
                    <a:pt x="712" y="12620"/>
                    <a:pt x="867" y="12653"/>
                    <a:pt x="1034" y="12653"/>
                  </a:cubicBezTo>
                  <a:cubicBezTo>
                    <a:pt x="1289" y="12653"/>
                    <a:pt x="1556" y="12576"/>
                    <a:pt x="1790" y="12498"/>
                  </a:cubicBezTo>
                  <a:cubicBezTo>
                    <a:pt x="2634" y="12198"/>
                    <a:pt x="3422" y="11754"/>
                    <a:pt x="4111" y="11198"/>
                  </a:cubicBezTo>
                  <a:cubicBezTo>
                    <a:pt x="4345" y="11021"/>
                    <a:pt x="4600" y="10809"/>
                    <a:pt x="4878" y="10809"/>
                  </a:cubicBezTo>
                  <a:lnTo>
                    <a:pt x="4945" y="10809"/>
                  </a:lnTo>
                  <a:cubicBezTo>
                    <a:pt x="5078" y="10831"/>
                    <a:pt x="5211" y="10887"/>
                    <a:pt x="5345" y="10932"/>
                  </a:cubicBezTo>
                  <a:cubicBezTo>
                    <a:pt x="5422" y="10954"/>
                    <a:pt x="5511" y="10965"/>
                    <a:pt x="5589" y="10965"/>
                  </a:cubicBezTo>
                  <a:cubicBezTo>
                    <a:pt x="5833" y="10965"/>
                    <a:pt x="6066" y="10876"/>
                    <a:pt x="6288" y="10743"/>
                  </a:cubicBezTo>
                  <a:cubicBezTo>
                    <a:pt x="6466" y="10631"/>
                    <a:pt x="6633" y="10498"/>
                    <a:pt x="6777" y="10354"/>
                  </a:cubicBezTo>
                  <a:cubicBezTo>
                    <a:pt x="7322" y="9787"/>
                    <a:pt x="7722" y="9076"/>
                    <a:pt x="7922" y="8321"/>
                  </a:cubicBezTo>
                  <a:cubicBezTo>
                    <a:pt x="8122" y="8443"/>
                    <a:pt x="8310" y="8577"/>
                    <a:pt x="8510" y="8698"/>
                  </a:cubicBezTo>
                  <a:cubicBezTo>
                    <a:pt x="8566" y="8688"/>
                    <a:pt x="8621" y="8666"/>
                    <a:pt x="8688" y="8654"/>
                  </a:cubicBezTo>
                  <a:cubicBezTo>
                    <a:pt x="8699" y="8587"/>
                    <a:pt x="8710" y="8510"/>
                    <a:pt x="8722" y="8432"/>
                  </a:cubicBezTo>
                  <a:cubicBezTo>
                    <a:pt x="8732" y="8355"/>
                    <a:pt x="8732" y="8266"/>
                    <a:pt x="8732" y="8177"/>
                  </a:cubicBezTo>
                  <a:cubicBezTo>
                    <a:pt x="8732" y="7965"/>
                    <a:pt x="8710" y="7755"/>
                    <a:pt x="8655" y="7543"/>
                  </a:cubicBezTo>
                  <a:cubicBezTo>
                    <a:pt x="8655" y="7532"/>
                    <a:pt x="8655" y="7521"/>
                    <a:pt x="8643" y="7510"/>
                  </a:cubicBezTo>
                  <a:lnTo>
                    <a:pt x="8643" y="7510"/>
                  </a:lnTo>
                  <a:cubicBezTo>
                    <a:pt x="8754" y="7555"/>
                    <a:pt x="8866" y="7610"/>
                    <a:pt x="8966" y="7666"/>
                  </a:cubicBezTo>
                  <a:cubicBezTo>
                    <a:pt x="9055" y="7510"/>
                    <a:pt x="9099" y="7333"/>
                    <a:pt x="9099" y="7165"/>
                  </a:cubicBezTo>
                  <a:cubicBezTo>
                    <a:pt x="9099" y="7110"/>
                    <a:pt x="9099" y="7066"/>
                    <a:pt x="9088" y="7021"/>
                  </a:cubicBezTo>
                  <a:lnTo>
                    <a:pt x="9088" y="7021"/>
                  </a:lnTo>
                  <a:cubicBezTo>
                    <a:pt x="9310" y="7199"/>
                    <a:pt x="9588" y="7355"/>
                    <a:pt x="9865" y="7365"/>
                  </a:cubicBezTo>
                  <a:cubicBezTo>
                    <a:pt x="9521" y="6143"/>
                    <a:pt x="8877" y="4788"/>
                    <a:pt x="8243" y="3677"/>
                  </a:cubicBezTo>
                  <a:cubicBezTo>
                    <a:pt x="8155" y="3522"/>
                    <a:pt x="8044" y="3311"/>
                    <a:pt x="7910" y="3077"/>
                  </a:cubicBezTo>
                  <a:cubicBezTo>
                    <a:pt x="7544" y="2411"/>
                    <a:pt x="7033" y="1578"/>
                    <a:pt x="6500" y="1400"/>
                  </a:cubicBezTo>
                  <a:cubicBezTo>
                    <a:pt x="6478" y="1400"/>
                    <a:pt x="6455" y="1389"/>
                    <a:pt x="6422" y="1389"/>
                  </a:cubicBezTo>
                  <a:cubicBezTo>
                    <a:pt x="6678" y="1112"/>
                    <a:pt x="6822" y="756"/>
                    <a:pt x="6822" y="389"/>
                  </a:cubicBezTo>
                  <a:lnTo>
                    <a:pt x="6822" y="356"/>
                  </a:lnTo>
                  <a:cubicBezTo>
                    <a:pt x="6822" y="267"/>
                    <a:pt x="6777" y="189"/>
                    <a:pt x="6710" y="145"/>
                  </a:cubicBezTo>
                  <a:cubicBezTo>
                    <a:pt x="6678" y="122"/>
                    <a:pt x="6644" y="112"/>
                    <a:pt x="6622" y="112"/>
                  </a:cubicBezTo>
                  <a:cubicBezTo>
                    <a:pt x="6544" y="112"/>
                    <a:pt x="6488" y="167"/>
                    <a:pt x="6444" y="211"/>
                  </a:cubicBezTo>
                  <a:lnTo>
                    <a:pt x="6433" y="211"/>
                  </a:lnTo>
                  <a:cubicBezTo>
                    <a:pt x="6266" y="378"/>
                    <a:pt x="6111" y="578"/>
                    <a:pt x="5989" y="789"/>
                  </a:cubicBezTo>
                  <a:cubicBezTo>
                    <a:pt x="6000" y="745"/>
                    <a:pt x="6011" y="712"/>
                    <a:pt x="6011" y="667"/>
                  </a:cubicBezTo>
                  <a:cubicBezTo>
                    <a:pt x="6011" y="500"/>
                    <a:pt x="5922" y="345"/>
                    <a:pt x="5777" y="256"/>
                  </a:cubicBezTo>
                  <a:cubicBezTo>
                    <a:pt x="5600" y="445"/>
                    <a:pt x="5700" y="756"/>
                    <a:pt x="5600" y="967"/>
                  </a:cubicBezTo>
                  <a:lnTo>
                    <a:pt x="5600" y="945"/>
                  </a:lnTo>
                  <a:cubicBezTo>
                    <a:pt x="5600" y="767"/>
                    <a:pt x="4367" y="256"/>
                    <a:pt x="4234" y="211"/>
                  </a:cubicBezTo>
                  <a:cubicBezTo>
                    <a:pt x="3800" y="67"/>
                    <a:pt x="3345" y="1"/>
                    <a:pt x="2889" y="1"/>
                  </a:cubicBezTo>
                  <a:close/>
                </a:path>
              </a:pathLst>
            </a:custGeom>
            <a:solidFill>
              <a:srgbClr val="D7E8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1"/>
            <p:cNvSpPr/>
            <p:nvPr/>
          </p:nvSpPr>
          <p:spPr>
            <a:xfrm>
              <a:off x="2000625" y="3154100"/>
              <a:ext cx="137500" cy="114425"/>
            </a:xfrm>
            <a:custGeom>
              <a:avLst/>
              <a:gdLst/>
              <a:ahLst/>
              <a:cxnLst/>
              <a:rect l="l" t="t" r="r" b="b"/>
              <a:pathLst>
                <a:path w="5500" h="4577" extrusionOk="0">
                  <a:moveTo>
                    <a:pt x="2344" y="0"/>
                  </a:moveTo>
                  <a:cubicBezTo>
                    <a:pt x="2223" y="0"/>
                    <a:pt x="2100" y="22"/>
                    <a:pt x="1978" y="55"/>
                  </a:cubicBezTo>
                  <a:cubicBezTo>
                    <a:pt x="1345" y="245"/>
                    <a:pt x="789" y="700"/>
                    <a:pt x="456" y="1277"/>
                  </a:cubicBezTo>
                  <a:cubicBezTo>
                    <a:pt x="123" y="1855"/>
                    <a:pt x="1" y="2544"/>
                    <a:pt x="68" y="3199"/>
                  </a:cubicBezTo>
                  <a:cubicBezTo>
                    <a:pt x="112" y="3533"/>
                    <a:pt x="189" y="3877"/>
                    <a:pt x="401" y="4133"/>
                  </a:cubicBezTo>
                  <a:cubicBezTo>
                    <a:pt x="500" y="4244"/>
                    <a:pt x="589" y="4365"/>
                    <a:pt x="678" y="4477"/>
                  </a:cubicBezTo>
                  <a:cubicBezTo>
                    <a:pt x="734" y="4543"/>
                    <a:pt x="789" y="4577"/>
                    <a:pt x="856" y="4577"/>
                  </a:cubicBezTo>
                  <a:cubicBezTo>
                    <a:pt x="890" y="4577"/>
                    <a:pt x="934" y="4565"/>
                    <a:pt x="967" y="4555"/>
                  </a:cubicBezTo>
                  <a:cubicBezTo>
                    <a:pt x="1034" y="4533"/>
                    <a:pt x="1100" y="4499"/>
                    <a:pt x="1178" y="4477"/>
                  </a:cubicBezTo>
                  <a:cubicBezTo>
                    <a:pt x="1367" y="4388"/>
                    <a:pt x="1567" y="4299"/>
                    <a:pt x="1767" y="4210"/>
                  </a:cubicBezTo>
                  <a:cubicBezTo>
                    <a:pt x="2156" y="4044"/>
                    <a:pt x="2544" y="3854"/>
                    <a:pt x="2922" y="3632"/>
                  </a:cubicBezTo>
                  <a:cubicBezTo>
                    <a:pt x="3922" y="3044"/>
                    <a:pt x="5499" y="1922"/>
                    <a:pt x="4855" y="566"/>
                  </a:cubicBezTo>
                  <a:cubicBezTo>
                    <a:pt x="4855" y="556"/>
                    <a:pt x="4844" y="544"/>
                    <a:pt x="4844" y="533"/>
                  </a:cubicBezTo>
                  <a:cubicBezTo>
                    <a:pt x="4588" y="277"/>
                    <a:pt x="4289" y="100"/>
                    <a:pt x="3922" y="11"/>
                  </a:cubicBezTo>
                  <a:lnTo>
                    <a:pt x="3911" y="11"/>
                  </a:lnTo>
                  <a:cubicBezTo>
                    <a:pt x="3789" y="156"/>
                    <a:pt x="3622" y="289"/>
                    <a:pt x="3489" y="366"/>
                  </a:cubicBezTo>
                  <a:cubicBezTo>
                    <a:pt x="3422" y="411"/>
                    <a:pt x="3334" y="455"/>
                    <a:pt x="3245" y="455"/>
                  </a:cubicBezTo>
                  <a:cubicBezTo>
                    <a:pt x="3200" y="455"/>
                    <a:pt x="3166" y="455"/>
                    <a:pt x="3134" y="433"/>
                  </a:cubicBezTo>
                  <a:cubicBezTo>
                    <a:pt x="3055" y="388"/>
                    <a:pt x="3033" y="311"/>
                    <a:pt x="3045" y="233"/>
                  </a:cubicBezTo>
                  <a:lnTo>
                    <a:pt x="3033" y="233"/>
                  </a:lnTo>
                  <a:cubicBezTo>
                    <a:pt x="2978" y="300"/>
                    <a:pt x="2922" y="366"/>
                    <a:pt x="2867" y="422"/>
                  </a:cubicBezTo>
                  <a:cubicBezTo>
                    <a:pt x="2756" y="544"/>
                    <a:pt x="2589" y="733"/>
                    <a:pt x="2400" y="733"/>
                  </a:cubicBezTo>
                  <a:cubicBezTo>
                    <a:pt x="2389" y="733"/>
                    <a:pt x="2378" y="733"/>
                    <a:pt x="2367" y="722"/>
                  </a:cubicBezTo>
                  <a:cubicBezTo>
                    <a:pt x="2200" y="700"/>
                    <a:pt x="2156" y="566"/>
                    <a:pt x="2189" y="444"/>
                  </a:cubicBezTo>
                  <a:cubicBezTo>
                    <a:pt x="2189" y="433"/>
                    <a:pt x="2189" y="411"/>
                    <a:pt x="2200" y="388"/>
                  </a:cubicBezTo>
                  <a:cubicBezTo>
                    <a:pt x="2211" y="322"/>
                    <a:pt x="2256" y="267"/>
                    <a:pt x="2312" y="222"/>
                  </a:cubicBezTo>
                  <a:cubicBezTo>
                    <a:pt x="2334" y="189"/>
                    <a:pt x="2356" y="166"/>
                    <a:pt x="2378" y="144"/>
                  </a:cubicBezTo>
                  <a:cubicBezTo>
                    <a:pt x="2467" y="45"/>
                    <a:pt x="2522" y="0"/>
                    <a:pt x="2367"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1"/>
            <p:cNvSpPr/>
            <p:nvPr/>
          </p:nvSpPr>
          <p:spPr>
            <a:xfrm>
              <a:off x="1990350" y="3155625"/>
              <a:ext cx="155550" cy="122050"/>
            </a:xfrm>
            <a:custGeom>
              <a:avLst/>
              <a:gdLst/>
              <a:ahLst/>
              <a:cxnLst/>
              <a:rect l="l" t="t" r="r" b="b"/>
              <a:pathLst>
                <a:path w="6222" h="4882" extrusionOk="0">
                  <a:moveTo>
                    <a:pt x="4386" y="1"/>
                  </a:moveTo>
                  <a:cubicBezTo>
                    <a:pt x="4339" y="1"/>
                    <a:pt x="4295" y="22"/>
                    <a:pt x="4244" y="83"/>
                  </a:cubicBezTo>
                  <a:cubicBezTo>
                    <a:pt x="4111" y="216"/>
                    <a:pt x="3977" y="350"/>
                    <a:pt x="3822" y="472"/>
                  </a:cubicBezTo>
                  <a:cubicBezTo>
                    <a:pt x="3764" y="515"/>
                    <a:pt x="3671" y="552"/>
                    <a:pt x="3590" y="552"/>
                  </a:cubicBezTo>
                  <a:cubicBezTo>
                    <a:pt x="3501" y="552"/>
                    <a:pt x="3427" y="506"/>
                    <a:pt x="3434" y="372"/>
                  </a:cubicBezTo>
                  <a:lnTo>
                    <a:pt x="3434" y="250"/>
                  </a:lnTo>
                  <a:cubicBezTo>
                    <a:pt x="3256" y="416"/>
                    <a:pt x="3111" y="583"/>
                    <a:pt x="2889" y="695"/>
                  </a:cubicBezTo>
                  <a:cubicBezTo>
                    <a:pt x="2825" y="730"/>
                    <a:pt x="2757" y="756"/>
                    <a:pt x="2690" y="756"/>
                  </a:cubicBezTo>
                  <a:cubicBezTo>
                    <a:pt x="2652" y="756"/>
                    <a:pt x="2614" y="748"/>
                    <a:pt x="2578" y="727"/>
                  </a:cubicBezTo>
                  <a:cubicBezTo>
                    <a:pt x="2533" y="683"/>
                    <a:pt x="2500" y="628"/>
                    <a:pt x="2489" y="561"/>
                  </a:cubicBezTo>
                  <a:lnTo>
                    <a:pt x="2489" y="472"/>
                  </a:lnTo>
                  <a:cubicBezTo>
                    <a:pt x="2500" y="383"/>
                    <a:pt x="2555" y="305"/>
                    <a:pt x="2622" y="239"/>
                  </a:cubicBezTo>
                  <a:cubicBezTo>
                    <a:pt x="2678" y="184"/>
                    <a:pt x="2745" y="139"/>
                    <a:pt x="2800" y="72"/>
                  </a:cubicBezTo>
                  <a:cubicBezTo>
                    <a:pt x="2782" y="66"/>
                    <a:pt x="2762" y="63"/>
                    <a:pt x="2742" y="63"/>
                  </a:cubicBezTo>
                  <a:cubicBezTo>
                    <a:pt x="2629" y="63"/>
                    <a:pt x="2494" y="156"/>
                    <a:pt x="2400" y="194"/>
                  </a:cubicBezTo>
                  <a:cubicBezTo>
                    <a:pt x="2267" y="261"/>
                    <a:pt x="2123" y="327"/>
                    <a:pt x="1989" y="406"/>
                  </a:cubicBezTo>
                  <a:cubicBezTo>
                    <a:pt x="1745" y="550"/>
                    <a:pt x="1523" y="739"/>
                    <a:pt x="1345" y="972"/>
                  </a:cubicBezTo>
                  <a:cubicBezTo>
                    <a:pt x="612" y="1917"/>
                    <a:pt x="0" y="4082"/>
                    <a:pt x="1467" y="4660"/>
                  </a:cubicBezTo>
                  <a:cubicBezTo>
                    <a:pt x="1622" y="4727"/>
                    <a:pt x="1789" y="4760"/>
                    <a:pt x="1956" y="4783"/>
                  </a:cubicBezTo>
                  <a:cubicBezTo>
                    <a:pt x="2332" y="4841"/>
                    <a:pt x="2714" y="4881"/>
                    <a:pt x="3095" y="4881"/>
                  </a:cubicBezTo>
                  <a:cubicBezTo>
                    <a:pt x="3433" y="4881"/>
                    <a:pt x="3770" y="4850"/>
                    <a:pt x="4100" y="4771"/>
                  </a:cubicBezTo>
                  <a:cubicBezTo>
                    <a:pt x="4911" y="4583"/>
                    <a:pt x="5866" y="4038"/>
                    <a:pt x="6144" y="3138"/>
                  </a:cubicBezTo>
                  <a:cubicBezTo>
                    <a:pt x="6211" y="2927"/>
                    <a:pt x="6221" y="2705"/>
                    <a:pt x="6211" y="2483"/>
                  </a:cubicBezTo>
                  <a:cubicBezTo>
                    <a:pt x="6211" y="2405"/>
                    <a:pt x="6199" y="2339"/>
                    <a:pt x="6199" y="2260"/>
                  </a:cubicBezTo>
                  <a:cubicBezTo>
                    <a:pt x="6122" y="1717"/>
                    <a:pt x="5900" y="1183"/>
                    <a:pt x="5544" y="750"/>
                  </a:cubicBezTo>
                  <a:cubicBezTo>
                    <a:pt x="5366" y="550"/>
                    <a:pt x="5166" y="372"/>
                    <a:pt x="4944" y="228"/>
                  </a:cubicBezTo>
                  <a:cubicBezTo>
                    <a:pt x="4822" y="161"/>
                    <a:pt x="4711" y="105"/>
                    <a:pt x="4589" y="61"/>
                  </a:cubicBezTo>
                  <a:cubicBezTo>
                    <a:pt x="4504" y="31"/>
                    <a:pt x="4443" y="1"/>
                    <a:pt x="438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1"/>
            <p:cNvSpPr/>
            <p:nvPr/>
          </p:nvSpPr>
          <p:spPr>
            <a:xfrm>
              <a:off x="2060900" y="3225650"/>
              <a:ext cx="14200" cy="8250"/>
            </a:xfrm>
            <a:custGeom>
              <a:avLst/>
              <a:gdLst/>
              <a:ahLst/>
              <a:cxnLst/>
              <a:rect l="l" t="t" r="r" b="b"/>
              <a:pathLst>
                <a:path w="568" h="330" extrusionOk="0">
                  <a:moveTo>
                    <a:pt x="323" y="0"/>
                  </a:moveTo>
                  <a:cubicBezTo>
                    <a:pt x="234" y="0"/>
                    <a:pt x="142" y="17"/>
                    <a:pt x="56" y="59"/>
                  </a:cubicBezTo>
                  <a:cubicBezTo>
                    <a:pt x="45" y="71"/>
                    <a:pt x="22" y="82"/>
                    <a:pt x="12" y="104"/>
                  </a:cubicBezTo>
                  <a:cubicBezTo>
                    <a:pt x="0" y="126"/>
                    <a:pt x="0" y="160"/>
                    <a:pt x="12" y="182"/>
                  </a:cubicBezTo>
                  <a:cubicBezTo>
                    <a:pt x="41" y="260"/>
                    <a:pt x="70" y="330"/>
                    <a:pt x="145" y="330"/>
                  </a:cubicBezTo>
                  <a:cubicBezTo>
                    <a:pt x="155" y="330"/>
                    <a:pt x="166" y="329"/>
                    <a:pt x="178" y="326"/>
                  </a:cubicBezTo>
                  <a:cubicBezTo>
                    <a:pt x="289" y="315"/>
                    <a:pt x="400" y="281"/>
                    <a:pt x="500" y="249"/>
                  </a:cubicBezTo>
                  <a:cubicBezTo>
                    <a:pt x="533" y="237"/>
                    <a:pt x="556" y="226"/>
                    <a:pt x="567" y="193"/>
                  </a:cubicBezTo>
                  <a:lnTo>
                    <a:pt x="567" y="148"/>
                  </a:lnTo>
                  <a:cubicBezTo>
                    <a:pt x="556" y="104"/>
                    <a:pt x="545" y="59"/>
                    <a:pt x="500" y="26"/>
                  </a:cubicBezTo>
                  <a:cubicBezTo>
                    <a:pt x="478" y="4"/>
                    <a:pt x="434" y="4"/>
                    <a:pt x="400" y="4"/>
                  </a:cubicBezTo>
                  <a:cubicBezTo>
                    <a:pt x="375" y="2"/>
                    <a:pt x="349" y="0"/>
                    <a:pt x="32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1"/>
            <p:cNvSpPr/>
            <p:nvPr/>
          </p:nvSpPr>
          <p:spPr>
            <a:xfrm>
              <a:off x="2013400" y="3168800"/>
              <a:ext cx="35575" cy="20300"/>
            </a:xfrm>
            <a:custGeom>
              <a:avLst/>
              <a:gdLst/>
              <a:ahLst/>
              <a:cxnLst/>
              <a:rect l="l" t="t" r="r" b="b"/>
              <a:pathLst>
                <a:path w="1423" h="812" extrusionOk="0">
                  <a:moveTo>
                    <a:pt x="1290" y="0"/>
                  </a:moveTo>
                  <a:cubicBezTo>
                    <a:pt x="1090" y="23"/>
                    <a:pt x="890" y="101"/>
                    <a:pt x="723" y="190"/>
                  </a:cubicBezTo>
                  <a:cubicBezTo>
                    <a:pt x="445" y="323"/>
                    <a:pt x="201" y="511"/>
                    <a:pt x="1" y="745"/>
                  </a:cubicBezTo>
                  <a:cubicBezTo>
                    <a:pt x="12" y="767"/>
                    <a:pt x="23" y="790"/>
                    <a:pt x="45" y="812"/>
                  </a:cubicBezTo>
                  <a:cubicBezTo>
                    <a:pt x="423" y="590"/>
                    <a:pt x="878" y="511"/>
                    <a:pt x="1312" y="423"/>
                  </a:cubicBezTo>
                  <a:cubicBezTo>
                    <a:pt x="1345" y="423"/>
                    <a:pt x="1389" y="412"/>
                    <a:pt x="1423" y="390"/>
                  </a:cubicBezTo>
                  <a:cubicBezTo>
                    <a:pt x="1367" y="267"/>
                    <a:pt x="1322" y="134"/>
                    <a:pt x="12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1"/>
            <p:cNvSpPr/>
            <p:nvPr/>
          </p:nvSpPr>
          <p:spPr>
            <a:xfrm>
              <a:off x="2083675" y="3169900"/>
              <a:ext cx="40300" cy="19475"/>
            </a:xfrm>
            <a:custGeom>
              <a:avLst/>
              <a:gdLst/>
              <a:ahLst/>
              <a:cxnLst/>
              <a:rect l="l" t="t" r="r" b="b"/>
              <a:pathLst>
                <a:path w="1612" h="779" extrusionOk="0">
                  <a:moveTo>
                    <a:pt x="111" y="1"/>
                  </a:moveTo>
                  <a:cubicBezTo>
                    <a:pt x="78" y="156"/>
                    <a:pt x="34" y="301"/>
                    <a:pt x="0" y="457"/>
                  </a:cubicBezTo>
                  <a:cubicBezTo>
                    <a:pt x="34" y="467"/>
                    <a:pt x="78" y="479"/>
                    <a:pt x="123" y="479"/>
                  </a:cubicBezTo>
                  <a:cubicBezTo>
                    <a:pt x="611" y="534"/>
                    <a:pt x="1122" y="579"/>
                    <a:pt x="1567" y="779"/>
                  </a:cubicBezTo>
                  <a:cubicBezTo>
                    <a:pt x="1577" y="756"/>
                    <a:pt x="1600" y="723"/>
                    <a:pt x="1611" y="701"/>
                  </a:cubicBezTo>
                  <a:cubicBezTo>
                    <a:pt x="1355" y="467"/>
                    <a:pt x="1066" y="279"/>
                    <a:pt x="745" y="156"/>
                  </a:cubicBezTo>
                  <a:cubicBezTo>
                    <a:pt x="555" y="79"/>
                    <a:pt x="323" y="1"/>
                    <a:pt x="11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1"/>
            <p:cNvSpPr/>
            <p:nvPr/>
          </p:nvSpPr>
          <p:spPr>
            <a:xfrm>
              <a:off x="2078725" y="3211625"/>
              <a:ext cx="12175" cy="17375"/>
            </a:xfrm>
            <a:custGeom>
              <a:avLst/>
              <a:gdLst/>
              <a:ahLst/>
              <a:cxnLst/>
              <a:rect l="l" t="t" r="r" b="b"/>
              <a:pathLst>
                <a:path w="487" h="695" extrusionOk="0">
                  <a:moveTo>
                    <a:pt x="188" y="1"/>
                  </a:moveTo>
                  <a:cubicBezTo>
                    <a:pt x="170" y="1"/>
                    <a:pt x="154" y="16"/>
                    <a:pt x="154" y="32"/>
                  </a:cubicBezTo>
                  <a:cubicBezTo>
                    <a:pt x="143" y="143"/>
                    <a:pt x="98" y="309"/>
                    <a:pt x="98" y="343"/>
                  </a:cubicBezTo>
                  <a:cubicBezTo>
                    <a:pt x="76" y="443"/>
                    <a:pt x="42" y="543"/>
                    <a:pt x="10" y="643"/>
                  </a:cubicBezTo>
                  <a:cubicBezTo>
                    <a:pt x="1" y="669"/>
                    <a:pt x="19" y="694"/>
                    <a:pt x="43" y="694"/>
                  </a:cubicBezTo>
                  <a:cubicBezTo>
                    <a:pt x="50" y="694"/>
                    <a:pt x="57" y="692"/>
                    <a:pt x="65" y="687"/>
                  </a:cubicBezTo>
                  <a:cubicBezTo>
                    <a:pt x="176" y="632"/>
                    <a:pt x="287" y="543"/>
                    <a:pt x="410" y="487"/>
                  </a:cubicBezTo>
                  <a:cubicBezTo>
                    <a:pt x="442" y="476"/>
                    <a:pt x="476" y="454"/>
                    <a:pt x="487" y="420"/>
                  </a:cubicBezTo>
                  <a:cubicBezTo>
                    <a:pt x="487" y="398"/>
                    <a:pt x="476" y="376"/>
                    <a:pt x="465" y="354"/>
                  </a:cubicBezTo>
                  <a:cubicBezTo>
                    <a:pt x="398" y="232"/>
                    <a:pt x="309" y="109"/>
                    <a:pt x="210" y="10"/>
                  </a:cubicBezTo>
                  <a:cubicBezTo>
                    <a:pt x="203" y="3"/>
                    <a:pt x="196" y="1"/>
                    <a:pt x="18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1"/>
            <p:cNvSpPr/>
            <p:nvPr/>
          </p:nvSpPr>
          <p:spPr>
            <a:xfrm>
              <a:off x="2024525" y="3218550"/>
              <a:ext cx="13300" cy="15875"/>
            </a:xfrm>
            <a:custGeom>
              <a:avLst/>
              <a:gdLst/>
              <a:ahLst/>
              <a:cxnLst/>
              <a:rect l="l" t="t" r="r" b="b"/>
              <a:pathLst>
                <a:path w="532" h="635" extrusionOk="0">
                  <a:moveTo>
                    <a:pt x="207" y="0"/>
                  </a:moveTo>
                  <a:cubicBezTo>
                    <a:pt x="194" y="0"/>
                    <a:pt x="183" y="6"/>
                    <a:pt x="178" y="22"/>
                  </a:cubicBezTo>
                  <a:cubicBezTo>
                    <a:pt x="100" y="143"/>
                    <a:pt x="45" y="277"/>
                    <a:pt x="11" y="422"/>
                  </a:cubicBezTo>
                  <a:cubicBezTo>
                    <a:pt x="11" y="444"/>
                    <a:pt x="0" y="466"/>
                    <a:pt x="11" y="477"/>
                  </a:cubicBezTo>
                  <a:cubicBezTo>
                    <a:pt x="22" y="510"/>
                    <a:pt x="55" y="521"/>
                    <a:pt x="89" y="533"/>
                  </a:cubicBezTo>
                  <a:cubicBezTo>
                    <a:pt x="222" y="555"/>
                    <a:pt x="356" y="610"/>
                    <a:pt x="478" y="632"/>
                  </a:cubicBezTo>
                  <a:cubicBezTo>
                    <a:pt x="482" y="634"/>
                    <a:pt x="487" y="634"/>
                    <a:pt x="491" y="634"/>
                  </a:cubicBezTo>
                  <a:cubicBezTo>
                    <a:pt x="517" y="634"/>
                    <a:pt x="532" y="605"/>
                    <a:pt x="522" y="577"/>
                  </a:cubicBezTo>
                  <a:cubicBezTo>
                    <a:pt x="467" y="488"/>
                    <a:pt x="411" y="399"/>
                    <a:pt x="366" y="310"/>
                  </a:cubicBezTo>
                  <a:cubicBezTo>
                    <a:pt x="356" y="277"/>
                    <a:pt x="278" y="121"/>
                    <a:pt x="245" y="22"/>
                  </a:cubicBezTo>
                  <a:cubicBezTo>
                    <a:pt x="238" y="9"/>
                    <a:pt x="222" y="0"/>
                    <a:pt x="20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1"/>
            <p:cNvSpPr/>
            <p:nvPr/>
          </p:nvSpPr>
          <p:spPr>
            <a:xfrm>
              <a:off x="2070075" y="3291000"/>
              <a:ext cx="115825" cy="55575"/>
            </a:xfrm>
            <a:custGeom>
              <a:avLst/>
              <a:gdLst/>
              <a:ahLst/>
              <a:cxnLst/>
              <a:rect l="l" t="t" r="r" b="b"/>
              <a:pathLst>
                <a:path w="4633" h="2223" extrusionOk="0">
                  <a:moveTo>
                    <a:pt x="3743" y="167"/>
                  </a:moveTo>
                  <a:lnTo>
                    <a:pt x="3743" y="167"/>
                  </a:lnTo>
                  <a:cubicBezTo>
                    <a:pt x="3822" y="289"/>
                    <a:pt x="3854" y="456"/>
                    <a:pt x="3854" y="622"/>
                  </a:cubicBezTo>
                  <a:cubicBezTo>
                    <a:pt x="3766" y="501"/>
                    <a:pt x="3721" y="334"/>
                    <a:pt x="3743" y="167"/>
                  </a:cubicBezTo>
                  <a:close/>
                  <a:moveTo>
                    <a:pt x="2388" y="456"/>
                  </a:moveTo>
                  <a:lnTo>
                    <a:pt x="2388" y="456"/>
                  </a:lnTo>
                  <a:cubicBezTo>
                    <a:pt x="2400" y="523"/>
                    <a:pt x="2410" y="590"/>
                    <a:pt x="2400" y="656"/>
                  </a:cubicBezTo>
                  <a:cubicBezTo>
                    <a:pt x="2388" y="600"/>
                    <a:pt x="2388" y="523"/>
                    <a:pt x="2388" y="456"/>
                  </a:cubicBezTo>
                  <a:close/>
                  <a:moveTo>
                    <a:pt x="1966" y="567"/>
                  </a:moveTo>
                  <a:cubicBezTo>
                    <a:pt x="1977" y="645"/>
                    <a:pt x="1966" y="723"/>
                    <a:pt x="1966" y="800"/>
                  </a:cubicBezTo>
                  <a:cubicBezTo>
                    <a:pt x="1955" y="790"/>
                    <a:pt x="1955" y="778"/>
                    <a:pt x="1944" y="756"/>
                  </a:cubicBezTo>
                  <a:cubicBezTo>
                    <a:pt x="1933" y="701"/>
                    <a:pt x="1933" y="622"/>
                    <a:pt x="1966" y="567"/>
                  </a:cubicBezTo>
                  <a:close/>
                  <a:moveTo>
                    <a:pt x="1289" y="845"/>
                  </a:moveTo>
                  <a:cubicBezTo>
                    <a:pt x="1299" y="845"/>
                    <a:pt x="1333" y="901"/>
                    <a:pt x="1333" y="945"/>
                  </a:cubicBezTo>
                  <a:cubicBezTo>
                    <a:pt x="1333" y="1078"/>
                    <a:pt x="1311" y="1200"/>
                    <a:pt x="1277" y="1323"/>
                  </a:cubicBezTo>
                  <a:cubicBezTo>
                    <a:pt x="1222" y="1189"/>
                    <a:pt x="1222" y="1022"/>
                    <a:pt x="1267" y="878"/>
                  </a:cubicBezTo>
                  <a:cubicBezTo>
                    <a:pt x="1267" y="867"/>
                    <a:pt x="1277" y="856"/>
                    <a:pt x="1289" y="845"/>
                  </a:cubicBezTo>
                  <a:close/>
                  <a:moveTo>
                    <a:pt x="3688" y="0"/>
                  </a:moveTo>
                  <a:lnTo>
                    <a:pt x="3677" y="67"/>
                  </a:lnTo>
                  <a:cubicBezTo>
                    <a:pt x="3622" y="323"/>
                    <a:pt x="3699" y="590"/>
                    <a:pt x="3854" y="745"/>
                  </a:cubicBezTo>
                  <a:lnTo>
                    <a:pt x="3854" y="778"/>
                  </a:lnTo>
                  <a:cubicBezTo>
                    <a:pt x="3854" y="945"/>
                    <a:pt x="3854" y="1167"/>
                    <a:pt x="3766" y="1333"/>
                  </a:cubicBezTo>
                  <a:cubicBezTo>
                    <a:pt x="3665" y="1492"/>
                    <a:pt x="3477" y="1588"/>
                    <a:pt x="3277" y="1588"/>
                  </a:cubicBezTo>
                  <a:cubicBezTo>
                    <a:pt x="3211" y="1588"/>
                    <a:pt x="3143" y="1578"/>
                    <a:pt x="3077" y="1556"/>
                  </a:cubicBezTo>
                  <a:cubicBezTo>
                    <a:pt x="2855" y="1478"/>
                    <a:pt x="2655" y="1278"/>
                    <a:pt x="2511" y="1000"/>
                  </a:cubicBezTo>
                  <a:cubicBezTo>
                    <a:pt x="2488" y="945"/>
                    <a:pt x="2466" y="889"/>
                    <a:pt x="2433" y="822"/>
                  </a:cubicBezTo>
                  <a:cubicBezTo>
                    <a:pt x="2499" y="656"/>
                    <a:pt x="2499" y="456"/>
                    <a:pt x="2422" y="301"/>
                  </a:cubicBezTo>
                  <a:lnTo>
                    <a:pt x="2388" y="212"/>
                  </a:lnTo>
                  <a:lnTo>
                    <a:pt x="2355" y="301"/>
                  </a:lnTo>
                  <a:cubicBezTo>
                    <a:pt x="2277" y="478"/>
                    <a:pt x="2299" y="667"/>
                    <a:pt x="2355" y="822"/>
                  </a:cubicBezTo>
                  <a:cubicBezTo>
                    <a:pt x="2333" y="878"/>
                    <a:pt x="2299" y="923"/>
                    <a:pt x="2266" y="967"/>
                  </a:cubicBezTo>
                  <a:cubicBezTo>
                    <a:pt x="2247" y="987"/>
                    <a:pt x="2219" y="1014"/>
                    <a:pt x="2198" y="1014"/>
                  </a:cubicBezTo>
                  <a:cubicBezTo>
                    <a:pt x="2194" y="1014"/>
                    <a:pt x="2191" y="1013"/>
                    <a:pt x="2188" y="1012"/>
                  </a:cubicBezTo>
                  <a:cubicBezTo>
                    <a:pt x="2166" y="1012"/>
                    <a:pt x="2155" y="1000"/>
                    <a:pt x="2133" y="989"/>
                  </a:cubicBezTo>
                  <a:cubicBezTo>
                    <a:pt x="2089" y="956"/>
                    <a:pt x="2055" y="923"/>
                    <a:pt x="2022" y="889"/>
                  </a:cubicBezTo>
                  <a:cubicBezTo>
                    <a:pt x="2055" y="756"/>
                    <a:pt x="2055" y="622"/>
                    <a:pt x="2044" y="489"/>
                  </a:cubicBezTo>
                  <a:lnTo>
                    <a:pt x="2044" y="434"/>
                  </a:lnTo>
                  <a:lnTo>
                    <a:pt x="1988" y="456"/>
                  </a:lnTo>
                  <a:cubicBezTo>
                    <a:pt x="1866" y="511"/>
                    <a:pt x="1833" y="667"/>
                    <a:pt x="1877" y="790"/>
                  </a:cubicBezTo>
                  <a:cubicBezTo>
                    <a:pt x="1889" y="834"/>
                    <a:pt x="1911" y="878"/>
                    <a:pt x="1944" y="911"/>
                  </a:cubicBezTo>
                  <a:cubicBezTo>
                    <a:pt x="1899" y="1133"/>
                    <a:pt x="1788" y="1345"/>
                    <a:pt x="1644" y="1511"/>
                  </a:cubicBezTo>
                  <a:cubicBezTo>
                    <a:pt x="1610" y="1545"/>
                    <a:pt x="1578" y="1578"/>
                    <a:pt x="1544" y="1578"/>
                  </a:cubicBezTo>
                  <a:cubicBezTo>
                    <a:pt x="1538" y="1579"/>
                    <a:pt x="1532" y="1579"/>
                    <a:pt x="1526" y="1579"/>
                  </a:cubicBezTo>
                  <a:cubicBezTo>
                    <a:pt x="1465" y="1579"/>
                    <a:pt x="1408" y="1530"/>
                    <a:pt x="1388" y="1500"/>
                  </a:cubicBezTo>
                  <a:cubicBezTo>
                    <a:pt x="1366" y="1478"/>
                    <a:pt x="1344" y="1456"/>
                    <a:pt x="1333" y="1434"/>
                  </a:cubicBezTo>
                  <a:cubicBezTo>
                    <a:pt x="1388" y="1278"/>
                    <a:pt x="1410" y="1111"/>
                    <a:pt x="1410" y="945"/>
                  </a:cubicBezTo>
                  <a:cubicBezTo>
                    <a:pt x="1410" y="889"/>
                    <a:pt x="1378" y="800"/>
                    <a:pt x="1322" y="778"/>
                  </a:cubicBezTo>
                  <a:cubicBezTo>
                    <a:pt x="1313" y="774"/>
                    <a:pt x="1302" y="771"/>
                    <a:pt x="1290" y="771"/>
                  </a:cubicBezTo>
                  <a:cubicBezTo>
                    <a:pt x="1272" y="771"/>
                    <a:pt x="1253" y="776"/>
                    <a:pt x="1233" y="790"/>
                  </a:cubicBezTo>
                  <a:cubicBezTo>
                    <a:pt x="1211" y="800"/>
                    <a:pt x="1200" y="822"/>
                    <a:pt x="1200" y="856"/>
                  </a:cubicBezTo>
                  <a:cubicBezTo>
                    <a:pt x="1133" y="1045"/>
                    <a:pt x="1144" y="1267"/>
                    <a:pt x="1244" y="1434"/>
                  </a:cubicBezTo>
                  <a:cubicBezTo>
                    <a:pt x="1166" y="1644"/>
                    <a:pt x="1044" y="1834"/>
                    <a:pt x="889" y="1978"/>
                  </a:cubicBezTo>
                  <a:cubicBezTo>
                    <a:pt x="815" y="2042"/>
                    <a:pt x="689" y="2136"/>
                    <a:pt x="547" y="2136"/>
                  </a:cubicBezTo>
                  <a:cubicBezTo>
                    <a:pt x="517" y="2136"/>
                    <a:pt x="486" y="2132"/>
                    <a:pt x="455" y="2123"/>
                  </a:cubicBezTo>
                  <a:cubicBezTo>
                    <a:pt x="289" y="2067"/>
                    <a:pt x="211" y="1867"/>
                    <a:pt x="166" y="1711"/>
                  </a:cubicBezTo>
                  <a:cubicBezTo>
                    <a:pt x="77" y="1345"/>
                    <a:pt x="77" y="956"/>
                    <a:pt x="178" y="590"/>
                  </a:cubicBezTo>
                  <a:lnTo>
                    <a:pt x="100" y="578"/>
                  </a:lnTo>
                  <a:cubicBezTo>
                    <a:pt x="0" y="945"/>
                    <a:pt x="0" y="1345"/>
                    <a:pt x="89" y="1723"/>
                  </a:cubicBezTo>
                  <a:cubicBezTo>
                    <a:pt x="156" y="1989"/>
                    <a:pt x="277" y="2145"/>
                    <a:pt x="433" y="2200"/>
                  </a:cubicBezTo>
                  <a:cubicBezTo>
                    <a:pt x="477" y="2211"/>
                    <a:pt x="511" y="2222"/>
                    <a:pt x="544" y="2222"/>
                  </a:cubicBezTo>
                  <a:cubicBezTo>
                    <a:pt x="711" y="2222"/>
                    <a:pt x="855" y="2111"/>
                    <a:pt x="944" y="2034"/>
                  </a:cubicBezTo>
                  <a:cubicBezTo>
                    <a:pt x="1099" y="1889"/>
                    <a:pt x="1222" y="1711"/>
                    <a:pt x="1299" y="1523"/>
                  </a:cubicBezTo>
                  <a:cubicBezTo>
                    <a:pt x="1311" y="1533"/>
                    <a:pt x="1311" y="1545"/>
                    <a:pt x="1322" y="1556"/>
                  </a:cubicBezTo>
                  <a:cubicBezTo>
                    <a:pt x="1386" y="1620"/>
                    <a:pt x="1450" y="1662"/>
                    <a:pt x="1515" y="1662"/>
                  </a:cubicBezTo>
                  <a:cubicBezTo>
                    <a:pt x="1528" y="1662"/>
                    <a:pt x="1542" y="1660"/>
                    <a:pt x="1555" y="1656"/>
                  </a:cubicBezTo>
                  <a:cubicBezTo>
                    <a:pt x="1622" y="1644"/>
                    <a:pt x="1666" y="1600"/>
                    <a:pt x="1699" y="1556"/>
                  </a:cubicBezTo>
                  <a:cubicBezTo>
                    <a:pt x="1844" y="1400"/>
                    <a:pt x="1955" y="1200"/>
                    <a:pt x="2010" y="989"/>
                  </a:cubicBezTo>
                  <a:cubicBezTo>
                    <a:pt x="2033" y="1012"/>
                    <a:pt x="2055" y="1034"/>
                    <a:pt x="2089" y="1045"/>
                  </a:cubicBezTo>
                  <a:cubicBezTo>
                    <a:pt x="2111" y="1067"/>
                    <a:pt x="2144" y="1089"/>
                    <a:pt x="2177" y="1101"/>
                  </a:cubicBezTo>
                  <a:cubicBezTo>
                    <a:pt x="2233" y="1101"/>
                    <a:pt x="2277" y="1078"/>
                    <a:pt x="2333" y="1012"/>
                  </a:cubicBezTo>
                  <a:cubicBezTo>
                    <a:pt x="2355" y="989"/>
                    <a:pt x="2377" y="956"/>
                    <a:pt x="2388" y="923"/>
                  </a:cubicBezTo>
                  <a:cubicBezTo>
                    <a:pt x="2410" y="967"/>
                    <a:pt x="2422" y="1000"/>
                    <a:pt x="2444" y="1034"/>
                  </a:cubicBezTo>
                  <a:cubicBezTo>
                    <a:pt x="2588" y="1333"/>
                    <a:pt x="2810" y="1545"/>
                    <a:pt x="3055" y="1622"/>
                  </a:cubicBezTo>
                  <a:cubicBezTo>
                    <a:pt x="3134" y="1652"/>
                    <a:pt x="3215" y="1665"/>
                    <a:pt x="3295" y="1665"/>
                  </a:cubicBezTo>
                  <a:cubicBezTo>
                    <a:pt x="3518" y="1665"/>
                    <a:pt x="3726" y="1558"/>
                    <a:pt x="3832" y="1378"/>
                  </a:cubicBezTo>
                  <a:cubicBezTo>
                    <a:pt x="3933" y="1200"/>
                    <a:pt x="3943" y="989"/>
                    <a:pt x="3943" y="812"/>
                  </a:cubicBezTo>
                  <a:cubicBezTo>
                    <a:pt x="4015" y="855"/>
                    <a:pt x="4105" y="879"/>
                    <a:pt x="4199" y="879"/>
                  </a:cubicBezTo>
                  <a:cubicBezTo>
                    <a:pt x="4251" y="879"/>
                    <a:pt x="4303" y="872"/>
                    <a:pt x="4355" y="856"/>
                  </a:cubicBezTo>
                  <a:cubicBezTo>
                    <a:pt x="4488" y="812"/>
                    <a:pt x="4588" y="711"/>
                    <a:pt x="4632" y="590"/>
                  </a:cubicBezTo>
                  <a:lnTo>
                    <a:pt x="4555" y="567"/>
                  </a:lnTo>
                  <a:cubicBezTo>
                    <a:pt x="4521" y="667"/>
                    <a:pt x="4444" y="745"/>
                    <a:pt x="4333" y="778"/>
                  </a:cubicBezTo>
                  <a:cubicBezTo>
                    <a:pt x="4287" y="794"/>
                    <a:pt x="4241" y="802"/>
                    <a:pt x="4195" y="802"/>
                  </a:cubicBezTo>
                  <a:cubicBezTo>
                    <a:pt x="4116" y="802"/>
                    <a:pt x="4040" y="780"/>
                    <a:pt x="3977" y="745"/>
                  </a:cubicBezTo>
                  <a:lnTo>
                    <a:pt x="3943" y="711"/>
                  </a:lnTo>
                  <a:cubicBezTo>
                    <a:pt x="3933" y="456"/>
                    <a:pt x="3910" y="212"/>
                    <a:pt x="3743" y="45"/>
                  </a:cubicBezTo>
                  <a:lnTo>
                    <a:pt x="368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1"/>
            <p:cNvSpPr/>
            <p:nvPr/>
          </p:nvSpPr>
          <p:spPr>
            <a:xfrm>
              <a:off x="2136425" y="3092400"/>
              <a:ext cx="25325" cy="33650"/>
            </a:xfrm>
            <a:custGeom>
              <a:avLst/>
              <a:gdLst/>
              <a:ahLst/>
              <a:cxnLst/>
              <a:rect l="l" t="t" r="r" b="b"/>
              <a:pathLst>
                <a:path w="1013" h="1346" extrusionOk="0">
                  <a:moveTo>
                    <a:pt x="308" y="1"/>
                  </a:moveTo>
                  <a:cubicBezTo>
                    <a:pt x="287" y="1"/>
                    <a:pt x="266" y="10"/>
                    <a:pt x="245" y="24"/>
                  </a:cubicBezTo>
                  <a:cubicBezTo>
                    <a:pt x="190" y="69"/>
                    <a:pt x="168" y="135"/>
                    <a:pt x="156" y="213"/>
                  </a:cubicBezTo>
                  <a:lnTo>
                    <a:pt x="1" y="780"/>
                  </a:lnTo>
                  <a:lnTo>
                    <a:pt x="79" y="802"/>
                  </a:lnTo>
                  <a:lnTo>
                    <a:pt x="223" y="235"/>
                  </a:lnTo>
                  <a:cubicBezTo>
                    <a:pt x="245" y="168"/>
                    <a:pt x="257" y="113"/>
                    <a:pt x="301" y="91"/>
                  </a:cubicBezTo>
                  <a:cubicBezTo>
                    <a:pt x="301" y="79"/>
                    <a:pt x="312" y="79"/>
                    <a:pt x="312" y="79"/>
                  </a:cubicBezTo>
                  <a:cubicBezTo>
                    <a:pt x="312" y="79"/>
                    <a:pt x="312" y="91"/>
                    <a:pt x="323" y="113"/>
                  </a:cubicBezTo>
                  <a:cubicBezTo>
                    <a:pt x="345" y="324"/>
                    <a:pt x="356" y="546"/>
                    <a:pt x="323" y="768"/>
                  </a:cubicBezTo>
                  <a:lnTo>
                    <a:pt x="312" y="924"/>
                  </a:lnTo>
                  <a:lnTo>
                    <a:pt x="823" y="190"/>
                  </a:lnTo>
                  <a:cubicBezTo>
                    <a:pt x="834" y="157"/>
                    <a:pt x="867" y="124"/>
                    <a:pt x="889" y="124"/>
                  </a:cubicBezTo>
                  <a:cubicBezTo>
                    <a:pt x="912" y="568"/>
                    <a:pt x="701" y="1024"/>
                    <a:pt x="345" y="1279"/>
                  </a:cubicBezTo>
                  <a:lnTo>
                    <a:pt x="390" y="1346"/>
                  </a:lnTo>
                  <a:cubicBezTo>
                    <a:pt x="778" y="1068"/>
                    <a:pt x="1012" y="568"/>
                    <a:pt x="968" y="79"/>
                  </a:cubicBezTo>
                  <a:lnTo>
                    <a:pt x="968" y="46"/>
                  </a:lnTo>
                  <a:lnTo>
                    <a:pt x="945" y="46"/>
                  </a:lnTo>
                  <a:cubicBezTo>
                    <a:pt x="932" y="42"/>
                    <a:pt x="919" y="40"/>
                    <a:pt x="905" y="40"/>
                  </a:cubicBezTo>
                  <a:cubicBezTo>
                    <a:pt x="852" y="40"/>
                    <a:pt x="801" y="75"/>
                    <a:pt x="756" y="146"/>
                  </a:cubicBezTo>
                  <a:lnTo>
                    <a:pt x="423" y="624"/>
                  </a:lnTo>
                  <a:cubicBezTo>
                    <a:pt x="434" y="446"/>
                    <a:pt x="423" y="269"/>
                    <a:pt x="401" y="102"/>
                  </a:cubicBezTo>
                  <a:cubicBezTo>
                    <a:pt x="390" y="79"/>
                    <a:pt x="390" y="24"/>
                    <a:pt x="345" y="13"/>
                  </a:cubicBezTo>
                  <a:cubicBezTo>
                    <a:pt x="333" y="4"/>
                    <a:pt x="320" y="1"/>
                    <a:pt x="30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1"/>
            <p:cNvSpPr/>
            <p:nvPr/>
          </p:nvSpPr>
          <p:spPr>
            <a:xfrm>
              <a:off x="1984800" y="3150750"/>
              <a:ext cx="35575" cy="56950"/>
            </a:xfrm>
            <a:custGeom>
              <a:avLst/>
              <a:gdLst/>
              <a:ahLst/>
              <a:cxnLst/>
              <a:rect l="l" t="t" r="r" b="b"/>
              <a:pathLst>
                <a:path w="1423" h="2278" extrusionOk="0">
                  <a:moveTo>
                    <a:pt x="645" y="1600"/>
                  </a:moveTo>
                  <a:lnTo>
                    <a:pt x="645" y="1600"/>
                  </a:lnTo>
                  <a:cubicBezTo>
                    <a:pt x="567" y="1689"/>
                    <a:pt x="478" y="1789"/>
                    <a:pt x="367" y="1845"/>
                  </a:cubicBezTo>
                  <a:cubicBezTo>
                    <a:pt x="434" y="1734"/>
                    <a:pt x="533" y="1633"/>
                    <a:pt x="645" y="1600"/>
                  </a:cubicBezTo>
                  <a:close/>
                  <a:moveTo>
                    <a:pt x="1145" y="1"/>
                  </a:moveTo>
                  <a:cubicBezTo>
                    <a:pt x="923" y="112"/>
                    <a:pt x="723" y="256"/>
                    <a:pt x="556" y="434"/>
                  </a:cubicBezTo>
                  <a:cubicBezTo>
                    <a:pt x="467" y="522"/>
                    <a:pt x="412" y="656"/>
                    <a:pt x="489" y="734"/>
                  </a:cubicBezTo>
                  <a:cubicBezTo>
                    <a:pt x="533" y="778"/>
                    <a:pt x="578" y="778"/>
                    <a:pt x="622" y="789"/>
                  </a:cubicBezTo>
                  <a:lnTo>
                    <a:pt x="711" y="789"/>
                  </a:lnTo>
                  <a:cubicBezTo>
                    <a:pt x="400" y="1001"/>
                    <a:pt x="167" y="1322"/>
                    <a:pt x="45" y="1700"/>
                  </a:cubicBezTo>
                  <a:cubicBezTo>
                    <a:pt x="34" y="1734"/>
                    <a:pt x="0" y="1833"/>
                    <a:pt x="67" y="1900"/>
                  </a:cubicBezTo>
                  <a:cubicBezTo>
                    <a:pt x="89" y="1934"/>
                    <a:pt x="134" y="1944"/>
                    <a:pt x="156" y="1944"/>
                  </a:cubicBezTo>
                  <a:cubicBezTo>
                    <a:pt x="178" y="1956"/>
                    <a:pt x="200" y="1956"/>
                    <a:pt x="212" y="1956"/>
                  </a:cubicBezTo>
                  <a:lnTo>
                    <a:pt x="212" y="1967"/>
                  </a:lnTo>
                  <a:cubicBezTo>
                    <a:pt x="190" y="2023"/>
                    <a:pt x="167" y="2078"/>
                    <a:pt x="167" y="2134"/>
                  </a:cubicBezTo>
                  <a:cubicBezTo>
                    <a:pt x="167" y="2200"/>
                    <a:pt x="222" y="2278"/>
                    <a:pt x="301" y="2278"/>
                  </a:cubicBezTo>
                  <a:lnTo>
                    <a:pt x="301" y="2200"/>
                  </a:lnTo>
                  <a:cubicBezTo>
                    <a:pt x="278" y="2200"/>
                    <a:pt x="245" y="2167"/>
                    <a:pt x="245" y="2134"/>
                  </a:cubicBezTo>
                  <a:cubicBezTo>
                    <a:pt x="245" y="2089"/>
                    <a:pt x="267" y="2045"/>
                    <a:pt x="278" y="2000"/>
                  </a:cubicBezTo>
                  <a:cubicBezTo>
                    <a:pt x="289" y="1978"/>
                    <a:pt x="301" y="1967"/>
                    <a:pt x="311" y="1944"/>
                  </a:cubicBezTo>
                  <a:cubicBezTo>
                    <a:pt x="501" y="1900"/>
                    <a:pt x="656" y="1722"/>
                    <a:pt x="767" y="1578"/>
                  </a:cubicBezTo>
                  <a:lnTo>
                    <a:pt x="812" y="1512"/>
                  </a:lnTo>
                  <a:lnTo>
                    <a:pt x="745" y="1512"/>
                  </a:lnTo>
                  <a:cubicBezTo>
                    <a:pt x="737" y="1511"/>
                    <a:pt x="730" y="1511"/>
                    <a:pt x="722" y="1511"/>
                  </a:cubicBezTo>
                  <a:cubicBezTo>
                    <a:pt x="542" y="1511"/>
                    <a:pt x="384" y="1643"/>
                    <a:pt x="256" y="1878"/>
                  </a:cubicBezTo>
                  <a:cubicBezTo>
                    <a:pt x="234" y="1878"/>
                    <a:pt x="200" y="1878"/>
                    <a:pt x="178" y="1867"/>
                  </a:cubicBezTo>
                  <a:cubicBezTo>
                    <a:pt x="145" y="1867"/>
                    <a:pt x="134" y="1856"/>
                    <a:pt x="123" y="1845"/>
                  </a:cubicBezTo>
                  <a:cubicBezTo>
                    <a:pt x="101" y="1823"/>
                    <a:pt x="101" y="1789"/>
                    <a:pt x="123" y="1722"/>
                  </a:cubicBezTo>
                  <a:cubicBezTo>
                    <a:pt x="256" y="1312"/>
                    <a:pt x="533" y="956"/>
                    <a:pt x="901" y="756"/>
                  </a:cubicBezTo>
                  <a:cubicBezTo>
                    <a:pt x="1000" y="734"/>
                    <a:pt x="1100" y="690"/>
                    <a:pt x="1178" y="634"/>
                  </a:cubicBezTo>
                  <a:lnTo>
                    <a:pt x="1422" y="467"/>
                  </a:lnTo>
                  <a:lnTo>
                    <a:pt x="1145" y="567"/>
                  </a:lnTo>
                  <a:cubicBezTo>
                    <a:pt x="1056" y="589"/>
                    <a:pt x="956" y="634"/>
                    <a:pt x="867" y="678"/>
                  </a:cubicBezTo>
                  <a:cubicBezTo>
                    <a:pt x="810" y="694"/>
                    <a:pt x="753" y="705"/>
                    <a:pt x="697" y="705"/>
                  </a:cubicBezTo>
                  <a:cubicBezTo>
                    <a:pt x="676" y="705"/>
                    <a:pt x="655" y="703"/>
                    <a:pt x="634" y="700"/>
                  </a:cubicBezTo>
                  <a:cubicBezTo>
                    <a:pt x="600" y="700"/>
                    <a:pt x="567" y="700"/>
                    <a:pt x="545" y="678"/>
                  </a:cubicBezTo>
                  <a:cubicBezTo>
                    <a:pt x="501" y="634"/>
                    <a:pt x="556" y="534"/>
                    <a:pt x="612" y="490"/>
                  </a:cubicBezTo>
                  <a:cubicBezTo>
                    <a:pt x="778" y="312"/>
                    <a:pt x="967" y="179"/>
                    <a:pt x="1178" y="78"/>
                  </a:cubicBezTo>
                  <a:lnTo>
                    <a:pt x="11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1"/>
            <p:cNvSpPr/>
            <p:nvPr/>
          </p:nvSpPr>
          <p:spPr>
            <a:xfrm>
              <a:off x="2179200" y="3186850"/>
              <a:ext cx="26125" cy="50300"/>
            </a:xfrm>
            <a:custGeom>
              <a:avLst/>
              <a:gdLst/>
              <a:ahLst/>
              <a:cxnLst/>
              <a:rect l="l" t="t" r="r" b="b"/>
              <a:pathLst>
                <a:path w="1045" h="2012" extrusionOk="0">
                  <a:moveTo>
                    <a:pt x="367" y="1145"/>
                  </a:moveTo>
                  <a:lnTo>
                    <a:pt x="367" y="1145"/>
                  </a:lnTo>
                  <a:cubicBezTo>
                    <a:pt x="445" y="1211"/>
                    <a:pt x="501" y="1278"/>
                    <a:pt x="545" y="1356"/>
                  </a:cubicBezTo>
                  <a:cubicBezTo>
                    <a:pt x="534" y="1345"/>
                    <a:pt x="511" y="1334"/>
                    <a:pt x="501" y="1322"/>
                  </a:cubicBezTo>
                  <a:cubicBezTo>
                    <a:pt x="434" y="1278"/>
                    <a:pt x="390" y="1211"/>
                    <a:pt x="367" y="1145"/>
                  </a:cubicBezTo>
                  <a:close/>
                  <a:moveTo>
                    <a:pt x="245" y="1"/>
                  </a:moveTo>
                  <a:lnTo>
                    <a:pt x="200" y="68"/>
                  </a:lnTo>
                  <a:cubicBezTo>
                    <a:pt x="501" y="245"/>
                    <a:pt x="689" y="579"/>
                    <a:pt x="822" y="900"/>
                  </a:cubicBezTo>
                  <a:cubicBezTo>
                    <a:pt x="889" y="1034"/>
                    <a:pt x="956" y="1201"/>
                    <a:pt x="911" y="1345"/>
                  </a:cubicBezTo>
                  <a:cubicBezTo>
                    <a:pt x="911" y="1367"/>
                    <a:pt x="889" y="1411"/>
                    <a:pt x="867" y="1423"/>
                  </a:cubicBezTo>
                  <a:cubicBezTo>
                    <a:pt x="856" y="1428"/>
                    <a:pt x="845" y="1431"/>
                    <a:pt x="834" y="1431"/>
                  </a:cubicBezTo>
                  <a:cubicBezTo>
                    <a:pt x="822" y="1431"/>
                    <a:pt x="811" y="1428"/>
                    <a:pt x="800" y="1423"/>
                  </a:cubicBezTo>
                  <a:cubicBezTo>
                    <a:pt x="767" y="1423"/>
                    <a:pt x="711" y="1411"/>
                    <a:pt x="667" y="1401"/>
                  </a:cubicBezTo>
                  <a:cubicBezTo>
                    <a:pt x="590" y="1256"/>
                    <a:pt x="479" y="1123"/>
                    <a:pt x="345" y="1023"/>
                  </a:cubicBezTo>
                  <a:lnTo>
                    <a:pt x="289" y="989"/>
                  </a:lnTo>
                  <a:lnTo>
                    <a:pt x="279" y="1056"/>
                  </a:lnTo>
                  <a:cubicBezTo>
                    <a:pt x="279" y="1179"/>
                    <a:pt x="345" y="1312"/>
                    <a:pt x="456" y="1389"/>
                  </a:cubicBezTo>
                  <a:cubicBezTo>
                    <a:pt x="501" y="1423"/>
                    <a:pt x="556" y="1456"/>
                    <a:pt x="612" y="1467"/>
                  </a:cubicBezTo>
                  <a:cubicBezTo>
                    <a:pt x="656" y="1567"/>
                    <a:pt x="689" y="1690"/>
                    <a:pt x="701" y="1801"/>
                  </a:cubicBezTo>
                  <a:cubicBezTo>
                    <a:pt x="701" y="1833"/>
                    <a:pt x="701" y="1900"/>
                    <a:pt x="667" y="1922"/>
                  </a:cubicBezTo>
                  <a:cubicBezTo>
                    <a:pt x="660" y="1926"/>
                    <a:pt x="651" y="1927"/>
                    <a:pt x="642" y="1927"/>
                  </a:cubicBezTo>
                  <a:cubicBezTo>
                    <a:pt x="623" y="1927"/>
                    <a:pt x="601" y="1922"/>
                    <a:pt x="578" y="1922"/>
                  </a:cubicBezTo>
                  <a:cubicBezTo>
                    <a:pt x="378" y="1845"/>
                    <a:pt x="190" y="1712"/>
                    <a:pt x="67" y="1534"/>
                  </a:cubicBezTo>
                  <a:lnTo>
                    <a:pt x="0" y="1578"/>
                  </a:lnTo>
                  <a:cubicBezTo>
                    <a:pt x="134" y="1778"/>
                    <a:pt x="334" y="1922"/>
                    <a:pt x="556" y="1989"/>
                  </a:cubicBezTo>
                  <a:cubicBezTo>
                    <a:pt x="578" y="2001"/>
                    <a:pt x="612" y="2011"/>
                    <a:pt x="634" y="2011"/>
                  </a:cubicBezTo>
                  <a:cubicBezTo>
                    <a:pt x="667" y="2011"/>
                    <a:pt x="689" y="2001"/>
                    <a:pt x="711" y="1989"/>
                  </a:cubicBezTo>
                  <a:cubicBezTo>
                    <a:pt x="745" y="1967"/>
                    <a:pt x="790" y="1912"/>
                    <a:pt x="778" y="1789"/>
                  </a:cubicBezTo>
                  <a:cubicBezTo>
                    <a:pt x="767" y="1690"/>
                    <a:pt x="745" y="1589"/>
                    <a:pt x="701" y="1490"/>
                  </a:cubicBezTo>
                  <a:lnTo>
                    <a:pt x="701" y="1490"/>
                  </a:lnTo>
                  <a:cubicBezTo>
                    <a:pt x="734" y="1500"/>
                    <a:pt x="767" y="1500"/>
                    <a:pt x="790" y="1500"/>
                  </a:cubicBezTo>
                  <a:cubicBezTo>
                    <a:pt x="806" y="1506"/>
                    <a:pt x="823" y="1509"/>
                    <a:pt x="841" y="1509"/>
                  </a:cubicBezTo>
                  <a:cubicBezTo>
                    <a:pt x="859" y="1509"/>
                    <a:pt x="878" y="1506"/>
                    <a:pt x="901" y="1500"/>
                  </a:cubicBezTo>
                  <a:cubicBezTo>
                    <a:pt x="945" y="1478"/>
                    <a:pt x="978" y="1434"/>
                    <a:pt x="990" y="1367"/>
                  </a:cubicBezTo>
                  <a:cubicBezTo>
                    <a:pt x="1045" y="1189"/>
                    <a:pt x="967" y="1011"/>
                    <a:pt x="901" y="867"/>
                  </a:cubicBezTo>
                  <a:cubicBezTo>
                    <a:pt x="756" y="545"/>
                    <a:pt x="556" y="189"/>
                    <a:pt x="24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1"/>
            <p:cNvSpPr/>
            <p:nvPr/>
          </p:nvSpPr>
          <p:spPr>
            <a:xfrm>
              <a:off x="2023675" y="3220750"/>
              <a:ext cx="68350" cy="16400"/>
            </a:xfrm>
            <a:custGeom>
              <a:avLst/>
              <a:gdLst/>
              <a:ahLst/>
              <a:cxnLst/>
              <a:rect l="l" t="t" r="r" b="b"/>
              <a:pathLst>
                <a:path w="2734" h="656" extrusionOk="0">
                  <a:moveTo>
                    <a:pt x="2700" y="0"/>
                  </a:moveTo>
                  <a:cubicBezTo>
                    <a:pt x="2224" y="386"/>
                    <a:pt x="1632" y="585"/>
                    <a:pt x="1039" y="585"/>
                  </a:cubicBezTo>
                  <a:cubicBezTo>
                    <a:pt x="693" y="585"/>
                    <a:pt x="347" y="517"/>
                    <a:pt x="23" y="378"/>
                  </a:cubicBezTo>
                  <a:lnTo>
                    <a:pt x="0" y="445"/>
                  </a:lnTo>
                  <a:cubicBezTo>
                    <a:pt x="323" y="589"/>
                    <a:pt x="689" y="655"/>
                    <a:pt x="1045" y="655"/>
                  </a:cubicBezTo>
                  <a:cubicBezTo>
                    <a:pt x="1645" y="655"/>
                    <a:pt x="2256" y="455"/>
                    <a:pt x="2733" y="55"/>
                  </a:cubicBezTo>
                  <a:lnTo>
                    <a:pt x="2700"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1"/>
            <p:cNvSpPr/>
            <p:nvPr/>
          </p:nvSpPr>
          <p:spPr>
            <a:xfrm>
              <a:off x="2046175" y="3212125"/>
              <a:ext cx="23625" cy="13900"/>
            </a:xfrm>
            <a:custGeom>
              <a:avLst/>
              <a:gdLst/>
              <a:ahLst/>
              <a:cxnLst/>
              <a:rect l="l" t="t" r="r" b="b"/>
              <a:pathLst>
                <a:path w="945" h="556" extrusionOk="0">
                  <a:moveTo>
                    <a:pt x="1" y="0"/>
                  </a:moveTo>
                  <a:cubicBezTo>
                    <a:pt x="11" y="168"/>
                    <a:pt x="45" y="323"/>
                    <a:pt x="123" y="456"/>
                  </a:cubicBezTo>
                  <a:cubicBezTo>
                    <a:pt x="145" y="489"/>
                    <a:pt x="178" y="534"/>
                    <a:pt x="211" y="545"/>
                  </a:cubicBezTo>
                  <a:cubicBezTo>
                    <a:pt x="234" y="556"/>
                    <a:pt x="256" y="556"/>
                    <a:pt x="267" y="556"/>
                  </a:cubicBezTo>
                  <a:cubicBezTo>
                    <a:pt x="322" y="556"/>
                    <a:pt x="378" y="534"/>
                    <a:pt x="423" y="479"/>
                  </a:cubicBezTo>
                  <a:lnTo>
                    <a:pt x="522" y="378"/>
                  </a:lnTo>
                  <a:cubicBezTo>
                    <a:pt x="556" y="323"/>
                    <a:pt x="601" y="279"/>
                    <a:pt x="645" y="245"/>
                  </a:cubicBezTo>
                  <a:cubicBezTo>
                    <a:pt x="713" y="186"/>
                    <a:pt x="806" y="154"/>
                    <a:pt x="896" y="154"/>
                  </a:cubicBezTo>
                  <a:cubicBezTo>
                    <a:pt x="909" y="154"/>
                    <a:pt x="921" y="155"/>
                    <a:pt x="934" y="156"/>
                  </a:cubicBezTo>
                  <a:lnTo>
                    <a:pt x="945" y="79"/>
                  </a:lnTo>
                  <a:cubicBezTo>
                    <a:pt x="929" y="77"/>
                    <a:pt x="913" y="76"/>
                    <a:pt x="897" y="76"/>
                  </a:cubicBezTo>
                  <a:cubicBezTo>
                    <a:pt x="789" y="76"/>
                    <a:pt x="678" y="111"/>
                    <a:pt x="601" y="178"/>
                  </a:cubicBezTo>
                  <a:cubicBezTo>
                    <a:pt x="545" y="223"/>
                    <a:pt x="500" y="279"/>
                    <a:pt x="467" y="323"/>
                  </a:cubicBezTo>
                  <a:cubicBezTo>
                    <a:pt x="434" y="356"/>
                    <a:pt x="411" y="390"/>
                    <a:pt x="378" y="423"/>
                  </a:cubicBezTo>
                  <a:cubicBezTo>
                    <a:pt x="360" y="441"/>
                    <a:pt x="317" y="484"/>
                    <a:pt x="272" y="484"/>
                  </a:cubicBezTo>
                  <a:cubicBezTo>
                    <a:pt x="263" y="484"/>
                    <a:pt x="254" y="482"/>
                    <a:pt x="245" y="479"/>
                  </a:cubicBezTo>
                  <a:cubicBezTo>
                    <a:pt x="223" y="467"/>
                    <a:pt x="201" y="445"/>
                    <a:pt x="189" y="412"/>
                  </a:cubicBezTo>
                  <a:cubicBezTo>
                    <a:pt x="123" y="289"/>
                    <a:pt x="78" y="145"/>
                    <a:pt x="7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1"/>
            <p:cNvSpPr/>
            <p:nvPr/>
          </p:nvSpPr>
          <p:spPr>
            <a:xfrm>
              <a:off x="1965900" y="3581225"/>
              <a:ext cx="92225" cy="115000"/>
            </a:xfrm>
            <a:custGeom>
              <a:avLst/>
              <a:gdLst/>
              <a:ahLst/>
              <a:cxnLst/>
              <a:rect l="l" t="t" r="r" b="b"/>
              <a:pathLst>
                <a:path w="3689" h="4600" extrusionOk="0">
                  <a:moveTo>
                    <a:pt x="445" y="1"/>
                  </a:moveTo>
                  <a:cubicBezTo>
                    <a:pt x="79" y="267"/>
                    <a:pt x="23" y="767"/>
                    <a:pt x="12" y="1045"/>
                  </a:cubicBezTo>
                  <a:cubicBezTo>
                    <a:pt x="1" y="1911"/>
                    <a:pt x="423" y="2800"/>
                    <a:pt x="1101" y="3344"/>
                  </a:cubicBezTo>
                  <a:lnTo>
                    <a:pt x="1146" y="3378"/>
                  </a:lnTo>
                  <a:lnTo>
                    <a:pt x="1168" y="3322"/>
                  </a:lnTo>
                  <a:cubicBezTo>
                    <a:pt x="1190" y="3244"/>
                    <a:pt x="1212" y="3155"/>
                    <a:pt x="1223" y="3067"/>
                  </a:cubicBezTo>
                  <a:cubicBezTo>
                    <a:pt x="1323" y="3299"/>
                    <a:pt x="1501" y="3499"/>
                    <a:pt x="1657" y="3644"/>
                  </a:cubicBezTo>
                  <a:cubicBezTo>
                    <a:pt x="2112" y="4055"/>
                    <a:pt x="2701" y="4344"/>
                    <a:pt x="3301" y="4444"/>
                  </a:cubicBezTo>
                  <a:cubicBezTo>
                    <a:pt x="3422" y="4466"/>
                    <a:pt x="3567" y="4488"/>
                    <a:pt x="3622" y="4600"/>
                  </a:cubicBezTo>
                  <a:lnTo>
                    <a:pt x="3689" y="4555"/>
                  </a:lnTo>
                  <a:cubicBezTo>
                    <a:pt x="3622" y="4422"/>
                    <a:pt x="3445" y="4388"/>
                    <a:pt x="3311" y="4366"/>
                  </a:cubicBezTo>
                  <a:cubicBezTo>
                    <a:pt x="2723" y="4266"/>
                    <a:pt x="2156" y="3988"/>
                    <a:pt x="1712" y="3588"/>
                  </a:cubicBezTo>
                  <a:cubicBezTo>
                    <a:pt x="1523" y="3410"/>
                    <a:pt x="1301" y="3155"/>
                    <a:pt x="1245" y="2855"/>
                  </a:cubicBezTo>
                  <a:cubicBezTo>
                    <a:pt x="1257" y="2788"/>
                    <a:pt x="1245" y="2711"/>
                    <a:pt x="1245" y="2633"/>
                  </a:cubicBezTo>
                  <a:lnTo>
                    <a:pt x="1212" y="2267"/>
                  </a:lnTo>
                  <a:lnTo>
                    <a:pt x="1168" y="2633"/>
                  </a:lnTo>
                  <a:cubicBezTo>
                    <a:pt x="1156" y="2711"/>
                    <a:pt x="1156" y="2788"/>
                    <a:pt x="1168" y="2867"/>
                  </a:cubicBezTo>
                  <a:cubicBezTo>
                    <a:pt x="1168" y="2988"/>
                    <a:pt x="1146" y="3122"/>
                    <a:pt x="1112" y="3244"/>
                  </a:cubicBezTo>
                  <a:cubicBezTo>
                    <a:pt x="467" y="2711"/>
                    <a:pt x="79" y="1867"/>
                    <a:pt x="90" y="1045"/>
                  </a:cubicBezTo>
                  <a:cubicBezTo>
                    <a:pt x="101" y="778"/>
                    <a:pt x="156" y="312"/>
                    <a:pt x="490" y="67"/>
                  </a:cubicBezTo>
                  <a:lnTo>
                    <a:pt x="445" y="1"/>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1"/>
            <p:cNvSpPr/>
            <p:nvPr/>
          </p:nvSpPr>
          <p:spPr>
            <a:xfrm>
              <a:off x="2198650" y="3550675"/>
              <a:ext cx="82500" cy="137475"/>
            </a:xfrm>
            <a:custGeom>
              <a:avLst/>
              <a:gdLst/>
              <a:ahLst/>
              <a:cxnLst/>
              <a:rect l="l" t="t" r="r" b="b"/>
              <a:pathLst>
                <a:path w="3300" h="5499" extrusionOk="0">
                  <a:moveTo>
                    <a:pt x="3122" y="1"/>
                  </a:moveTo>
                  <a:lnTo>
                    <a:pt x="3044" y="11"/>
                  </a:lnTo>
                  <a:cubicBezTo>
                    <a:pt x="3222" y="1245"/>
                    <a:pt x="2999" y="2533"/>
                    <a:pt x="2411" y="3633"/>
                  </a:cubicBezTo>
                  <a:cubicBezTo>
                    <a:pt x="2344" y="3766"/>
                    <a:pt x="2266" y="3833"/>
                    <a:pt x="2189" y="3855"/>
                  </a:cubicBezTo>
                  <a:cubicBezTo>
                    <a:pt x="2177" y="3744"/>
                    <a:pt x="2177" y="3644"/>
                    <a:pt x="2211" y="3544"/>
                  </a:cubicBezTo>
                  <a:cubicBezTo>
                    <a:pt x="2233" y="3499"/>
                    <a:pt x="2244" y="3455"/>
                    <a:pt x="2266" y="3411"/>
                  </a:cubicBezTo>
                  <a:lnTo>
                    <a:pt x="2189" y="3378"/>
                  </a:lnTo>
                  <a:cubicBezTo>
                    <a:pt x="2167" y="3422"/>
                    <a:pt x="2155" y="3467"/>
                    <a:pt x="2133" y="3511"/>
                  </a:cubicBezTo>
                  <a:cubicBezTo>
                    <a:pt x="1745" y="4410"/>
                    <a:pt x="945" y="5143"/>
                    <a:pt x="0" y="5422"/>
                  </a:cubicBezTo>
                  <a:lnTo>
                    <a:pt x="22" y="5499"/>
                  </a:lnTo>
                  <a:cubicBezTo>
                    <a:pt x="911" y="5232"/>
                    <a:pt x="1678" y="4577"/>
                    <a:pt x="2100" y="3766"/>
                  </a:cubicBezTo>
                  <a:cubicBezTo>
                    <a:pt x="2111" y="3810"/>
                    <a:pt x="2111" y="3855"/>
                    <a:pt x="2122" y="3899"/>
                  </a:cubicBezTo>
                  <a:lnTo>
                    <a:pt x="2133" y="3933"/>
                  </a:lnTo>
                  <a:lnTo>
                    <a:pt x="2167" y="3933"/>
                  </a:lnTo>
                  <a:cubicBezTo>
                    <a:pt x="2344" y="3933"/>
                    <a:pt x="2444" y="3733"/>
                    <a:pt x="2478" y="3677"/>
                  </a:cubicBezTo>
                  <a:cubicBezTo>
                    <a:pt x="3078" y="2556"/>
                    <a:pt x="3300" y="1255"/>
                    <a:pt x="312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1"/>
            <p:cNvSpPr/>
            <p:nvPr/>
          </p:nvSpPr>
          <p:spPr>
            <a:xfrm>
              <a:off x="2012300" y="3413200"/>
              <a:ext cx="17500" cy="52775"/>
            </a:xfrm>
            <a:custGeom>
              <a:avLst/>
              <a:gdLst/>
              <a:ahLst/>
              <a:cxnLst/>
              <a:rect l="l" t="t" r="r" b="b"/>
              <a:pathLst>
                <a:path w="700" h="2111" extrusionOk="0">
                  <a:moveTo>
                    <a:pt x="623" y="0"/>
                  </a:moveTo>
                  <a:cubicBezTo>
                    <a:pt x="300" y="656"/>
                    <a:pt x="89" y="1367"/>
                    <a:pt x="0" y="2100"/>
                  </a:cubicBezTo>
                  <a:lnTo>
                    <a:pt x="78" y="2111"/>
                  </a:lnTo>
                  <a:cubicBezTo>
                    <a:pt x="167" y="1389"/>
                    <a:pt x="367" y="689"/>
                    <a:pt x="700" y="34"/>
                  </a:cubicBezTo>
                  <a:lnTo>
                    <a:pt x="623"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1"/>
            <p:cNvSpPr/>
            <p:nvPr/>
          </p:nvSpPr>
          <p:spPr>
            <a:xfrm>
              <a:off x="2024775" y="3460700"/>
              <a:ext cx="6150" cy="27225"/>
            </a:xfrm>
            <a:custGeom>
              <a:avLst/>
              <a:gdLst/>
              <a:ahLst/>
              <a:cxnLst/>
              <a:rect l="l" t="t" r="r" b="b"/>
              <a:pathLst>
                <a:path w="246" h="1089" extrusionOk="0">
                  <a:moveTo>
                    <a:pt x="168" y="0"/>
                  </a:moveTo>
                  <a:cubicBezTo>
                    <a:pt x="45" y="344"/>
                    <a:pt x="1" y="722"/>
                    <a:pt x="23" y="1089"/>
                  </a:cubicBezTo>
                  <a:lnTo>
                    <a:pt x="112" y="1077"/>
                  </a:lnTo>
                  <a:cubicBezTo>
                    <a:pt x="79" y="722"/>
                    <a:pt x="124" y="356"/>
                    <a:pt x="245" y="23"/>
                  </a:cubicBezTo>
                  <a:lnTo>
                    <a:pt x="168"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1"/>
            <p:cNvSpPr/>
            <p:nvPr/>
          </p:nvSpPr>
          <p:spPr>
            <a:xfrm>
              <a:off x="2040625" y="3479025"/>
              <a:ext cx="3350" cy="17250"/>
            </a:xfrm>
            <a:custGeom>
              <a:avLst/>
              <a:gdLst/>
              <a:ahLst/>
              <a:cxnLst/>
              <a:rect l="l" t="t" r="r" b="b"/>
              <a:pathLst>
                <a:path w="134" h="690" extrusionOk="0">
                  <a:moveTo>
                    <a:pt x="56" y="0"/>
                  </a:moveTo>
                  <a:cubicBezTo>
                    <a:pt x="11" y="223"/>
                    <a:pt x="1" y="467"/>
                    <a:pt x="33" y="689"/>
                  </a:cubicBezTo>
                  <a:lnTo>
                    <a:pt x="112" y="689"/>
                  </a:lnTo>
                  <a:cubicBezTo>
                    <a:pt x="78" y="455"/>
                    <a:pt x="89" y="233"/>
                    <a:pt x="134" y="11"/>
                  </a:cubicBezTo>
                  <a:lnTo>
                    <a:pt x="56"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1"/>
            <p:cNvSpPr/>
            <p:nvPr/>
          </p:nvSpPr>
          <p:spPr>
            <a:xfrm>
              <a:off x="1946750" y="3436250"/>
              <a:ext cx="95025" cy="114725"/>
            </a:xfrm>
            <a:custGeom>
              <a:avLst/>
              <a:gdLst/>
              <a:ahLst/>
              <a:cxnLst/>
              <a:rect l="l" t="t" r="r" b="b"/>
              <a:pathLst>
                <a:path w="3801" h="4589" extrusionOk="0">
                  <a:moveTo>
                    <a:pt x="1" y="1"/>
                  </a:moveTo>
                  <a:lnTo>
                    <a:pt x="1" y="4267"/>
                  </a:lnTo>
                  <a:lnTo>
                    <a:pt x="11" y="4267"/>
                  </a:lnTo>
                  <a:cubicBezTo>
                    <a:pt x="123" y="4444"/>
                    <a:pt x="922" y="4588"/>
                    <a:pt x="1900" y="4588"/>
                  </a:cubicBezTo>
                  <a:cubicBezTo>
                    <a:pt x="2878" y="4588"/>
                    <a:pt x="3689" y="4444"/>
                    <a:pt x="3788" y="4267"/>
                  </a:cubicBezTo>
                  <a:lnTo>
                    <a:pt x="3800" y="4267"/>
                  </a:lnTo>
                  <a:lnTo>
                    <a:pt x="380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1"/>
            <p:cNvSpPr/>
            <p:nvPr/>
          </p:nvSpPr>
          <p:spPr>
            <a:xfrm>
              <a:off x="1946750" y="3428200"/>
              <a:ext cx="95025" cy="17800"/>
            </a:xfrm>
            <a:custGeom>
              <a:avLst/>
              <a:gdLst/>
              <a:ahLst/>
              <a:cxnLst/>
              <a:rect l="l" t="t" r="r" b="b"/>
              <a:pathLst>
                <a:path w="3801" h="712" extrusionOk="0">
                  <a:moveTo>
                    <a:pt x="1900" y="0"/>
                  </a:moveTo>
                  <a:cubicBezTo>
                    <a:pt x="856" y="0"/>
                    <a:pt x="1" y="156"/>
                    <a:pt x="1" y="356"/>
                  </a:cubicBezTo>
                  <a:cubicBezTo>
                    <a:pt x="1" y="556"/>
                    <a:pt x="856" y="711"/>
                    <a:pt x="1900" y="711"/>
                  </a:cubicBezTo>
                  <a:cubicBezTo>
                    <a:pt x="2956" y="711"/>
                    <a:pt x="3800" y="556"/>
                    <a:pt x="3800" y="356"/>
                  </a:cubicBezTo>
                  <a:cubicBezTo>
                    <a:pt x="3800" y="156"/>
                    <a:pt x="2956" y="0"/>
                    <a:pt x="1900" y="0"/>
                  </a:cubicBezTo>
                  <a:close/>
                </a:path>
              </a:pathLst>
            </a:custGeom>
            <a:solidFill>
              <a:srgbClr val="804B4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1"/>
            <p:cNvSpPr/>
            <p:nvPr/>
          </p:nvSpPr>
          <p:spPr>
            <a:xfrm>
              <a:off x="1946750" y="3428200"/>
              <a:ext cx="95025" cy="13900"/>
            </a:xfrm>
            <a:custGeom>
              <a:avLst/>
              <a:gdLst/>
              <a:ahLst/>
              <a:cxnLst/>
              <a:rect l="l" t="t" r="r" b="b"/>
              <a:pathLst>
                <a:path w="3801" h="556" extrusionOk="0">
                  <a:moveTo>
                    <a:pt x="1900" y="0"/>
                  </a:moveTo>
                  <a:cubicBezTo>
                    <a:pt x="856" y="0"/>
                    <a:pt x="1" y="156"/>
                    <a:pt x="1" y="356"/>
                  </a:cubicBezTo>
                  <a:cubicBezTo>
                    <a:pt x="1" y="434"/>
                    <a:pt x="123" y="500"/>
                    <a:pt x="323" y="556"/>
                  </a:cubicBezTo>
                  <a:cubicBezTo>
                    <a:pt x="667" y="456"/>
                    <a:pt x="1245" y="400"/>
                    <a:pt x="1900" y="400"/>
                  </a:cubicBezTo>
                  <a:cubicBezTo>
                    <a:pt x="2566" y="400"/>
                    <a:pt x="3144" y="456"/>
                    <a:pt x="3489" y="556"/>
                  </a:cubicBezTo>
                  <a:cubicBezTo>
                    <a:pt x="3689" y="500"/>
                    <a:pt x="3800" y="434"/>
                    <a:pt x="3800" y="356"/>
                  </a:cubicBezTo>
                  <a:cubicBezTo>
                    <a:pt x="3800" y="156"/>
                    <a:pt x="2956" y="0"/>
                    <a:pt x="1900"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1"/>
            <p:cNvSpPr/>
            <p:nvPr/>
          </p:nvSpPr>
          <p:spPr>
            <a:xfrm>
              <a:off x="1960650" y="3482350"/>
              <a:ext cx="89700" cy="98925"/>
            </a:xfrm>
            <a:custGeom>
              <a:avLst/>
              <a:gdLst/>
              <a:ahLst/>
              <a:cxnLst/>
              <a:rect l="l" t="t" r="r" b="b"/>
              <a:pathLst>
                <a:path w="3588" h="3957" extrusionOk="0">
                  <a:moveTo>
                    <a:pt x="1899" y="1"/>
                  </a:moveTo>
                  <a:cubicBezTo>
                    <a:pt x="1811" y="1"/>
                    <a:pt x="1699" y="56"/>
                    <a:pt x="1677" y="145"/>
                  </a:cubicBezTo>
                  <a:cubicBezTo>
                    <a:pt x="1633" y="345"/>
                    <a:pt x="1966" y="522"/>
                    <a:pt x="1877" y="712"/>
                  </a:cubicBezTo>
                  <a:cubicBezTo>
                    <a:pt x="1489" y="623"/>
                    <a:pt x="1089" y="545"/>
                    <a:pt x="700" y="467"/>
                  </a:cubicBezTo>
                  <a:cubicBezTo>
                    <a:pt x="634" y="453"/>
                    <a:pt x="562" y="441"/>
                    <a:pt x="492" y="441"/>
                  </a:cubicBezTo>
                  <a:cubicBezTo>
                    <a:pt x="398" y="441"/>
                    <a:pt x="309" y="463"/>
                    <a:pt x="245" y="534"/>
                  </a:cubicBezTo>
                  <a:cubicBezTo>
                    <a:pt x="156" y="645"/>
                    <a:pt x="189" y="833"/>
                    <a:pt x="300" y="934"/>
                  </a:cubicBezTo>
                  <a:cubicBezTo>
                    <a:pt x="411" y="1033"/>
                    <a:pt x="556" y="1078"/>
                    <a:pt x="700" y="1122"/>
                  </a:cubicBezTo>
                  <a:cubicBezTo>
                    <a:pt x="1055" y="1223"/>
                    <a:pt x="1400" y="1322"/>
                    <a:pt x="1755" y="1423"/>
                  </a:cubicBezTo>
                  <a:cubicBezTo>
                    <a:pt x="1766" y="1467"/>
                    <a:pt x="1699" y="1500"/>
                    <a:pt x="1644" y="1500"/>
                  </a:cubicBezTo>
                  <a:cubicBezTo>
                    <a:pt x="1455" y="1500"/>
                    <a:pt x="1267" y="1456"/>
                    <a:pt x="1089" y="1411"/>
                  </a:cubicBezTo>
                  <a:cubicBezTo>
                    <a:pt x="906" y="1369"/>
                    <a:pt x="728" y="1327"/>
                    <a:pt x="555" y="1327"/>
                  </a:cubicBezTo>
                  <a:cubicBezTo>
                    <a:pt x="453" y="1327"/>
                    <a:pt x="354" y="1341"/>
                    <a:pt x="255" y="1378"/>
                  </a:cubicBezTo>
                  <a:cubicBezTo>
                    <a:pt x="156" y="1411"/>
                    <a:pt x="45" y="1489"/>
                    <a:pt x="33" y="1600"/>
                  </a:cubicBezTo>
                  <a:cubicBezTo>
                    <a:pt x="0" y="1800"/>
                    <a:pt x="233" y="1911"/>
                    <a:pt x="422" y="1956"/>
                  </a:cubicBezTo>
                  <a:cubicBezTo>
                    <a:pt x="811" y="2055"/>
                    <a:pt x="1211" y="2144"/>
                    <a:pt x="1600" y="2223"/>
                  </a:cubicBezTo>
                  <a:cubicBezTo>
                    <a:pt x="1501" y="2338"/>
                    <a:pt x="1340" y="2380"/>
                    <a:pt x="1182" y="2380"/>
                  </a:cubicBezTo>
                  <a:cubicBezTo>
                    <a:pt x="1128" y="2380"/>
                    <a:pt x="1073" y="2375"/>
                    <a:pt x="1022" y="2367"/>
                  </a:cubicBezTo>
                  <a:cubicBezTo>
                    <a:pt x="851" y="2340"/>
                    <a:pt x="687" y="2291"/>
                    <a:pt x="519" y="2291"/>
                  </a:cubicBezTo>
                  <a:cubicBezTo>
                    <a:pt x="479" y="2291"/>
                    <a:pt x="440" y="2294"/>
                    <a:pt x="400" y="2300"/>
                  </a:cubicBezTo>
                  <a:cubicBezTo>
                    <a:pt x="245" y="2322"/>
                    <a:pt x="78" y="2455"/>
                    <a:pt x="111" y="2611"/>
                  </a:cubicBezTo>
                  <a:cubicBezTo>
                    <a:pt x="134" y="2711"/>
                    <a:pt x="233" y="2778"/>
                    <a:pt x="322" y="2822"/>
                  </a:cubicBezTo>
                  <a:cubicBezTo>
                    <a:pt x="700" y="3011"/>
                    <a:pt x="1122" y="3122"/>
                    <a:pt x="1544" y="3144"/>
                  </a:cubicBezTo>
                  <a:cubicBezTo>
                    <a:pt x="1445" y="3251"/>
                    <a:pt x="1314" y="3279"/>
                    <a:pt x="1169" y="3279"/>
                  </a:cubicBezTo>
                  <a:cubicBezTo>
                    <a:pt x="1104" y="3279"/>
                    <a:pt x="1035" y="3274"/>
                    <a:pt x="966" y="3267"/>
                  </a:cubicBezTo>
                  <a:cubicBezTo>
                    <a:pt x="900" y="3267"/>
                    <a:pt x="833" y="3262"/>
                    <a:pt x="767" y="3262"/>
                  </a:cubicBezTo>
                  <a:cubicBezTo>
                    <a:pt x="733" y="3262"/>
                    <a:pt x="700" y="3263"/>
                    <a:pt x="667" y="3267"/>
                  </a:cubicBezTo>
                  <a:cubicBezTo>
                    <a:pt x="600" y="3267"/>
                    <a:pt x="533" y="3289"/>
                    <a:pt x="489" y="3344"/>
                  </a:cubicBezTo>
                  <a:cubicBezTo>
                    <a:pt x="411" y="3467"/>
                    <a:pt x="556" y="3622"/>
                    <a:pt x="689" y="3689"/>
                  </a:cubicBezTo>
                  <a:cubicBezTo>
                    <a:pt x="1054" y="3875"/>
                    <a:pt x="1509" y="3957"/>
                    <a:pt x="1958" y="3957"/>
                  </a:cubicBezTo>
                  <a:cubicBezTo>
                    <a:pt x="2287" y="3957"/>
                    <a:pt x="2613" y="3913"/>
                    <a:pt x="2899" y="3833"/>
                  </a:cubicBezTo>
                  <a:cubicBezTo>
                    <a:pt x="3499" y="3667"/>
                    <a:pt x="3277" y="2700"/>
                    <a:pt x="3232" y="2223"/>
                  </a:cubicBezTo>
                  <a:cubicBezTo>
                    <a:pt x="3177" y="1712"/>
                    <a:pt x="3210" y="1122"/>
                    <a:pt x="3588" y="767"/>
                  </a:cubicBezTo>
                  <a:cubicBezTo>
                    <a:pt x="3121" y="534"/>
                    <a:pt x="2644" y="300"/>
                    <a:pt x="2166" y="78"/>
                  </a:cubicBezTo>
                  <a:cubicBezTo>
                    <a:pt x="2089" y="34"/>
                    <a:pt x="2000" y="1"/>
                    <a:pt x="18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1"/>
            <p:cNvSpPr/>
            <p:nvPr/>
          </p:nvSpPr>
          <p:spPr>
            <a:xfrm>
              <a:off x="1974525" y="3564050"/>
              <a:ext cx="7575" cy="9425"/>
            </a:xfrm>
            <a:custGeom>
              <a:avLst/>
              <a:gdLst/>
              <a:ahLst/>
              <a:cxnLst/>
              <a:rect l="l" t="t" r="r" b="b"/>
              <a:pathLst>
                <a:path w="303" h="377" extrusionOk="0">
                  <a:moveTo>
                    <a:pt x="265" y="0"/>
                  </a:moveTo>
                  <a:cubicBezTo>
                    <a:pt x="247" y="0"/>
                    <a:pt x="224" y="12"/>
                    <a:pt x="201" y="21"/>
                  </a:cubicBezTo>
                  <a:cubicBezTo>
                    <a:pt x="145" y="54"/>
                    <a:pt x="90" y="76"/>
                    <a:pt x="23" y="98"/>
                  </a:cubicBezTo>
                  <a:cubicBezTo>
                    <a:pt x="11" y="98"/>
                    <a:pt x="1" y="110"/>
                    <a:pt x="1" y="132"/>
                  </a:cubicBezTo>
                  <a:cubicBezTo>
                    <a:pt x="1" y="143"/>
                    <a:pt x="11" y="143"/>
                    <a:pt x="11" y="154"/>
                  </a:cubicBezTo>
                  <a:cubicBezTo>
                    <a:pt x="78" y="254"/>
                    <a:pt x="145" y="332"/>
                    <a:pt x="234" y="376"/>
                  </a:cubicBezTo>
                  <a:cubicBezTo>
                    <a:pt x="256" y="288"/>
                    <a:pt x="278" y="199"/>
                    <a:pt x="290" y="98"/>
                  </a:cubicBezTo>
                  <a:cubicBezTo>
                    <a:pt x="302" y="21"/>
                    <a:pt x="289" y="0"/>
                    <a:pt x="265"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61"/>
            <p:cNvSpPr/>
            <p:nvPr/>
          </p:nvSpPr>
          <p:spPr>
            <a:xfrm>
              <a:off x="1966750" y="3543625"/>
              <a:ext cx="7400" cy="9300"/>
            </a:xfrm>
            <a:custGeom>
              <a:avLst/>
              <a:gdLst/>
              <a:ahLst/>
              <a:cxnLst/>
              <a:rect l="l" t="t" r="r" b="b"/>
              <a:pathLst>
                <a:path w="296" h="372" extrusionOk="0">
                  <a:moveTo>
                    <a:pt x="261" y="1"/>
                  </a:moveTo>
                  <a:cubicBezTo>
                    <a:pt x="245" y="1"/>
                    <a:pt x="224" y="13"/>
                    <a:pt x="201" y="27"/>
                  </a:cubicBezTo>
                  <a:cubicBezTo>
                    <a:pt x="134" y="49"/>
                    <a:pt x="78" y="71"/>
                    <a:pt x="23" y="93"/>
                  </a:cubicBezTo>
                  <a:cubicBezTo>
                    <a:pt x="11" y="93"/>
                    <a:pt x="1" y="105"/>
                    <a:pt x="1" y="127"/>
                  </a:cubicBezTo>
                  <a:cubicBezTo>
                    <a:pt x="1" y="138"/>
                    <a:pt x="1" y="138"/>
                    <a:pt x="11" y="149"/>
                  </a:cubicBezTo>
                  <a:cubicBezTo>
                    <a:pt x="67" y="249"/>
                    <a:pt x="145" y="327"/>
                    <a:pt x="223" y="371"/>
                  </a:cubicBezTo>
                  <a:cubicBezTo>
                    <a:pt x="256" y="283"/>
                    <a:pt x="267" y="194"/>
                    <a:pt x="289" y="93"/>
                  </a:cubicBezTo>
                  <a:cubicBezTo>
                    <a:pt x="296" y="23"/>
                    <a:pt x="283" y="1"/>
                    <a:pt x="26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61"/>
            <p:cNvSpPr/>
            <p:nvPr/>
          </p:nvSpPr>
          <p:spPr>
            <a:xfrm>
              <a:off x="1966750" y="3518475"/>
              <a:ext cx="7400" cy="9175"/>
            </a:xfrm>
            <a:custGeom>
              <a:avLst/>
              <a:gdLst/>
              <a:ahLst/>
              <a:cxnLst/>
              <a:rect l="l" t="t" r="r" b="b"/>
              <a:pathLst>
                <a:path w="296" h="367" extrusionOk="0">
                  <a:moveTo>
                    <a:pt x="263" y="0"/>
                  </a:moveTo>
                  <a:cubicBezTo>
                    <a:pt x="247" y="0"/>
                    <a:pt x="225" y="12"/>
                    <a:pt x="201" y="22"/>
                  </a:cubicBezTo>
                  <a:cubicBezTo>
                    <a:pt x="134" y="44"/>
                    <a:pt x="78" y="67"/>
                    <a:pt x="23" y="89"/>
                  </a:cubicBezTo>
                  <a:cubicBezTo>
                    <a:pt x="11" y="99"/>
                    <a:pt x="1" y="99"/>
                    <a:pt x="1" y="122"/>
                  </a:cubicBezTo>
                  <a:cubicBezTo>
                    <a:pt x="1" y="133"/>
                    <a:pt x="1" y="144"/>
                    <a:pt x="11" y="144"/>
                  </a:cubicBezTo>
                  <a:cubicBezTo>
                    <a:pt x="67" y="244"/>
                    <a:pt x="145" y="322"/>
                    <a:pt x="223" y="366"/>
                  </a:cubicBezTo>
                  <a:cubicBezTo>
                    <a:pt x="256" y="277"/>
                    <a:pt x="267" y="188"/>
                    <a:pt x="289" y="89"/>
                  </a:cubicBezTo>
                  <a:cubicBezTo>
                    <a:pt x="295" y="20"/>
                    <a:pt x="284" y="0"/>
                    <a:pt x="263"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1"/>
            <p:cNvSpPr/>
            <p:nvPr/>
          </p:nvSpPr>
          <p:spPr>
            <a:xfrm>
              <a:off x="1969800" y="3496275"/>
              <a:ext cx="7575" cy="9425"/>
            </a:xfrm>
            <a:custGeom>
              <a:avLst/>
              <a:gdLst/>
              <a:ahLst/>
              <a:cxnLst/>
              <a:rect l="l" t="t" r="r" b="b"/>
              <a:pathLst>
                <a:path w="303" h="377" extrusionOk="0">
                  <a:moveTo>
                    <a:pt x="265" y="1"/>
                  </a:moveTo>
                  <a:cubicBezTo>
                    <a:pt x="248" y="1"/>
                    <a:pt x="224" y="12"/>
                    <a:pt x="200" y="21"/>
                  </a:cubicBezTo>
                  <a:cubicBezTo>
                    <a:pt x="145" y="44"/>
                    <a:pt x="79" y="66"/>
                    <a:pt x="23" y="99"/>
                  </a:cubicBezTo>
                  <a:cubicBezTo>
                    <a:pt x="12" y="99"/>
                    <a:pt x="0" y="110"/>
                    <a:pt x="0" y="133"/>
                  </a:cubicBezTo>
                  <a:cubicBezTo>
                    <a:pt x="0" y="133"/>
                    <a:pt x="12" y="143"/>
                    <a:pt x="12" y="155"/>
                  </a:cubicBezTo>
                  <a:cubicBezTo>
                    <a:pt x="79" y="244"/>
                    <a:pt x="145" y="321"/>
                    <a:pt x="234" y="377"/>
                  </a:cubicBezTo>
                  <a:cubicBezTo>
                    <a:pt x="256" y="288"/>
                    <a:pt x="279" y="199"/>
                    <a:pt x="289" y="99"/>
                  </a:cubicBezTo>
                  <a:cubicBezTo>
                    <a:pt x="302" y="22"/>
                    <a:pt x="289" y="1"/>
                    <a:pt x="265"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1"/>
            <p:cNvSpPr/>
            <p:nvPr/>
          </p:nvSpPr>
          <p:spPr>
            <a:xfrm>
              <a:off x="2006750" y="3483175"/>
              <a:ext cx="7500" cy="8650"/>
            </a:xfrm>
            <a:custGeom>
              <a:avLst/>
              <a:gdLst/>
              <a:ahLst/>
              <a:cxnLst/>
              <a:rect l="l" t="t" r="r" b="b"/>
              <a:pathLst>
                <a:path w="300" h="346" extrusionOk="0">
                  <a:moveTo>
                    <a:pt x="33" y="1"/>
                  </a:moveTo>
                  <a:cubicBezTo>
                    <a:pt x="23" y="1"/>
                    <a:pt x="11" y="12"/>
                    <a:pt x="0" y="23"/>
                  </a:cubicBezTo>
                  <a:lnTo>
                    <a:pt x="0" y="57"/>
                  </a:lnTo>
                  <a:cubicBezTo>
                    <a:pt x="23" y="168"/>
                    <a:pt x="55" y="267"/>
                    <a:pt x="111" y="345"/>
                  </a:cubicBezTo>
                  <a:cubicBezTo>
                    <a:pt x="166" y="279"/>
                    <a:pt x="222" y="201"/>
                    <a:pt x="278" y="123"/>
                  </a:cubicBezTo>
                  <a:cubicBezTo>
                    <a:pt x="289" y="90"/>
                    <a:pt x="300" y="67"/>
                    <a:pt x="300" y="57"/>
                  </a:cubicBezTo>
                  <a:cubicBezTo>
                    <a:pt x="300" y="45"/>
                    <a:pt x="289" y="45"/>
                    <a:pt x="278" y="34"/>
                  </a:cubicBezTo>
                  <a:cubicBezTo>
                    <a:pt x="255" y="34"/>
                    <a:pt x="245" y="23"/>
                    <a:pt x="233" y="12"/>
                  </a:cubicBezTo>
                  <a:lnTo>
                    <a:pt x="222" y="12"/>
                  </a:lnTo>
                  <a:cubicBezTo>
                    <a:pt x="166" y="12"/>
                    <a:pt x="100" y="12"/>
                    <a:pt x="3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1"/>
            <p:cNvSpPr/>
            <p:nvPr/>
          </p:nvSpPr>
          <p:spPr>
            <a:xfrm>
              <a:off x="2016200" y="3300175"/>
              <a:ext cx="272450" cy="317450"/>
            </a:xfrm>
            <a:custGeom>
              <a:avLst/>
              <a:gdLst/>
              <a:ahLst/>
              <a:cxnLst/>
              <a:rect l="l" t="t" r="r" b="b"/>
              <a:pathLst>
                <a:path w="10898" h="12698" extrusionOk="0">
                  <a:moveTo>
                    <a:pt x="8039" y="0"/>
                  </a:moveTo>
                  <a:cubicBezTo>
                    <a:pt x="8029" y="0"/>
                    <a:pt x="8019" y="0"/>
                    <a:pt x="8009" y="0"/>
                  </a:cubicBezTo>
                  <a:cubicBezTo>
                    <a:pt x="7110" y="11"/>
                    <a:pt x="6910" y="700"/>
                    <a:pt x="6632" y="1389"/>
                  </a:cubicBezTo>
                  <a:cubicBezTo>
                    <a:pt x="6265" y="2311"/>
                    <a:pt x="6032" y="3289"/>
                    <a:pt x="5921" y="4266"/>
                  </a:cubicBezTo>
                  <a:cubicBezTo>
                    <a:pt x="5921" y="5310"/>
                    <a:pt x="5787" y="6355"/>
                    <a:pt x="5643" y="7399"/>
                  </a:cubicBezTo>
                  <a:cubicBezTo>
                    <a:pt x="5232" y="7466"/>
                    <a:pt x="4821" y="7521"/>
                    <a:pt x="4421" y="7554"/>
                  </a:cubicBezTo>
                  <a:cubicBezTo>
                    <a:pt x="3928" y="7600"/>
                    <a:pt x="3437" y="7625"/>
                    <a:pt x="2945" y="7625"/>
                  </a:cubicBezTo>
                  <a:cubicBezTo>
                    <a:pt x="2251" y="7625"/>
                    <a:pt x="1557" y="7576"/>
                    <a:pt x="855" y="7466"/>
                  </a:cubicBezTo>
                  <a:lnTo>
                    <a:pt x="855" y="7466"/>
                  </a:lnTo>
                  <a:cubicBezTo>
                    <a:pt x="922" y="7821"/>
                    <a:pt x="1144" y="8143"/>
                    <a:pt x="1444" y="8343"/>
                  </a:cubicBezTo>
                  <a:cubicBezTo>
                    <a:pt x="1294" y="8293"/>
                    <a:pt x="1136" y="8268"/>
                    <a:pt x="977" y="8268"/>
                  </a:cubicBezTo>
                  <a:cubicBezTo>
                    <a:pt x="819" y="8268"/>
                    <a:pt x="661" y="8293"/>
                    <a:pt x="511" y="8343"/>
                  </a:cubicBezTo>
                  <a:cubicBezTo>
                    <a:pt x="444" y="8365"/>
                    <a:pt x="388" y="8399"/>
                    <a:pt x="366" y="8465"/>
                  </a:cubicBezTo>
                  <a:cubicBezTo>
                    <a:pt x="333" y="8543"/>
                    <a:pt x="400" y="8631"/>
                    <a:pt x="477" y="8687"/>
                  </a:cubicBezTo>
                  <a:cubicBezTo>
                    <a:pt x="667" y="8865"/>
                    <a:pt x="889" y="9009"/>
                    <a:pt x="1122" y="9132"/>
                  </a:cubicBezTo>
                  <a:cubicBezTo>
                    <a:pt x="996" y="9100"/>
                    <a:pt x="871" y="9087"/>
                    <a:pt x="748" y="9087"/>
                  </a:cubicBezTo>
                  <a:cubicBezTo>
                    <a:pt x="653" y="9087"/>
                    <a:pt x="559" y="9095"/>
                    <a:pt x="467" y="9110"/>
                  </a:cubicBezTo>
                  <a:cubicBezTo>
                    <a:pt x="378" y="9120"/>
                    <a:pt x="289" y="9143"/>
                    <a:pt x="233" y="9221"/>
                  </a:cubicBezTo>
                  <a:cubicBezTo>
                    <a:pt x="156" y="9332"/>
                    <a:pt x="233" y="9498"/>
                    <a:pt x="333" y="9609"/>
                  </a:cubicBezTo>
                  <a:cubicBezTo>
                    <a:pt x="522" y="9809"/>
                    <a:pt x="766" y="9965"/>
                    <a:pt x="1033" y="10031"/>
                  </a:cubicBezTo>
                  <a:cubicBezTo>
                    <a:pt x="1002" y="10029"/>
                    <a:pt x="971" y="10028"/>
                    <a:pt x="940" y="10028"/>
                  </a:cubicBezTo>
                  <a:cubicBezTo>
                    <a:pt x="692" y="10028"/>
                    <a:pt x="442" y="10106"/>
                    <a:pt x="244" y="10253"/>
                  </a:cubicBezTo>
                  <a:cubicBezTo>
                    <a:pt x="111" y="10342"/>
                    <a:pt x="0" y="10476"/>
                    <a:pt x="0" y="10631"/>
                  </a:cubicBezTo>
                  <a:cubicBezTo>
                    <a:pt x="11" y="10798"/>
                    <a:pt x="156" y="10931"/>
                    <a:pt x="322" y="10976"/>
                  </a:cubicBezTo>
                  <a:cubicBezTo>
                    <a:pt x="388" y="10994"/>
                    <a:pt x="455" y="11001"/>
                    <a:pt x="521" y="11001"/>
                  </a:cubicBezTo>
                  <a:cubicBezTo>
                    <a:pt x="622" y="11001"/>
                    <a:pt x="722" y="10985"/>
                    <a:pt x="822" y="10964"/>
                  </a:cubicBezTo>
                  <a:lnTo>
                    <a:pt x="822" y="10964"/>
                  </a:lnTo>
                  <a:cubicBezTo>
                    <a:pt x="699" y="11154"/>
                    <a:pt x="366" y="11176"/>
                    <a:pt x="344" y="11398"/>
                  </a:cubicBezTo>
                  <a:cubicBezTo>
                    <a:pt x="333" y="11564"/>
                    <a:pt x="533" y="11653"/>
                    <a:pt x="699" y="11698"/>
                  </a:cubicBezTo>
                  <a:cubicBezTo>
                    <a:pt x="1377" y="11875"/>
                    <a:pt x="2066" y="11998"/>
                    <a:pt x="2766" y="12075"/>
                  </a:cubicBezTo>
                  <a:cubicBezTo>
                    <a:pt x="3032" y="12097"/>
                    <a:pt x="3277" y="12164"/>
                    <a:pt x="3543" y="12176"/>
                  </a:cubicBezTo>
                  <a:lnTo>
                    <a:pt x="3688" y="12176"/>
                  </a:lnTo>
                  <a:cubicBezTo>
                    <a:pt x="3877" y="12176"/>
                    <a:pt x="4088" y="12176"/>
                    <a:pt x="4232" y="12297"/>
                  </a:cubicBezTo>
                  <a:cubicBezTo>
                    <a:pt x="4132" y="12209"/>
                    <a:pt x="4032" y="12120"/>
                    <a:pt x="3921" y="12031"/>
                  </a:cubicBezTo>
                  <a:lnTo>
                    <a:pt x="3921" y="12031"/>
                  </a:lnTo>
                  <a:cubicBezTo>
                    <a:pt x="4821" y="12342"/>
                    <a:pt x="5743" y="12564"/>
                    <a:pt x="6676" y="12697"/>
                  </a:cubicBezTo>
                  <a:cubicBezTo>
                    <a:pt x="6454" y="12586"/>
                    <a:pt x="6221" y="12464"/>
                    <a:pt x="5999" y="12353"/>
                  </a:cubicBezTo>
                  <a:cubicBezTo>
                    <a:pt x="6510" y="12353"/>
                    <a:pt x="7031" y="12320"/>
                    <a:pt x="7542" y="12265"/>
                  </a:cubicBezTo>
                  <a:cubicBezTo>
                    <a:pt x="7542" y="12253"/>
                    <a:pt x="7532" y="12242"/>
                    <a:pt x="7532" y="12220"/>
                  </a:cubicBezTo>
                  <a:lnTo>
                    <a:pt x="7532" y="12220"/>
                  </a:lnTo>
                  <a:cubicBezTo>
                    <a:pt x="7634" y="12230"/>
                    <a:pt x="7738" y="12235"/>
                    <a:pt x="7841" y="12235"/>
                  </a:cubicBezTo>
                  <a:cubicBezTo>
                    <a:pt x="8075" y="12235"/>
                    <a:pt x="8308" y="12210"/>
                    <a:pt x="8532" y="12164"/>
                  </a:cubicBezTo>
                  <a:cubicBezTo>
                    <a:pt x="8764" y="12109"/>
                    <a:pt x="8998" y="12020"/>
                    <a:pt x="9198" y="11887"/>
                  </a:cubicBezTo>
                  <a:cubicBezTo>
                    <a:pt x="9487" y="11698"/>
                    <a:pt x="9687" y="11409"/>
                    <a:pt x="9853" y="11109"/>
                  </a:cubicBezTo>
                  <a:cubicBezTo>
                    <a:pt x="10164" y="10542"/>
                    <a:pt x="10386" y="9942"/>
                    <a:pt x="10542" y="9310"/>
                  </a:cubicBezTo>
                  <a:cubicBezTo>
                    <a:pt x="10653" y="8843"/>
                    <a:pt x="10731" y="8365"/>
                    <a:pt x="10776" y="7888"/>
                  </a:cubicBezTo>
                  <a:cubicBezTo>
                    <a:pt x="10897" y="6577"/>
                    <a:pt x="10831" y="5232"/>
                    <a:pt x="10720" y="3921"/>
                  </a:cubicBezTo>
                  <a:cubicBezTo>
                    <a:pt x="10620" y="2800"/>
                    <a:pt x="10420" y="1644"/>
                    <a:pt x="9631" y="800"/>
                  </a:cubicBezTo>
                  <a:cubicBezTo>
                    <a:pt x="9215" y="352"/>
                    <a:pt x="8649" y="0"/>
                    <a:pt x="8039" y="0"/>
                  </a:cubicBezTo>
                  <a:close/>
                </a:path>
              </a:pathLst>
            </a:custGeom>
            <a:solidFill>
              <a:srgbClr val="E3F1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1"/>
            <p:cNvSpPr/>
            <p:nvPr/>
          </p:nvSpPr>
          <p:spPr>
            <a:xfrm>
              <a:off x="2214475" y="3300175"/>
              <a:ext cx="42250" cy="19725"/>
            </a:xfrm>
            <a:custGeom>
              <a:avLst/>
              <a:gdLst/>
              <a:ahLst/>
              <a:cxnLst/>
              <a:rect l="l" t="t" r="r" b="b"/>
              <a:pathLst>
                <a:path w="1690" h="789" extrusionOk="0">
                  <a:moveTo>
                    <a:pt x="1678" y="778"/>
                  </a:moveTo>
                  <a:lnTo>
                    <a:pt x="1689" y="789"/>
                  </a:lnTo>
                  <a:lnTo>
                    <a:pt x="1678" y="778"/>
                  </a:lnTo>
                  <a:close/>
                  <a:moveTo>
                    <a:pt x="1655" y="744"/>
                  </a:moveTo>
                  <a:cubicBezTo>
                    <a:pt x="1655" y="756"/>
                    <a:pt x="1667" y="766"/>
                    <a:pt x="1678" y="778"/>
                  </a:cubicBezTo>
                  <a:cubicBezTo>
                    <a:pt x="1667" y="766"/>
                    <a:pt x="1655" y="756"/>
                    <a:pt x="1655" y="744"/>
                  </a:cubicBezTo>
                  <a:close/>
                  <a:moveTo>
                    <a:pt x="1" y="0"/>
                  </a:moveTo>
                  <a:lnTo>
                    <a:pt x="1" y="0"/>
                  </a:lnTo>
                  <a:lnTo>
                    <a:pt x="1" y="0"/>
                  </a:lnTo>
                  <a:close/>
                  <a:moveTo>
                    <a:pt x="1" y="0"/>
                  </a:moveTo>
                  <a:lnTo>
                    <a:pt x="1" y="0"/>
                  </a:lnTo>
                  <a:lnTo>
                    <a:pt x="1" y="0"/>
                  </a:lnTo>
                  <a:close/>
                  <a:moveTo>
                    <a:pt x="11" y="0"/>
                  </a:moveTo>
                  <a:lnTo>
                    <a:pt x="11" y="0"/>
                  </a:lnTo>
                  <a:lnTo>
                    <a:pt x="11" y="0"/>
                  </a:lnTo>
                  <a:close/>
                  <a:moveTo>
                    <a:pt x="11" y="0"/>
                  </a:moveTo>
                  <a:lnTo>
                    <a:pt x="11" y="0"/>
                  </a:lnTo>
                  <a:lnTo>
                    <a:pt x="11" y="0"/>
                  </a:lnTo>
                  <a:close/>
                  <a:moveTo>
                    <a:pt x="23" y="0"/>
                  </a:moveTo>
                  <a:lnTo>
                    <a:pt x="23" y="0"/>
                  </a:lnTo>
                  <a:lnTo>
                    <a:pt x="23" y="0"/>
                  </a:lnTo>
                  <a:close/>
                  <a:moveTo>
                    <a:pt x="23" y="0"/>
                  </a:moveTo>
                  <a:lnTo>
                    <a:pt x="23" y="0"/>
                  </a:lnTo>
                  <a:lnTo>
                    <a:pt x="23" y="0"/>
                  </a:lnTo>
                  <a:close/>
                  <a:moveTo>
                    <a:pt x="34" y="0"/>
                  </a:moveTo>
                  <a:lnTo>
                    <a:pt x="34" y="0"/>
                  </a:lnTo>
                  <a:lnTo>
                    <a:pt x="34" y="0"/>
                  </a:lnTo>
                  <a:close/>
                  <a:moveTo>
                    <a:pt x="34" y="0"/>
                  </a:moveTo>
                  <a:lnTo>
                    <a:pt x="34" y="0"/>
                  </a:lnTo>
                  <a:lnTo>
                    <a:pt x="34" y="0"/>
                  </a:lnTo>
                  <a:close/>
                  <a:moveTo>
                    <a:pt x="45" y="0"/>
                  </a:moveTo>
                  <a:lnTo>
                    <a:pt x="45" y="0"/>
                  </a:lnTo>
                  <a:lnTo>
                    <a:pt x="45" y="0"/>
                  </a:lnTo>
                  <a:close/>
                  <a:moveTo>
                    <a:pt x="45" y="0"/>
                  </a:moveTo>
                  <a:lnTo>
                    <a:pt x="45" y="0"/>
                  </a:lnTo>
                  <a:lnTo>
                    <a:pt x="45" y="0"/>
                  </a:lnTo>
                  <a:close/>
                  <a:moveTo>
                    <a:pt x="56" y="0"/>
                  </a:moveTo>
                  <a:lnTo>
                    <a:pt x="56" y="0"/>
                  </a:lnTo>
                  <a:lnTo>
                    <a:pt x="56" y="0"/>
                  </a:lnTo>
                  <a:close/>
                  <a:moveTo>
                    <a:pt x="56" y="0"/>
                  </a:moveTo>
                  <a:lnTo>
                    <a:pt x="56" y="0"/>
                  </a:lnTo>
                  <a:lnTo>
                    <a:pt x="56" y="0"/>
                  </a:lnTo>
                  <a:close/>
                  <a:moveTo>
                    <a:pt x="67" y="0"/>
                  </a:moveTo>
                  <a:lnTo>
                    <a:pt x="67" y="0"/>
                  </a:lnTo>
                  <a:lnTo>
                    <a:pt x="67" y="0"/>
                  </a:lnTo>
                  <a:close/>
                  <a:moveTo>
                    <a:pt x="67" y="0"/>
                  </a:moveTo>
                  <a:lnTo>
                    <a:pt x="67" y="0"/>
                  </a:lnTo>
                  <a:lnTo>
                    <a:pt x="67" y="0"/>
                  </a:lnTo>
                  <a:close/>
                  <a:moveTo>
                    <a:pt x="78" y="0"/>
                  </a:moveTo>
                  <a:lnTo>
                    <a:pt x="78" y="0"/>
                  </a:lnTo>
                  <a:lnTo>
                    <a:pt x="78" y="0"/>
                  </a:lnTo>
                  <a:close/>
                  <a:moveTo>
                    <a:pt x="112" y="0"/>
                  </a:moveTo>
                  <a:lnTo>
                    <a:pt x="78" y="0"/>
                  </a:lnTo>
                  <a:lnTo>
                    <a:pt x="78" y="0"/>
                  </a:lnTo>
                  <a:lnTo>
                    <a:pt x="78" y="0"/>
                  </a:lnTo>
                  <a:lnTo>
                    <a:pt x="112" y="0"/>
                  </a:lnTo>
                  <a:close/>
                  <a:moveTo>
                    <a:pt x="112" y="0"/>
                  </a:moveTo>
                  <a:lnTo>
                    <a:pt x="112" y="0"/>
                  </a:lnTo>
                  <a:lnTo>
                    <a:pt x="112" y="0"/>
                  </a:ln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1"/>
            <p:cNvSpPr/>
            <p:nvPr/>
          </p:nvSpPr>
          <p:spPr>
            <a:xfrm>
              <a:off x="2279725" y="3518175"/>
              <a:ext cx="3100" cy="14750"/>
            </a:xfrm>
            <a:custGeom>
              <a:avLst/>
              <a:gdLst/>
              <a:ahLst/>
              <a:cxnLst/>
              <a:rect l="l" t="t" r="r" b="b"/>
              <a:pathLst>
                <a:path w="124" h="590" extrusionOk="0">
                  <a:moveTo>
                    <a:pt x="123" y="0"/>
                  </a:moveTo>
                  <a:cubicBezTo>
                    <a:pt x="90" y="200"/>
                    <a:pt x="45" y="400"/>
                    <a:pt x="1" y="590"/>
                  </a:cubicBezTo>
                  <a:cubicBezTo>
                    <a:pt x="45" y="400"/>
                    <a:pt x="90" y="200"/>
                    <a:pt x="123" y="0"/>
                  </a:cubicBezTo>
                  <a:close/>
                </a:path>
              </a:pathLst>
            </a:custGeom>
            <a:solidFill>
              <a:srgbClr val="B7D2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1"/>
            <p:cNvSpPr/>
            <p:nvPr/>
          </p:nvSpPr>
          <p:spPr>
            <a:xfrm>
              <a:off x="2104775" y="3600925"/>
              <a:ext cx="124725" cy="16700"/>
            </a:xfrm>
            <a:custGeom>
              <a:avLst/>
              <a:gdLst/>
              <a:ahLst/>
              <a:cxnLst/>
              <a:rect l="l" t="t" r="r" b="b"/>
              <a:pathLst>
                <a:path w="4989" h="668" extrusionOk="0">
                  <a:moveTo>
                    <a:pt x="2456" y="323"/>
                  </a:moveTo>
                  <a:lnTo>
                    <a:pt x="2456" y="323"/>
                  </a:lnTo>
                  <a:cubicBezTo>
                    <a:pt x="2578" y="390"/>
                    <a:pt x="2711" y="457"/>
                    <a:pt x="2833" y="512"/>
                  </a:cubicBezTo>
                  <a:cubicBezTo>
                    <a:pt x="2711" y="457"/>
                    <a:pt x="2578" y="390"/>
                    <a:pt x="2456" y="323"/>
                  </a:cubicBezTo>
                  <a:close/>
                  <a:moveTo>
                    <a:pt x="4300" y="212"/>
                  </a:moveTo>
                  <a:lnTo>
                    <a:pt x="4300" y="212"/>
                  </a:lnTo>
                  <a:lnTo>
                    <a:pt x="4300" y="212"/>
                  </a:lnTo>
                  <a:lnTo>
                    <a:pt x="4300" y="212"/>
                  </a:lnTo>
                  <a:close/>
                  <a:moveTo>
                    <a:pt x="3989" y="190"/>
                  </a:moveTo>
                  <a:lnTo>
                    <a:pt x="4011" y="190"/>
                  </a:lnTo>
                  <a:lnTo>
                    <a:pt x="3989" y="190"/>
                  </a:lnTo>
                  <a:close/>
                  <a:moveTo>
                    <a:pt x="3989" y="190"/>
                  </a:moveTo>
                  <a:cubicBezTo>
                    <a:pt x="3989" y="212"/>
                    <a:pt x="3999" y="223"/>
                    <a:pt x="3999" y="235"/>
                  </a:cubicBezTo>
                  <a:cubicBezTo>
                    <a:pt x="3844" y="257"/>
                    <a:pt x="3688" y="267"/>
                    <a:pt x="3533" y="279"/>
                  </a:cubicBezTo>
                  <a:cubicBezTo>
                    <a:pt x="3688" y="267"/>
                    <a:pt x="3844" y="257"/>
                    <a:pt x="3999" y="235"/>
                  </a:cubicBezTo>
                  <a:cubicBezTo>
                    <a:pt x="3999" y="223"/>
                    <a:pt x="3989" y="212"/>
                    <a:pt x="3989" y="190"/>
                  </a:cubicBezTo>
                  <a:lnTo>
                    <a:pt x="3989" y="190"/>
                  </a:lnTo>
                  <a:close/>
                  <a:moveTo>
                    <a:pt x="556" y="190"/>
                  </a:moveTo>
                  <a:cubicBezTo>
                    <a:pt x="600" y="212"/>
                    <a:pt x="645" y="235"/>
                    <a:pt x="689" y="267"/>
                  </a:cubicBezTo>
                  <a:lnTo>
                    <a:pt x="689" y="267"/>
                  </a:lnTo>
                  <a:cubicBezTo>
                    <a:pt x="645" y="235"/>
                    <a:pt x="600" y="212"/>
                    <a:pt x="556" y="190"/>
                  </a:cubicBezTo>
                  <a:close/>
                  <a:moveTo>
                    <a:pt x="45" y="146"/>
                  </a:moveTo>
                  <a:lnTo>
                    <a:pt x="45" y="146"/>
                  </a:lnTo>
                  <a:lnTo>
                    <a:pt x="45" y="146"/>
                  </a:lnTo>
                  <a:close/>
                  <a:moveTo>
                    <a:pt x="34" y="146"/>
                  </a:moveTo>
                  <a:lnTo>
                    <a:pt x="45" y="146"/>
                  </a:lnTo>
                  <a:lnTo>
                    <a:pt x="34" y="146"/>
                  </a:lnTo>
                  <a:close/>
                  <a:moveTo>
                    <a:pt x="34" y="146"/>
                  </a:moveTo>
                  <a:lnTo>
                    <a:pt x="34" y="146"/>
                  </a:lnTo>
                  <a:lnTo>
                    <a:pt x="34" y="146"/>
                  </a:lnTo>
                  <a:close/>
                  <a:moveTo>
                    <a:pt x="22" y="146"/>
                  </a:moveTo>
                  <a:lnTo>
                    <a:pt x="34" y="146"/>
                  </a:lnTo>
                  <a:lnTo>
                    <a:pt x="22" y="146"/>
                  </a:lnTo>
                  <a:close/>
                  <a:moveTo>
                    <a:pt x="22" y="146"/>
                  </a:moveTo>
                  <a:lnTo>
                    <a:pt x="22" y="146"/>
                  </a:lnTo>
                  <a:lnTo>
                    <a:pt x="22" y="146"/>
                  </a:lnTo>
                  <a:close/>
                  <a:moveTo>
                    <a:pt x="12" y="146"/>
                  </a:moveTo>
                  <a:lnTo>
                    <a:pt x="22" y="146"/>
                  </a:lnTo>
                  <a:lnTo>
                    <a:pt x="12" y="146"/>
                  </a:lnTo>
                  <a:close/>
                  <a:moveTo>
                    <a:pt x="12" y="146"/>
                  </a:moveTo>
                  <a:lnTo>
                    <a:pt x="12" y="146"/>
                  </a:lnTo>
                  <a:lnTo>
                    <a:pt x="12" y="146"/>
                  </a:lnTo>
                  <a:close/>
                  <a:moveTo>
                    <a:pt x="0" y="146"/>
                  </a:moveTo>
                  <a:lnTo>
                    <a:pt x="12" y="146"/>
                  </a:lnTo>
                  <a:lnTo>
                    <a:pt x="0" y="146"/>
                  </a:lnTo>
                  <a:close/>
                  <a:moveTo>
                    <a:pt x="4966" y="134"/>
                  </a:moveTo>
                  <a:cubicBezTo>
                    <a:pt x="4744" y="179"/>
                    <a:pt x="4522" y="212"/>
                    <a:pt x="4300" y="212"/>
                  </a:cubicBezTo>
                  <a:cubicBezTo>
                    <a:pt x="4522" y="212"/>
                    <a:pt x="4744" y="179"/>
                    <a:pt x="4966" y="134"/>
                  </a:cubicBezTo>
                  <a:close/>
                  <a:moveTo>
                    <a:pt x="4977" y="134"/>
                  </a:moveTo>
                  <a:lnTo>
                    <a:pt x="4966" y="134"/>
                  </a:lnTo>
                  <a:lnTo>
                    <a:pt x="4977" y="134"/>
                  </a:lnTo>
                  <a:close/>
                  <a:moveTo>
                    <a:pt x="4989" y="134"/>
                  </a:moveTo>
                  <a:lnTo>
                    <a:pt x="4989" y="134"/>
                  </a:lnTo>
                  <a:lnTo>
                    <a:pt x="4989" y="134"/>
                  </a:lnTo>
                  <a:close/>
                  <a:moveTo>
                    <a:pt x="378" y="1"/>
                  </a:moveTo>
                  <a:lnTo>
                    <a:pt x="378" y="1"/>
                  </a:lnTo>
                  <a:cubicBezTo>
                    <a:pt x="1278" y="312"/>
                    <a:pt x="2200" y="534"/>
                    <a:pt x="3133" y="667"/>
                  </a:cubicBezTo>
                  <a:lnTo>
                    <a:pt x="3133" y="667"/>
                  </a:lnTo>
                  <a:cubicBezTo>
                    <a:pt x="2200" y="534"/>
                    <a:pt x="1278" y="312"/>
                    <a:pt x="378" y="1"/>
                  </a:cubicBezTo>
                  <a:close/>
                </a:path>
              </a:pathLst>
            </a:custGeom>
            <a:solidFill>
              <a:srgbClr val="C3D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1"/>
            <p:cNvSpPr/>
            <p:nvPr/>
          </p:nvSpPr>
          <p:spPr>
            <a:xfrm>
              <a:off x="2016200" y="3533450"/>
              <a:ext cx="25825" cy="45300"/>
            </a:xfrm>
            <a:custGeom>
              <a:avLst/>
              <a:gdLst/>
              <a:ahLst/>
              <a:cxnLst/>
              <a:rect l="l" t="t" r="r" b="b"/>
              <a:pathLst>
                <a:path w="1033" h="1812" extrusionOk="0">
                  <a:moveTo>
                    <a:pt x="511" y="1667"/>
                  </a:moveTo>
                  <a:lnTo>
                    <a:pt x="511" y="1667"/>
                  </a:lnTo>
                  <a:lnTo>
                    <a:pt x="511" y="1667"/>
                  </a:lnTo>
                  <a:lnTo>
                    <a:pt x="511" y="1667"/>
                  </a:lnTo>
                  <a:close/>
                  <a:moveTo>
                    <a:pt x="322" y="1645"/>
                  </a:moveTo>
                  <a:lnTo>
                    <a:pt x="333" y="1645"/>
                  </a:lnTo>
                  <a:lnTo>
                    <a:pt x="322" y="1645"/>
                  </a:lnTo>
                  <a:close/>
                  <a:moveTo>
                    <a:pt x="800" y="1645"/>
                  </a:moveTo>
                  <a:cubicBezTo>
                    <a:pt x="699" y="1656"/>
                    <a:pt x="611" y="1667"/>
                    <a:pt x="511" y="1667"/>
                  </a:cubicBezTo>
                  <a:cubicBezTo>
                    <a:pt x="611" y="1667"/>
                    <a:pt x="699" y="1656"/>
                    <a:pt x="800" y="1645"/>
                  </a:cubicBezTo>
                  <a:close/>
                  <a:moveTo>
                    <a:pt x="800" y="1645"/>
                  </a:moveTo>
                  <a:lnTo>
                    <a:pt x="800" y="1645"/>
                  </a:lnTo>
                  <a:lnTo>
                    <a:pt x="800" y="1645"/>
                  </a:lnTo>
                  <a:close/>
                  <a:moveTo>
                    <a:pt x="822" y="1633"/>
                  </a:moveTo>
                  <a:lnTo>
                    <a:pt x="811" y="1633"/>
                  </a:lnTo>
                  <a:lnTo>
                    <a:pt x="822" y="1633"/>
                  </a:lnTo>
                  <a:cubicBezTo>
                    <a:pt x="766" y="1712"/>
                    <a:pt x="689" y="1756"/>
                    <a:pt x="600" y="1811"/>
                  </a:cubicBezTo>
                  <a:lnTo>
                    <a:pt x="600" y="1811"/>
                  </a:lnTo>
                  <a:cubicBezTo>
                    <a:pt x="689" y="1756"/>
                    <a:pt x="766" y="1712"/>
                    <a:pt x="822" y="1633"/>
                  </a:cubicBezTo>
                  <a:close/>
                  <a:moveTo>
                    <a:pt x="244" y="922"/>
                  </a:moveTo>
                  <a:lnTo>
                    <a:pt x="244" y="922"/>
                  </a:lnTo>
                  <a:cubicBezTo>
                    <a:pt x="122" y="1011"/>
                    <a:pt x="0" y="1134"/>
                    <a:pt x="0" y="1289"/>
                  </a:cubicBezTo>
                  <a:cubicBezTo>
                    <a:pt x="0" y="1134"/>
                    <a:pt x="122" y="1011"/>
                    <a:pt x="244" y="922"/>
                  </a:cubicBezTo>
                  <a:lnTo>
                    <a:pt x="244" y="922"/>
                  </a:lnTo>
                  <a:close/>
                  <a:moveTo>
                    <a:pt x="255" y="912"/>
                  </a:moveTo>
                  <a:lnTo>
                    <a:pt x="244" y="912"/>
                  </a:lnTo>
                  <a:lnTo>
                    <a:pt x="255" y="912"/>
                  </a:lnTo>
                  <a:close/>
                  <a:moveTo>
                    <a:pt x="944" y="690"/>
                  </a:moveTo>
                  <a:cubicBezTo>
                    <a:pt x="699" y="690"/>
                    <a:pt x="455" y="767"/>
                    <a:pt x="255" y="900"/>
                  </a:cubicBezTo>
                  <a:cubicBezTo>
                    <a:pt x="455" y="767"/>
                    <a:pt x="699" y="690"/>
                    <a:pt x="944" y="690"/>
                  </a:cubicBezTo>
                  <a:lnTo>
                    <a:pt x="944" y="690"/>
                  </a:lnTo>
                  <a:close/>
                  <a:moveTo>
                    <a:pt x="800" y="611"/>
                  </a:moveTo>
                  <a:cubicBezTo>
                    <a:pt x="877" y="645"/>
                    <a:pt x="955" y="678"/>
                    <a:pt x="1033" y="700"/>
                  </a:cubicBezTo>
                  <a:lnTo>
                    <a:pt x="1033" y="700"/>
                  </a:lnTo>
                  <a:cubicBezTo>
                    <a:pt x="955" y="678"/>
                    <a:pt x="877" y="645"/>
                    <a:pt x="800" y="611"/>
                  </a:cubicBezTo>
                  <a:close/>
                  <a:moveTo>
                    <a:pt x="800" y="611"/>
                  </a:moveTo>
                  <a:lnTo>
                    <a:pt x="800" y="611"/>
                  </a:lnTo>
                  <a:lnTo>
                    <a:pt x="800" y="611"/>
                  </a:lnTo>
                  <a:close/>
                  <a:moveTo>
                    <a:pt x="200" y="1"/>
                  </a:moveTo>
                  <a:cubicBezTo>
                    <a:pt x="200" y="100"/>
                    <a:pt x="255" y="201"/>
                    <a:pt x="333" y="278"/>
                  </a:cubicBezTo>
                  <a:cubicBezTo>
                    <a:pt x="378" y="334"/>
                    <a:pt x="433" y="379"/>
                    <a:pt x="489" y="423"/>
                  </a:cubicBezTo>
                  <a:cubicBezTo>
                    <a:pt x="433" y="379"/>
                    <a:pt x="378" y="334"/>
                    <a:pt x="333" y="278"/>
                  </a:cubicBezTo>
                  <a:cubicBezTo>
                    <a:pt x="255" y="201"/>
                    <a:pt x="200" y="100"/>
                    <a:pt x="200" y="1"/>
                  </a:cubicBezTo>
                  <a:close/>
                </a:path>
              </a:pathLst>
            </a:custGeom>
            <a:solidFill>
              <a:srgbClr val="DB96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1"/>
            <p:cNvSpPr/>
            <p:nvPr/>
          </p:nvSpPr>
          <p:spPr>
            <a:xfrm>
              <a:off x="2016200" y="3300175"/>
              <a:ext cx="272175" cy="317450"/>
            </a:xfrm>
            <a:custGeom>
              <a:avLst/>
              <a:gdLst/>
              <a:ahLst/>
              <a:cxnLst/>
              <a:rect l="l" t="t" r="r" b="b"/>
              <a:pathLst>
                <a:path w="10887" h="12698" extrusionOk="0">
                  <a:moveTo>
                    <a:pt x="7932" y="0"/>
                  </a:moveTo>
                  <a:cubicBezTo>
                    <a:pt x="7510" y="33"/>
                    <a:pt x="7243" y="223"/>
                    <a:pt x="7054" y="489"/>
                  </a:cubicBezTo>
                  <a:cubicBezTo>
                    <a:pt x="7898" y="778"/>
                    <a:pt x="8564" y="1455"/>
                    <a:pt x="9009" y="2233"/>
                  </a:cubicBezTo>
                  <a:cubicBezTo>
                    <a:pt x="10031" y="3988"/>
                    <a:pt x="10364" y="6699"/>
                    <a:pt x="9065" y="8421"/>
                  </a:cubicBezTo>
                  <a:cubicBezTo>
                    <a:pt x="8920" y="8621"/>
                    <a:pt x="8754" y="8799"/>
                    <a:pt x="8564" y="8943"/>
                  </a:cubicBezTo>
                  <a:cubicBezTo>
                    <a:pt x="8265" y="9176"/>
                    <a:pt x="7887" y="9132"/>
                    <a:pt x="7576" y="9332"/>
                  </a:cubicBezTo>
                  <a:cubicBezTo>
                    <a:pt x="7243" y="9532"/>
                    <a:pt x="6976" y="9809"/>
                    <a:pt x="6665" y="10031"/>
                  </a:cubicBezTo>
                  <a:cubicBezTo>
                    <a:pt x="6365" y="10253"/>
                    <a:pt x="6021" y="10398"/>
                    <a:pt x="5666" y="10509"/>
                  </a:cubicBezTo>
                  <a:cubicBezTo>
                    <a:pt x="5177" y="10665"/>
                    <a:pt x="4654" y="10764"/>
                    <a:pt x="4132" y="10764"/>
                  </a:cubicBezTo>
                  <a:cubicBezTo>
                    <a:pt x="3899" y="10764"/>
                    <a:pt x="3666" y="10742"/>
                    <a:pt x="3444" y="10698"/>
                  </a:cubicBezTo>
                  <a:cubicBezTo>
                    <a:pt x="2988" y="10620"/>
                    <a:pt x="2188" y="10342"/>
                    <a:pt x="2422" y="9787"/>
                  </a:cubicBezTo>
                  <a:cubicBezTo>
                    <a:pt x="1921" y="9609"/>
                    <a:pt x="1455" y="9431"/>
                    <a:pt x="1066" y="9120"/>
                  </a:cubicBezTo>
                  <a:cubicBezTo>
                    <a:pt x="955" y="9098"/>
                    <a:pt x="833" y="9087"/>
                    <a:pt x="722" y="9087"/>
                  </a:cubicBezTo>
                  <a:cubicBezTo>
                    <a:pt x="633" y="9087"/>
                    <a:pt x="555" y="9098"/>
                    <a:pt x="467" y="9110"/>
                  </a:cubicBezTo>
                  <a:cubicBezTo>
                    <a:pt x="378" y="9120"/>
                    <a:pt x="289" y="9143"/>
                    <a:pt x="233" y="9221"/>
                  </a:cubicBezTo>
                  <a:cubicBezTo>
                    <a:pt x="222" y="9231"/>
                    <a:pt x="222" y="9243"/>
                    <a:pt x="211" y="9254"/>
                  </a:cubicBezTo>
                  <a:cubicBezTo>
                    <a:pt x="200" y="9276"/>
                    <a:pt x="200" y="9310"/>
                    <a:pt x="200" y="9332"/>
                  </a:cubicBezTo>
                  <a:cubicBezTo>
                    <a:pt x="200" y="9431"/>
                    <a:pt x="255" y="9532"/>
                    <a:pt x="333" y="9609"/>
                  </a:cubicBezTo>
                  <a:cubicBezTo>
                    <a:pt x="378" y="9665"/>
                    <a:pt x="433" y="9710"/>
                    <a:pt x="489" y="9754"/>
                  </a:cubicBezTo>
                  <a:cubicBezTo>
                    <a:pt x="578" y="9831"/>
                    <a:pt x="689" y="9898"/>
                    <a:pt x="800" y="9942"/>
                  </a:cubicBezTo>
                  <a:cubicBezTo>
                    <a:pt x="873" y="9974"/>
                    <a:pt x="947" y="10005"/>
                    <a:pt x="1020" y="10027"/>
                  </a:cubicBezTo>
                  <a:lnTo>
                    <a:pt x="1020" y="10027"/>
                  </a:lnTo>
                  <a:cubicBezTo>
                    <a:pt x="994" y="10021"/>
                    <a:pt x="973" y="10021"/>
                    <a:pt x="944" y="10021"/>
                  </a:cubicBezTo>
                  <a:cubicBezTo>
                    <a:pt x="699" y="10021"/>
                    <a:pt x="455" y="10098"/>
                    <a:pt x="255" y="10231"/>
                  </a:cubicBezTo>
                  <a:lnTo>
                    <a:pt x="255" y="10243"/>
                  </a:lnTo>
                  <a:lnTo>
                    <a:pt x="244" y="10243"/>
                  </a:lnTo>
                  <a:lnTo>
                    <a:pt x="244" y="10253"/>
                  </a:lnTo>
                  <a:cubicBezTo>
                    <a:pt x="122" y="10342"/>
                    <a:pt x="0" y="10465"/>
                    <a:pt x="0" y="10620"/>
                  </a:cubicBezTo>
                  <a:lnTo>
                    <a:pt x="0" y="10631"/>
                  </a:lnTo>
                  <a:cubicBezTo>
                    <a:pt x="11" y="10798"/>
                    <a:pt x="156" y="10931"/>
                    <a:pt x="322" y="10976"/>
                  </a:cubicBezTo>
                  <a:lnTo>
                    <a:pt x="333" y="10976"/>
                  </a:lnTo>
                  <a:cubicBezTo>
                    <a:pt x="388" y="10998"/>
                    <a:pt x="455" y="10998"/>
                    <a:pt x="511" y="10998"/>
                  </a:cubicBezTo>
                  <a:cubicBezTo>
                    <a:pt x="611" y="10998"/>
                    <a:pt x="699" y="10987"/>
                    <a:pt x="800" y="10976"/>
                  </a:cubicBezTo>
                  <a:cubicBezTo>
                    <a:pt x="811" y="10976"/>
                    <a:pt x="811" y="10964"/>
                    <a:pt x="811" y="10964"/>
                  </a:cubicBezTo>
                  <a:lnTo>
                    <a:pt x="822" y="10964"/>
                  </a:lnTo>
                  <a:cubicBezTo>
                    <a:pt x="766" y="11043"/>
                    <a:pt x="689" y="11087"/>
                    <a:pt x="600" y="11142"/>
                  </a:cubicBezTo>
                  <a:cubicBezTo>
                    <a:pt x="477" y="11198"/>
                    <a:pt x="355" y="11265"/>
                    <a:pt x="344" y="11398"/>
                  </a:cubicBezTo>
                  <a:lnTo>
                    <a:pt x="344" y="11409"/>
                  </a:lnTo>
                  <a:cubicBezTo>
                    <a:pt x="344" y="11564"/>
                    <a:pt x="544" y="11653"/>
                    <a:pt x="699" y="11698"/>
                  </a:cubicBezTo>
                  <a:cubicBezTo>
                    <a:pt x="1377" y="11875"/>
                    <a:pt x="2066" y="11998"/>
                    <a:pt x="2766" y="12075"/>
                  </a:cubicBezTo>
                  <a:cubicBezTo>
                    <a:pt x="3032" y="12097"/>
                    <a:pt x="3277" y="12164"/>
                    <a:pt x="3543" y="12176"/>
                  </a:cubicBezTo>
                  <a:lnTo>
                    <a:pt x="3733" y="12176"/>
                  </a:lnTo>
                  <a:cubicBezTo>
                    <a:pt x="3854" y="12176"/>
                    <a:pt x="3988" y="12186"/>
                    <a:pt x="4099" y="12220"/>
                  </a:cubicBezTo>
                  <a:cubicBezTo>
                    <a:pt x="4143" y="12242"/>
                    <a:pt x="4188" y="12265"/>
                    <a:pt x="4232" y="12297"/>
                  </a:cubicBezTo>
                  <a:cubicBezTo>
                    <a:pt x="4132" y="12209"/>
                    <a:pt x="4021" y="12120"/>
                    <a:pt x="3921" y="12031"/>
                  </a:cubicBezTo>
                  <a:lnTo>
                    <a:pt x="3921" y="12031"/>
                  </a:lnTo>
                  <a:cubicBezTo>
                    <a:pt x="4821" y="12342"/>
                    <a:pt x="5743" y="12564"/>
                    <a:pt x="6676" y="12697"/>
                  </a:cubicBezTo>
                  <a:cubicBezTo>
                    <a:pt x="6576" y="12653"/>
                    <a:pt x="6476" y="12598"/>
                    <a:pt x="6376" y="12542"/>
                  </a:cubicBezTo>
                  <a:cubicBezTo>
                    <a:pt x="6254" y="12487"/>
                    <a:pt x="6121" y="12420"/>
                    <a:pt x="5999" y="12353"/>
                  </a:cubicBezTo>
                  <a:cubicBezTo>
                    <a:pt x="6354" y="12353"/>
                    <a:pt x="6720" y="12331"/>
                    <a:pt x="7076" y="12309"/>
                  </a:cubicBezTo>
                  <a:cubicBezTo>
                    <a:pt x="7231" y="12297"/>
                    <a:pt x="7387" y="12287"/>
                    <a:pt x="7542" y="12265"/>
                  </a:cubicBezTo>
                  <a:cubicBezTo>
                    <a:pt x="7542" y="12253"/>
                    <a:pt x="7532" y="12242"/>
                    <a:pt x="7532" y="12220"/>
                  </a:cubicBezTo>
                  <a:lnTo>
                    <a:pt x="7554" y="12220"/>
                  </a:lnTo>
                  <a:cubicBezTo>
                    <a:pt x="7643" y="12231"/>
                    <a:pt x="7742" y="12242"/>
                    <a:pt x="7843" y="12242"/>
                  </a:cubicBezTo>
                  <a:cubicBezTo>
                    <a:pt x="8065" y="12242"/>
                    <a:pt x="8287" y="12209"/>
                    <a:pt x="8509" y="12164"/>
                  </a:cubicBezTo>
                  <a:lnTo>
                    <a:pt x="8532" y="12164"/>
                  </a:lnTo>
                  <a:cubicBezTo>
                    <a:pt x="8764" y="12109"/>
                    <a:pt x="8998" y="12020"/>
                    <a:pt x="9198" y="11887"/>
                  </a:cubicBezTo>
                  <a:cubicBezTo>
                    <a:pt x="9487" y="11698"/>
                    <a:pt x="9687" y="11409"/>
                    <a:pt x="9853" y="11109"/>
                  </a:cubicBezTo>
                  <a:cubicBezTo>
                    <a:pt x="10164" y="10542"/>
                    <a:pt x="10386" y="9942"/>
                    <a:pt x="10542" y="9310"/>
                  </a:cubicBezTo>
                  <a:cubicBezTo>
                    <a:pt x="10586" y="9120"/>
                    <a:pt x="10631" y="8920"/>
                    <a:pt x="10664" y="8720"/>
                  </a:cubicBezTo>
                  <a:cubicBezTo>
                    <a:pt x="10709" y="8443"/>
                    <a:pt x="10753" y="8165"/>
                    <a:pt x="10776" y="7888"/>
                  </a:cubicBezTo>
                  <a:cubicBezTo>
                    <a:pt x="10887" y="6732"/>
                    <a:pt x="10842" y="5543"/>
                    <a:pt x="10753" y="4377"/>
                  </a:cubicBezTo>
                  <a:cubicBezTo>
                    <a:pt x="10742" y="4222"/>
                    <a:pt x="10731" y="4066"/>
                    <a:pt x="10720" y="3921"/>
                  </a:cubicBezTo>
                  <a:cubicBezTo>
                    <a:pt x="10620" y="2800"/>
                    <a:pt x="10420" y="1644"/>
                    <a:pt x="9631" y="800"/>
                  </a:cubicBezTo>
                  <a:lnTo>
                    <a:pt x="9620" y="789"/>
                  </a:lnTo>
                  <a:lnTo>
                    <a:pt x="9609" y="778"/>
                  </a:lnTo>
                  <a:cubicBezTo>
                    <a:pt x="9598" y="766"/>
                    <a:pt x="9586" y="756"/>
                    <a:pt x="9586" y="744"/>
                  </a:cubicBezTo>
                  <a:cubicBezTo>
                    <a:pt x="9176" y="322"/>
                    <a:pt x="8631" y="0"/>
                    <a:pt x="8043" y="0"/>
                  </a:cubicBezTo>
                  <a:close/>
                </a:path>
              </a:pathLst>
            </a:custGeom>
            <a:solidFill>
              <a:srgbClr val="D9EA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1"/>
            <p:cNvSpPr/>
            <p:nvPr/>
          </p:nvSpPr>
          <p:spPr>
            <a:xfrm>
              <a:off x="2028125" y="3517625"/>
              <a:ext cx="25" cy="25"/>
            </a:xfrm>
            <a:custGeom>
              <a:avLst/>
              <a:gdLst/>
              <a:ahLst/>
              <a:cxnLst/>
              <a:rect l="l" t="t" r="r" b="b"/>
              <a:pathLst>
                <a:path w="1" h="1" extrusionOk="0">
                  <a:moveTo>
                    <a:pt x="0" y="0"/>
                  </a:moveTo>
                  <a:lnTo>
                    <a:pt x="0" y="0"/>
                  </a:lnTo>
                  <a:close/>
                </a:path>
              </a:pathLst>
            </a:custGeom>
            <a:solidFill>
              <a:srgbClr val="CF9D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1"/>
            <p:cNvSpPr/>
            <p:nvPr/>
          </p:nvSpPr>
          <p:spPr>
            <a:xfrm>
              <a:off x="2024525" y="3509025"/>
              <a:ext cx="16400" cy="17500"/>
            </a:xfrm>
            <a:custGeom>
              <a:avLst/>
              <a:gdLst/>
              <a:ahLst/>
              <a:cxnLst/>
              <a:rect l="l" t="t" r="r" b="b"/>
              <a:pathLst>
                <a:path w="656" h="700" extrusionOk="0">
                  <a:moveTo>
                    <a:pt x="178" y="0"/>
                  </a:moveTo>
                  <a:cubicBezTo>
                    <a:pt x="111" y="11"/>
                    <a:pt x="55" y="45"/>
                    <a:pt x="33" y="111"/>
                  </a:cubicBezTo>
                  <a:cubicBezTo>
                    <a:pt x="0" y="189"/>
                    <a:pt x="67" y="277"/>
                    <a:pt x="144" y="333"/>
                  </a:cubicBezTo>
                  <a:lnTo>
                    <a:pt x="144" y="344"/>
                  </a:lnTo>
                  <a:cubicBezTo>
                    <a:pt x="300" y="477"/>
                    <a:pt x="478" y="600"/>
                    <a:pt x="655" y="700"/>
                  </a:cubicBezTo>
                  <a:cubicBezTo>
                    <a:pt x="467" y="544"/>
                    <a:pt x="300" y="344"/>
                    <a:pt x="166" y="111"/>
                  </a:cubicBezTo>
                  <a:cubicBezTo>
                    <a:pt x="144" y="67"/>
                    <a:pt x="156" y="22"/>
                    <a:pt x="178" y="0"/>
                  </a:cubicBezTo>
                  <a:close/>
                </a:path>
              </a:pathLst>
            </a:custGeom>
            <a:solidFill>
              <a:srgbClr val="CEE2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1"/>
            <p:cNvSpPr/>
            <p:nvPr/>
          </p:nvSpPr>
          <p:spPr>
            <a:xfrm>
              <a:off x="2055900" y="3490700"/>
              <a:ext cx="219975" cy="110825"/>
            </a:xfrm>
            <a:custGeom>
              <a:avLst/>
              <a:gdLst/>
              <a:ahLst/>
              <a:cxnLst/>
              <a:rect l="l" t="t" r="r" b="b"/>
              <a:pathLst>
                <a:path w="8799" h="4433" extrusionOk="0">
                  <a:moveTo>
                    <a:pt x="5455" y="3844"/>
                  </a:moveTo>
                  <a:cubicBezTo>
                    <a:pt x="5443" y="3877"/>
                    <a:pt x="5421" y="3899"/>
                    <a:pt x="5399" y="3933"/>
                  </a:cubicBezTo>
                  <a:cubicBezTo>
                    <a:pt x="5411" y="3899"/>
                    <a:pt x="5433" y="3866"/>
                    <a:pt x="5455" y="3844"/>
                  </a:cubicBezTo>
                  <a:close/>
                  <a:moveTo>
                    <a:pt x="8788" y="0"/>
                  </a:moveTo>
                  <a:lnTo>
                    <a:pt x="8665" y="11"/>
                  </a:lnTo>
                  <a:cubicBezTo>
                    <a:pt x="8687" y="356"/>
                    <a:pt x="8610" y="699"/>
                    <a:pt x="8532" y="988"/>
                  </a:cubicBezTo>
                  <a:cubicBezTo>
                    <a:pt x="8277" y="1933"/>
                    <a:pt x="7921" y="2644"/>
                    <a:pt x="7443" y="3166"/>
                  </a:cubicBezTo>
                  <a:cubicBezTo>
                    <a:pt x="6899" y="3752"/>
                    <a:pt x="6196" y="4092"/>
                    <a:pt x="5513" y="4092"/>
                  </a:cubicBezTo>
                  <a:cubicBezTo>
                    <a:pt x="5472" y="4092"/>
                    <a:pt x="5430" y="4091"/>
                    <a:pt x="5388" y="4088"/>
                  </a:cubicBezTo>
                  <a:cubicBezTo>
                    <a:pt x="5577" y="3965"/>
                    <a:pt x="5621" y="3821"/>
                    <a:pt x="5611" y="3710"/>
                  </a:cubicBezTo>
                  <a:lnTo>
                    <a:pt x="5611" y="3632"/>
                  </a:lnTo>
                  <a:lnTo>
                    <a:pt x="5532" y="3666"/>
                  </a:lnTo>
                  <a:cubicBezTo>
                    <a:pt x="5366" y="3721"/>
                    <a:pt x="5255" y="3877"/>
                    <a:pt x="5221" y="4044"/>
                  </a:cubicBezTo>
                  <a:cubicBezTo>
                    <a:pt x="5177" y="4077"/>
                    <a:pt x="5122" y="4099"/>
                    <a:pt x="5077" y="4110"/>
                  </a:cubicBezTo>
                  <a:cubicBezTo>
                    <a:pt x="4813" y="4207"/>
                    <a:pt x="4520" y="4311"/>
                    <a:pt x="4233" y="4311"/>
                  </a:cubicBezTo>
                  <a:cubicBezTo>
                    <a:pt x="4158" y="4311"/>
                    <a:pt x="4084" y="4304"/>
                    <a:pt x="4011" y="4288"/>
                  </a:cubicBezTo>
                  <a:cubicBezTo>
                    <a:pt x="3922" y="4266"/>
                    <a:pt x="3822" y="4232"/>
                    <a:pt x="3777" y="4143"/>
                  </a:cubicBezTo>
                  <a:cubicBezTo>
                    <a:pt x="3766" y="4110"/>
                    <a:pt x="3766" y="4054"/>
                    <a:pt x="3789" y="4021"/>
                  </a:cubicBezTo>
                  <a:cubicBezTo>
                    <a:pt x="3789" y="4021"/>
                    <a:pt x="3799" y="4021"/>
                    <a:pt x="3799" y="4010"/>
                  </a:cubicBezTo>
                  <a:cubicBezTo>
                    <a:pt x="3822" y="4010"/>
                    <a:pt x="3844" y="3999"/>
                    <a:pt x="3878" y="3988"/>
                  </a:cubicBezTo>
                  <a:lnTo>
                    <a:pt x="4122" y="3877"/>
                  </a:lnTo>
                  <a:lnTo>
                    <a:pt x="3855" y="3866"/>
                  </a:lnTo>
                  <a:cubicBezTo>
                    <a:pt x="3811" y="3866"/>
                    <a:pt x="3766" y="3888"/>
                    <a:pt x="3733" y="3910"/>
                  </a:cubicBezTo>
                  <a:cubicBezTo>
                    <a:pt x="3275" y="4094"/>
                    <a:pt x="2783" y="4184"/>
                    <a:pt x="2291" y="4184"/>
                  </a:cubicBezTo>
                  <a:cubicBezTo>
                    <a:pt x="1504" y="4184"/>
                    <a:pt x="716" y="3954"/>
                    <a:pt x="67" y="3510"/>
                  </a:cubicBezTo>
                  <a:lnTo>
                    <a:pt x="0" y="3610"/>
                  </a:lnTo>
                  <a:cubicBezTo>
                    <a:pt x="662" y="4068"/>
                    <a:pt x="1472" y="4302"/>
                    <a:pt x="2281" y="4302"/>
                  </a:cubicBezTo>
                  <a:cubicBezTo>
                    <a:pt x="2749" y="4302"/>
                    <a:pt x="3216" y="4224"/>
                    <a:pt x="3655" y="4066"/>
                  </a:cubicBezTo>
                  <a:lnTo>
                    <a:pt x="3655" y="4066"/>
                  </a:lnTo>
                  <a:cubicBezTo>
                    <a:pt x="3644" y="4110"/>
                    <a:pt x="3655" y="4165"/>
                    <a:pt x="3678" y="4199"/>
                  </a:cubicBezTo>
                  <a:cubicBezTo>
                    <a:pt x="3722" y="4299"/>
                    <a:pt x="3822" y="4365"/>
                    <a:pt x="3977" y="4399"/>
                  </a:cubicBezTo>
                  <a:cubicBezTo>
                    <a:pt x="4066" y="4421"/>
                    <a:pt x="4155" y="4432"/>
                    <a:pt x="4244" y="4432"/>
                  </a:cubicBezTo>
                  <a:cubicBezTo>
                    <a:pt x="4544" y="4432"/>
                    <a:pt x="4844" y="4321"/>
                    <a:pt x="5110" y="4221"/>
                  </a:cubicBezTo>
                  <a:cubicBezTo>
                    <a:pt x="5155" y="4210"/>
                    <a:pt x="5188" y="4199"/>
                    <a:pt x="5221" y="4177"/>
                  </a:cubicBezTo>
                  <a:lnTo>
                    <a:pt x="5221" y="4199"/>
                  </a:lnTo>
                  <a:lnTo>
                    <a:pt x="5277" y="4199"/>
                  </a:lnTo>
                  <a:cubicBezTo>
                    <a:pt x="5348" y="4206"/>
                    <a:pt x="5420" y="4210"/>
                    <a:pt x="5492" y="4210"/>
                  </a:cubicBezTo>
                  <a:cubicBezTo>
                    <a:pt x="6216" y="4210"/>
                    <a:pt x="6966" y="3860"/>
                    <a:pt x="7532" y="3244"/>
                  </a:cubicBezTo>
                  <a:cubicBezTo>
                    <a:pt x="8021" y="2711"/>
                    <a:pt x="8388" y="1977"/>
                    <a:pt x="8643" y="1022"/>
                  </a:cubicBezTo>
                  <a:cubicBezTo>
                    <a:pt x="8721" y="722"/>
                    <a:pt x="8798" y="366"/>
                    <a:pt x="8788"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1"/>
            <p:cNvSpPr/>
            <p:nvPr/>
          </p:nvSpPr>
          <p:spPr>
            <a:xfrm>
              <a:off x="2167275" y="3487350"/>
              <a:ext cx="25575" cy="38625"/>
            </a:xfrm>
            <a:custGeom>
              <a:avLst/>
              <a:gdLst/>
              <a:ahLst/>
              <a:cxnLst/>
              <a:rect l="l" t="t" r="r" b="b"/>
              <a:pathLst>
                <a:path w="1023" h="1545" extrusionOk="0">
                  <a:moveTo>
                    <a:pt x="78" y="1"/>
                  </a:moveTo>
                  <a:lnTo>
                    <a:pt x="0" y="100"/>
                  </a:lnTo>
                  <a:cubicBezTo>
                    <a:pt x="356" y="389"/>
                    <a:pt x="645" y="801"/>
                    <a:pt x="800" y="1245"/>
                  </a:cubicBezTo>
                  <a:lnTo>
                    <a:pt x="778" y="1267"/>
                  </a:lnTo>
                  <a:lnTo>
                    <a:pt x="1022" y="1544"/>
                  </a:lnTo>
                  <a:lnTo>
                    <a:pt x="944" y="1278"/>
                  </a:lnTo>
                  <a:cubicBezTo>
                    <a:pt x="778" y="789"/>
                    <a:pt x="477" y="334"/>
                    <a:pt x="78"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1"/>
            <p:cNvSpPr/>
            <p:nvPr/>
          </p:nvSpPr>
          <p:spPr>
            <a:xfrm>
              <a:off x="2158925" y="3494300"/>
              <a:ext cx="13925" cy="28900"/>
            </a:xfrm>
            <a:custGeom>
              <a:avLst/>
              <a:gdLst/>
              <a:ahLst/>
              <a:cxnLst/>
              <a:rect l="l" t="t" r="r" b="b"/>
              <a:pathLst>
                <a:path w="557" h="1156" extrusionOk="0">
                  <a:moveTo>
                    <a:pt x="90" y="0"/>
                  </a:moveTo>
                  <a:lnTo>
                    <a:pt x="1" y="89"/>
                  </a:lnTo>
                  <a:cubicBezTo>
                    <a:pt x="268" y="378"/>
                    <a:pt x="423" y="767"/>
                    <a:pt x="434" y="1155"/>
                  </a:cubicBezTo>
                  <a:lnTo>
                    <a:pt x="556" y="1155"/>
                  </a:lnTo>
                  <a:cubicBezTo>
                    <a:pt x="545" y="733"/>
                    <a:pt x="379" y="311"/>
                    <a:pt x="9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1"/>
            <p:cNvSpPr/>
            <p:nvPr/>
          </p:nvSpPr>
          <p:spPr>
            <a:xfrm>
              <a:off x="1991200" y="3790675"/>
              <a:ext cx="146925" cy="76875"/>
            </a:xfrm>
            <a:custGeom>
              <a:avLst/>
              <a:gdLst/>
              <a:ahLst/>
              <a:cxnLst/>
              <a:rect l="l" t="t" r="r" b="b"/>
              <a:pathLst>
                <a:path w="5877" h="3075" extrusionOk="0">
                  <a:moveTo>
                    <a:pt x="4919" y="1"/>
                  </a:moveTo>
                  <a:cubicBezTo>
                    <a:pt x="4848" y="1"/>
                    <a:pt x="4787" y="10"/>
                    <a:pt x="4743" y="31"/>
                  </a:cubicBezTo>
                  <a:cubicBezTo>
                    <a:pt x="4477" y="154"/>
                    <a:pt x="4521" y="532"/>
                    <a:pt x="4488" y="831"/>
                  </a:cubicBezTo>
                  <a:cubicBezTo>
                    <a:pt x="4477" y="910"/>
                    <a:pt x="4466" y="987"/>
                    <a:pt x="4432" y="1053"/>
                  </a:cubicBezTo>
                  <a:cubicBezTo>
                    <a:pt x="4346" y="1191"/>
                    <a:pt x="4175" y="1229"/>
                    <a:pt x="4003" y="1229"/>
                  </a:cubicBezTo>
                  <a:cubicBezTo>
                    <a:pt x="3953" y="1229"/>
                    <a:pt x="3903" y="1226"/>
                    <a:pt x="3855" y="1221"/>
                  </a:cubicBezTo>
                  <a:cubicBezTo>
                    <a:pt x="3232" y="1154"/>
                    <a:pt x="2610" y="1076"/>
                    <a:pt x="1978" y="1009"/>
                  </a:cubicBezTo>
                  <a:cubicBezTo>
                    <a:pt x="1789" y="987"/>
                    <a:pt x="1595" y="968"/>
                    <a:pt x="1402" y="968"/>
                  </a:cubicBezTo>
                  <a:cubicBezTo>
                    <a:pt x="1207" y="968"/>
                    <a:pt x="1012" y="987"/>
                    <a:pt x="822" y="1043"/>
                  </a:cubicBezTo>
                  <a:cubicBezTo>
                    <a:pt x="433" y="1154"/>
                    <a:pt x="78" y="1465"/>
                    <a:pt x="11" y="1865"/>
                  </a:cubicBezTo>
                  <a:cubicBezTo>
                    <a:pt x="0" y="1964"/>
                    <a:pt x="22" y="2098"/>
                    <a:pt x="122" y="2098"/>
                  </a:cubicBezTo>
                  <a:cubicBezTo>
                    <a:pt x="156" y="2098"/>
                    <a:pt x="189" y="2087"/>
                    <a:pt x="222" y="2065"/>
                  </a:cubicBezTo>
                  <a:cubicBezTo>
                    <a:pt x="455" y="1942"/>
                    <a:pt x="677" y="1820"/>
                    <a:pt x="911" y="1698"/>
                  </a:cubicBezTo>
                  <a:lnTo>
                    <a:pt x="911" y="1698"/>
                  </a:lnTo>
                  <a:cubicBezTo>
                    <a:pt x="633" y="1853"/>
                    <a:pt x="411" y="2142"/>
                    <a:pt x="344" y="2453"/>
                  </a:cubicBezTo>
                  <a:cubicBezTo>
                    <a:pt x="333" y="2498"/>
                    <a:pt x="322" y="2564"/>
                    <a:pt x="356" y="2598"/>
                  </a:cubicBezTo>
                  <a:cubicBezTo>
                    <a:pt x="369" y="2608"/>
                    <a:pt x="384" y="2612"/>
                    <a:pt x="402" y="2612"/>
                  </a:cubicBezTo>
                  <a:cubicBezTo>
                    <a:pt x="443" y="2612"/>
                    <a:pt x="494" y="2588"/>
                    <a:pt x="533" y="2564"/>
                  </a:cubicBezTo>
                  <a:cubicBezTo>
                    <a:pt x="811" y="2376"/>
                    <a:pt x="1089" y="2176"/>
                    <a:pt x="1355" y="1987"/>
                  </a:cubicBezTo>
                  <a:lnTo>
                    <a:pt x="1355" y="1987"/>
                  </a:lnTo>
                  <a:cubicBezTo>
                    <a:pt x="1201" y="2110"/>
                    <a:pt x="395" y="3075"/>
                    <a:pt x="839" y="3075"/>
                  </a:cubicBezTo>
                  <a:cubicBezTo>
                    <a:pt x="876" y="3075"/>
                    <a:pt x="922" y="3068"/>
                    <a:pt x="978" y="3053"/>
                  </a:cubicBezTo>
                  <a:cubicBezTo>
                    <a:pt x="1077" y="3031"/>
                    <a:pt x="1166" y="2964"/>
                    <a:pt x="1267" y="2909"/>
                  </a:cubicBezTo>
                  <a:cubicBezTo>
                    <a:pt x="1598" y="2716"/>
                    <a:pt x="1972" y="2651"/>
                    <a:pt x="2351" y="2651"/>
                  </a:cubicBezTo>
                  <a:cubicBezTo>
                    <a:pt x="2583" y="2651"/>
                    <a:pt x="2817" y="2675"/>
                    <a:pt x="3044" y="2709"/>
                  </a:cubicBezTo>
                  <a:cubicBezTo>
                    <a:pt x="3539" y="2793"/>
                    <a:pt x="4034" y="2924"/>
                    <a:pt x="4543" y="2924"/>
                  </a:cubicBezTo>
                  <a:cubicBezTo>
                    <a:pt x="4639" y="2924"/>
                    <a:pt x="4735" y="2920"/>
                    <a:pt x="4832" y="2909"/>
                  </a:cubicBezTo>
                  <a:cubicBezTo>
                    <a:pt x="5410" y="2853"/>
                    <a:pt x="5488" y="2520"/>
                    <a:pt x="5565" y="2009"/>
                  </a:cubicBezTo>
                  <a:cubicBezTo>
                    <a:pt x="5666" y="1398"/>
                    <a:pt x="5777" y="787"/>
                    <a:pt x="5876" y="176"/>
                  </a:cubicBezTo>
                  <a:cubicBezTo>
                    <a:pt x="5672" y="149"/>
                    <a:pt x="5208" y="1"/>
                    <a:pt x="491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1"/>
            <p:cNvSpPr/>
            <p:nvPr/>
          </p:nvSpPr>
          <p:spPr>
            <a:xfrm>
              <a:off x="2100325" y="3817000"/>
              <a:ext cx="1425" cy="1700"/>
            </a:xfrm>
            <a:custGeom>
              <a:avLst/>
              <a:gdLst/>
              <a:ahLst/>
              <a:cxnLst/>
              <a:rect l="l" t="t" r="r" b="b"/>
              <a:pathLst>
                <a:path w="57" h="68" extrusionOk="0">
                  <a:moveTo>
                    <a:pt x="57" y="0"/>
                  </a:moveTo>
                  <a:cubicBezTo>
                    <a:pt x="45" y="23"/>
                    <a:pt x="23" y="45"/>
                    <a:pt x="1" y="67"/>
                  </a:cubicBezTo>
                  <a:lnTo>
                    <a:pt x="1" y="67"/>
                  </a:lnTo>
                  <a:cubicBezTo>
                    <a:pt x="23" y="45"/>
                    <a:pt x="45" y="23"/>
                    <a:pt x="57" y="0"/>
                  </a:cubicBezTo>
                  <a:close/>
                </a:path>
              </a:pathLst>
            </a:custGeom>
            <a:solidFill>
              <a:srgbClr val="6156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1"/>
            <p:cNvSpPr/>
            <p:nvPr/>
          </p:nvSpPr>
          <p:spPr>
            <a:xfrm>
              <a:off x="2100325" y="3800625"/>
              <a:ext cx="34475" cy="34175"/>
            </a:xfrm>
            <a:custGeom>
              <a:avLst/>
              <a:gdLst/>
              <a:ahLst/>
              <a:cxnLst/>
              <a:rect l="l" t="t" r="r" b="b"/>
              <a:pathLst>
                <a:path w="1379" h="1367" extrusionOk="0">
                  <a:moveTo>
                    <a:pt x="223" y="1"/>
                  </a:moveTo>
                  <a:cubicBezTo>
                    <a:pt x="200" y="45"/>
                    <a:pt x="178" y="78"/>
                    <a:pt x="145" y="122"/>
                  </a:cubicBezTo>
                  <a:cubicBezTo>
                    <a:pt x="134" y="223"/>
                    <a:pt x="134" y="334"/>
                    <a:pt x="123" y="433"/>
                  </a:cubicBezTo>
                  <a:lnTo>
                    <a:pt x="123" y="445"/>
                  </a:lnTo>
                  <a:cubicBezTo>
                    <a:pt x="112" y="522"/>
                    <a:pt x="101" y="589"/>
                    <a:pt x="67" y="655"/>
                  </a:cubicBezTo>
                  <a:lnTo>
                    <a:pt x="57" y="655"/>
                  </a:lnTo>
                  <a:cubicBezTo>
                    <a:pt x="45" y="678"/>
                    <a:pt x="23" y="700"/>
                    <a:pt x="1" y="722"/>
                  </a:cubicBezTo>
                  <a:cubicBezTo>
                    <a:pt x="112" y="1045"/>
                    <a:pt x="301" y="1366"/>
                    <a:pt x="612" y="1366"/>
                  </a:cubicBezTo>
                  <a:lnTo>
                    <a:pt x="679" y="1366"/>
                  </a:lnTo>
                  <a:cubicBezTo>
                    <a:pt x="1034" y="1311"/>
                    <a:pt x="1223" y="878"/>
                    <a:pt x="1378" y="567"/>
                  </a:cubicBezTo>
                  <a:cubicBezTo>
                    <a:pt x="879" y="522"/>
                    <a:pt x="400" y="334"/>
                    <a:pt x="223" y="1"/>
                  </a:cubicBezTo>
                  <a:close/>
                </a:path>
              </a:pathLst>
            </a:custGeom>
            <a:solidFill>
              <a:srgbClr val="CD85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1"/>
            <p:cNvSpPr/>
            <p:nvPr/>
          </p:nvSpPr>
          <p:spPr>
            <a:xfrm>
              <a:off x="2075325" y="3714525"/>
              <a:ext cx="121125" cy="100550"/>
            </a:xfrm>
            <a:custGeom>
              <a:avLst/>
              <a:gdLst/>
              <a:ahLst/>
              <a:cxnLst/>
              <a:rect l="l" t="t" r="r" b="b"/>
              <a:pathLst>
                <a:path w="4845" h="4022" extrusionOk="0">
                  <a:moveTo>
                    <a:pt x="4511" y="1"/>
                  </a:moveTo>
                  <a:lnTo>
                    <a:pt x="3812" y="67"/>
                  </a:lnTo>
                  <a:cubicBezTo>
                    <a:pt x="2960" y="146"/>
                    <a:pt x="2096" y="281"/>
                    <a:pt x="1234" y="281"/>
                  </a:cubicBezTo>
                  <a:cubicBezTo>
                    <a:pt x="882" y="281"/>
                    <a:pt x="530" y="259"/>
                    <a:pt x="178" y="201"/>
                  </a:cubicBezTo>
                  <a:cubicBezTo>
                    <a:pt x="67" y="922"/>
                    <a:pt x="101" y="1756"/>
                    <a:pt x="57" y="2245"/>
                  </a:cubicBezTo>
                  <a:cubicBezTo>
                    <a:pt x="35" y="2511"/>
                    <a:pt x="1" y="2789"/>
                    <a:pt x="67" y="3055"/>
                  </a:cubicBezTo>
                  <a:cubicBezTo>
                    <a:pt x="123" y="3322"/>
                    <a:pt x="279" y="3578"/>
                    <a:pt x="534" y="3677"/>
                  </a:cubicBezTo>
                  <a:cubicBezTo>
                    <a:pt x="602" y="3709"/>
                    <a:pt x="677" y="3724"/>
                    <a:pt x="753" y="3724"/>
                  </a:cubicBezTo>
                  <a:cubicBezTo>
                    <a:pt x="862" y="3724"/>
                    <a:pt x="971" y="3692"/>
                    <a:pt x="1057" y="3633"/>
                  </a:cubicBezTo>
                  <a:cubicBezTo>
                    <a:pt x="1134" y="3588"/>
                    <a:pt x="1190" y="3522"/>
                    <a:pt x="1223" y="3445"/>
                  </a:cubicBezTo>
                  <a:cubicBezTo>
                    <a:pt x="1422" y="3836"/>
                    <a:pt x="2024" y="4022"/>
                    <a:pt x="2603" y="4022"/>
                  </a:cubicBezTo>
                  <a:cubicBezTo>
                    <a:pt x="2992" y="4022"/>
                    <a:pt x="3371" y="3938"/>
                    <a:pt x="3612" y="3778"/>
                  </a:cubicBezTo>
                  <a:cubicBezTo>
                    <a:pt x="4089" y="3455"/>
                    <a:pt x="4589" y="3045"/>
                    <a:pt x="4666" y="2467"/>
                  </a:cubicBezTo>
                  <a:lnTo>
                    <a:pt x="4666" y="2467"/>
                  </a:lnTo>
                  <a:cubicBezTo>
                    <a:pt x="4533" y="2611"/>
                    <a:pt x="4378" y="2722"/>
                    <a:pt x="4211" y="2811"/>
                  </a:cubicBezTo>
                  <a:cubicBezTo>
                    <a:pt x="4589" y="2400"/>
                    <a:pt x="4822" y="1845"/>
                    <a:pt x="4844" y="1278"/>
                  </a:cubicBezTo>
                  <a:lnTo>
                    <a:pt x="4844" y="1278"/>
                  </a:lnTo>
                  <a:cubicBezTo>
                    <a:pt x="4711" y="1445"/>
                    <a:pt x="4545" y="1578"/>
                    <a:pt x="4367" y="1689"/>
                  </a:cubicBezTo>
                  <a:cubicBezTo>
                    <a:pt x="4444" y="1145"/>
                    <a:pt x="4500" y="589"/>
                    <a:pt x="4511" y="45"/>
                  </a:cubicBezTo>
                  <a:lnTo>
                    <a:pt x="4511" y="1"/>
                  </a:lnTo>
                  <a:close/>
                </a:path>
              </a:pathLst>
            </a:custGeom>
            <a:solidFill>
              <a:srgbClr val="CADF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1"/>
            <p:cNvSpPr/>
            <p:nvPr/>
          </p:nvSpPr>
          <p:spPr>
            <a:xfrm>
              <a:off x="2108650" y="3743125"/>
              <a:ext cx="68900" cy="63800"/>
            </a:xfrm>
            <a:custGeom>
              <a:avLst/>
              <a:gdLst/>
              <a:ahLst/>
              <a:cxnLst/>
              <a:rect l="l" t="t" r="r" b="b"/>
              <a:pathLst>
                <a:path w="2756" h="2552" extrusionOk="0">
                  <a:moveTo>
                    <a:pt x="857" y="1311"/>
                  </a:moveTo>
                  <a:cubicBezTo>
                    <a:pt x="867" y="1311"/>
                    <a:pt x="879" y="1311"/>
                    <a:pt x="901" y="1323"/>
                  </a:cubicBezTo>
                  <a:lnTo>
                    <a:pt x="912" y="1334"/>
                  </a:lnTo>
                  <a:cubicBezTo>
                    <a:pt x="945" y="1367"/>
                    <a:pt x="934" y="1422"/>
                    <a:pt x="901" y="1511"/>
                  </a:cubicBezTo>
                  <a:cubicBezTo>
                    <a:pt x="879" y="1590"/>
                    <a:pt x="845" y="1667"/>
                    <a:pt x="801" y="1745"/>
                  </a:cubicBezTo>
                  <a:cubicBezTo>
                    <a:pt x="790" y="1723"/>
                    <a:pt x="790" y="1701"/>
                    <a:pt x="778" y="1678"/>
                  </a:cubicBezTo>
                  <a:cubicBezTo>
                    <a:pt x="734" y="1590"/>
                    <a:pt x="712" y="1489"/>
                    <a:pt x="746" y="1400"/>
                  </a:cubicBezTo>
                  <a:cubicBezTo>
                    <a:pt x="756" y="1356"/>
                    <a:pt x="812" y="1323"/>
                    <a:pt x="857" y="1311"/>
                  </a:cubicBezTo>
                  <a:close/>
                  <a:moveTo>
                    <a:pt x="2612" y="1"/>
                  </a:moveTo>
                  <a:lnTo>
                    <a:pt x="2534" y="12"/>
                  </a:lnTo>
                  <a:cubicBezTo>
                    <a:pt x="2678" y="778"/>
                    <a:pt x="2479" y="1612"/>
                    <a:pt x="2000" y="2234"/>
                  </a:cubicBezTo>
                  <a:cubicBezTo>
                    <a:pt x="1920" y="2343"/>
                    <a:pt x="1796" y="2472"/>
                    <a:pt x="1666" y="2472"/>
                  </a:cubicBezTo>
                  <a:cubicBezTo>
                    <a:pt x="1652" y="2472"/>
                    <a:pt x="1637" y="2470"/>
                    <a:pt x="1623" y="2467"/>
                  </a:cubicBezTo>
                  <a:cubicBezTo>
                    <a:pt x="1512" y="2444"/>
                    <a:pt x="1434" y="2333"/>
                    <a:pt x="1378" y="2111"/>
                  </a:cubicBezTo>
                  <a:cubicBezTo>
                    <a:pt x="1356" y="2022"/>
                    <a:pt x="1334" y="1911"/>
                    <a:pt x="1334" y="1812"/>
                  </a:cubicBezTo>
                  <a:cubicBezTo>
                    <a:pt x="1390" y="1711"/>
                    <a:pt x="1412" y="1600"/>
                    <a:pt x="1434" y="1511"/>
                  </a:cubicBezTo>
                  <a:lnTo>
                    <a:pt x="1479" y="1356"/>
                  </a:lnTo>
                  <a:lnTo>
                    <a:pt x="1479" y="1356"/>
                  </a:lnTo>
                  <a:lnTo>
                    <a:pt x="1368" y="1478"/>
                  </a:lnTo>
                  <a:cubicBezTo>
                    <a:pt x="1289" y="1567"/>
                    <a:pt x="1257" y="1667"/>
                    <a:pt x="1257" y="1789"/>
                  </a:cubicBezTo>
                  <a:cubicBezTo>
                    <a:pt x="1245" y="1789"/>
                    <a:pt x="1245" y="1800"/>
                    <a:pt x="1245" y="1812"/>
                  </a:cubicBezTo>
                  <a:cubicBezTo>
                    <a:pt x="1197" y="1879"/>
                    <a:pt x="1107" y="1938"/>
                    <a:pt x="1026" y="1938"/>
                  </a:cubicBezTo>
                  <a:cubicBezTo>
                    <a:pt x="1014" y="1938"/>
                    <a:pt x="1002" y="1936"/>
                    <a:pt x="990" y="1933"/>
                  </a:cubicBezTo>
                  <a:cubicBezTo>
                    <a:pt x="934" y="1923"/>
                    <a:pt x="890" y="1878"/>
                    <a:pt x="845" y="1822"/>
                  </a:cubicBezTo>
                  <a:cubicBezTo>
                    <a:pt x="901" y="1734"/>
                    <a:pt x="945" y="1634"/>
                    <a:pt x="978" y="1534"/>
                  </a:cubicBezTo>
                  <a:cubicBezTo>
                    <a:pt x="1012" y="1467"/>
                    <a:pt x="1034" y="1367"/>
                    <a:pt x="978" y="1289"/>
                  </a:cubicBezTo>
                  <a:cubicBezTo>
                    <a:pt x="945" y="1245"/>
                    <a:pt x="901" y="1234"/>
                    <a:pt x="845" y="1234"/>
                  </a:cubicBezTo>
                  <a:cubicBezTo>
                    <a:pt x="768" y="1245"/>
                    <a:pt x="690" y="1301"/>
                    <a:pt x="667" y="1378"/>
                  </a:cubicBezTo>
                  <a:cubicBezTo>
                    <a:pt x="623" y="1489"/>
                    <a:pt x="657" y="1600"/>
                    <a:pt x="701" y="1711"/>
                  </a:cubicBezTo>
                  <a:cubicBezTo>
                    <a:pt x="723" y="1745"/>
                    <a:pt x="734" y="1789"/>
                    <a:pt x="756" y="1834"/>
                  </a:cubicBezTo>
                  <a:cubicBezTo>
                    <a:pt x="701" y="1923"/>
                    <a:pt x="645" y="2022"/>
                    <a:pt x="578" y="2111"/>
                  </a:cubicBezTo>
                  <a:cubicBezTo>
                    <a:pt x="523" y="2189"/>
                    <a:pt x="457" y="2278"/>
                    <a:pt x="368" y="2323"/>
                  </a:cubicBezTo>
                  <a:cubicBezTo>
                    <a:pt x="331" y="2338"/>
                    <a:pt x="287" y="2349"/>
                    <a:pt x="244" y="2349"/>
                  </a:cubicBezTo>
                  <a:cubicBezTo>
                    <a:pt x="197" y="2349"/>
                    <a:pt x="152" y="2336"/>
                    <a:pt x="123" y="2301"/>
                  </a:cubicBezTo>
                  <a:cubicBezTo>
                    <a:pt x="101" y="2267"/>
                    <a:pt x="90" y="2222"/>
                    <a:pt x="90" y="2178"/>
                  </a:cubicBezTo>
                  <a:cubicBezTo>
                    <a:pt x="101" y="2133"/>
                    <a:pt x="123" y="2111"/>
                    <a:pt x="156" y="2089"/>
                  </a:cubicBezTo>
                  <a:lnTo>
                    <a:pt x="123" y="2022"/>
                  </a:lnTo>
                  <a:cubicBezTo>
                    <a:pt x="67" y="2045"/>
                    <a:pt x="35" y="2089"/>
                    <a:pt x="12" y="2156"/>
                  </a:cubicBezTo>
                  <a:cubicBezTo>
                    <a:pt x="1" y="2234"/>
                    <a:pt x="23" y="2311"/>
                    <a:pt x="67" y="2356"/>
                  </a:cubicBezTo>
                  <a:cubicBezTo>
                    <a:pt x="79" y="2367"/>
                    <a:pt x="101" y="2389"/>
                    <a:pt x="123" y="2400"/>
                  </a:cubicBezTo>
                  <a:cubicBezTo>
                    <a:pt x="159" y="2416"/>
                    <a:pt x="203" y="2424"/>
                    <a:pt x="248" y="2424"/>
                  </a:cubicBezTo>
                  <a:cubicBezTo>
                    <a:pt x="299" y="2424"/>
                    <a:pt x="353" y="2413"/>
                    <a:pt x="401" y="2389"/>
                  </a:cubicBezTo>
                  <a:cubicBezTo>
                    <a:pt x="501" y="2333"/>
                    <a:pt x="578" y="2245"/>
                    <a:pt x="645" y="2156"/>
                  </a:cubicBezTo>
                  <a:cubicBezTo>
                    <a:pt x="701" y="2078"/>
                    <a:pt x="756" y="1989"/>
                    <a:pt x="812" y="1901"/>
                  </a:cubicBezTo>
                  <a:cubicBezTo>
                    <a:pt x="845" y="1956"/>
                    <a:pt x="901" y="2000"/>
                    <a:pt x="968" y="2012"/>
                  </a:cubicBezTo>
                  <a:cubicBezTo>
                    <a:pt x="985" y="2015"/>
                    <a:pt x="1001" y="2017"/>
                    <a:pt x="1018" y="2017"/>
                  </a:cubicBezTo>
                  <a:cubicBezTo>
                    <a:pt x="1112" y="2017"/>
                    <a:pt x="1200" y="1968"/>
                    <a:pt x="1257" y="1911"/>
                  </a:cubicBezTo>
                  <a:cubicBezTo>
                    <a:pt x="1267" y="1989"/>
                    <a:pt x="1279" y="2067"/>
                    <a:pt x="1301" y="2123"/>
                  </a:cubicBezTo>
                  <a:cubicBezTo>
                    <a:pt x="1334" y="2289"/>
                    <a:pt x="1412" y="2511"/>
                    <a:pt x="1612" y="2545"/>
                  </a:cubicBezTo>
                  <a:cubicBezTo>
                    <a:pt x="1632" y="2549"/>
                    <a:pt x="1651" y="2552"/>
                    <a:pt x="1671" y="2552"/>
                  </a:cubicBezTo>
                  <a:cubicBezTo>
                    <a:pt x="1798" y="2552"/>
                    <a:pt x="1933" y="2462"/>
                    <a:pt x="2067" y="2289"/>
                  </a:cubicBezTo>
                  <a:cubicBezTo>
                    <a:pt x="2556" y="1634"/>
                    <a:pt x="2756" y="778"/>
                    <a:pt x="2612"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1"/>
            <p:cNvSpPr/>
            <p:nvPr/>
          </p:nvSpPr>
          <p:spPr>
            <a:xfrm>
              <a:off x="2076725" y="3790625"/>
              <a:ext cx="25300" cy="16950"/>
            </a:xfrm>
            <a:custGeom>
              <a:avLst/>
              <a:gdLst/>
              <a:ahLst/>
              <a:cxnLst/>
              <a:rect l="l" t="t" r="r" b="b"/>
              <a:pathLst>
                <a:path w="1012" h="678" extrusionOk="0">
                  <a:moveTo>
                    <a:pt x="1001" y="589"/>
                  </a:moveTo>
                  <a:cubicBezTo>
                    <a:pt x="912" y="645"/>
                    <a:pt x="801" y="678"/>
                    <a:pt x="689" y="678"/>
                  </a:cubicBezTo>
                  <a:cubicBezTo>
                    <a:pt x="623" y="678"/>
                    <a:pt x="545" y="667"/>
                    <a:pt x="478" y="633"/>
                  </a:cubicBezTo>
                  <a:cubicBezTo>
                    <a:pt x="545" y="667"/>
                    <a:pt x="623" y="678"/>
                    <a:pt x="689" y="678"/>
                  </a:cubicBezTo>
                  <a:cubicBezTo>
                    <a:pt x="801" y="678"/>
                    <a:pt x="912" y="645"/>
                    <a:pt x="1001" y="589"/>
                  </a:cubicBezTo>
                  <a:close/>
                  <a:moveTo>
                    <a:pt x="1001" y="589"/>
                  </a:moveTo>
                  <a:lnTo>
                    <a:pt x="1001" y="589"/>
                  </a:lnTo>
                  <a:lnTo>
                    <a:pt x="1001" y="589"/>
                  </a:lnTo>
                  <a:close/>
                  <a:moveTo>
                    <a:pt x="1011" y="589"/>
                  </a:moveTo>
                  <a:lnTo>
                    <a:pt x="1001" y="589"/>
                  </a:lnTo>
                  <a:lnTo>
                    <a:pt x="1011" y="589"/>
                  </a:lnTo>
                  <a:close/>
                  <a:moveTo>
                    <a:pt x="1011" y="578"/>
                  </a:moveTo>
                  <a:lnTo>
                    <a:pt x="1011" y="589"/>
                  </a:lnTo>
                  <a:lnTo>
                    <a:pt x="1011" y="578"/>
                  </a:lnTo>
                  <a:close/>
                  <a:moveTo>
                    <a:pt x="1011" y="578"/>
                  </a:moveTo>
                  <a:lnTo>
                    <a:pt x="1011" y="578"/>
                  </a:lnTo>
                  <a:lnTo>
                    <a:pt x="1011" y="578"/>
                  </a:lnTo>
                  <a:close/>
                  <a:moveTo>
                    <a:pt x="1" y="1"/>
                  </a:moveTo>
                  <a:cubicBezTo>
                    <a:pt x="11" y="1"/>
                    <a:pt x="11" y="11"/>
                    <a:pt x="11" y="11"/>
                  </a:cubicBezTo>
                  <a:cubicBezTo>
                    <a:pt x="11" y="11"/>
                    <a:pt x="11" y="1"/>
                    <a:pt x="1" y="1"/>
                  </a:cubicBezTo>
                  <a:close/>
                  <a:moveTo>
                    <a:pt x="1" y="1"/>
                  </a:moveTo>
                  <a:lnTo>
                    <a:pt x="1" y="1"/>
                  </a:lnTo>
                  <a:close/>
                </a:path>
              </a:pathLst>
            </a:custGeom>
            <a:solidFill>
              <a:srgbClr val="3157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1"/>
            <p:cNvSpPr/>
            <p:nvPr/>
          </p:nvSpPr>
          <p:spPr>
            <a:xfrm>
              <a:off x="2076450" y="3788400"/>
              <a:ext cx="28625" cy="19175"/>
            </a:xfrm>
            <a:custGeom>
              <a:avLst/>
              <a:gdLst/>
              <a:ahLst/>
              <a:cxnLst/>
              <a:rect l="l" t="t" r="r" b="b"/>
              <a:pathLst>
                <a:path w="1145" h="767" extrusionOk="0">
                  <a:moveTo>
                    <a:pt x="0" y="1"/>
                  </a:moveTo>
                  <a:cubicBezTo>
                    <a:pt x="0" y="23"/>
                    <a:pt x="12" y="56"/>
                    <a:pt x="12" y="90"/>
                  </a:cubicBezTo>
                  <a:cubicBezTo>
                    <a:pt x="22" y="90"/>
                    <a:pt x="22" y="100"/>
                    <a:pt x="22" y="100"/>
                  </a:cubicBezTo>
                  <a:cubicBezTo>
                    <a:pt x="78" y="367"/>
                    <a:pt x="234" y="623"/>
                    <a:pt x="489" y="722"/>
                  </a:cubicBezTo>
                  <a:cubicBezTo>
                    <a:pt x="556" y="756"/>
                    <a:pt x="634" y="767"/>
                    <a:pt x="700" y="767"/>
                  </a:cubicBezTo>
                  <a:cubicBezTo>
                    <a:pt x="812" y="767"/>
                    <a:pt x="923" y="734"/>
                    <a:pt x="1012" y="678"/>
                  </a:cubicBezTo>
                  <a:lnTo>
                    <a:pt x="1022" y="678"/>
                  </a:lnTo>
                  <a:lnTo>
                    <a:pt x="1022" y="667"/>
                  </a:lnTo>
                  <a:cubicBezTo>
                    <a:pt x="1078" y="633"/>
                    <a:pt x="1111" y="601"/>
                    <a:pt x="1145" y="545"/>
                  </a:cubicBezTo>
                  <a:cubicBezTo>
                    <a:pt x="723" y="467"/>
                    <a:pt x="333" y="278"/>
                    <a:pt x="0" y="1"/>
                  </a:cubicBezTo>
                  <a:close/>
                </a:path>
              </a:pathLst>
            </a:custGeom>
            <a:solidFill>
              <a:srgbClr val="BCD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1"/>
            <p:cNvSpPr/>
            <p:nvPr/>
          </p:nvSpPr>
          <p:spPr>
            <a:xfrm>
              <a:off x="1992300" y="3827250"/>
              <a:ext cx="10300" cy="10675"/>
            </a:xfrm>
            <a:custGeom>
              <a:avLst/>
              <a:gdLst/>
              <a:ahLst/>
              <a:cxnLst/>
              <a:rect l="l" t="t" r="r" b="b"/>
              <a:pathLst>
                <a:path w="412" h="427" extrusionOk="0">
                  <a:moveTo>
                    <a:pt x="267" y="0"/>
                  </a:moveTo>
                  <a:cubicBezTo>
                    <a:pt x="239" y="0"/>
                    <a:pt x="213" y="53"/>
                    <a:pt x="178" y="101"/>
                  </a:cubicBezTo>
                  <a:cubicBezTo>
                    <a:pt x="134" y="190"/>
                    <a:pt x="78" y="279"/>
                    <a:pt x="23" y="368"/>
                  </a:cubicBezTo>
                  <a:cubicBezTo>
                    <a:pt x="11" y="380"/>
                    <a:pt x="1" y="402"/>
                    <a:pt x="23" y="424"/>
                  </a:cubicBezTo>
                  <a:lnTo>
                    <a:pt x="45" y="424"/>
                  </a:lnTo>
                  <a:cubicBezTo>
                    <a:pt x="65" y="426"/>
                    <a:pt x="85" y="427"/>
                    <a:pt x="104" y="427"/>
                  </a:cubicBezTo>
                  <a:cubicBezTo>
                    <a:pt x="207" y="427"/>
                    <a:pt x="309" y="404"/>
                    <a:pt x="411" y="357"/>
                  </a:cubicBezTo>
                  <a:cubicBezTo>
                    <a:pt x="389" y="257"/>
                    <a:pt x="367" y="157"/>
                    <a:pt x="322" y="69"/>
                  </a:cubicBezTo>
                  <a:cubicBezTo>
                    <a:pt x="302" y="19"/>
                    <a:pt x="284" y="0"/>
                    <a:pt x="267"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1"/>
            <p:cNvSpPr/>
            <p:nvPr/>
          </p:nvSpPr>
          <p:spPr>
            <a:xfrm>
              <a:off x="2001450" y="3843025"/>
              <a:ext cx="7800" cy="8850"/>
            </a:xfrm>
            <a:custGeom>
              <a:avLst/>
              <a:gdLst/>
              <a:ahLst/>
              <a:cxnLst/>
              <a:rect l="l" t="t" r="r" b="b"/>
              <a:pathLst>
                <a:path w="312" h="354" extrusionOk="0">
                  <a:moveTo>
                    <a:pt x="173" y="1"/>
                  </a:moveTo>
                  <a:cubicBezTo>
                    <a:pt x="151" y="1"/>
                    <a:pt x="134" y="49"/>
                    <a:pt x="112" y="93"/>
                  </a:cubicBezTo>
                  <a:cubicBezTo>
                    <a:pt x="79" y="159"/>
                    <a:pt x="45" y="237"/>
                    <a:pt x="12" y="315"/>
                  </a:cubicBezTo>
                  <a:cubicBezTo>
                    <a:pt x="12" y="326"/>
                    <a:pt x="1" y="337"/>
                    <a:pt x="12" y="349"/>
                  </a:cubicBezTo>
                  <a:cubicBezTo>
                    <a:pt x="16" y="352"/>
                    <a:pt x="18" y="353"/>
                    <a:pt x="20" y="353"/>
                  </a:cubicBezTo>
                  <a:cubicBezTo>
                    <a:pt x="24" y="353"/>
                    <a:pt x="27" y="349"/>
                    <a:pt x="35" y="349"/>
                  </a:cubicBezTo>
                  <a:cubicBezTo>
                    <a:pt x="134" y="349"/>
                    <a:pt x="223" y="315"/>
                    <a:pt x="312" y="260"/>
                  </a:cubicBezTo>
                  <a:cubicBezTo>
                    <a:pt x="290" y="193"/>
                    <a:pt x="257" y="115"/>
                    <a:pt x="212" y="48"/>
                  </a:cubicBezTo>
                  <a:cubicBezTo>
                    <a:pt x="197" y="14"/>
                    <a:pt x="184" y="1"/>
                    <a:pt x="1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1"/>
            <p:cNvSpPr/>
            <p:nvPr/>
          </p:nvSpPr>
          <p:spPr>
            <a:xfrm>
              <a:off x="2008400" y="3855075"/>
              <a:ext cx="8925" cy="10275"/>
            </a:xfrm>
            <a:custGeom>
              <a:avLst/>
              <a:gdLst/>
              <a:ahLst/>
              <a:cxnLst/>
              <a:rect l="l" t="t" r="r" b="b"/>
              <a:pathLst>
                <a:path w="357" h="411" extrusionOk="0">
                  <a:moveTo>
                    <a:pt x="200" y="0"/>
                  </a:moveTo>
                  <a:cubicBezTo>
                    <a:pt x="172" y="0"/>
                    <a:pt x="156" y="53"/>
                    <a:pt x="134" y="111"/>
                  </a:cubicBezTo>
                  <a:cubicBezTo>
                    <a:pt x="90" y="188"/>
                    <a:pt x="56" y="277"/>
                    <a:pt x="23" y="355"/>
                  </a:cubicBezTo>
                  <a:cubicBezTo>
                    <a:pt x="12" y="378"/>
                    <a:pt x="1" y="400"/>
                    <a:pt x="23" y="410"/>
                  </a:cubicBezTo>
                  <a:lnTo>
                    <a:pt x="45" y="410"/>
                  </a:lnTo>
                  <a:cubicBezTo>
                    <a:pt x="156" y="400"/>
                    <a:pt x="268" y="366"/>
                    <a:pt x="356" y="299"/>
                  </a:cubicBezTo>
                  <a:cubicBezTo>
                    <a:pt x="334" y="222"/>
                    <a:pt x="300" y="133"/>
                    <a:pt x="256" y="55"/>
                  </a:cubicBezTo>
                  <a:cubicBezTo>
                    <a:pt x="233" y="16"/>
                    <a:pt x="215" y="0"/>
                    <a:pt x="200" y="0"/>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1"/>
            <p:cNvSpPr/>
            <p:nvPr/>
          </p:nvSpPr>
          <p:spPr>
            <a:xfrm>
              <a:off x="2084500" y="3196025"/>
              <a:ext cx="28925" cy="16975"/>
            </a:xfrm>
            <a:custGeom>
              <a:avLst/>
              <a:gdLst/>
              <a:ahLst/>
              <a:cxnLst/>
              <a:rect l="l" t="t" r="r" b="b"/>
              <a:pathLst>
                <a:path w="1157" h="679" extrusionOk="0">
                  <a:moveTo>
                    <a:pt x="1089" y="0"/>
                  </a:moveTo>
                  <a:cubicBezTo>
                    <a:pt x="1056" y="189"/>
                    <a:pt x="1001" y="422"/>
                    <a:pt x="833" y="533"/>
                  </a:cubicBezTo>
                  <a:cubicBezTo>
                    <a:pt x="759" y="586"/>
                    <a:pt x="673" y="612"/>
                    <a:pt x="586" y="612"/>
                  </a:cubicBezTo>
                  <a:cubicBezTo>
                    <a:pt x="490" y="612"/>
                    <a:pt x="393" y="581"/>
                    <a:pt x="312" y="523"/>
                  </a:cubicBezTo>
                  <a:cubicBezTo>
                    <a:pt x="156" y="422"/>
                    <a:pt x="67" y="245"/>
                    <a:pt x="56" y="45"/>
                  </a:cubicBezTo>
                  <a:lnTo>
                    <a:pt x="1" y="45"/>
                  </a:lnTo>
                  <a:cubicBezTo>
                    <a:pt x="1" y="267"/>
                    <a:pt x="112" y="467"/>
                    <a:pt x="278" y="578"/>
                  </a:cubicBezTo>
                  <a:cubicBezTo>
                    <a:pt x="367" y="644"/>
                    <a:pt x="478" y="678"/>
                    <a:pt x="578" y="678"/>
                  </a:cubicBezTo>
                  <a:cubicBezTo>
                    <a:pt x="690" y="678"/>
                    <a:pt x="778" y="644"/>
                    <a:pt x="867" y="589"/>
                  </a:cubicBezTo>
                  <a:cubicBezTo>
                    <a:pt x="1056" y="456"/>
                    <a:pt x="1122" y="212"/>
                    <a:pt x="1156" y="12"/>
                  </a:cubicBezTo>
                  <a:lnTo>
                    <a:pt x="1089"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1"/>
            <p:cNvSpPr/>
            <p:nvPr/>
          </p:nvSpPr>
          <p:spPr>
            <a:xfrm>
              <a:off x="2019225" y="3194350"/>
              <a:ext cx="22250" cy="18075"/>
            </a:xfrm>
            <a:custGeom>
              <a:avLst/>
              <a:gdLst/>
              <a:ahLst/>
              <a:cxnLst/>
              <a:rect l="l" t="t" r="r" b="b"/>
              <a:pathLst>
                <a:path w="890" h="723" extrusionOk="0">
                  <a:moveTo>
                    <a:pt x="35" y="0"/>
                  </a:moveTo>
                  <a:cubicBezTo>
                    <a:pt x="12" y="112"/>
                    <a:pt x="1" y="234"/>
                    <a:pt x="12" y="356"/>
                  </a:cubicBezTo>
                  <a:cubicBezTo>
                    <a:pt x="35" y="489"/>
                    <a:pt x="101" y="612"/>
                    <a:pt x="201" y="667"/>
                  </a:cubicBezTo>
                  <a:cubicBezTo>
                    <a:pt x="257" y="711"/>
                    <a:pt x="323" y="723"/>
                    <a:pt x="390" y="723"/>
                  </a:cubicBezTo>
                  <a:cubicBezTo>
                    <a:pt x="490" y="723"/>
                    <a:pt x="590" y="689"/>
                    <a:pt x="667" y="623"/>
                  </a:cubicBezTo>
                  <a:cubicBezTo>
                    <a:pt x="790" y="534"/>
                    <a:pt x="867" y="378"/>
                    <a:pt x="889" y="200"/>
                  </a:cubicBezTo>
                  <a:lnTo>
                    <a:pt x="823" y="190"/>
                  </a:lnTo>
                  <a:cubicBezTo>
                    <a:pt x="801" y="356"/>
                    <a:pt x="734" y="489"/>
                    <a:pt x="634" y="578"/>
                  </a:cubicBezTo>
                  <a:cubicBezTo>
                    <a:pt x="565" y="635"/>
                    <a:pt x="483" y="663"/>
                    <a:pt x="404" y="663"/>
                  </a:cubicBezTo>
                  <a:cubicBezTo>
                    <a:pt x="342" y="663"/>
                    <a:pt x="283" y="646"/>
                    <a:pt x="234" y="612"/>
                  </a:cubicBezTo>
                  <a:cubicBezTo>
                    <a:pt x="146" y="567"/>
                    <a:pt x="90" y="467"/>
                    <a:pt x="79" y="345"/>
                  </a:cubicBezTo>
                  <a:cubicBezTo>
                    <a:pt x="57" y="234"/>
                    <a:pt x="79" y="123"/>
                    <a:pt x="101" y="12"/>
                  </a:cubicBezTo>
                  <a:lnTo>
                    <a:pt x="35" y="0"/>
                  </a:ln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1"/>
            <p:cNvSpPr/>
            <p:nvPr/>
          </p:nvSpPr>
          <p:spPr>
            <a:xfrm>
              <a:off x="1902875" y="3448925"/>
              <a:ext cx="98350" cy="98825"/>
            </a:xfrm>
            <a:custGeom>
              <a:avLst/>
              <a:gdLst/>
              <a:ahLst/>
              <a:cxnLst/>
              <a:rect l="l" t="t" r="r" b="b"/>
              <a:pathLst>
                <a:path w="3934" h="3953" extrusionOk="0">
                  <a:moveTo>
                    <a:pt x="1699" y="1"/>
                  </a:moveTo>
                  <a:cubicBezTo>
                    <a:pt x="1408" y="1"/>
                    <a:pt x="1146" y="91"/>
                    <a:pt x="856" y="393"/>
                  </a:cubicBezTo>
                  <a:cubicBezTo>
                    <a:pt x="423" y="849"/>
                    <a:pt x="122" y="1437"/>
                    <a:pt x="33" y="2059"/>
                  </a:cubicBezTo>
                  <a:cubicBezTo>
                    <a:pt x="1" y="2315"/>
                    <a:pt x="1" y="2582"/>
                    <a:pt x="78" y="2815"/>
                  </a:cubicBezTo>
                  <a:cubicBezTo>
                    <a:pt x="289" y="3471"/>
                    <a:pt x="1167" y="3871"/>
                    <a:pt x="1789" y="3948"/>
                  </a:cubicBezTo>
                  <a:cubicBezTo>
                    <a:pt x="1809" y="3951"/>
                    <a:pt x="1831" y="3953"/>
                    <a:pt x="1854" y="3953"/>
                  </a:cubicBezTo>
                  <a:cubicBezTo>
                    <a:pt x="1989" y="3953"/>
                    <a:pt x="2143" y="3894"/>
                    <a:pt x="2133" y="3770"/>
                  </a:cubicBezTo>
                  <a:cubicBezTo>
                    <a:pt x="2133" y="3704"/>
                    <a:pt x="2089" y="3648"/>
                    <a:pt x="2033" y="3604"/>
                  </a:cubicBezTo>
                  <a:cubicBezTo>
                    <a:pt x="1800" y="3415"/>
                    <a:pt x="1423" y="3326"/>
                    <a:pt x="1378" y="3015"/>
                  </a:cubicBezTo>
                  <a:lnTo>
                    <a:pt x="1378" y="3015"/>
                  </a:lnTo>
                  <a:cubicBezTo>
                    <a:pt x="1744" y="3237"/>
                    <a:pt x="2156" y="3382"/>
                    <a:pt x="2578" y="3437"/>
                  </a:cubicBezTo>
                  <a:cubicBezTo>
                    <a:pt x="2607" y="3440"/>
                    <a:pt x="2637" y="3443"/>
                    <a:pt x="2667" y="3443"/>
                  </a:cubicBezTo>
                  <a:cubicBezTo>
                    <a:pt x="2740" y="3443"/>
                    <a:pt x="2811" y="3429"/>
                    <a:pt x="2867" y="3382"/>
                  </a:cubicBezTo>
                  <a:cubicBezTo>
                    <a:pt x="2978" y="3271"/>
                    <a:pt x="2911" y="3071"/>
                    <a:pt x="2800" y="2960"/>
                  </a:cubicBezTo>
                  <a:cubicBezTo>
                    <a:pt x="2644" y="2815"/>
                    <a:pt x="2433" y="2760"/>
                    <a:pt x="2245" y="2671"/>
                  </a:cubicBezTo>
                  <a:cubicBezTo>
                    <a:pt x="2055" y="2570"/>
                    <a:pt x="1878" y="2426"/>
                    <a:pt x="1845" y="2226"/>
                  </a:cubicBezTo>
                  <a:lnTo>
                    <a:pt x="1845" y="2226"/>
                  </a:lnTo>
                  <a:cubicBezTo>
                    <a:pt x="2211" y="2382"/>
                    <a:pt x="2589" y="2526"/>
                    <a:pt x="2966" y="2659"/>
                  </a:cubicBezTo>
                  <a:cubicBezTo>
                    <a:pt x="3054" y="2690"/>
                    <a:pt x="3156" y="2714"/>
                    <a:pt x="3248" y="2714"/>
                  </a:cubicBezTo>
                  <a:cubicBezTo>
                    <a:pt x="3354" y="2714"/>
                    <a:pt x="3447" y="2682"/>
                    <a:pt x="3489" y="2593"/>
                  </a:cubicBezTo>
                  <a:cubicBezTo>
                    <a:pt x="3544" y="2482"/>
                    <a:pt x="3499" y="2360"/>
                    <a:pt x="3433" y="2271"/>
                  </a:cubicBezTo>
                  <a:cubicBezTo>
                    <a:pt x="3166" y="1893"/>
                    <a:pt x="2600" y="1871"/>
                    <a:pt x="2211" y="1604"/>
                  </a:cubicBezTo>
                  <a:cubicBezTo>
                    <a:pt x="2166" y="1571"/>
                    <a:pt x="2122" y="1504"/>
                    <a:pt x="2166" y="1471"/>
                  </a:cubicBezTo>
                  <a:lnTo>
                    <a:pt x="2166" y="1471"/>
                  </a:lnTo>
                  <a:cubicBezTo>
                    <a:pt x="2511" y="1582"/>
                    <a:pt x="2867" y="1704"/>
                    <a:pt x="3211" y="1815"/>
                  </a:cubicBezTo>
                  <a:cubicBezTo>
                    <a:pt x="3319" y="1851"/>
                    <a:pt x="3443" y="1888"/>
                    <a:pt x="3564" y="1888"/>
                  </a:cubicBezTo>
                  <a:cubicBezTo>
                    <a:pt x="3591" y="1888"/>
                    <a:pt x="3618" y="1886"/>
                    <a:pt x="3644" y="1882"/>
                  </a:cubicBezTo>
                  <a:cubicBezTo>
                    <a:pt x="3788" y="1849"/>
                    <a:pt x="3933" y="1726"/>
                    <a:pt x="3911" y="1571"/>
                  </a:cubicBezTo>
                  <a:cubicBezTo>
                    <a:pt x="3899" y="1415"/>
                    <a:pt x="3722" y="1326"/>
                    <a:pt x="3578" y="1271"/>
                  </a:cubicBezTo>
                  <a:cubicBezTo>
                    <a:pt x="3211" y="1116"/>
                    <a:pt x="2833" y="960"/>
                    <a:pt x="2467" y="815"/>
                  </a:cubicBezTo>
                  <a:cubicBezTo>
                    <a:pt x="2489" y="605"/>
                    <a:pt x="2867" y="649"/>
                    <a:pt x="2944" y="460"/>
                  </a:cubicBezTo>
                  <a:cubicBezTo>
                    <a:pt x="2978" y="371"/>
                    <a:pt x="2922" y="260"/>
                    <a:pt x="2844" y="205"/>
                  </a:cubicBezTo>
                  <a:cubicBezTo>
                    <a:pt x="2766" y="160"/>
                    <a:pt x="2667" y="138"/>
                    <a:pt x="2566" y="126"/>
                  </a:cubicBezTo>
                  <a:cubicBezTo>
                    <a:pt x="2230" y="70"/>
                    <a:pt x="1953" y="1"/>
                    <a:pt x="1699"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1"/>
            <p:cNvSpPr/>
            <p:nvPr/>
          </p:nvSpPr>
          <p:spPr>
            <a:xfrm>
              <a:off x="1944225" y="3539000"/>
              <a:ext cx="7550" cy="7050"/>
            </a:xfrm>
            <a:custGeom>
              <a:avLst/>
              <a:gdLst/>
              <a:ahLst/>
              <a:cxnLst/>
              <a:rect l="l" t="t" r="r" b="b"/>
              <a:pathLst>
                <a:path w="302" h="282" extrusionOk="0">
                  <a:moveTo>
                    <a:pt x="80" y="1"/>
                  </a:moveTo>
                  <a:cubicBezTo>
                    <a:pt x="46" y="68"/>
                    <a:pt x="24" y="134"/>
                    <a:pt x="13" y="212"/>
                  </a:cubicBezTo>
                  <a:cubicBezTo>
                    <a:pt x="1" y="267"/>
                    <a:pt x="12" y="282"/>
                    <a:pt x="34" y="282"/>
                  </a:cubicBezTo>
                  <a:cubicBezTo>
                    <a:pt x="52" y="282"/>
                    <a:pt x="77" y="272"/>
                    <a:pt x="102" y="268"/>
                  </a:cubicBezTo>
                  <a:cubicBezTo>
                    <a:pt x="157" y="245"/>
                    <a:pt x="213" y="223"/>
                    <a:pt x="280" y="212"/>
                  </a:cubicBezTo>
                  <a:cubicBezTo>
                    <a:pt x="290" y="201"/>
                    <a:pt x="302" y="201"/>
                    <a:pt x="302" y="179"/>
                  </a:cubicBezTo>
                  <a:lnTo>
                    <a:pt x="290" y="167"/>
                  </a:lnTo>
                  <a:cubicBezTo>
                    <a:pt x="235" y="90"/>
                    <a:pt x="157" y="34"/>
                    <a:pt x="80"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1"/>
            <p:cNvSpPr/>
            <p:nvPr/>
          </p:nvSpPr>
          <p:spPr>
            <a:xfrm>
              <a:off x="1966325" y="3524825"/>
              <a:ext cx="7675" cy="7075"/>
            </a:xfrm>
            <a:custGeom>
              <a:avLst/>
              <a:gdLst/>
              <a:ahLst/>
              <a:cxnLst/>
              <a:rect l="l" t="t" r="r" b="b"/>
              <a:pathLst>
                <a:path w="307" h="283" extrusionOk="0">
                  <a:moveTo>
                    <a:pt x="73" y="1"/>
                  </a:moveTo>
                  <a:cubicBezTo>
                    <a:pt x="51" y="68"/>
                    <a:pt x="28" y="134"/>
                    <a:pt x="6" y="212"/>
                  </a:cubicBezTo>
                  <a:cubicBezTo>
                    <a:pt x="0" y="268"/>
                    <a:pt x="11" y="282"/>
                    <a:pt x="32" y="282"/>
                  </a:cubicBezTo>
                  <a:cubicBezTo>
                    <a:pt x="48" y="282"/>
                    <a:pt x="70" y="273"/>
                    <a:pt x="95" y="268"/>
                  </a:cubicBezTo>
                  <a:cubicBezTo>
                    <a:pt x="162" y="245"/>
                    <a:pt x="218" y="223"/>
                    <a:pt x="273" y="201"/>
                  </a:cubicBezTo>
                  <a:cubicBezTo>
                    <a:pt x="284" y="201"/>
                    <a:pt x="306" y="190"/>
                    <a:pt x="295" y="179"/>
                  </a:cubicBezTo>
                  <a:lnTo>
                    <a:pt x="295" y="168"/>
                  </a:lnTo>
                  <a:cubicBezTo>
                    <a:pt x="228" y="90"/>
                    <a:pt x="151" y="35"/>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1"/>
            <p:cNvSpPr/>
            <p:nvPr/>
          </p:nvSpPr>
          <p:spPr>
            <a:xfrm>
              <a:off x="1982150" y="3505950"/>
              <a:ext cx="7400" cy="6900"/>
            </a:xfrm>
            <a:custGeom>
              <a:avLst/>
              <a:gdLst/>
              <a:ahLst/>
              <a:cxnLst/>
              <a:rect l="l" t="t" r="r" b="b"/>
              <a:pathLst>
                <a:path w="296" h="276" extrusionOk="0">
                  <a:moveTo>
                    <a:pt x="73" y="1"/>
                  </a:moveTo>
                  <a:lnTo>
                    <a:pt x="7" y="201"/>
                  </a:lnTo>
                  <a:cubicBezTo>
                    <a:pt x="0" y="258"/>
                    <a:pt x="12" y="275"/>
                    <a:pt x="34" y="275"/>
                  </a:cubicBezTo>
                  <a:cubicBezTo>
                    <a:pt x="50" y="275"/>
                    <a:pt x="72" y="266"/>
                    <a:pt x="96" y="257"/>
                  </a:cubicBezTo>
                  <a:cubicBezTo>
                    <a:pt x="162" y="245"/>
                    <a:pt x="217" y="223"/>
                    <a:pt x="273" y="201"/>
                  </a:cubicBezTo>
                  <a:cubicBezTo>
                    <a:pt x="284" y="201"/>
                    <a:pt x="296" y="190"/>
                    <a:pt x="296" y="178"/>
                  </a:cubicBezTo>
                  <a:cubicBezTo>
                    <a:pt x="296" y="168"/>
                    <a:pt x="296" y="168"/>
                    <a:pt x="284" y="156"/>
                  </a:cubicBezTo>
                  <a:cubicBezTo>
                    <a:pt x="229" y="89"/>
                    <a:pt x="151" y="34"/>
                    <a:pt x="73"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1"/>
            <p:cNvSpPr/>
            <p:nvPr/>
          </p:nvSpPr>
          <p:spPr>
            <a:xfrm>
              <a:off x="1990050" y="3483725"/>
              <a:ext cx="7550" cy="7075"/>
            </a:xfrm>
            <a:custGeom>
              <a:avLst/>
              <a:gdLst/>
              <a:ahLst/>
              <a:cxnLst/>
              <a:rect l="l" t="t" r="r" b="b"/>
              <a:pathLst>
                <a:path w="302" h="283" extrusionOk="0">
                  <a:moveTo>
                    <a:pt x="79" y="1"/>
                  </a:moveTo>
                  <a:cubicBezTo>
                    <a:pt x="46" y="68"/>
                    <a:pt x="24" y="134"/>
                    <a:pt x="12" y="212"/>
                  </a:cubicBezTo>
                  <a:cubicBezTo>
                    <a:pt x="0" y="268"/>
                    <a:pt x="8" y="282"/>
                    <a:pt x="29" y="282"/>
                  </a:cubicBezTo>
                  <a:cubicBezTo>
                    <a:pt x="46" y="282"/>
                    <a:pt x="72" y="273"/>
                    <a:pt x="101" y="267"/>
                  </a:cubicBezTo>
                  <a:cubicBezTo>
                    <a:pt x="157" y="245"/>
                    <a:pt x="212" y="223"/>
                    <a:pt x="279" y="212"/>
                  </a:cubicBezTo>
                  <a:cubicBezTo>
                    <a:pt x="291" y="201"/>
                    <a:pt x="301" y="201"/>
                    <a:pt x="301" y="179"/>
                  </a:cubicBezTo>
                  <a:lnTo>
                    <a:pt x="291" y="168"/>
                  </a:lnTo>
                  <a:cubicBezTo>
                    <a:pt x="224" y="90"/>
                    <a:pt x="157" y="35"/>
                    <a:pt x="79"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1"/>
            <p:cNvSpPr/>
            <p:nvPr/>
          </p:nvSpPr>
          <p:spPr>
            <a:xfrm>
              <a:off x="1966750" y="3454850"/>
              <a:ext cx="6950" cy="7100"/>
            </a:xfrm>
            <a:custGeom>
              <a:avLst/>
              <a:gdLst/>
              <a:ahLst/>
              <a:cxnLst/>
              <a:rect l="l" t="t" r="r" b="b"/>
              <a:pathLst>
                <a:path w="278" h="284" extrusionOk="0">
                  <a:moveTo>
                    <a:pt x="1" y="1"/>
                  </a:moveTo>
                  <a:cubicBezTo>
                    <a:pt x="1" y="67"/>
                    <a:pt x="1" y="145"/>
                    <a:pt x="23" y="223"/>
                  </a:cubicBezTo>
                  <a:cubicBezTo>
                    <a:pt x="28" y="268"/>
                    <a:pt x="39" y="284"/>
                    <a:pt x="54" y="284"/>
                  </a:cubicBezTo>
                  <a:cubicBezTo>
                    <a:pt x="73" y="284"/>
                    <a:pt x="98" y="259"/>
                    <a:pt x="122" y="234"/>
                  </a:cubicBezTo>
                  <a:cubicBezTo>
                    <a:pt x="167" y="201"/>
                    <a:pt x="211" y="156"/>
                    <a:pt x="267" y="112"/>
                  </a:cubicBezTo>
                  <a:cubicBezTo>
                    <a:pt x="278" y="112"/>
                    <a:pt x="278" y="101"/>
                    <a:pt x="278" y="89"/>
                  </a:cubicBezTo>
                  <a:lnTo>
                    <a:pt x="256" y="67"/>
                  </a:lnTo>
                  <a:cubicBezTo>
                    <a:pt x="178" y="23"/>
                    <a:pt x="89" y="1"/>
                    <a:pt x="1" y="1"/>
                  </a:cubicBezTo>
                  <a:close/>
                </a:path>
              </a:pathLst>
            </a:custGeom>
            <a:solidFill>
              <a:srgbClr val="175D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2" name="Google Shape;2102;p61"/>
          <p:cNvSpPr/>
          <p:nvPr/>
        </p:nvSpPr>
        <p:spPr>
          <a:xfrm>
            <a:off x="640926" y="4543550"/>
            <a:ext cx="3110249" cy="425526"/>
          </a:xfrm>
          <a:custGeom>
            <a:avLst/>
            <a:gdLst/>
            <a:ahLst/>
            <a:cxnLst/>
            <a:rect l="l" t="t" r="r" b="b"/>
            <a:pathLst>
              <a:path w="154049" h="17797" extrusionOk="0">
                <a:moveTo>
                  <a:pt x="3238" y="2578"/>
                </a:moveTo>
                <a:lnTo>
                  <a:pt x="7988" y="0"/>
                </a:lnTo>
                <a:lnTo>
                  <a:pt x="64769" y="249"/>
                </a:lnTo>
                <a:lnTo>
                  <a:pt x="83984" y="915"/>
                </a:lnTo>
                <a:lnTo>
                  <a:pt x="148029" y="536"/>
                </a:lnTo>
                <a:lnTo>
                  <a:pt x="151890" y="3318"/>
                </a:lnTo>
                <a:lnTo>
                  <a:pt x="154049" y="8715"/>
                </a:lnTo>
                <a:lnTo>
                  <a:pt x="151776" y="16300"/>
                </a:lnTo>
                <a:lnTo>
                  <a:pt x="144868" y="17797"/>
                </a:lnTo>
                <a:lnTo>
                  <a:pt x="110324" y="17797"/>
                </a:lnTo>
                <a:lnTo>
                  <a:pt x="80098" y="17215"/>
                </a:lnTo>
                <a:lnTo>
                  <a:pt x="9283" y="17631"/>
                </a:lnTo>
                <a:lnTo>
                  <a:pt x="2375" y="14886"/>
                </a:lnTo>
                <a:lnTo>
                  <a:pt x="0" y="7235"/>
                </a:lnTo>
                <a:close/>
              </a:path>
            </a:pathLst>
          </a:custGeom>
          <a:solidFill>
            <a:schemeClr val="dk1"/>
          </a:solidFill>
          <a:ln w="19050" cap="flat" cmpd="sng">
            <a:solidFill>
              <a:schemeClr val="accent6"/>
            </a:solidFill>
            <a:prstDash val="solid"/>
            <a:round/>
            <a:headEnd type="none" w="med" len="med"/>
            <a:tailEnd type="none" w="med" len="med"/>
          </a:ln>
          <a:effectLst>
            <a:outerShdw dist="19050" dir="3660000" algn="bl" rotWithShape="0">
              <a:schemeClr val="accent6">
                <a:alpha val="80000"/>
              </a:schemeClr>
            </a:outerShdw>
          </a:effectLst>
        </p:spPr>
        <p:txBody>
          <a:bodyPr/>
          <a:lstStyle/>
          <a:p>
            <a:endParaRPr lang="pl-PL"/>
          </a:p>
        </p:txBody>
      </p:sp>
      <p:sp>
        <p:nvSpPr>
          <p:cNvPr id="2103" name="Google Shape;2103;p61"/>
          <p:cNvSpPr txBox="1">
            <a:spLocks noGrp="1"/>
          </p:cNvSpPr>
          <p:nvPr>
            <p:ph type="subTitle" idx="1"/>
          </p:nvPr>
        </p:nvSpPr>
        <p:spPr>
          <a:xfrm>
            <a:off x="676125" y="4638900"/>
            <a:ext cx="3039600" cy="234600"/>
          </a:xfrm>
          <a:prstGeom prst="rect">
            <a:avLst/>
          </a:prstGeom>
        </p:spPr>
        <p:txBody>
          <a:bodyPr spcFirstLastPara="1" wrap="square" lIns="91425" tIns="91425" rIns="91425" bIns="91425" anchor="ctr" anchorCtr="0">
            <a:noAutofit/>
          </a:bodyPr>
          <a:lstStyle/>
          <a:p>
            <a:pPr marL="0" lvl="0" indent="0" algn="ctr" rtl="0">
              <a:lnSpc>
                <a:spcPct val="90000"/>
              </a:lnSpc>
              <a:spcBef>
                <a:spcPts val="0"/>
              </a:spcBef>
              <a:spcAft>
                <a:spcPts val="0"/>
              </a:spcAft>
              <a:buNone/>
            </a:pPr>
            <a:r>
              <a:rPr lang="en" sz="1800"/>
              <a:t>Bigfoot sasquatch is his bff!!</a:t>
            </a:r>
            <a:endParaRPr sz="18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2107"/>
        <p:cNvGrpSpPr/>
        <p:nvPr/>
      </p:nvGrpSpPr>
      <p:grpSpPr>
        <a:xfrm>
          <a:off x="0" y="0"/>
          <a:ext cx="0" cy="0"/>
          <a:chOff x="0" y="0"/>
          <a:chExt cx="0" cy="0"/>
        </a:xfrm>
      </p:grpSpPr>
      <p:grpSp>
        <p:nvGrpSpPr>
          <p:cNvPr id="2108" name="Google Shape;2108;p62"/>
          <p:cNvGrpSpPr/>
          <p:nvPr/>
        </p:nvGrpSpPr>
        <p:grpSpPr>
          <a:xfrm>
            <a:off x="-730263" y="2052048"/>
            <a:ext cx="10478571" cy="3091527"/>
            <a:chOff x="-730263" y="2052048"/>
            <a:chExt cx="10478571" cy="3091527"/>
          </a:xfrm>
        </p:grpSpPr>
        <p:sp>
          <p:nvSpPr>
            <p:cNvPr id="2109" name="Google Shape;2109;p62"/>
            <p:cNvSpPr/>
            <p:nvPr/>
          </p:nvSpPr>
          <p:spPr>
            <a:xfrm>
              <a:off x="0" y="4003275"/>
              <a:ext cx="9144000" cy="1140300"/>
            </a:xfrm>
            <a:prstGeom prst="rect">
              <a:avLst/>
            </a:prstGeom>
            <a:gradFill>
              <a:gsLst>
                <a:gs pos="0">
                  <a:srgbClr val="B0BEE8"/>
                </a:gs>
                <a:gs pos="100000">
                  <a:srgbClr val="E5D8E8"/>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62"/>
            <p:cNvGrpSpPr/>
            <p:nvPr/>
          </p:nvGrpSpPr>
          <p:grpSpPr>
            <a:xfrm flipH="1">
              <a:off x="8352686" y="2052048"/>
              <a:ext cx="1395623" cy="2099697"/>
              <a:chOff x="7256414" y="1350800"/>
              <a:chExt cx="2327978" cy="3502413"/>
            </a:xfrm>
          </p:grpSpPr>
          <p:sp>
            <p:nvSpPr>
              <p:cNvPr id="2111" name="Google Shape;2111;p62"/>
              <p:cNvSpPr/>
              <p:nvPr/>
            </p:nvSpPr>
            <p:spPr>
              <a:xfrm>
                <a:off x="8527838" y="3179912"/>
                <a:ext cx="1056554" cy="1406601"/>
              </a:xfrm>
              <a:custGeom>
                <a:avLst/>
                <a:gdLst/>
                <a:ahLst/>
                <a:cxnLst/>
                <a:rect l="l" t="t" r="r" b="b"/>
                <a:pathLst>
                  <a:path w="7745" h="10311" extrusionOk="0">
                    <a:moveTo>
                      <a:pt x="3876" y="0"/>
                    </a:moveTo>
                    <a:cubicBezTo>
                      <a:pt x="3770" y="0"/>
                      <a:pt x="3663" y="8"/>
                      <a:pt x="3556" y="23"/>
                    </a:cubicBezTo>
                    <a:cubicBezTo>
                      <a:pt x="2901" y="123"/>
                      <a:pt x="2323" y="500"/>
                      <a:pt x="1889" y="1001"/>
                    </a:cubicBezTo>
                    <a:cubicBezTo>
                      <a:pt x="1556" y="1334"/>
                      <a:pt x="1267" y="1734"/>
                      <a:pt x="1045" y="2156"/>
                    </a:cubicBezTo>
                    <a:cubicBezTo>
                      <a:pt x="223" y="3689"/>
                      <a:pt x="1" y="5877"/>
                      <a:pt x="479" y="7533"/>
                    </a:cubicBezTo>
                    <a:cubicBezTo>
                      <a:pt x="712" y="8333"/>
                      <a:pt x="1178" y="8965"/>
                      <a:pt x="1823" y="9488"/>
                    </a:cubicBezTo>
                    <a:cubicBezTo>
                      <a:pt x="2334" y="9921"/>
                      <a:pt x="3189" y="10298"/>
                      <a:pt x="3867" y="10310"/>
                    </a:cubicBezTo>
                    <a:cubicBezTo>
                      <a:pt x="3881" y="10310"/>
                      <a:pt x="3895" y="10310"/>
                      <a:pt x="3908" y="10310"/>
                    </a:cubicBezTo>
                    <a:cubicBezTo>
                      <a:pt x="4791" y="10310"/>
                      <a:pt x="5552" y="9976"/>
                      <a:pt x="6044" y="9243"/>
                    </a:cubicBezTo>
                    <a:cubicBezTo>
                      <a:pt x="6100" y="9210"/>
                      <a:pt x="6155" y="9165"/>
                      <a:pt x="6200" y="9121"/>
                    </a:cubicBezTo>
                    <a:cubicBezTo>
                      <a:pt x="6955" y="8432"/>
                      <a:pt x="7366" y="7432"/>
                      <a:pt x="7522" y="6422"/>
                    </a:cubicBezTo>
                    <a:cubicBezTo>
                      <a:pt x="7744" y="5011"/>
                      <a:pt x="7510" y="3534"/>
                      <a:pt x="6866" y="2256"/>
                    </a:cubicBezTo>
                    <a:cubicBezTo>
                      <a:pt x="6282" y="1076"/>
                      <a:pt x="5157" y="0"/>
                      <a:pt x="3876"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62"/>
              <p:cNvSpPr/>
              <p:nvPr/>
            </p:nvSpPr>
            <p:spPr>
              <a:xfrm>
                <a:off x="9047731" y="3516458"/>
                <a:ext cx="36560" cy="1336755"/>
              </a:xfrm>
              <a:custGeom>
                <a:avLst/>
                <a:gdLst/>
                <a:ahLst/>
                <a:cxnLst/>
                <a:rect l="l" t="t" r="r" b="b"/>
                <a:pathLst>
                  <a:path w="268" h="9799" extrusionOk="0">
                    <a:moveTo>
                      <a:pt x="134" y="0"/>
                    </a:moveTo>
                    <a:cubicBezTo>
                      <a:pt x="67" y="0"/>
                      <a:pt x="1" y="55"/>
                      <a:pt x="1" y="133"/>
                    </a:cubicBezTo>
                    <a:lnTo>
                      <a:pt x="1" y="9665"/>
                    </a:lnTo>
                    <a:cubicBezTo>
                      <a:pt x="1" y="9731"/>
                      <a:pt x="67" y="9798"/>
                      <a:pt x="134" y="9798"/>
                    </a:cubicBezTo>
                    <a:cubicBezTo>
                      <a:pt x="211" y="9798"/>
                      <a:pt x="267" y="9731"/>
                      <a:pt x="267" y="9665"/>
                    </a:cubicBezTo>
                    <a:lnTo>
                      <a:pt x="267" y="133"/>
                    </a:lnTo>
                    <a:cubicBezTo>
                      <a:pt x="267" y="55"/>
                      <a:pt x="211" y="0"/>
                      <a:pt x="13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62"/>
              <p:cNvSpPr/>
              <p:nvPr/>
            </p:nvSpPr>
            <p:spPr>
              <a:xfrm>
                <a:off x="9059872" y="3514276"/>
                <a:ext cx="316761" cy="406797"/>
              </a:xfrm>
              <a:custGeom>
                <a:avLst/>
                <a:gdLst/>
                <a:ahLst/>
                <a:cxnLst/>
                <a:rect l="l" t="t" r="r" b="b"/>
                <a:pathLst>
                  <a:path w="2322" h="2982" extrusionOk="0">
                    <a:moveTo>
                      <a:pt x="2167" y="0"/>
                    </a:moveTo>
                    <a:cubicBezTo>
                      <a:pt x="2125" y="0"/>
                      <a:pt x="2082" y="20"/>
                      <a:pt x="2055" y="61"/>
                    </a:cubicBezTo>
                    <a:cubicBezTo>
                      <a:pt x="1433" y="982"/>
                      <a:pt x="756" y="1893"/>
                      <a:pt x="45" y="2760"/>
                    </a:cubicBezTo>
                    <a:cubicBezTo>
                      <a:pt x="0" y="2816"/>
                      <a:pt x="11" y="2904"/>
                      <a:pt x="67" y="2949"/>
                    </a:cubicBezTo>
                    <a:cubicBezTo>
                      <a:pt x="89" y="2971"/>
                      <a:pt x="122" y="2982"/>
                      <a:pt x="144" y="2982"/>
                    </a:cubicBezTo>
                    <a:cubicBezTo>
                      <a:pt x="189" y="2982"/>
                      <a:pt x="223" y="2959"/>
                      <a:pt x="255" y="2937"/>
                    </a:cubicBezTo>
                    <a:cubicBezTo>
                      <a:pt x="966" y="2060"/>
                      <a:pt x="1645" y="1138"/>
                      <a:pt x="2277" y="216"/>
                    </a:cubicBezTo>
                    <a:cubicBezTo>
                      <a:pt x="2322" y="149"/>
                      <a:pt x="2311" y="71"/>
                      <a:pt x="2244" y="27"/>
                    </a:cubicBezTo>
                    <a:cubicBezTo>
                      <a:pt x="2222" y="9"/>
                      <a:pt x="2195" y="0"/>
                      <a:pt x="2167"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62"/>
              <p:cNvSpPr/>
              <p:nvPr/>
            </p:nvSpPr>
            <p:spPr>
              <a:xfrm>
                <a:off x="9314430" y="3826540"/>
                <a:ext cx="174342" cy="185528"/>
              </a:xfrm>
              <a:custGeom>
                <a:avLst/>
                <a:gdLst/>
                <a:ahLst/>
                <a:cxnLst/>
                <a:rect l="l" t="t" r="r" b="b"/>
                <a:pathLst>
                  <a:path w="1278" h="1360" extrusionOk="0">
                    <a:moveTo>
                      <a:pt x="1123" y="1"/>
                    </a:moveTo>
                    <a:cubicBezTo>
                      <a:pt x="1085" y="1"/>
                      <a:pt x="1047" y="18"/>
                      <a:pt x="1023" y="48"/>
                    </a:cubicBezTo>
                    <a:cubicBezTo>
                      <a:pt x="722" y="426"/>
                      <a:pt x="389" y="793"/>
                      <a:pt x="56" y="1137"/>
                    </a:cubicBezTo>
                    <a:cubicBezTo>
                      <a:pt x="1" y="1181"/>
                      <a:pt x="1" y="1270"/>
                      <a:pt x="56" y="1326"/>
                    </a:cubicBezTo>
                    <a:cubicBezTo>
                      <a:pt x="78" y="1349"/>
                      <a:pt x="112" y="1359"/>
                      <a:pt x="145" y="1359"/>
                    </a:cubicBezTo>
                    <a:cubicBezTo>
                      <a:pt x="178" y="1359"/>
                      <a:pt x="211" y="1349"/>
                      <a:pt x="245" y="1326"/>
                    </a:cubicBezTo>
                    <a:cubicBezTo>
                      <a:pt x="589" y="971"/>
                      <a:pt x="922" y="604"/>
                      <a:pt x="1233" y="226"/>
                    </a:cubicBezTo>
                    <a:cubicBezTo>
                      <a:pt x="1278" y="159"/>
                      <a:pt x="1267" y="82"/>
                      <a:pt x="1211" y="38"/>
                    </a:cubicBezTo>
                    <a:cubicBezTo>
                      <a:pt x="1186" y="13"/>
                      <a:pt x="1155" y="1"/>
                      <a:pt x="112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62"/>
              <p:cNvSpPr/>
              <p:nvPr/>
            </p:nvSpPr>
            <p:spPr>
              <a:xfrm>
                <a:off x="9067375" y="4090375"/>
                <a:ext cx="212266" cy="212675"/>
              </a:xfrm>
              <a:custGeom>
                <a:avLst/>
                <a:gdLst/>
                <a:ahLst/>
                <a:cxnLst/>
                <a:rect l="l" t="t" r="r" b="b"/>
                <a:pathLst>
                  <a:path w="1556" h="1559" extrusionOk="0">
                    <a:moveTo>
                      <a:pt x="1405" y="1"/>
                    </a:moveTo>
                    <a:cubicBezTo>
                      <a:pt x="1366" y="1"/>
                      <a:pt x="1326" y="21"/>
                      <a:pt x="1301" y="59"/>
                    </a:cubicBezTo>
                    <a:cubicBezTo>
                      <a:pt x="934" y="514"/>
                      <a:pt x="512" y="948"/>
                      <a:pt x="67" y="1325"/>
                    </a:cubicBezTo>
                    <a:cubicBezTo>
                      <a:pt x="1" y="1370"/>
                      <a:pt x="1" y="1459"/>
                      <a:pt x="45" y="1514"/>
                    </a:cubicBezTo>
                    <a:cubicBezTo>
                      <a:pt x="67" y="1547"/>
                      <a:pt x="112" y="1558"/>
                      <a:pt x="145" y="1558"/>
                    </a:cubicBezTo>
                    <a:cubicBezTo>
                      <a:pt x="178" y="1558"/>
                      <a:pt x="212" y="1547"/>
                      <a:pt x="234" y="1525"/>
                    </a:cubicBezTo>
                    <a:cubicBezTo>
                      <a:pt x="701" y="1136"/>
                      <a:pt x="1134" y="703"/>
                      <a:pt x="1511" y="225"/>
                    </a:cubicBezTo>
                    <a:cubicBezTo>
                      <a:pt x="1556" y="158"/>
                      <a:pt x="1545" y="81"/>
                      <a:pt x="1489" y="37"/>
                    </a:cubicBezTo>
                    <a:cubicBezTo>
                      <a:pt x="1465" y="13"/>
                      <a:pt x="1435" y="1"/>
                      <a:pt x="14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62"/>
              <p:cNvSpPr/>
              <p:nvPr/>
            </p:nvSpPr>
            <p:spPr>
              <a:xfrm>
                <a:off x="8844603" y="3427376"/>
                <a:ext cx="228909" cy="277064"/>
              </a:xfrm>
              <a:custGeom>
                <a:avLst/>
                <a:gdLst/>
                <a:ahLst/>
                <a:cxnLst/>
                <a:rect l="l" t="t" r="r" b="b"/>
                <a:pathLst>
                  <a:path w="1678" h="2031" extrusionOk="0">
                    <a:moveTo>
                      <a:pt x="155" y="0"/>
                    </a:moveTo>
                    <a:cubicBezTo>
                      <a:pt x="124" y="0"/>
                      <a:pt x="92" y="11"/>
                      <a:pt x="68" y="31"/>
                    </a:cubicBezTo>
                    <a:cubicBezTo>
                      <a:pt x="12" y="86"/>
                      <a:pt x="1" y="164"/>
                      <a:pt x="56" y="219"/>
                    </a:cubicBezTo>
                    <a:cubicBezTo>
                      <a:pt x="534" y="786"/>
                      <a:pt x="1001" y="1375"/>
                      <a:pt x="1423" y="1975"/>
                    </a:cubicBezTo>
                    <a:cubicBezTo>
                      <a:pt x="1445" y="2019"/>
                      <a:pt x="1490" y="2031"/>
                      <a:pt x="1534" y="2031"/>
                    </a:cubicBezTo>
                    <a:cubicBezTo>
                      <a:pt x="1556" y="2031"/>
                      <a:pt x="1589" y="2031"/>
                      <a:pt x="1611" y="2008"/>
                    </a:cubicBezTo>
                    <a:cubicBezTo>
                      <a:pt x="1667" y="1964"/>
                      <a:pt x="1678" y="1886"/>
                      <a:pt x="1645" y="1819"/>
                    </a:cubicBezTo>
                    <a:cubicBezTo>
                      <a:pt x="1211" y="1209"/>
                      <a:pt x="745" y="609"/>
                      <a:pt x="256" y="53"/>
                    </a:cubicBezTo>
                    <a:cubicBezTo>
                      <a:pt x="232" y="17"/>
                      <a:pt x="194" y="0"/>
                      <a:pt x="15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62"/>
              <p:cNvSpPr/>
              <p:nvPr/>
            </p:nvSpPr>
            <p:spPr>
              <a:xfrm>
                <a:off x="8727965" y="3869921"/>
                <a:ext cx="342544" cy="364917"/>
              </a:xfrm>
              <a:custGeom>
                <a:avLst/>
                <a:gdLst/>
                <a:ahLst/>
                <a:cxnLst/>
                <a:rect l="l" t="t" r="r" b="b"/>
                <a:pathLst>
                  <a:path w="2511" h="2675" extrusionOk="0">
                    <a:moveTo>
                      <a:pt x="154" y="0"/>
                    </a:moveTo>
                    <a:cubicBezTo>
                      <a:pt x="120" y="0"/>
                      <a:pt x="84" y="14"/>
                      <a:pt x="56" y="41"/>
                    </a:cubicBezTo>
                    <a:cubicBezTo>
                      <a:pt x="0" y="86"/>
                      <a:pt x="0" y="175"/>
                      <a:pt x="56" y="231"/>
                    </a:cubicBezTo>
                    <a:lnTo>
                      <a:pt x="2266" y="2630"/>
                    </a:lnTo>
                    <a:cubicBezTo>
                      <a:pt x="2289" y="2663"/>
                      <a:pt x="2333" y="2675"/>
                      <a:pt x="2367" y="2675"/>
                    </a:cubicBezTo>
                    <a:cubicBezTo>
                      <a:pt x="2400" y="2675"/>
                      <a:pt x="2433" y="2663"/>
                      <a:pt x="2456" y="2641"/>
                    </a:cubicBezTo>
                    <a:cubicBezTo>
                      <a:pt x="2511" y="2586"/>
                      <a:pt x="2511" y="2508"/>
                      <a:pt x="2466" y="2453"/>
                    </a:cubicBezTo>
                    <a:lnTo>
                      <a:pt x="245" y="41"/>
                    </a:lnTo>
                    <a:cubicBezTo>
                      <a:pt x="222" y="14"/>
                      <a:pt x="189" y="0"/>
                      <a:pt x="154"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62"/>
              <p:cNvSpPr/>
              <p:nvPr/>
            </p:nvSpPr>
            <p:spPr>
              <a:xfrm>
                <a:off x="7256414" y="1943133"/>
                <a:ext cx="1900569" cy="2744720"/>
              </a:xfrm>
              <a:custGeom>
                <a:avLst/>
                <a:gdLst/>
                <a:ahLst/>
                <a:cxnLst/>
                <a:rect l="l" t="t" r="r" b="b"/>
                <a:pathLst>
                  <a:path w="13932" h="20120" extrusionOk="0">
                    <a:moveTo>
                      <a:pt x="7734" y="1"/>
                    </a:moveTo>
                    <a:cubicBezTo>
                      <a:pt x="7545" y="1"/>
                      <a:pt x="7357" y="33"/>
                      <a:pt x="7177" y="102"/>
                    </a:cubicBezTo>
                    <a:cubicBezTo>
                      <a:pt x="6410" y="390"/>
                      <a:pt x="5988" y="1213"/>
                      <a:pt x="5810" y="2012"/>
                    </a:cubicBezTo>
                    <a:cubicBezTo>
                      <a:pt x="5333" y="4190"/>
                      <a:pt x="6133" y="6411"/>
                      <a:pt x="6377" y="8623"/>
                    </a:cubicBezTo>
                    <a:cubicBezTo>
                      <a:pt x="6433" y="9144"/>
                      <a:pt x="6333" y="9845"/>
                      <a:pt x="5822" y="9933"/>
                    </a:cubicBezTo>
                    <a:cubicBezTo>
                      <a:pt x="5793" y="9938"/>
                      <a:pt x="5764" y="9940"/>
                      <a:pt x="5736" y="9940"/>
                    </a:cubicBezTo>
                    <a:cubicBezTo>
                      <a:pt x="5406" y="9940"/>
                      <a:pt x="5122" y="9659"/>
                      <a:pt x="4867" y="9445"/>
                    </a:cubicBezTo>
                    <a:cubicBezTo>
                      <a:pt x="4210" y="8883"/>
                      <a:pt x="3361" y="8564"/>
                      <a:pt x="2504" y="8564"/>
                    </a:cubicBezTo>
                    <a:cubicBezTo>
                      <a:pt x="2462" y="8564"/>
                      <a:pt x="2420" y="8565"/>
                      <a:pt x="2378" y="8567"/>
                    </a:cubicBezTo>
                    <a:cubicBezTo>
                      <a:pt x="2223" y="8578"/>
                      <a:pt x="2056" y="8589"/>
                      <a:pt x="1934" y="8678"/>
                    </a:cubicBezTo>
                    <a:cubicBezTo>
                      <a:pt x="1633" y="8867"/>
                      <a:pt x="1645" y="9311"/>
                      <a:pt x="1745" y="9645"/>
                    </a:cubicBezTo>
                    <a:cubicBezTo>
                      <a:pt x="2233" y="11188"/>
                      <a:pt x="3978" y="12144"/>
                      <a:pt x="4322" y="13733"/>
                    </a:cubicBezTo>
                    <a:cubicBezTo>
                      <a:pt x="4366" y="13943"/>
                      <a:pt x="4378" y="14188"/>
                      <a:pt x="4245" y="14355"/>
                    </a:cubicBezTo>
                    <a:cubicBezTo>
                      <a:pt x="4144" y="14476"/>
                      <a:pt x="3978" y="14532"/>
                      <a:pt x="3822" y="14555"/>
                    </a:cubicBezTo>
                    <a:cubicBezTo>
                      <a:pt x="3736" y="14568"/>
                      <a:pt x="3651" y="14574"/>
                      <a:pt x="3565" y="14574"/>
                    </a:cubicBezTo>
                    <a:cubicBezTo>
                      <a:pt x="3012" y="14574"/>
                      <a:pt x="2471" y="14322"/>
                      <a:pt x="1922" y="14188"/>
                    </a:cubicBezTo>
                    <a:cubicBezTo>
                      <a:pt x="1753" y="14149"/>
                      <a:pt x="1570" y="14127"/>
                      <a:pt x="1389" y="14127"/>
                    </a:cubicBezTo>
                    <a:cubicBezTo>
                      <a:pt x="894" y="14127"/>
                      <a:pt x="407" y="14290"/>
                      <a:pt x="212" y="14721"/>
                    </a:cubicBezTo>
                    <a:cubicBezTo>
                      <a:pt x="1" y="15165"/>
                      <a:pt x="201" y="15688"/>
                      <a:pt x="456" y="16110"/>
                    </a:cubicBezTo>
                    <a:cubicBezTo>
                      <a:pt x="1234" y="17387"/>
                      <a:pt x="2512" y="18309"/>
                      <a:pt x="3877" y="18920"/>
                    </a:cubicBezTo>
                    <a:cubicBezTo>
                      <a:pt x="5111" y="19465"/>
                      <a:pt x="6777" y="20109"/>
                      <a:pt x="8143" y="20120"/>
                    </a:cubicBezTo>
                    <a:cubicBezTo>
                      <a:pt x="8150" y="20120"/>
                      <a:pt x="8156" y="20120"/>
                      <a:pt x="8162" y="20120"/>
                    </a:cubicBezTo>
                    <a:cubicBezTo>
                      <a:pt x="9442" y="20120"/>
                      <a:pt x="10481" y="18972"/>
                      <a:pt x="11399" y="18209"/>
                    </a:cubicBezTo>
                    <a:cubicBezTo>
                      <a:pt x="12409" y="17376"/>
                      <a:pt x="13475" y="16288"/>
                      <a:pt x="13342" y="14987"/>
                    </a:cubicBezTo>
                    <a:cubicBezTo>
                      <a:pt x="13320" y="14799"/>
                      <a:pt x="13265" y="14599"/>
                      <a:pt x="13109" y="14476"/>
                    </a:cubicBezTo>
                    <a:cubicBezTo>
                      <a:pt x="13006" y="14395"/>
                      <a:pt x="12883" y="14372"/>
                      <a:pt x="12752" y="14372"/>
                    </a:cubicBezTo>
                    <a:cubicBezTo>
                      <a:pt x="12575" y="14372"/>
                      <a:pt x="12382" y="14414"/>
                      <a:pt x="12203" y="14414"/>
                    </a:cubicBezTo>
                    <a:cubicBezTo>
                      <a:pt x="12171" y="14414"/>
                      <a:pt x="12140" y="14413"/>
                      <a:pt x="12110" y="14410"/>
                    </a:cubicBezTo>
                    <a:cubicBezTo>
                      <a:pt x="11387" y="14343"/>
                      <a:pt x="11132" y="13343"/>
                      <a:pt x="11454" y="12688"/>
                    </a:cubicBezTo>
                    <a:cubicBezTo>
                      <a:pt x="11765" y="12044"/>
                      <a:pt x="12398" y="11622"/>
                      <a:pt x="12865" y="11077"/>
                    </a:cubicBezTo>
                    <a:cubicBezTo>
                      <a:pt x="13287" y="10600"/>
                      <a:pt x="13576" y="10033"/>
                      <a:pt x="13731" y="9422"/>
                    </a:cubicBezTo>
                    <a:cubicBezTo>
                      <a:pt x="13931" y="8623"/>
                      <a:pt x="13665" y="7534"/>
                      <a:pt x="12843" y="7445"/>
                    </a:cubicBezTo>
                    <a:cubicBezTo>
                      <a:pt x="12808" y="7441"/>
                      <a:pt x="12774" y="7439"/>
                      <a:pt x="12740" y="7439"/>
                    </a:cubicBezTo>
                    <a:cubicBezTo>
                      <a:pt x="12199" y="7439"/>
                      <a:pt x="11761" y="7924"/>
                      <a:pt x="11343" y="8300"/>
                    </a:cubicBezTo>
                    <a:cubicBezTo>
                      <a:pt x="11054" y="8567"/>
                      <a:pt x="10637" y="8794"/>
                      <a:pt x="10262" y="8794"/>
                    </a:cubicBezTo>
                    <a:cubicBezTo>
                      <a:pt x="10075" y="8794"/>
                      <a:pt x="9899" y="8737"/>
                      <a:pt x="9754" y="8600"/>
                    </a:cubicBezTo>
                    <a:cubicBezTo>
                      <a:pt x="9387" y="8245"/>
                      <a:pt x="9543" y="7633"/>
                      <a:pt x="9688" y="7145"/>
                    </a:cubicBezTo>
                    <a:cubicBezTo>
                      <a:pt x="10054" y="5945"/>
                      <a:pt x="10210" y="4678"/>
                      <a:pt x="10165" y="3424"/>
                    </a:cubicBezTo>
                    <a:cubicBezTo>
                      <a:pt x="10132" y="2557"/>
                      <a:pt x="9977" y="1646"/>
                      <a:pt x="9466" y="935"/>
                    </a:cubicBezTo>
                    <a:cubicBezTo>
                      <a:pt x="9068" y="391"/>
                      <a:pt x="8395" y="1"/>
                      <a:pt x="7734"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62"/>
              <p:cNvSpPr/>
              <p:nvPr/>
            </p:nvSpPr>
            <p:spPr>
              <a:xfrm>
                <a:off x="8305203" y="2676797"/>
                <a:ext cx="24282" cy="2068635"/>
              </a:xfrm>
              <a:custGeom>
                <a:avLst/>
                <a:gdLst/>
                <a:ahLst/>
                <a:cxnLst/>
                <a:rect l="l" t="t" r="r" b="b"/>
                <a:pathLst>
                  <a:path w="178" h="15164" extrusionOk="0">
                    <a:moveTo>
                      <a:pt x="89" y="1"/>
                    </a:moveTo>
                    <a:cubicBezTo>
                      <a:pt x="45" y="1"/>
                      <a:pt x="0" y="45"/>
                      <a:pt x="0" y="90"/>
                    </a:cubicBezTo>
                    <a:lnTo>
                      <a:pt x="0" y="15075"/>
                    </a:lnTo>
                    <a:cubicBezTo>
                      <a:pt x="0" y="15131"/>
                      <a:pt x="45" y="15164"/>
                      <a:pt x="89" y="15164"/>
                    </a:cubicBezTo>
                    <a:cubicBezTo>
                      <a:pt x="144" y="15164"/>
                      <a:pt x="178" y="15131"/>
                      <a:pt x="178" y="15075"/>
                    </a:cubicBezTo>
                    <a:lnTo>
                      <a:pt x="178" y="90"/>
                    </a:lnTo>
                    <a:cubicBezTo>
                      <a:pt x="178" y="45"/>
                      <a:pt x="144" y="1"/>
                      <a:pt x="8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62"/>
              <p:cNvSpPr/>
              <p:nvPr/>
            </p:nvSpPr>
            <p:spPr>
              <a:xfrm>
                <a:off x="8574903" y="3305417"/>
                <a:ext cx="281975" cy="268742"/>
              </a:xfrm>
              <a:custGeom>
                <a:avLst/>
                <a:gdLst/>
                <a:ahLst/>
                <a:cxnLst/>
                <a:rect l="l" t="t" r="r" b="b"/>
                <a:pathLst>
                  <a:path w="2067" h="1970" extrusionOk="0">
                    <a:moveTo>
                      <a:pt x="1972" y="0"/>
                    </a:moveTo>
                    <a:cubicBezTo>
                      <a:pt x="1950" y="0"/>
                      <a:pt x="1928" y="8"/>
                      <a:pt x="1911" y="25"/>
                    </a:cubicBezTo>
                    <a:lnTo>
                      <a:pt x="45" y="1824"/>
                    </a:lnTo>
                    <a:cubicBezTo>
                      <a:pt x="1" y="1858"/>
                      <a:pt x="1" y="1913"/>
                      <a:pt x="33" y="1947"/>
                    </a:cubicBezTo>
                    <a:cubicBezTo>
                      <a:pt x="56" y="1969"/>
                      <a:pt x="78" y="1969"/>
                      <a:pt x="100" y="1969"/>
                    </a:cubicBezTo>
                    <a:cubicBezTo>
                      <a:pt x="122" y="1969"/>
                      <a:pt x="145" y="1969"/>
                      <a:pt x="167" y="1947"/>
                    </a:cubicBezTo>
                    <a:lnTo>
                      <a:pt x="2033" y="147"/>
                    </a:lnTo>
                    <a:cubicBezTo>
                      <a:pt x="2067" y="114"/>
                      <a:pt x="2067" y="59"/>
                      <a:pt x="2033" y="25"/>
                    </a:cubicBezTo>
                    <a:cubicBezTo>
                      <a:pt x="2017" y="8"/>
                      <a:pt x="1994" y="0"/>
                      <a:pt x="1972"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62"/>
              <p:cNvSpPr/>
              <p:nvPr/>
            </p:nvSpPr>
            <p:spPr>
              <a:xfrm>
                <a:off x="8329349" y="3650831"/>
                <a:ext cx="153197" cy="159745"/>
              </a:xfrm>
              <a:custGeom>
                <a:avLst/>
                <a:gdLst/>
                <a:ahLst/>
                <a:cxnLst/>
                <a:rect l="l" t="t" r="r" b="b"/>
                <a:pathLst>
                  <a:path w="1123" h="1171" extrusionOk="0">
                    <a:moveTo>
                      <a:pt x="1019" y="1"/>
                    </a:moveTo>
                    <a:cubicBezTo>
                      <a:pt x="995" y="1"/>
                      <a:pt x="973" y="9"/>
                      <a:pt x="956" y="26"/>
                    </a:cubicBezTo>
                    <a:lnTo>
                      <a:pt x="34" y="1015"/>
                    </a:lnTo>
                    <a:cubicBezTo>
                      <a:pt x="1" y="1059"/>
                      <a:pt x="1" y="1114"/>
                      <a:pt x="45" y="1148"/>
                    </a:cubicBezTo>
                    <a:cubicBezTo>
                      <a:pt x="56" y="1159"/>
                      <a:pt x="78" y="1170"/>
                      <a:pt x="101" y="1170"/>
                    </a:cubicBezTo>
                    <a:cubicBezTo>
                      <a:pt x="123" y="1170"/>
                      <a:pt x="145" y="1159"/>
                      <a:pt x="167" y="1136"/>
                    </a:cubicBezTo>
                    <a:lnTo>
                      <a:pt x="1090" y="148"/>
                    </a:lnTo>
                    <a:cubicBezTo>
                      <a:pt x="1123" y="114"/>
                      <a:pt x="1123" y="59"/>
                      <a:pt x="1090" y="26"/>
                    </a:cubicBezTo>
                    <a:cubicBezTo>
                      <a:pt x="1067" y="9"/>
                      <a:pt x="1042" y="1"/>
                      <a:pt x="101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62"/>
              <p:cNvSpPr/>
              <p:nvPr/>
            </p:nvSpPr>
            <p:spPr>
              <a:xfrm>
                <a:off x="8329349" y="4015208"/>
                <a:ext cx="485101" cy="431761"/>
              </a:xfrm>
              <a:custGeom>
                <a:avLst/>
                <a:gdLst/>
                <a:ahLst/>
                <a:cxnLst/>
                <a:rect l="l" t="t" r="r" b="b"/>
                <a:pathLst>
                  <a:path w="3556" h="3165" extrusionOk="0">
                    <a:moveTo>
                      <a:pt x="3448" y="1"/>
                    </a:moveTo>
                    <a:cubicBezTo>
                      <a:pt x="3428" y="1"/>
                      <a:pt x="3407" y="7"/>
                      <a:pt x="3389" y="21"/>
                    </a:cubicBezTo>
                    <a:cubicBezTo>
                      <a:pt x="2267" y="998"/>
                      <a:pt x="1134" y="2010"/>
                      <a:pt x="45" y="3009"/>
                    </a:cubicBezTo>
                    <a:cubicBezTo>
                      <a:pt x="1" y="3042"/>
                      <a:pt x="1" y="3109"/>
                      <a:pt x="34" y="3143"/>
                    </a:cubicBezTo>
                    <a:cubicBezTo>
                      <a:pt x="56" y="3165"/>
                      <a:pt x="78" y="3165"/>
                      <a:pt x="101" y="3165"/>
                    </a:cubicBezTo>
                    <a:cubicBezTo>
                      <a:pt x="123" y="3165"/>
                      <a:pt x="145" y="3165"/>
                      <a:pt x="167" y="3143"/>
                    </a:cubicBezTo>
                    <a:cubicBezTo>
                      <a:pt x="1256" y="2143"/>
                      <a:pt x="2389" y="1132"/>
                      <a:pt x="3511" y="166"/>
                    </a:cubicBezTo>
                    <a:cubicBezTo>
                      <a:pt x="3544" y="132"/>
                      <a:pt x="3556" y="77"/>
                      <a:pt x="3522" y="32"/>
                    </a:cubicBezTo>
                    <a:cubicBezTo>
                      <a:pt x="3503" y="13"/>
                      <a:pt x="3476" y="1"/>
                      <a:pt x="34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62"/>
              <p:cNvSpPr/>
              <p:nvPr/>
            </p:nvSpPr>
            <p:spPr>
              <a:xfrm>
                <a:off x="7852019" y="3526553"/>
                <a:ext cx="466821" cy="596144"/>
              </a:xfrm>
              <a:custGeom>
                <a:avLst/>
                <a:gdLst/>
                <a:ahLst/>
                <a:cxnLst/>
                <a:rect l="l" t="t" r="r" b="b"/>
                <a:pathLst>
                  <a:path w="3422" h="4370" extrusionOk="0">
                    <a:moveTo>
                      <a:pt x="103" y="0"/>
                    </a:moveTo>
                    <a:cubicBezTo>
                      <a:pt x="83" y="0"/>
                      <a:pt x="63" y="6"/>
                      <a:pt x="45" y="15"/>
                    </a:cubicBezTo>
                    <a:cubicBezTo>
                      <a:pt x="12" y="48"/>
                      <a:pt x="0" y="104"/>
                      <a:pt x="34" y="148"/>
                    </a:cubicBezTo>
                    <a:cubicBezTo>
                      <a:pt x="1111" y="1526"/>
                      <a:pt x="2200" y="2925"/>
                      <a:pt x="3244" y="4336"/>
                    </a:cubicBezTo>
                    <a:cubicBezTo>
                      <a:pt x="3266" y="4358"/>
                      <a:pt x="3288" y="4370"/>
                      <a:pt x="3311" y="4370"/>
                    </a:cubicBezTo>
                    <a:cubicBezTo>
                      <a:pt x="3333" y="4370"/>
                      <a:pt x="3355" y="4358"/>
                      <a:pt x="3367" y="4347"/>
                    </a:cubicBezTo>
                    <a:cubicBezTo>
                      <a:pt x="3411" y="4325"/>
                      <a:pt x="3422" y="4269"/>
                      <a:pt x="3389" y="4225"/>
                    </a:cubicBezTo>
                    <a:cubicBezTo>
                      <a:pt x="2333" y="2825"/>
                      <a:pt x="1256" y="1415"/>
                      <a:pt x="167" y="37"/>
                    </a:cubicBezTo>
                    <a:cubicBezTo>
                      <a:pt x="154" y="11"/>
                      <a:pt x="130" y="0"/>
                      <a:pt x="103"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62"/>
              <p:cNvSpPr/>
              <p:nvPr/>
            </p:nvSpPr>
            <p:spPr>
              <a:xfrm>
                <a:off x="7835376" y="1350800"/>
                <a:ext cx="1570165" cy="2824252"/>
              </a:xfrm>
              <a:custGeom>
                <a:avLst/>
                <a:gdLst/>
                <a:ahLst/>
                <a:cxnLst/>
                <a:rect l="l" t="t" r="r" b="b"/>
                <a:pathLst>
                  <a:path w="11510" h="20703" extrusionOk="0">
                    <a:moveTo>
                      <a:pt x="6288" y="0"/>
                    </a:moveTo>
                    <a:cubicBezTo>
                      <a:pt x="1733" y="4199"/>
                      <a:pt x="1" y="11042"/>
                      <a:pt x="2055" y="16808"/>
                    </a:cubicBezTo>
                    <a:cubicBezTo>
                      <a:pt x="2411" y="17808"/>
                      <a:pt x="2889" y="18796"/>
                      <a:pt x="3655" y="19563"/>
                    </a:cubicBezTo>
                    <a:cubicBezTo>
                      <a:pt x="4467" y="20362"/>
                      <a:pt x="5285" y="20703"/>
                      <a:pt x="6060" y="20703"/>
                    </a:cubicBezTo>
                    <a:cubicBezTo>
                      <a:pt x="7299" y="20703"/>
                      <a:pt x="8425" y="19832"/>
                      <a:pt x="9231" y="18574"/>
                    </a:cubicBezTo>
                    <a:cubicBezTo>
                      <a:pt x="10898" y="15975"/>
                      <a:pt x="11509" y="13009"/>
                      <a:pt x="11009" y="9976"/>
                    </a:cubicBezTo>
                    <a:cubicBezTo>
                      <a:pt x="10398" y="6332"/>
                      <a:pt x="8454" y="3033"/>
                      <a:pt x="628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62"/>
              <p:cNvSpPr/>
              <p:nvPr/>
            </p:nvSpPr>
            <p:spPr>
              <a:xfrm>
                <a:off x="8668896" y="1702353"/>
                <a:ext cx="48565" cy="3058208"/>
              </a:xfrm>
              <a:custGeom>
                <a:avLst/>
                <a:gdLst/>
                <a:ahLst/>
                <a:cxnLst/>
                <a:rect l="l" t="t" r="r" b="b"/>
                <a:pathLst>
                  <a:path w="356" h="22418" extrusionOk="0">
                    <a:moveTo>
                      <a:pt x="178" y="0"/>
                    </a:moveTo>
                    <a:cubicBezTo>
                      <a:pt x="78" y="0"/>
                      <a:pt x="0" y="79"/>
                      <a:pt x="0" y="178"/>
                    </a:cubicBezTo>
                    <a:lnTo>
                      <a:pt x="0" y="22240"/>
                    </a:lnTo>
                    <a:cubicBezTo>
                      <a:pt x="0" y="22341"/>
                      <a:pt x="78" y="22418"/>
                      <a:pt x="178" y="22418"/>
                    </a:cubicBezTo>
                    <a:cubicBezTo>
                      <a:pt x="278" y="22418"/>
                      <a:pt x="356" y="22341"/>
                      <a:pt x="356" y="22240"/>
                    </a:cubicBezTo>
                    <a:lnTo>
                      <a:pt x="356" y="178"/>
                    </a:lnTo>
                    <a:cubicBezTo>
                      <a:pt x="356" y="79"/>
                      <a:pt x="278" y="0"/>
                      <a:pt x="1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62"/>
              <p:cNvSpPr/>
              <p:nvPr/>
            </p:nvSpPr>
            <p:spPr>
              <a:xfrm>
                <a:off x="8662757" y="2060317"/>
                <a:ext cx="369964" cy="619745"/>
              </a:xfrm>
              <a:custGeom>
                <a:avLst/>
                <a:gdLst/>
                <a:ahLst/>
                <a:cxnLst/>
                <a:rect l="l" t="t" r="r" b="b"/>
                <a:pathLst>
                  <a:path w="2712" h="4543" extrusionOk="0">
                    <a:moveTo>
                      <a:pt x="2518" y="1"/>
                    </a:moveTo>
                    <a:cubicBezTo>
                      <a:pt x="2451" y="1"/>
                      <a:pt x="2387" y="36"/>
                      <a:pt x="2356" y="98"/>
                    </a:cubicBezTo>
                    <a:cubicBezTo>
                      <a:pt x="1611" y="1487"/>
                      <a:pt x="834" y="2898"/>
                      <a:pt x="56" y="4275"/>
                    </a:cubicBezTo>
                    <a:cubicBezTo>
                      <a:pt x="1" y="4364"/>
                      <a:pt x="34" y="4475"/>
                      <a:pt x="123" y="4520"/>
                    </a:cubicBezTo>
                    <a:cubicBezTo>
                      <a:pt x="145" y="4530"/>
                      <a:pt x="179" y="4542"/>
                      <a:pt x="212" y="4542"/>
                    </a:cubicBezTo>
                    <a:cubicBezTo>
                      <a:pt x="268" y="4542"/>
                      <a:pt x="334" y="4508"/>
                      <a:pt x="367" y="4453"/>
                    </a:cubicBezTo>
                    <a:cubicBezTo>
                      <a:pt x="1145" y="3064"/>
                      <a:pt x="1922" y="1664"/>
                      <a:pt x="2667" y="265"/>
                    </a:cubicBezTo>
                    <a:cubicBezTo>
                      <a:pt x="2711" y="176"/>
                      <a:pt x="2678" y="65"/>
                      <a:pt x="2600" y="20"/>
                    </a:cubicBezTo>
                    <a:cubicBezTo>
                      <a:pt x="2574" y="7"/>
                      <a:pt x="2546" y="1"/>
                      <a:pt x="251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62"/>
              <p:cNvSpPr/>
              <p:nvPr/>
            </p:nvSpPr>
            <p:spPr>
              <a:xfrm>
                <a:off x="8162781" y="2489220"/>
                <a:ext cx="539531" cy="651530"/>
              </a:xfrm>
              <a:custGeom>
                <a:avLst/>
                <a:gdLst/>
                <a:ahLst/>
                <a:cxnLst/>
                <a:rect l="l" t="t" r="r" b="b"/>
                <a:pathLst>
                  <a:path w="3955" h="4776" extrusionOk="0">
                    <a:moveTo>
                      <a:pt x="205" y="1"/>
                    </a:moveTo>
                    <a:cubicBezTo>
                      <a:pt x="170" y="1"/>
                      <a:pt x="133" y="10"/>
                      <a:pt x="100" y="31"/>
                    </a:cubicBezTo>
                    <a:cubicBezTo>
                      <a:pt x="22" y="87"/>
                      <a:pt x="0" y="198"/>
                      <a:pt x="55" y="276"/>
                    </a:cubicBezTo>
                    <a:cubicBezTo>
                      <a:pt x="1133" y="1842"/>
                      <a:pt x="2333" y="3342"/>
                      <a:pt x="3632" y="4719"/>
                    </a:cubicBezTo>
                    <a:cubicBezTo>
                      <a:pt x="3666" y="4753"/>
                      <a:pt x="3710" y="4775"/>
                      <a:pt x="3765" y="4775"/>
                    </a:cubicBezTo>
                    <a:cubicBezTo>
                      <a:pt x="3810" y="4775"/>
                      <a:pt x="3854" y="4764"/>
                      <a:pt x="3888" y="4731"/>
                    </a:cubicBezTo>
                    <a:cubicBezTo>
                      <a:pt x="3955" y="4664"/>
                      <a:pt x="3955" y="4541"/>
                      <a:pt x="3888" y="4475"/>
                    </a:cubicBezTo>
                    <a:cubicBezTo>
                      <a:pt x="2599" y="3109"/>
                      <a:pt x="1410" y="1631"/>
                      <a:pt x="355" y="76"/>
                    </a:cubicBezTo>
                    <a:cubicBezTo>
                      <a:pt x="321" y="27"/>
                      <a:pt x="264" y="1"/>
                      <a:pt x="20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62"/>
            <p:cNvGrpSpPr/>
            <p:nvPr/>
          </p:nvGrpSpPr>
          <p:grpSpPr>
            <a:xfrm flipH="1">
              <a:off x="-730263" y="2075193"/>
              <a:ext cx="1611774" cy="2044652"/>
              <a:chOff x="-705675" y="1389407"/>
              <a:chExt cx="2688530" cy="3410596"/>
            </a:xfrm>
          </p:grpSpPr>
          <p:sp>
            <p:nvSpPr>
              <p:cNvPr id="2129" name="Google Shape;2129;p62"/>
              <p:cNvSpPr/>
              <p:nvPr/>
            </p:nvSpPr>
            <p:spPr>
              <a:xfrm>
                <a:off x="-705675" y="1389407"/>
                <a:ext cx="2129204" cy="3075805"/>
              </a:xfrm>
              <a:custGeom>
                <a:avLst/>
                <a:gdLst/>
                <a:ahLst/>
                <a:cxnLst/>
                <a:rect l="l" t="t" r="r" b="b"/>
                <a:pathLst>
                  <a:path w="15608" h="22547" extrusionOk="0">
                    <a:moveTo>
                      <a:pt x="8674" y="1"/>
                    </a:moveTo>
                    <a:cubicBezTo>
                      <a:pt x="8460" y="1"/>
                      <a:pt x="8247" y="37"/>
                      <a:pt x="8043" y="117"/>
                    </a:cubicBezTo>
                    <a:cubicBezTo>
                      <a:pt x="7187" y="440"/>
                      <a:pt x="6710" y="1361"/>
                      <a:pt x="6510" y="2261"/>
                    </a:cubicBezTo>
                    <a:cubicBezTo>
                      <a:pt x="5977" y="4694"/>
                      <a:pt x="6876" y="7182"/>
                      <a:pt x="7154" y="9660"/>
                    </a:cubicBezTo>
                    <a:cubicBezTo>
                      <a:pt x="7209" y="10248"/>
                      <a:pt x="7098" y="11037"/>
                      <a:pt x="6521" y="11126"/>
                    </a:cubicBezTo>
                    <a:cubicBezTo>
                      <a:pt x="6486" y="11132"/>
                      <a:pt x="6451" y="11135"/>
                      <a:pt x="6417" y="11135"/>
                    </a:cubicBezTo>
                    <a:cubicBezTo>
                      <a:pt x="6051" y="11135"/>
                      <a:pt x="5739" y="10825"/>
                      <a:pt x="5454" y="10582"/>
                    </a:cubicBezTo>
                    <a:cubicBezTo>
                      <a:pt x="4721" y="9954"/>
                      <a:pt x="3753" y="9602"/>
                      <a:pt x="2784" y="9602"/>
                    </a:cubicBezTo>
                    <a:cubicBezTo>
                      <a:pt x="2741" y="9602"/>
                      <a:pt x="2698" y="9603"/>
                      <a:pt x="2655" y="9604"/>
                    </a:cubicBezTo>
                    <a:cubicBezTo>
                      <a:pt x="2489" y="9604"/>
                      <a:pt x="2299" y="9626"/>
                      <a:pt x="2155" y="9727"/>
                    </a:cubicBezTo>
                    <a:cubicBezTo>
                      <a:pt x="1833" y="9949"/>
                      <a:pt x="1844" y="10426"/>
                      <a:pt x="1955" y="10804"/>
                    </a:cubicBezTo>
                    <a:cubicBezTo>
                      <a:pt x="2511" y="12548"/>
                      <a:pt x="4466" y="13603"/>
                      <a:pt x="4844" y="15392"/>
                    </a:cubicBezTo>
                    <a:cubicBezTo>
                      <a:pt x="4899" y="15625"/>
                      <a:pt x="4910" y="15903"/>
                      <a:pt x="4755" y="16092"/>
                    </a:cubicBezTo>
                    <a:cubicBezTo>
                      <a:pt x="4644" y="16225"/>
                      <a:pt x="4454" y="16281"/>
                      <a:pt x="4288" y="16314"/>
                    </a:cubicBezTo>
                    <a:cubicBezTo>
                      <a:pt x="4191" y="16329"/>
                      <a:pt x="4094" y="16335"/>
                      <a:pt x="3998" y="16335"/>
                    </a:cubicBezTo>
                    <a:cubicBezTo>
                      <a:pt x="3377" y="16335"/>
                      <a:pt x="2771" y="16057"/>
                      <a:pt x="2155" y="15903"/>
                    </a:cubicBezTo>
                    <a:cubicBezTo>
                      <a:pt x="1962" y="15858"/>
                      <a:pt x="1754" y="15832"/>
                      <a:pt x="1548" y="15832"/>
                    </a:cubicBezTo>
                    <a:cubicBezTo>
                      <a:pt x="997" y="15832"/>
                      <a:pt x="459" y="16015"/>
                      <a:pt x="233" y="16491"/>
                    </a:cubicBezTo>
                    <a:cubicBezTo>
                      <a:pt x="0" y="16992"/>
                      <a:pt x="222" y="17580"/>
                      <a:pt x="500" y="18047"/>
                    </a:cubicBezTo>
                    <a:cubicBezTo>
                      <a:pt x="1378" y="19491"/>
                      <a:pt x="2810" y="20524"/>
                      <a:pt x="4355" y="21213"/>
                    </a:cubicBezTo>
                    <a:cubicBezTo>
                      <a:pt x="5732" y="21813"/>
                      <a:pt x="7599" y="22535"/>
                      <a:pt x="9132" y="22546"/>
                    </a:cubicBezTo>
                    <a:cubicBezTo>
                      <a:pt x="9138" y="22546"/>
                      <a:pt x="9144" y="22546"/>
                      <a:pt x="9149" y="22546"/>
                    </a:cubicBezTo>
                    <a:cubicBezTo>
                      <a:pt x="10585" y="22546"/>
                      <a:pt x="11746" y="21265"/>
                      <a:pt x="12775" y="20413"/>
                    </a:cubicBezTo>
                    <a:cubicBezTo>
                      <a:pt x="13908" y="19480"/>
                      <a:pt x="15097" y="18258"/>
                      <a:pt x="14953" y="16803"/>
                    </a:cubicBezTo>
                    <a:cubicBezTo>
                      <a:pt x="14930" y="16580"/>
                      <a:pt x="14864" y="16358"/>
                      <a:pt x="14697" y="16225"/>
                    </a:cubicBezTo>
                    <a:cubicBezTo>
                      <a:pt x="14578" y="16136"/>
                      <a:pt x="14442" y="16110"/>
                      <a:pt x="14298" y="16110"/>
                    </a:cubicBezTo>
                    <a:cubicBezTo>
                      <a:pt x="14094" y="16110"/>
                      <a:pt x="13872" y="16162"/>
                      <a:pt x="13660" y="16162"/>
                    </a:cubicBezTo>
                    <a:cubicBezTo>
                      <a:pt x="13628" y="16162"/>
                      <a:pt x="13595" y="16161"/>
                      <a:pt x="13564" y="16158"/>
                    </a:cubicBezTo>
                    <a:cubicBezTo>
                      <a:pt x="12764" y="16069"/>
                      <a:pt x="12486" y="14958"/>
                      <a:pt x="12830" y="14225"/>
                    </a:cubicBezTo>
                    <a:cubicBezTo>
                      <a:pt x="13175" y="13492"/>
                      <a:pt x="13886" y="13026"/>
                      <a:pt x="14419" y="12415"/>
                    </a:cubicBezTo>
                    <a:cubicBezTo>
                      <a:pt x="14886" y="11882"/>
                      <a:pt x="15219" y="11248"/>
                      <a:pt x="15385" y="10559"/>
                    </a:cubicBezTo>
                    <a:cubicBezTo>
                      <a:pt x="15608" y="9671"/>
                      <a:pt x="15308" y="8449"/>
                      <a:pt x="14397" y="8349"/>
                    </a:cubicBezTo>
                    <a:cubicBezTo>
                      <a:pt x="14356" y="8344"/>
                      <a:pt x="14315" y="8342"/>
                      <a:pt x="14275" y="8342"/>
                    </a:cubicBezTo>
                    <a:cubicBezTo>
                      <a:pt x="13666" y="8342"/>
                      <a:pt x="13177" y="8877"/>
                      <a:pt x="12709" y="9304"/>
                    </a:cubicBezTo>
                    <a:cubicBezTo>
                      <a:pt x="12383" y="9601"/>
                      <a:pt x="11914" y="9857"/>
                      <a:pt x="11496" y="9857"/>
                    </a:cubicBezTo>
                    <a:cubicBezTo>
                      <a:pt x="11287" y="9857"/>
                      <a:pt x="11090" y="9793"/>
                      <a:pt x="10931" y="9638"/>
                    </a:cubicBezTo>
                    <a:cubicBezTo>
                      <a:pt x="10520" y="9238"/>
                      <a:pt x="10698" y="8560"/>
                      <a:pt x="10865" y="8004"/>
                    </a:cubicBezTo>
                    <a:cubicBezTo>
                      <a:pt x="11265" y="6661"/>
                      <a:pt x="11442" y="5249"/>
                      <a:pt x="11386" y="3839"/>
                    </a:cubicBezTo>
                    <a:cubicBezTo>
                      <a:pt x="11353" y="2861"/>
                      <a:pt x="11186" y="1850"/>
                      <a:pt x="10609" y="1050"/>
                    </a:cubicBezTo>
                    <a:cubicBezTo>
                      <a:pt x="10161" y="439"/>
                      <a:pt x="9412" y="1"/>
                      <a:pt x="867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62"/>
              <p:cNvSpPr/>
              <p:nvPr/>
            </p:nvSpPr>
            <p:spPr>
              <a:xfrm>
                <a:off x="464254" y="1791844"/>
                <a:ext cx="19781" cy="3000639"/>
              </a:xfrm>
              <a:custGeom>
                <a:avLst/>
                <a:gdLst/>
                <a:ahLst/>
                <a:cxnLst/>
                <a:rect l="l" t="t" r="r" b="b"/>
                <a:pathLst>
                  <a:path w="145" h="21996" extrusionOk="0">
                    <a:moveTo>
                      <a:pt x="78" y="0"/>
                    </a:moveTo>
                    <a:cubicBezTo>
                      <a:pt x="33" y="0"/>
                      <a:pt x="0" y="33"/>
                      <a:pt x="0" y="67"/>
                    </a:cubicBezTo>
                    <a:lnTo>
                      <a:pt x="0" y="21929"/>
                    </a:lnTo>
                    <a:cubicBezTo>
                      <a:pt x="0" y="21974"/>
                      <a:pt x="33" y="21996"/>
                      <a:pt x="78" y="21996"/>
                    </a:cubicBezTo>
                    <a:cubicBezTo>
                      <a:pt x="111" y="21996"/>
                      <a:pt x="144" y="21974"/>
                      <a:pt x="144" y="21929"/>
                    </a:cubicBezTo>
                    <a:lnTo>
                      <a:pt x="144" y="67"/>
                    </a:lnTo>
                    <a:cubicBezTo>
                      <a:pt x="144" y="33"/>
                      <a:pt x="111" y="0"/>
                      <a:pt x="7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62"/>
              <p:cNvSpPr/>
              <p:nvPr/>
            </p:nvSpPr>
            <p:spPr>
              <a:xfrm>
                <a:off x="483898" y="2675978"/>
                <a:ext cx="800225" cy="817686"/>
              </a:xfrm>
              <a:custGeom>
                <a:avLst/>
                <a:gdLst/>
                <a:ahLst/>
                <a:cxnLst/>
                <a:rect l="l" t="t" r="r" b="b"/>
                <a:pathLst>
                  <a:path w="5866" h="5994" extrusionOk="0">
                    <a:moveTo>
                      <a:pt x="5787" y="1"/>
                    </a:moveTo>
                    <a:cubicBezTo>
                      <a:pt x="5769" y="1"/>
                      <a:pt x="5749" y="6"/>
                      <a:pt x="5732" y="17"/>
                    </a:cubicBezTo>
                    <a:cubicBezTo>
                      <a:pt x="3799" y="1918"/>
                      <a:pt x="1878" y="3895"/>
                      <a:pt x="34" y="5883"/>
                    </a:cubicBezTo>
                    <a:cubicBezTo>
                      <a:pt x="0" y="5905"/>
                      <a:pt x="0" y="5950"/>
                      <a:pt x="34" y="5972"/>
                    </a:cubicBezTo>
                    <a:cubicBezTo>
                      <a:pt x="45" y="5994"/>
                      <a:pt x="67" y="5994"/>
                      <a:pt x="78" y="5994"/>
                    </a:cubicBezTo>
                    <a:cubicBezTo>
                      <a:pt x="101" y="5994"/>
                      <a:pt x="123" y="5983"/>
                      <a:pt x="133" y="5972"/>
                    </a:cubicBezTo>
                    <a:cubicBezTo>
                      <a:pt x="1978" y="3984"/>
                      <a:pt x="3900" y="2017"/>
                      <a:pt x="5833" y="118"/>
                    </a:cubicBezTo>
                    <a:cubicBezTo>
                      <a:pt x="5866" y="96"/>
                      <a:pt x="5866" y="51"/>
                      <a:pt x="5833" y="17"/>
                    </a:cubicBezTo>
                    <a:cubicBezTo>
                      <a:pt x="5822" y="6"/>
                      <a:pt x="5805" y="1"/>
                      <a:pt x="578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62"/>
              <p:cNvSpPr/>
              <p:nvPr/>
            </p:nvSpPr>
            <p:spPr>
              <a:xfrm>
                <a:off x="483898" y="3706763"/>
                <a:ext cx="733517" cy="609923"/>
              </a:xfrm>
              <a:custGeom>
                <a:avLst/>
                <a:gdLst/>
                <a:ahLst/>
                <a:cxnLst/>
                <a:rect l="l" t="t" r="r" b="b"/>
                <a:pathLst>
                  <a:path w="5377" h="4471" extrusionOk="0">
                    <a:moveTo>
                      <a:pt x="5295" y="0"/>
                    </a:moveTo>
                    <a:cubicBezTo>
                      <a:pt x="5279" y="0"/>
                      <a:pt x="5265" y="6"/>
                      <a:pt x="5255" y="15"/>
                    </a:cubicBezTo>
                    <a:cubicBezTo>
                      <a:pt x="3488" y="1405"/>
                      <a:pt x="1733" y="2871"/>
                      <a:pt x="34" y="4348"/>
                    </a:cubicBezTo>
                    <a:cubicBezTo>
                      <a:pt x="12" y="4370"/>
                      <a:pt x="0" y="4415"/>
                      <a:pt x="34" y="4448"/>
                    </a:cubicBezTo>
                    <a:cubicBezTo>
                      <a:pt x="45" y="4459"/>
                      <a:pt x="67" y="4471"/>
                      <a:pt x="78" y="4471"/>
                    </a:cubicBezTo>
                    <a:cubicBezTo>
                      <a:pt x="101" y="4471"/>
                      <a:pt x="111" y="4459"/>
                      <a:pt x="123" y="4448"/>
                    </a:cubicBezTo>
                    <a:cubicBezTo>
                      <a:pt x="1822" y="2970"/>
                      <a:pt x="3577" y="1516"/>
                      <a:pt x="5344" y="127"/>
                    </a:cubicBezTo>
                    <a:cubicBezTo>
                      <a:pt x="5366" y="94"/>
                      <a:pt x="5377" y="49"/>
                      <a:pt x="5355" y="27"/>
                    </a:cubicBezTo>
                    <a:cubicBezTo>
                      <a:pt x="5336" y="8"/>
                      <a:pt x="5315" y="0"/>
                      <a:pt x="529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62"/>
              <p:cNvSpPr/>
              <p:nvPr/>
            </p:nvSpPr>
            <p:spPr>
              <a:xfrm>
                <a:off x="-257130" y="2906391"/>
                <a:ext cx="713873" cy="749614"/>
              </a:xfrm>
              <a:custGeom>
                <a:avLst/>
                <a:gdLst/>
                <a:ahLst/>
                <a:cxnLst/>
                <a:rect l="l" t="t" r="r" b="b"/>
                <a:pathLst>
                  <a:path w="5233" h="5495" extrusionOk="0">
                    <a:moveTo>
                      <a:pt x="79" y="0"/>
                    </a:moveTo>
                    <a:cubicBezTo>
                      <a:pt x="61" y="0"/>
                      <a:pt x="44" y="6"/>
                      <a:pt x="33" y="17"/>
                    </a:cubicBezTo>
                    <a:cubicBezTo>
                      <a:pt x="11" y="39"/>
                      <a:pt x="0" y="84"/>
                      <a:pt x="33" y="117"/>
                    </a:cubicBezTo>
                    <a:cubicBezTo>
                      <a:pt x="1744" y="1861"/>
                      <a:pt x="3455" y="3672"/>
                      <a:pt x="5099" y="5472"/>
                    </a:cubicBezTo>
                    <a:cubicBezTo>
                      <a:pt x="5110" y="5483"/>
                      <a:pt x="5133" y="5494"/>
                      <a:pt x="5155" y="5494"/>
                    </a:cubicBezTo>
                    <a:cubicBezTo>
                      <a:pt x="5166" y="5494"/>
                      <a:pt x="5188" y="5483"/>
                      <a:pt x="5199" y="5472"/>
                    </a:cubicBezTo>
                    <a:cubicBezTo>
                      <a:pt x="5232" y="5450"/>
                      <a:pt x="5232" y="5405"/>
                      <a:pt x="5199" y="5371"/>
                    </a:cubicBezTo>
                    <a:cubicBezTo>
                      <a:pt x="3555" y="3572"/>
                      <a:pt x="1844" y="1772"/>
                      <a:pt x="134" y="17"/>
                    </a:cubicBezTo>
                    <a:cubicBezTo>
                      <a:pt x="117" y="6"/>
                      <a:pt x="97" y="0"/>
                      <a:pt x="7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62"/>
              <p:cNvSpPr/>
              <p:nvPr/>
            </p:nvSpPr>
            <p:spPr>
              <a:xfrm>
                <a:off x="59499" y="3115794"/>
                <a:ext cx="1647514" cy="1591856"/>
              </a:xfrm>
              <a:custGeom>
                <a:avLst/>
                <a:gdLst/>
                <a:ahLst/>
                <a:cxnLst/>
                <a:rect l="l" t="t" r="r" b="b"/>
                <a:pathLst>
                  <a:path w="12077" h="11669" extrusionOk="0">
                    <a:moveTo>
                      <a:pt x="1726" y="0"/>
                    </a:moveTo>
                    <a:cubicBezTo>
                      <a:pt x="1600" y="0"/>
                      <a:pt x="1472" y="16"/>
                      <a:pt x="1345" y="49"/>
                    </a:cubicBezTo>
                    <a:cubicBezTo>
                      <a:pt x="623" y="227"/>
                      <a:pt x="123" y="970"/>
                      <a:pt x="67" y="1726"/>
                    </a:cubicBezTo>
                    <a:cubicBezTo>
                      <a:pt x="1" y="2471"/>
                      <a:pt x="312" y="3214"/>
                      <a:pt x="734" y="3836"/>
                    </a:cubicBezTo>
                    <a:cubicBezTo>
                      <a:pt x="1168" y="4459"/>
                      <a:pt x="1711" y="4981"/>
                      <a:pt x="2212" y="5547"/>
                    </a:cubicBezTo>
                    <a:cubicBezTo>
                      <a:pt x="2545" y="5925"/>
                      <a:pt x="2867" y="6447"/>
                      <a:pt x="2656" y="6892"/>
                    </a:cubicBezTo>
                    <a:cubicBezTo>
                      <a:pt x="2422" y="7369"/>
                      <a:pt x="1767" y="7436"/>
                      <a:pt x="1423" y="7836"/>
                    </a:cubicBezTo>
                    <a:cubicBezTo>
                      <a:pt x="1112" y="8203"/>
                      <a:pt x="1156" y="8791"/>
                      <a:pt x="1412" y="9202"/>
                    </a:cubicBezTo>
                    <a:cubicBezTo>
                      <a:pt x="1667" y="9613"/>
                      <a:pt x="2089" y="9891"/>
                      <a:pt x="2523" y="10136"/>
                    </a:cubicBezTo>
                    <a:cubicBezTo>
                      <a:pt x="3034" y="10435"/>
                      <a:pt x="3578" y="10702"/>
                      <a:pt x="4133" y="10924"/>
                    </a:cubicBezTo>
                    <a:cubicBezTo>
                      <a:pt x="4522" y="11091"/>
                      <a:pt x="5233" y="11180"/>
                      <a:pt x="5533" y="11469"/>
                    </a:cubicBezTo>
                    <a:cubicBezTo>
                      <a:pt x="5600" y="11535"/>
                      <a:pt x="5656" y="11602"/>
                      <a:pt x="5688" y="11669"/>
                    </a:cubicBezTo>
                    <a:cubicBezTo>
                      <a:pt x="7811" y="11657"/>
                      <a:pt x="9944" y="11657"/>
                      <a:pt x="12076" y="11646"/>
                    </a:cubicBezTo>
                    <a:cubicBezTo>
                      <a:pt x="12010" y="10602"/>
                      <a:pt x="11654" y="9569"/>
                      <a:pt x="11254" y="8502"/>
                    </a:cubicBezTo>
                    <a:cubicBezTo>
                      <a:pt x="11167" y="8263"/>
                      <a:pt x="11083" y="8176"/>
                      <a:pt x="10998" y="8176"/>
                    </a:cubicBezTo>
                    <a:cubicBezTo>
                      <a:pt x="10822" y="8176"/>
                      <a:pt x="10645" y="8545"/>
                      <a:pt x="10443" y="8702"/>
                    </a:cubicBezTo>
                    <a:cubicBezTo>
                      <a:pt x="10362" y="8761"/>
                      <a:pt x="10268" y="8787"/>
                      <a:pt x="10171" y="8787"/>
                    </a:cubicBezTo>
                    <a:cubicBezTo>
                      <a:pt x="9976" y="8787"/>
                      <a:pt x="9770" y="8681"/>
                      <a:pt x="9643" y="8524"/>
                    </a:cubicBezTo>
                    <a:cubicBezTo>
                      <a:pt x="9455" y="8280"/>
                      <a:pt x="9399" y="7969"/>
                      <a:pt x="9354" y="7669"/>
                    </a:cubicBezTo>
                    <a:cubicBezTo>
                      <a:pt x="9110" y="6314"/>
                      <a:pt x="8766" y="4970"/>
                      <a:pt x="8322" y="3659"/>
                    </a:cubicBezTo>
                    <a:cubicBezTo>
                      <a:pt x="8199" y="3303"/>
                      <a:pt x="8066" y="2937"/>
                      <a:pt x="7799" y="2659"/>
                    </a:cubicBezTo>
                    <a:cubicBezTo>
                      <a:pt x="7611" y="2471"/>
                      <a:pt x="7345" y="2344"/>
                      <a:pt x="7084" y="2344"/>
                    </a:cubicBezTo>
                    <a:cubicBezTo>
                      <a:pt x="6975" y="2344"/>
                      <a:pt x="6868" y="2366"/>
                      <a:pt x="6766" y="2415"/>
                    </a:cubicBezTo>
                    <a:cubicBezTo>
                      <a:pt x="6366" y="2604"/>
                      <a:pt x="6167" y="3192"/>
                      <a:pt x="5722" y="3214"/>
                    </a:cubicBezTo>
                    <a:cubicBezTo>
                      <a:pt x="5706" y="3216"/>
                      <a:pt x="5690" y="3217"/>
                      <a:pt x="5674" y="3217"/>
                    </a:cubicBezTo>
                    <a:cubicBezTo>
                      <a:pt x="5460" y="3217"/>
                      <a:pt x="5266" y="3081"/>
                      <a:pt x="5100" y="2926"/>
                    </a:cubicBezTo>
                    <a:cubicBezTo>
                      <a:pt x="4489" y="2370"/>
                      <a:pt x="4089" y="1604"/>
                      <a:pt x="3533" y="982"/>
                    </a:cubicBezTo>
                    <a:cubicBezTo>
                      <a:pt x="3075" y="447"/>
                      <a:pt x="2410" y="0"/>
                      <a:pt x="1726"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62"/>
              <p:cNvSpPr/>
              <p:nvPr/>
            </p:nvSpPr>
            <p:spPr>
              <a:xfrm>
                <a:off x="383766" y="3299688"/>
                <a:ext cx="683725" cy="1335254"/>
              </a:xfrm>
              <a:custGeom>
                <a:avLst/>
                <a:gdLst/>
                <a:ahLst/>
                <a:cxnLst/>
                <a:rect l="l" t="t" r="r" b="b"/>
                <a:pathLst>
                  <a:path w="5012" h="9788" extrusionOk="0">
                    <a:moveTo>
                      <a:pt x="112" y="0"/>
                    </a:moveTo>
                    <a:lnTo>
                      <a:pt x="1" y="45"/>
                    </a:lnTo>
                    <a:cubicBezTo>
                      <a:pt x="423" y="1056"/>
                      <a:pt x="1012" y="1989"/>
                      <a:pt x="1768" y="2789"/>
                    </a:cubicBezTo>
                    <a:cubicBezTo>
                      <a:pt x="2023" y="3055"/>
                      <a:pt x="2289" y="3311"/>
                      <a:pt x="2556" y="3555"/>
                    </a:cubicBezTo>
                    <a:cubicBezTo>
                      <a:pt x="3089" y="4066"/>
                      <a:pt x="3645" y="4588"/>
                      <a:pt x="4034" y="5211"/>
                    </a:cubicBezTo>
                    <a:cubicBezTo>
                      <a:pt x="4878" y="6588"/>
                      <a:pt x="4889" y="8365"/>
                      <a:pt x="4900" y="9787"/>
                    </a:cubicBezTo>
                    <a:lnTo>
                      <a:pt x="5011" y="9787"/>
                    </a:lnTo>
                    <a:cubicBezTo>
                      <a:pt x="5000" y="8343"/>
                      <a:pt x="5000" y="6554"/>
                      <a:pt x="4133" y="5155"/>
                    </a:cubicBezTo>
                    <a:cubicBezTo>
                      <a:pt x="3734" y="4510"/>
                      <a:pt x="3167" y="3989"/>
                      <a:pt x="2634" y="3478"/>
                    </a:cubicBezTo>
                    <a:cubicBezTo>
                      <a:pt x="2368" y="3233"/>
                      <a:pt x="2101" y="2977"/>
                      <a:pt x="1857" y="2711"/>
                    </a:cubicBezTo>
                    <a:cubicBezTo>
                      <a:pt x="1112" y="1911"/>
                      <a:pt x="524" y="1000"/>
                      <a:pt x="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62"/>
              <p:cNvSpPr/>
              <p:nvPr/>
            </p:nvSpPr>
            <p:spPr>
              <a:xfrm>
                <a:off x="968731" y="3636098"/>
                <a:ext cx="113909" cy="766939"/>
              </a:xfrm>
              <a:custGeom>
                <a:avLst/>
                <a:gdLst/>
                <a:ahLst/>
                <a:cxnLst/>
                <a:rect l="l" t="t" r="r" b="b"/>
                <a:pathLst>
                  <a:path w="835" h="5622" extrusionOk="0">
                    <a:moveTo>
                      <a:pt x="45" y="0"/>
                    </a:moveTo>
                    <a:lnTo>
                      <a:pt x="13" y="1056"/>
                    </a:lnTo>
                    <a:cubicBezTo>
                      <a:pt x="13" y="1289"/>
                      <a:pt x="1" y="1555"/>
                      <a:pt x="79" y="1800"/>
                    </a:cubicBezTo>
                    <a:cubicBezTo>
                      <a:pt x="124" y="1933"/>
                      <a:pt x="190" y="2066"/>
                      <a:pt x="268" y="2200"/>
                    </a:cubicBezTo>
                    <a:cubicBezTo>
                      <a:pt x="290" y="2256"/>
                      <a:pt x="324" y="2311"/>
                      <a:pt x="356" y="2367"/>
                    </a:cubicBezTo>
                    <a:cubicBezTo>
                      <a:pt x="756" y="3177"/>
                      <a:pt x="612" y="4944"/>
                      <a:pt x="556" y="5611"/>
                    </a:cubicBezTo>
                    <a:lnTo>
                      <a:pt x="668" y="5621"/>
                    </a:lnTo>
                    <a:cubicBezTo>
                      <a:pt x="768" y="4466"/>
                      <a:pt x="835" y="3056"/>
                      <a:pt x="457" y="2311"/>
                    </a:cubicBezTo>
                    <a:cubicBezTo>
                      <a:pt x="423" y="2256"/>
                      <a:pt x="390" y="2200"/>
                      <a:pt x="368" y="2145"/>
                    </a:cubicBezTo>
                    <a:cubicBezTo>
                      <a:pt x="290" y="2011"/>
                      <a:pt x="223" y="1889"/>
                      <a:pt x="190" y="1767"/>
                    </a:cubicBezTo>
                    <a:cubicBezTo>
                      <a:pt x="112" y="1533"/>
                      <a:pt x="124" y="1289"/>
                      <a:pt x="134" y="1056"/>
                    </a:cubicBezTo>
                    <a:lnTo>
                      <a:pt x="168" y="12"/>
                    </a:lnTo>
                    <a:lnTo>
                      <a:pt x="45" y="0"/>
                    </a:lnTo>
                    <a:close/>
                  </a:path>
                </a:pathLst>
              </a:custGeom>
              <a:solidFill>
                <a:srgbClr val="3A81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62"/>
              <p:cNvSpPr/>
              <p:nvPr/>
            </p:nvSpPr>
            <p:spPr>
              <a:xfrm>
                <a:off x="235343" y="3460253"/>
                <a:ext cx="518387" cy="335178"/>
              </a:xfrm>
              <a:custGeom>
                <a:avLst/>
                <a:gdLst/>
                <a:ahLst/>
                <a:cxnLst/>
                <a:rect l="l" t="t" r="r" b="b"/>
                <a:pathLst>
                  <a:path w="3800" h="2457" extrusionOk="0">
                    <a:moveTo>
                      <a:pt x="101" y="1"/>
                    </a:moveTo>
                    <a:lnTo>
                      <a:pt x="0" y="57"/>
                    </a:lnTo>
                    <a:cubicBezTo>
                      <a:pt x="456" y="790"/>
                      <a:pt x="1178" y="1356"/>
                      <a:pt x="1989" y="1623"/>
                    </a:cubicBezTo>
                    <a:lnTo>
                      <a:pt x="2044" y="1645"/>
                    </a:lnTo>
                    <a:cubicBezTo>
                      <a:pt x="2589" y="1822"/>
                      <a:pt x="3333" y="2067"/>
                      <a:pt x="3722" y="2456"/>
                    </a:cubicBezTo>
                    <a:lnTo>
                      <a:pt x="3800" y="2378"/>
                    </a:lnTo>
                    <a:cubicBezTo>
                      <a:pt x="3400" y="1967"/>
                      <a:pt x="2644" y="1711"/>
                      <a:pt x="2089" y="1534"/>
                    </a:cubicBezTo>
                    <a:lnTo>
                      <a:pt x="2034" y="1511"/>
                    </a:lnTo>
                    <a:cubicBezTo>
                      <a:pt x="1244" y="1256"/>
                      <a:pt x="534" y="701"/>
                      <a:pt x="1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62"/>
              <p:cNvSpPr/>
              <p:nvPr/>
            </p:nvSpPr>
            <p:spPr>
              <a:xfrm>
                <a:off x="465618" y="4296777"/>
                <a:ext cx="615516" cy="382105"/>
              </a:xfrm>
              <a:custGeom>
                <a:avLst/>
                <a:gdLst/>
                <a:ahLst/>
                <a:cxnLst/>
                <a:rect l="l" t="t" r="r" b="b"/>
                <a:pathLst>
                  <a:path w="4512" h="2801" extrusionOk="0">
                    <a:moveTo>
                      <a:pt x="79" y="1"/>
                    </a:moveTo>
                    <a:lnTo>
                      <a:pt x="1" y="79"/>
                    </a:lnTo>
                    <a:cubicBezTo>
                      <a:pt x="334" y="412"/>
                      <a:pt x="712" y="778"/>
                      <a:pt x="1168" y="1000"/>
                    </a:cubicBezTo>
                    <a:cubicBezTo>
                      <a:pt x="1368" y="1089"/>
                      <a:pt x="1590" y="1156"/>
                      <a:pt x="1800" y="1223"/>
                    </a:cubicBezTo>
                    <a:cubicBezTo>
                      <a:pt x="1923" y="1256"/>
                      <a:pt x="2056" y="1289"/>
                      <a:pt x="2178" y="1334"/>
                    </a:cubicBezTo>
                    <a:cubicBezTo>
                      <a:pt x="2434" y="1423"/>
                      <a:pt x="2679" y="1545"/>
                      <a:pt x="2911" y="1667"/>
                    </a:cubicBezTo>
                    <a:lnTo>
                      <a:pt x="3622" y="2012"/>
                    </a:lnTo>
                    <a:cubicBezTo>
                      <a:pt x="3978" y="2178"/>
                      <a:pt x="4378" y="2422"/>
                      <a:pt x="4389" y="2800"/>
                    </a:cubicBezTo>
                    <a:lnTo>
                      <a:pt x="4511" y="2789"/>
                    </a:lnTo>
                    <a:cubicBezTo>
                      <a:pt x="4489" y="2356"/>
                      <a:pt x="4056" y="2089"/>
                      <a:pt x="3678" y="1911"/>
                    </a:cubicBezTo>
                    <a:lnTo>
                      <a:pt x="2967" y="1556"/>
                    </a:lnTo>
                    <a:cubicBezTo>
                      <a:pt x="2723" y="1445"/>
                      <a:pt x="2479" y="1323"/>
                      <a:pt x="2223" y="1223"/>
                    </a:cubicBezTo>
                    <a:cubicBezTo>
                      <a:pt x="2089" y="1178"/>
                      <a:pt x="1956" y="1145"/>
                      <a:pt x="1834" y="1112"/>
                    </a:cubicBezTo>
                    <a:cubicBezTo>
                      <a:pt x="1623" y="1045"/>
                      <a:pt x="1412" y="990"/>
                      <a:pt x="1223" y="889"/>
                    </a:cubicBezTo>
                    <a:cubicBezTo>
                      <a:pt x="778" y="689"/>
                      <a:pt x="423" y="334"/>
                      <a:pt x="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62"/>
              <p:cNvSpPr/>
              <p:nvPr/>
            </p:nvSpPr>
            <p:spPr>
              <a:xfrm>
                <a:off x="617179" y="2692212"/>
                <a:ext cx="1365676" cy="1816945"/>
              </a:xfrm>
              <a:custGeom>
                <a:avLst/>
                <a:gdLst/>
                <a:ahLst/>
                <a:cxnLst/>
                <a:rect l="l" t="t" r="r" b="b"/>
                <a:pathLst>
                  <a:path w="10011" h="13319" extrusionOk="0">
                    <a:moveTo>
                      <a:pt x="5024" y="1"/>
                    </a:moveTo>
                    <a:cubicBezTo>
                      <a:pt x="4884" y="1"/>
                      <a:pt x="4742" y="11"/>
                      <a:pt x="4600" y="32"/>
                    </a:cubicBezTo>
                    <a:cubicBezTo>
                      <a:pt x="3756" y="154"/>
                      <a:pt x="3012" y="643"/>
                      <a:pt x="2456" y="1298"/>
                    </a:cubicBezTo>
                    <a:cubicBezTo>
                      <a:pt x="2023" y="1720"/>
                      <a:pt x="1645" y="2243"/>
                      <a:pt x="1356" y="2787"/>
                    </a:cubicBezTo>
                    <a:cubicBezTo>
                      <a:pt x="301" y="4764"/>
                      <a:pt x="1" y="7586"/>
                      <a:pt x="623" y="9730"/>
                    </a:cubicBezTo>
                    <a:cubicBezTo>
                      <a:pt x="923" y="10763"/>
                      <a:pt x="1534" y="11585"/>
                      <a:pt x="2356" y="12263"/>
                    </a:cubicBezTo>
                    <a:cubicBezTo>
                      <a:pt x="3022" y="12818"/>
                      <a:pt x="4133" y="13296"/>
                      <a:pt x="5000" y="13318"/>
                    </a:cubicBezTo>
                    <a:cubicBezTo>
                      <a:pt x="5028" y="13318"/>
                      <a:pt x="5056" y="13319"/>
                      <a:pt x="5084" y="13319"/>
                    </a:cubicBezTo>
                    <a:cubicBezTo>
                      <a:pt x="6204" y="13319"/>
                      <a:pt x="7182" y="12884"/>
                      <a:pt x="7821" y="11940"/>
                    </a:cubicBezTo>
                    <a:cubicBezTo>
                      <a:pt x="7888" y="11896"/>
                      <a:pt x="7955" y="11841"/>
                      <a:pt x="8021" y="11774"/>
                    </a:cubicBezTo>
                    <a:cubicBezTo>
                      <a:pt x="8999" y="10896"/>
                      <a:pt x="9521" y="9597"/>
                      <a:pt x="9721" y="8297"/>
                    </a:cubicBezTo>
                    <a:cubicBezTo>
                      <a:pt x="10010" y="6475"/>
                      <a:pt x="9710" y="4564"/>
                      <a:pt x="8877" y="2909"/>
                    </a:cubicBezTo>
                    <a:cubicBezTo>
                      <a:pt x="8129" y="1394"/>
                      <a:pt x="6674" y="1"/>
                      <a:pt x="5024"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62"/>
              <p:cNvSpPr/>
              <p:nvPr/>
            </p:nvSpPr>
            <p:spPr>
              <a:xfrm>
                <a:off x="1306777" y="2967779"/>
                <a:ext cx="19781" cy="1832223"/>
              </a:xfrm>
              <a:custGeom>
                <a:avLst/>
                <a:gdLst/>
                <a:ahLst/>
                <a:cxnLst/>
                <a:rect l="l" t="t" r="r" b="b"/>
                <a:pathLst>
                  <a:path w="145" h="13431" extrusionOk="0">
                    <a:moveTo>
                      <a:pt x="67" y="1"/>
                    </a:moveTo>
                    <a:cubicBezTo>
                      <a:pt x="34" y="1"/>
                      <a:pt x="1" y="34"/>
                      <a:pt x="1" y="67"/>
                    </a:cubicBezTo>
                    <a:lnTo>
                      <a:pt x="1" y="13364"/>
                    </a:lnTo>
                    <a:cubicBezTo>
                      <a:pt x="1" y="13409"/>
                      <a:pt x="34" y="13431"/>
                      <a:pt x="67" y="13431"/>
                    </a:cubicBezTo>
                    <a:cubicBezTo>
                      <a:pt x="112" y="13431"/>
                      <a:pt x="145" y="13409"/>
                      <a:pt x="145" y="13364"/>
                    </a:cubicBezTo>
                    <a:lnTo>
                      <a:pt x="145" y="67"/>
                    </a:lnTo>
                    <a:cubicBezTo>
                      <a:pt x="145" y="34"/>
                      <a:pt x="112" y="1"/>
                      <a:pt x="67"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62"/>
              <p:cNvSpPr/>
              <p:nvPr/>
            </p:nvSpPr>
            <p:spPr>
              <a:xfrm>
                <a:off x="1380989" y="3277861"/>
                <a:ext cx="457817" cy="526572"/>
              </a:xfrm>
              <a:custGeom>
                <a:avLst/>
                <a:gdLst/>
                <a:ahLst/>
                <a:cxnLst/>
                <a:rect l="l" t="t" r="r" b="b"/>
                <a:pathLst>
                  <a:path w="3356" h="3860" extrusionOk="0">
                    <a:moveTo>
                      <a:pt x="3273" y="1"/>
                    </a:moveTo>
                    <a:cubicBezTo>
                      <a:pt x="3253" y="1"/>
                      <a:pt x="3234" y="9"/>
                      <a:pt x="3222" y="27"/>
                    </a:cubicBezTo>
                    <a:lnTo>
                      <a:pt x="23" y="3737"/>
                    </a:lnTo>
                    <a:cubicBezTo>
                      <a:pt x="1" y="3771"/>
                      <a:pt x="1" y="3815"/>
                      <a:pt x="34" y="3838"/>
                    </a:cubicBezTo>
                    <a:cubicBezTo>
                      <a:pt x="45" y="3848"/>
                      <a:pt x="57" y="3860"/>
                      <a:pt x="79" y="3860"/>
                    </a:cubicBezTo>
                    <a:cubicBezTo>
                      <a:pt x="89" y="3860"/>
                      <a:pt x="112" y="3848"/>
                      <a:pt x="123" y="3826"/>
                    </a:cubicBezTo>
                    <a:lnTo>
                      <a:pt x="3323" y="116"/>
                    </a:lnTo>
                    <a:cubicBezTo>
                      <a:pt x="3355" y="93"/>
                      <a:pt x="3345" y="49"/>
                      <a:pt x="3323" y="16"/>
                    </a:cubicBezTo>
                    <a:cubicBezTo>
                      <a:pt x="3307" y="6"/>
                      <a:pt x="3290" y="1"/>
                      <a:pt x="327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62"/>
              <p:cNvSpPr/>
              <p:nvPr/>
            </p:nvSpPr>
            <p:spPr>
              <a:xfrm>
                <a:off x="1658328" y="3727908"/>
                <a:ext cx="206263" cy="234229"/>
              </a:xfrm>
              <a:custGeom>
                <a:avLst/>
                <a:gdLst/>
                <a:ahLst/>
                <a:cxnLst/>
                <a:rect l="l" t="t" r="r" b="b"/>
                <a:pathLst>
                  <a:path w="1512" h="1717" extrusionOk="0">
                    <a:moveTo>
                      <a:pt x="1438" y="1"/>
                    </a:moveTo>
                    <a:cubicBezTo>
                      <a:pt x="1418" y="1"/>
                      <a:pt x="1397" y="9"/>
                      <a:pt x="1378" y="28"/>
                    </a:cubicBezTo>
                    <a:cubicBezTo>
                      <a:pt x="923" y="539"/>
                      <a:pt x="456" y="1072"/>
                      <a:pt x="23" y="1605"/>
                    </a:cubicBezTo>
                    <a:cubicBezTo>
                      <a:pt x="1" y="1638"/>
                      <a:pt x="1" y="1682"/>
                      <a:pt x="34" y="1705"/>
                    </a:cubicBezTo>
                    <a:cubicBezTo>
                      <a:pt x="45" y="1716"/>
                      <a:pt x="68" y="1716"/>
                      <a:pt x="78" y="1716"/>
                    </a:cubicBezTo>
                    <a:cubicBezTo>
                      <a:pt x="100" y="1716"/>
                      <a:pt x="123" y="1705"/>
                      <a:pt x="134" y="1694"/>
                    </a:cubicBezTo>
                    <a:cubicBezTo>
                      <a:pt x="567" y="1161"/>
                      <a:pt x="1023" y="627"/>
                      <a:pt x="1490" y="116"/>
                    </a:cubicBezTo>
                    <a:cubicBezTo>
                      <a:pt x="1512" y="83"/>
                      <a:pt x="1512" y="38"/>
                      <a:pt x="1478" y="16"/>
                    </a:cubicBezTo>
                    <a:cubicBezTo>
                      <a:pt x="1468" y="6"/>
                      <a:pt x="1454" y="1"/>
                      <a:pt x="143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62"/>
              <p:cNvSpPr/>
              <p:nvPr/>
            </p:nvSpPr>
            <p:spPr>
              <a:xfrm>
                <a:off x="1320419" y="4087919"/>
                <a:ext cx="253191" cy="278701"/>
              </a:xfrm>
              <a:custGeom>
                <a:avLst/>
                <a:gdLst/>
                <a:ahLst/>
                <a:cxnLst/>
                <a:rect l="l" t="t" r="r" b="b"/>
                <a:pathLst>
                  <a:path w="1856" h="2043" extrusionOk="0">
                    <a:moveTo>
                      <a:pt x="1781" y="0"/>
                    </a:moveTo>
                    <a:cubicBezTo>
                      <a:pt x="1762" y="0"/>
                      <a:pt x="1741" y="9"/>
                      <a:pt x="1723" y="21"/>
                    </a:cubicBezTo>
                    <a:cubicBezTo>
                      <a:pt x="1178" y="677"/>
                      <a:pt x="612" y="1310"/>
                      <a:pt x="34" y="1932"/>
                    </a:cubicBezTo>
                    <a:cubicBezTo>
                      <a:pt x="0" y="1954"/>
                      <a:pt x="0" y="1998"/>
                      <a:pt x="34" y="2032"/>
                    </a:cubicBezTo>
                    <a:cubicBezTo>
                      <a:pt x="45" y="2043"/>
                      <a:pt x="67" y="2043"/>
                      <a:pt x="78" y="2043"/>
                    </a:cubicBezTo>
                    <a:cubicBezTo>
                      <a:pt x="101" y="2043"/>
                      <a:pt x="123" y="2043"/>
                      <a:pt x="134" y="2020"/>
                    </a:cubicBezTo>
                    <a:cubicBezTo>
                      <a:pt x="711" y="1410"/>
                      <a:pt x="1289" y="766"/>
                      <a:pt x="1834" y="121"/>
                    </a:cubicBezTo>
                    <a:cubicBezTo>
                      <a:pt x="1856" y="88"/>
                      <a:pt x="1856" y="43"/>
                      <a:pt x="1822" y="21"/>
                    </a:cubicBezTo>
                    <a:cubicBezTo>
                      <a:pt x="1812" y="6"/>
                      <a:pt x="1797" y="0"/>
                      <a:pt x="1781"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62"/>
              <p:cNvSpPr/>
              <p:nvPr/>
            </p:nvSpPr>
            <p:spPr>
              <a:xfrm>
                <a:off x="1000653" y="3140486"/>
                <a:ext cx="321400" cy="433671"/>
              </a:xfrm>
              <a:custGeom>
                <a:avLst/>
                <a:gdLst/>
                <a:ahLst/>
                <a:cxnLst/>
                <a:rect l="l" t="t" r="r" b="b"/>
                <a:pathLst>
                  <a:path w="2356" h="3179" extrusionOk="0">
                    <a:moveTo>
                      <a:pt x="80" y="0"/>
                    </a:moveTo>
                    <a:cubicBezTo>
                      <a:pt x="68" y="0"/>
                      <a:pt x="57" y="4"/>
                      <a:pt x="45" y="12"/>
                    </a:cubicBezTo>
                    <a:cubicBezTo>
                      <a:pt x="11" y="34"/>
                      <a:pt x="1" y="78"/>
                      <a:pt x="23" y="112"/>
                    </a:cubicBezTo>
                    <a:cubicBezTo>
                      <a:pt x="722" y="1134"/>
                      <a:pt x="1467" y="2167"/>
                      <a:pt x="2222" y="3156"/>
                    </a:cubicBezTo>
                    <a:cubicBezTo>
                      <a:pt x="2233" y="3167"/>
                      <a:pt x="2255" y="3178"/>
                      <a:pt x="2278" y="3178"/>
                    </a:cubicBezTo>
                    <a:cubicBezTo>
                      <a:pt x="2289" y="3178"/>
                      <a:pt x="2311" y="3178"/>
                      <a:pt x="2322" y="3167"/>
                    </a:cubicBezTo>
                    <a:cubicBezTo>
                      <a:pt x="2356" y="3144"/>
                      <a:pt x="2356" y="3100"/>
                      <a:pt x="2334" y="3067"/>
                    </a:cubicBezTo>
                    <a:cubicBezTo>
                      <a:pt x="1578" y="2078"/>
                      <a:pt x="845" y="1056"/>
                      <a:pt x="134" y="34"/>
                    </a:cubicBezTo>
                    <a:cubicBezTo>
                      <a:pt x="120" y="13"/>
                      <a:pt x="100" y="0"/>
                      <a:pt x="80"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62"/>
              <p:cNvSpPr/>
              <p:nvPr/>
            </p:nvSpPr>
            <p:spPr>
              <a:xfrm>
                <a:off x="1006791" y="3838408"/>
                <a:ext cx="304620" cy="323719"/>
              </a:xfrm>
              <a:custGeom>
                <a:avLst/>
                <a:gdLst/>
                <a:ahLst/>
                <a:cxnLst/>
                <a:rect l="l" t="t" r="r" b="b"/>
                <a:pathLst>
                  <a:path w="2233" h="2373" extrusionOk="0">
                    <a:moveTo>
                      <a:pt x="76" y="1"/>
                    </a:moveTo>
                    <a:cubicBezTo>
                      <a:pt x="58" y="1"/>
                      <a:pt x="39" y="6"/>
                      <a:pt x="22" y="17"/>
                    </a:cubicBezTo>
                    <a:cubicBezTo>
                      <a:pt x="0" y="40"/>
                      <a:pt x="0" y="84"/>
                      <a:pt x="22" y="117"/>
                    </a:cubicBezTo>
                    <a:cubicBezTo>
                      <a:pt x="722" y="850"/>
                      <a:pt x="1422" y="1595"/>
                      <a:pt x="2099" y="2350"/>
                    </a:cubicBezTo>
                    <a:cubicBezTo>
                      <a:pt x="2111" y="2372"/>
                      <a:pt x="2133" y="2372"/>
                      <a:pt x="2155" y="2372"/>
                    </a:cubicBezTo>
                    <a:cubicBezTo>
                      <a:pt x="2166" y="2372"/>
                      <a:pt x="2188" y="2372"/>
                      <a:pt x="2200" y="2361"/>
                    </a:cubicBezTo>
                    <a:cubicBezTo>
                      <a:pt x="2233" y="2328"/>
                      <a:pt x="2233" y="2284"/>
                      <a:pt x="2200" y="2261"/>
                    </a:cubicBezTo>
                    <a:cubicBezTo>
                      <a:pt x="1522" y="1506"/>
                      <a:pt x="833" y="751"/>
                      <a:pt x="122" y="17"/>
                    </a:cubicBezTo>
                    <a:cubicBezTo>
                      <a:pt x="111" y="6"/>
                      <a:pt x="94" y="1"/>
                      <a:pt x="76"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146" name="Google Shape;2146;p62"/>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grpSp>
        <p:nvGrpSpPr>
          <p:cNvPr id="2147" name="Google Shape;2147;p62"/>
          <p:cNvGrpSpPr/>
          <p:nvPr/>
        </p:nvGrpSpPr>
        <p:grpSpPr>
          <a:xfrm>
            <a:off x="720047" y="2173800"/>
            <a:ext cx="1500708" cy="1896402"/>
            <a:chOff x="3467550" y="2991625"/>
            <a:chExt cx="627675" cy="793175"/>
          </a:xfrm>
        </p:grpSpPr>
        <p:sp>
          <p:nvSpPr>
            <p:cNvPr id="2148" name="Google Shape;2148;p62"/>
            <p:cNvSpPr/>
            <p:nvPr/>
          </p:nvSpPr>
          <p:spPr>
            <a:xfrm>
              <a:off x="3872750" y="3674175"/>
              <a:ext cx="222475" cy="110625"/>
            </a:xfrm>
            <a:custGeom>
              <a:avLst/>
              <a:gdLst/>
              <a:ahLst/>
              <a:cxnLst/>
              <a:rect l="l" t="t" r="r" b="b"/>
              <a:pathLst>
                <a:path w="8899" h="4425" extrusionOk="0">
                  <a:moveTo>
                    <a:pt x="2062" y="1"/>
                  </a:moveTo>
                  <a:cubicBezTo>
                    <a:pt x="1779" y="1"/>
                    <a:pt x="1530" y="99"/>
                    <a:pt x="1355" y="426"/>
                  </a:cubicBezTo>
                  <a:cubicBezTo>
                    <a:pt x="933" y="1193"/>
                    <a:pt x="555" y="1981"/>
                    <a:pt x="156" y="2770"/>
                  </a:cubicBezTo>
                  <a:cubicBezTo>
                    <a:pt x="100" y="2870"/>
                    <a:pt x="44" y="2992"/>
                    <a:pt x="22" y="3114"/>
                  </a:cubicBezTo>
                  <a:cubicBezTo>
                    <a:pt x="0" y="3348"/>
                    <a:pt x="156" y="3570"/>
                    <a:pt x="356" y="3692"/>
                  </a:cubicBezTo>
                  <a:cubicBezTo>
                    <a:pt x="555" y="3825"/>
                    <a:pt x="789" y="3869"/>
                    <a:pt x="1022" y="3892"/>
                  </a:cubicBezTo>
                  <a:cubicBezTo>
                    <a:pt x="1306" y="3926"/>
                    <a:pt x="1588" y="3937"/>
                    <a:pt x="1869" y="3937"/>
                  </a:cubicBezTo>
                  <a:cubicBezTo>
                    <a:pt x="2370" y="3937"/>
                    <a:pt x="2868" y="3902"/>
                    <a:pt x="3371" y="3902"/>
                  </a:cubicBezTo>
                  <a:cubicBezTo>
                    <a:pt x="3417" y="3902"/>
                    <a:pt x="3464" y="3903"/>
                    <a:pt x="3510" y="3903"/>
                  </a:cubicBezTo>
                  <a:cubicBezTo>
                    <a:pt x="4522" y="3925"/>
                    <a:pt x="5466" y="4247"/>
                    <a:pt x="6455" y="4380"/>
                  </a:cubicBezTo>
                  <a:cubicBezTo>
                    <a:pt x="6716" y="4414"/>
                    <a:pt x="6977" y="4425"/>
                    <a:pt x="7238" y="4425"/>
                  </a:cubicBezTo>
                  <a:cubicBezTo>
                    <a:pt x="7499" y="4425"/>
                    <a:pt x="7760" y="4414"/>
                    <a:pt x="8021" y="4403"/>
                  </a:cubicBezTo>
                  <a:cubicBezTo>
                    <a:pt x="8254" y="4380"/>
                    <a:pt x="8532" y="4358"/>
                    <a:pt x="8687" y="4180"/>
                  </a:cubicBezTo>
                  <a:cubicBezTo>
                    <a:pt x="8899" y="3925"/>
                    <a:pt x="8765" y="3514"/>
                    <a:pt x="8499" y="3314"/>
                  </a:cubicBezTo>
                  <a:cubicBezTo>
                    <a:pt x="8243" y="3126"/>
                    <a:pt x="7899" y="3081"/>
                    <a:pt x="7566" y="3037"/>
                  </a:cubicBezTo>
                  <a:cubicBezTo>
                    <a:pt x="5110" y="2703"/>
                    <a:pt x="4710" y="2070"/>
                    <a:pt x="2233" y="2003"/>
                  </a:cubicBezTo>
                  <a:cubicBezTo>
                    <a:pt x="2433" y="1381"/>
                    <a:pt x="2678" y="759"/>
                    <a:pt x="2944" y="159"/>
                  </a:cubicBezTo>
                  <a:cubicBezTo>
                    <a:pt x="2643" y="93"/>
                    <a:pt x="2337" y="1"/>
                    <a:pt x="206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62"/>
            <p:cNvSpPr/>
            <p:nvPr/>
          </p:nvSpPr>
          <p:spPr>
            <a:xfrm>
              <a:off x="3815825" y="3402675"/>
              <a:ext cx="216075" cy="314100"/>
            </a:xfrm>
            <a:custGeom>
              <a:avLst/>
              <a:gdLst/>
              <a:ahLst/>
              <a:cxnLst/>
              <a:rect l="l" t="t" r="r" b="b"/>
              <a:pathLst>
                <a:path w="8643" h="12564" extrusionOk="0">
                  <a:moveTo>
                    <a:pt x="1724" y="1"/>
                  </a:moveTo>
                  <a:cubicBezTo>
                    <a:pt x="1388" y="1"/>
                    <a:pt x="1067" y="117"/>
                    <a:pt x="778" y="399"/>
                  </a:cubicBezTo>
                  <a:cubicBezTo>
                    <a:pt x="200" y="966"/>
                    <a:pt x="0" y="1899"/>
                    <a:pt x="178" y="2677"/>
                  </a:cubicBezTo>
                  <a:cubicBezTo>
                    <a:pt x="422" y="3677"/>
                    <a:pt x="1077" y="4509"/>
                    <a:pt x="1722" y="5309"/>
                  </a:cubicBezTo>
                  <a:cubicBezTo>
                    <a:pt x="1800" y="5032"/>
                    <a:pt x="1810" y="4721"/>
                    <a:pt x="1744" y="4432"/>
                  </a:cubicBezTo>
                  <a:lnTo>
                    <a:pt x="1744" y="4432"/>
                  </a:lnTo>
                  <a:cubicBezTo>
                    <a:pt x="2766" y="5543"/>
                    <a:pt x="4010" y="6432"/>
                    <a:pt x="5399" y="7020"/>
                  </a:cubicBezTo>
                  <a:cubicBezTo>
                    <a:pt x="4621" y="8553"/>
                    <a:pt x="3733" y="10031"/>
                    <a:pt x="2733" y="11431"/>
                  </a:cubicBezTo>
                  <a:cubicBezTo>
                    <a:pt x="3099" y="11319"/>
                    <a:pt x="3477" y="11208"/>
                    <a:pt x="3855" y="11097"/>
                  </a:cubicBezTo>
                  <a:lnTo>
                    <a:pt x="3855" y="11097"/>
                  </a:lnTo>
                  <a:cubicBezTo>
                    <a:pt x="3844" y="11308"/>
                    <a:pt x="3844" y="11508"/>
                    <a:pt x="3844" y="11719"/>
                  </a:cubicBezTo>
                  <a:cubicBezTo>
                    <a:pt x="4177" y="11597"/>
                    <a:pt x="4510" y="11486"/>
                    <a:pt x="4844" y="11364"/>
                  </a:cubicBezTo>
                  <a:cubicBezTo>
                    <a:pt x="4921" y="11764"/>
                    <a:pt x="5010" y="12164"/>
                    <a:pt x="5088" y="12564"/>
                  </a:cubicBezTo>
                  <a:cubicBezTo>
                    <a:pt x="5332" y="12308"/>
                    <a:pt x="5577" y="12041"/>
                    <a:pt x="5821" y="11774"/>
                  </a:cubicBezTo>
                  <a:cubicBezTo>
                    <a:pt x="5876" y="11919"/>
                    <a:pt x="5932" y="12053"/>
                    <a:pt x="5999" y="12197"/>
                  </a:cubicBezTo>
                  <a:cubicBezTo>
                    <a:pt x="6921" y="10653"/>
                    <a:pt x="7565" y="8942"/>
                    <a:pt x="7887" y="7165"/>
                  </a:cubicBezTo>
                  <a:cubicBezTo>
                    <a:pt x="7976" y="7398"/>
                    <a:pt x="8076" y="7631"/>
                    <a:pt x="8165" y="7864"/>
                  </a:cubicBezTo>
                  <a:cubicBezTo>
                    <a:pt x="8510" y="7042"/>
                    <a:pt x="8199" y="6376"/>
                    <a:pt x="7987" y="5820"/>
                  </a:cubicBezTo>
                  <a:lnTo>
                    <a:pt x="7987" y="5820"/>
                  </a:lnTo>
                  <a:cubicBezTo>
                    <a:pt x="8120" y="6054"/>
                    <a:pt x="8298" y="6264"/>
                    <a:pt x="8498" y="6454"/>
                  </a:cubicBezTo>
                  <a:cubicBezTo>
                    <a:pt x="8643" y="6042"/>
                    <a:pt x="8332" y="5632"/>
                    <a:pt x="8043" y="5309"/>
                  </a:cubicBezTo>
                  <a:cubicBezTo>
                    <a:pt x="7121" y="4299"/>
                    <a:pt x="6121" y="3376"/>
                    <a:pt x="5177" y="2399"/>
                  </a:cubicBezTo>
                  <a:cubicBezTo>
                    <a:pt x="4465" y="1661"/>
                    <a:pt x="2991" y="1"/>
                    <a:pt x="172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62"/>
            <p:cNvSpPr/>
            <p:nvPr/>
          </p:nvSpPr>
          <p:spPr>
            <a:xfrm>
              <a:off x="3892725" y="3445975"/>
              <a:ext cx="15325" cy="14200"/>
            </a:xfrm>
            <a:custGeom>
              <a:avLst/>
              <a:gdLst/>
              <a:ahLst/>
              <a:cxnLst/>
              <a:rect l="l" t="t" r="r" b="b"/>
              <a:pathLst>
                <a:path w="613" h="568" extrusionOk="0">
                  <a:moveTo>
                    <a:pt x="1" y="0"/>
                  </a:moveTo>
                  <a:lnTo>
                    <a:pt x="1" y="0"/>
                  </a:lnTo>
                  <a:cubicBezTo>
                    <a:pt x="68" y="145"/>
                    <a:pt x="156" y="244"/>
                    <a:pt x="257" y="345"/>
                  </a:cubicBezTo>
                  <a:cubicBezTo>
                    <a:pt x="356" y="434"/>
                    <a:pt x="467" y="523"/>
                    <a:pt x="612" y="567"/>
                  </a:cubicBezTo>
                  <a:cubicBezTo>
                    <a:pt x="556" y="422"/>
                    <a:pt x="467" y="323"/>
                    <a:pt x="368" y="222"/>
                  </a:cubicBezTo>
                  <a:cubicBezTo>
                    <a:pt x="257" y="133"/>
                    <a:pt x="146" y="45"/>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62"/>
            <p:cNvSpPr/>
            <p:nvPr/>
          </p:nvSpPr>
          <p:spPr>
            <a:xfrm>
              <a:off x="3876625" y="3478475"/>
              <a:ext cx="9750" cy="11675"/>
            </a:xfrm>
            <a:custGeom>
              <a:avLst/>
              <a:gdLst/>
              <a:ahLst/>
              <a:cxnLst/>
              <a:rect l="l" t="t" r="r" b="b"/>
              <a:pathLst>
                <a:path w="390" h="467" extrusionOk="0">
                  <a:moveTo>
                    <a:pt x="1" y="0"/>
                  </a:moveTo>
                  <a:cubicBezTo>
                    <a:pt x="12" y="122"/>
                    <a:pt x="67" y="211"/>
                    <a:pt x="134" y="289"/>
                  </a:cubicBezTo>
                  <a:cubicBezTo>
                    <a:pt x="201" y="356"/>
                    <a:pt x="279" y="433"/>
                    <a:pt x="390" y="467"/>
                  </a:cubicBezTo>
                  <a:cubicBezTo>
                    <a:pt x="378" y="344"/>
                    <a:pt x="323" y="267"/>
                    <a:pt x="257" y="189"/>
                  </a:cubicBezTo>
                  <a:cubicBezTo>
                    <a:pt x="190" y="111"/>
                    <a:pt x="112" y="45"/>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62"/>
            <p:cNvSpPr/>
            <p:nvPr/>
          </p:nvSpPr>
          <p:spPr>
            <a:xfrm>
              <a:off x="3953825" y="3493175"/>
              <a:ext cx="6975" cy="9475"/>
            </a:xfrm>
            <a:custGeom>
              <a:avLst/>
              <a:gdLst/>
              <a:ahLst/>
              <a:cxnLst/>
              <a:rect l="l" t="t" r="r" b="b"/>
              <a:pathLst>
                <a:path w="279" h="379" extrusionOk="0">
                  <a:moveTo>
                    <a:pt x="12" y="1"/>
                  </a:moveTo>
                  <a:cubicBezTo>
                    <a:pt x="1" y="101"/>
                    <a:pt x="35" y="168"/>
                    <a:pt x="79" y="234"/>
                  </a:cubicBezTo>
                  <a:cubicBezTo>
                    <a:pt x="123" y="301"/>
                    <a:pt x="179" y="345"/>
                    <a:pt x="267" y="378"/>
                  </a:cubicBezTo>
                  <a:cubicBezTo>
                    <a:pt x="279" y="279"/>
                    <a:pt x="245" y="212"/>
                    <a:pt x="212" y="145"/>
                  </a:cubicBezTo>
                  <a:cubicBezTo>
                    <a:pt x="168" y="79"/>
                    <a:pt x="112" y="34"/>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62"/>
            <p:cNvSpPr/>
            <p:nvPr/>
          </p:nvSpPr>
          <p:spPr>
            <a:xfrm>
              <a:off x="3962175" y="3521500"/>
              <a:ext cx="12525" cy="16975"/>
            </a:xfrm>
            <a:custGeom>
              <a:avLst/>
              <a:gdLst/>
              <a:ahLst/>
              <a:cxnLst/>
              <a:rect l="l" t="t" r="r" b="b"/>
              <a:pathLst>
                <a:path w="501" h="679" extrusionOk="0">
                  <a:moveTo>
                    <a:pt x="0" y="1"/>
                  </a:moveTo>
                  <a:lnTo>
                    <a:pt x="0" y="1"/>
                  </a:lnTo>
                  <a:cubicBezTo>
                    <a:pt x="34" y="146"/>
                    <a:pt x="101" y="267"/>
                    <a:pt x="189" y="390"/>
                  </a:cubicBezTo>
                  <a:cubicBezTo>
                    <a:pt x="267" y="501"/>
                    <a:pt x="367" y="601"/>
                    <a:pt x="500" y="679"/>
                  </a:cubicBezTo>
                  <a:cubicBezTo>
                    <a:pt x="467" y="523"/>
                    <a:pt x="389" y="401"/>
                    <a:pt x="311" y="290"/>
                  </a:cubicBezTo>
                  <a:cubicBezTo>
                    <a:pt x="222" y="178"/>
                    <a:pt x="133" y="79"/>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62"/>
            <p:cNvSpPr/>
            <p:nvPr/>
          </p:nvSpPr>
          <p:spPr>
            <a:xfrm>
              <a:off x="3986350" y="3529825"/>
              <a:ext cx="9450" cy="15325"/>
            </a:xfrm>
            <a:custGeom>
              <a:avLst/>
              <a:gdLst/>
              <a:ahLst/>
              <a:cxnLst/>
              <a:rect l="l" t="t" r="r" b="b"/>
              <a:pathLst>
                <a:path w="378" h="613" extrusionOk="0">
                  <a:moveTo>
                    <a:pt x="0" y="1"/>
                  </a:moveTo>
                  <a:lnTo>
                    <a:pt x="0" y="1"/>
                  </a:lnTo>
                  <a:cubicBezTo>
                    <a:pt x="11" y="134"/>
                    <a:pt x="55" y="245"/>
                    <a:pt x="122" y="346"/>
                  </a:cubicBezTo>
                  <a:cubicBezTo>
                    <a:pt x="188" y="445"/>
                    <a:pt x="255" y="546"/>
                    <a:pt x="378" y="612"/>
                  </a:cubicBezTo>
                  <a:cubicBezTo>
                    <a:pt x="366" y="479"/>
                    <a:pt x="311" y="368"/>
                    <a:pt x="255" y="268"/>
                  </a:cubicBezTo>
                  <a:cubicBezTo>
                    <a:pt x="188"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62"/>
            <p:cNvSpPr/>
            <p:nvPr/>
          </p:nvSpPr>
          <p:spPr>
            <a:xfrm>
              <a:off x="3998275" y="3565125"/>
              <a:ext cx="4200" cy="14725"/>
            </a:xfrm>
            <a:custGeom>
              <a:avLst/>
              <a:gdLst/>
              <a:ahLst/>
              <a:cxnLst/>
              <a:rect l="l" t="t" r="r" b="b"/>
              <a:pathLst>
                <a:path w="168" h="589" extrusionOk="0">
                  <a:moveTo>
                    <a:pt x="56" y="0"/>
                  </a:moveTo>
                  <a:cubicBezTo>
                    <a:pt x="0" y="100"/>
                    <a:pt x="0" y="200"/>
                    <a:pt x="12" y="300"/>
                  </a:cubicBezTo>
                  <a:cubicBezTo>
                    <a:pt x="22" y="400"/>
                    <a:pt x="45" y="500"/>
                    <a:pt x="111" y="589"/>
                  </a:cubicBezTo>
                  <a:cubicBezTo>
                    <a:pt x="167" y="489"/>
                    <a:pt x="167" y="389"/>
                    <a:pt x="167" y="289"/>
                  </a:cubicBezTo>
                  <a:cubicBezTo>
                    <a:pt x="156" y="189"/>
                    <a:pt x="123" y="89"/>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62"/>
            <p:cNvSpPr/>
            <p:nvPr/>
          </p:nvSpPr>
          <p:spPr>
            <a:xfrm>
              <a:off x="3467550" y="3674175"/>
              <a:ext cx="222475" cy="110625"/>
            </a:xfrm>
            <a:custGeom>
              <a:avLst/>
              <a:gdLst/>
              <a:ahLst/>
              <a:cxnLst/>
              <a:rect l="l" t="t" r="r" b="b"/>
              <a:pathLst>
                <a:path w="8899" h="4425" extrusionOk="0">
                  <a:moveTo>
                    <a:pt x="6847" y="1"/>
                  </a:moveTo>
                  <a:cubicBezTo>
                    <a:pt x="6571" y="1"/>
                    <a:pt x="6262" y="93"/>
                    <a:pt x="5955" y="159"/>
                  </a:cubicBezTo>
                  <a:cubicBezTo>
                    <a:pt x="6232" y="759"/>
                    <a:pt x="6466" y="1381"/>
                    <a:pt x="6677" y="2003"/>
                  </a:cubicBezTo>
                  <a:cubicBezTo>
                    <a:pt x="4200" y="2070"/>
                    <a:pt x="3788" y="2703"/>
                    <a:pt x="1334" y="3037"/>
                  </a:cubicBezTo>
                  <a:cubicBezTo>
                    <a:pt x="1011" y="3081"/>
                    <a:pt x="667" y="3126"/>
                    <a:pt x="401" y="3314"/>
                  </a:cubicBezTo>
                  <a:cubicBezTo>
                    <a:pt x="134" y="3514"/>
                    <a:pt x="1" y="3925"/>
                    <a:pt x="223" y="4180"/>
                  </a:cubicBezTo>
                  <a:cubicBezTo>
                    <a:pt x="378" y="4358"/>
                    <a:pt x="645" y="4380"/>
                    <a:pt x="889" y="4403"/>
                  </a:cubicBezTo>
                  <a:cubicBezTo>
                    <a:pt x="1150" y="4414"/>
                    <a:pt x="1411" y="4425"/>
                    <a:pt x="1671" y="4425"/>
                  </a:cubicBezTo>
                  <a:cubicBezTo>
                    <a:pt x="1931" y="4425"/>
                    <a:pt x="2189" y="4414"/>
                    <a:pt x="2445" y="4380"/>
                  </a:cubicBezTo>
                  <a:cubicBezTo>
                    <a:pt x="3444" y="4247"/>
                    <a:pt x="4378" y="3925"/>
                    <a:pt x="5388" y="3903"/>
                  </a:cubicBezTo>
                  <a:cubicBezTo>
                    <a:pt x="5435" y="3903"/>
                    <a:pt x="5481" y="3902"/>
                    <a:pt x="5528" y="3902"/>
                  </a:cubicBezTo>
                  <a:cubicBezTo>
                    <a:pt x="6031" y="3902"/>
                    <a:pt x="6535" y="3937"/>
                    <a:pt x="7038" y="3937"/>
                  </a:cubicBezTo>
                  <a:cubicBezTo>
                    <a:pt x="7321" y="3937"/>
                    <a:pt x="7605" y="3926"/>
                    <a:pt x="7888" y="3892"/>
                  </a:cubicBezTo>
                  <a:cubicBezTo>
                    <a:pt x="8121" y="3869"/>
                    <a:pt x="8355" y="3825"/>
                    <a:pt x="8555" y="3692"/>
                  </a:cubicBezTo>
                  <a:cubicBezTo>
                    <a:pt x="8754" y="3570"/>
                    <a:pt x="8898" y="3348"/>
                    <a:pt x="8876" y="3114"/>
                  </a:cubicBezTo>
                  <a:cubicBezTo>
                    <a:pt x="8866" y="2992"/>
                    <a:pt x="8810" y="2870"/>
                    <a:pt x="8754" y="2770"/>
                  </a:cubicBezTo>
                  <a:cubicBezTo>
                    <a:pt x="8355" y="1981"/>
                    <a:pt x="7977" y="1193"/>
                    <a:pt x="7555" y="426"/>
                  </a:cubicBezTo>
                  <a:cubicBezTo>
                    <a:pt x="7380" y="99"/>
                    <a:pt x="7131" y="1"/>
                    <a:pt x="684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62"/>
            <p:cNvSpPr/>
            <p:nvPr/>
          </p:nvSpPr>
          <p:spPr>
            <a:xfrm>
              <a:off x="3531150" y="3402675"/>
              <a:ext cx="216075" cy="314100"/>
            </a:xfrm>
            <a:custGeom>
              <a:avLst/>
              <a:gdLst/>
              <a:ahLst/>
              <a:cxnLst/>
              <a:rect l="l" t="t" r="r" b="b"/>
              <a:pathLst>
                <a:path w="8643" h="12564" extrusionOk="0">
                  <a:moveTo>
                    <a:pt x="6914" y="1"/>
                  </a:moveTo>
                  <a:cubicBezTo>
                    <a:pt x="5642" y="1"/>
                    <a:pt x="4169" y="1661"/>
                    <a:pt x="3466" y="2399"/>
                  </a:cubicBezTo>
                  <a:cubicBezTo>
                    <a:pt x="2522" y="3376"/>
                    <a:pt x="1511" y="4299"/>
                    <a:pt x="589" y="5309"/>
                  </a:cubicBezTo>
                  <a:cubicBezTo>
                    <a:pt x="301" y="5632"/>
                    <a:pt x="0" y="6042"/>
                    <a:pt x="145" y="6454"/>
                  </a:cubicBezTo>
                  <a:cubicBezTo>
                    <a:pt x="345" y="6264"/>
                    <a:pt x="511" y="6054"/>
                    <a:pt x="656" y="5820"/>
                  </a:cubicBezTo>
                  <a:lnTo>
                    <a:pt x="656" y="5820"/>
                  </a:lnTo>
                  <a:cubicBezTo>
                    <a:pt x="434" y="6376"/>
                    <a:pt x="134" y="7042"/>
                    <a:pt x="478" y="7864"/>
                  </a:cubicBezTo>
                  <a:cubicBezTo>
                    <a:pt x="567" y="7631"/>
                    <a:pt x="656" y="7398"/>
                    <a:pt x="756" y="7165"/>
                  </a:cubicBezTo>
                  <a:cubicBezTo>
                    <a:pt x="1078" y="8942"/>
                    <a:pt x="1723" y="10653"/>
                    <a:pt x="2644" y="12197"/>
                  </a:cubicBezTo>
                  <a:cubicBezTo>
                    <a:pt x="2700" y="12053"/>
                    <a:pt x="2755" y="11919"/>
                    <a:pt x="2811" y="11774"/>
                  </a:cubicBezTo>
                  <a:cubicBezTo>
                    <a:pt x="3056" y="12041"/>
                    <a:pt x="3300" y="12308"/>
                    <a:pt x="3544" y="12564"/>
                  </a:cubicBezTo>
                  <a:cubicBezTo>
                    <a:pt x="3633" y="12164"/>
                    <a:pt x="3711" y="11764"/>
                    <a:pt x="3799" y="11364"/>
                  </a:cubicBezTo>
                  <a:cubicBezTo>
                    <a:pt x="4133" y="11486"/>
                    <a:pt x="4466" y="11597"/>
                    <a:pt x="4799" y="11719"/>
                  </a:cubicBezTo>
                  <a:cubicBezTo>
                    <a:pt x="4799" y="11508"/>
                    <a:pt x="4789" y="11308"/>
                    <a:pt x="4789" y="11097"/>
                  </a:cubicBezTo>
                  <a:lnTo>
                    <a:pt x="4789" y="11097"/>
                  </a:lnTo>
                  <a:cubicBezTo>
                    <a:pt x="5166" y="11208"/>
                    <a:pt x="5532" y="11319"/>
                    <a:pt x="5910" y="11431"/>
                  </a:cubicBezTo>
                  <a:cubicBezTo>
                    <a:pt x="4910" y="10031"/>
                    <a:pt x="4011" y="8553"/>
                    <a:pt x="3244" y="7020"/>
                  </a:cubicBezTo>
                  <a:cubicBezTo>
                    <a:pt x="4621" y="6432"/>
                    <a:pt x="5877" y="5543"/>
                    <a:pt x="6888" y="4432"/>
                  </a:cubicBezTo>
                  <a:lnTo>
                    <a:pt x="6888" y="4432"/>
                  </a:lnTo>
                  <a:cubicBezTo>
                    <a:pt x="6821" y="4721"/>
                    <a:pt x="6833" y="5032"/>
                    <a:pt x="6921" y="5309"/>
                  </a:cubicBezTo>
                  <a:cubicBezTo>
                    <a:pt x="7554" y="4509"/>
                    <a:pt x="8210" y="3677"/>
                    <a:pt x="8454" y="2677"/>
                  </a:cubicBezTo>
                  <a:cubicBezTo>
                    <a:pt x="8643" y="1899"/>
                    <a:pt x="8443" y="966"/>
                    <a:pt x="7865" y="399"/>
                  </a:cubicBezTo>
                  <a:cubicBezTo>
                    <a:pt x="7574" y="117"/>
                    <a:pt x="7251" y="1"/>
                    <a:pt x="691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62"/>
            <p:cNvSpPr/>
            <p:nvPr/>
          </p:nvSpPr>
          <p:spPr>
            <a:xfrm>
              <a:off x="3658075" y="3445975"/>
              <a:ext cx="15275" cy="14200"/>
            </a:xfrm>
            <a:custGeom>
              <a:avLst/>
              <a:gdLst/>
              <a:ahLst/>
              <a:cxnLst/>
              <a:rect l="l" t="t" r="r" b="b"/>
              <a:pathLst>
                <a:path w="611" h="568" extrusionOk="0">
                  <a:moveTo>
                    <a:pt x="611" y="0"/>
                  </a:moveTo>
                  <a:cubicBezTo>
                    <a:pt x="467" y="45"/>
                    <a:pt x="356" y="133"/>
                    <a:pt x="255" y="222"/>
                  </a:cubicBezTo>
                  <a:cubicBezTo>
                    <a:pt x="144" y="323"/>
                    <a:pt x="55" y="422"/>
                    <a:pt x="0" y="567"/>
                  </a:cubicBezTo>
                  <a:cubicBezTo>
                    <a:pt x="144" y="523"/>
                    <a:pt x="255" y="434"/>
                    <a:pt x="356" y="345"/>
                  </a:cubicBezTo>
                  <a:cubicBezTo>
                    <a:pt x="455" y="244"/>
                    <a:pt x="556" y="145"/>
                    <a:pt x="6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62"/>
            <p:cNvSpPr/>
            <p:nvPr/>
          </p:nvSpPr>
          <p:spPr>
            <a:xfrm>
              <a:off x="3679725" y="3478475"/>
              <a:ext cx="9750" cy="11675"/>
            </a:xfrm>
            <a:custGeom>
              <a:avLst/>
              <a:gdLst/>
              <a:ahLst/>
              <a:cxnLst/>
              <a:rect l="l" t="t" r="r" b="b"/>
              <a:pathLst>
                <a:path w="390" h="467" extrusionOk="0">
                  <a:moveTo>
                    <a:pt x="389" y="0"/>
                  </a:moveTo>
                  <a:lnTo>
                    <a:pt x="389" y="0"/>
                  </a:lnTo>
                  <a:cubicBezTo>
                    <a:pt x="278" y="45"/>
                    <a:pt x="201" y="111"/>
                    <a:pt x="134" y="189"/>
                  </a:cubicBezTo>
                  <a:cubicBezTo>
                    <a:pt x="78" y="267"/>
                    <a:pt x="23" y="344"/>
                    <a:pt x="1" y="467"/>
                  </a:cubicBezTo>
                  <a:cubicBezTo>
                    <a:pt x="112" y="433"/>
                    <a:pt x="189" y="356"/>
                    <a:pt x="256" y="289"/>
                  </a:cubicBezTo>
                  <a:cubicBezTo>
                    <a:pt x="323" y="211"/>
                    <a:pt x="379" y="122"/>
                    <a:pt x="389"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62"/>
            <p:cNvSpPr/>
            <p:nvPr/>
          </p:nvSpPr>
          <p:spPr>
            <a:xfrm>
              <a:off x="3605300" y="3493175"/>
              <a:ext cx="6950" cy="9475"/>
            </a:xfrm>
            <a:custGeom>
              <a:avLst/>
              <a:gdLst/>
              <a:ahLst/>
              <a:cxnLst/>
              <a:rect l="l" t="t" r="r" b="b"/>
              <a:pathLst>
                <a:path w="278" h="379" extrusionOk="0">
                  <a:moveTo>
                    <a:pt x="267" y="1"/>
                  </a:moveTo>
                  <a:lnTo>
                    <a:pt x="267" y="1"/>
                  </a:lnTo>
                  <a:cubicBezTo>
                    <a:pt x="178" y="34"/>
                    <a:pt x="122" y="79"/>
                    <a:pt x="78" y="145"/>
                  </a:cubicBezTo>
                  <a:cubicBezTo>
                    <a:pt x="34" y="212"/>
                    <a:pt x="1" y="279"/>
                    <a:pt x="11" y="378"/>
                  </a:cubicBezTo>
                  <a:cubicBezTo>
                    <a:pt x="100" y="345"/>
                    <a:pt x="156" y="301"/>
                    <a:pt x="201" y="234"/>
                  </a:cubicBezTo>
                  <a:cubicBezTo>
                    <a:pt x="245" y="168"/>
                    <a:pt x="278" y="101"/>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62"/>
            <p:cNvSpPr/>
            <p:nvPr/>
          </p:nvSpPr>
          <p:spPr>
            <a:xfrm>
              <a:off x="3591425" y="3521500"/>
              <a:ext cx="12500" cy="16975"/>
            </a:xfrm>
            <a:custGeom>
              <a:avLst/>
              <a:gdLst/>
              <a:ahLst/>
              <a:cxnLst/>
              <a:rect l="l" t="t" r="r" b="b"/>
              <a:pathLst>
                <a:path w="500" h="679" extrusionOk="0">
                  <a:moveTo>
                    <a:pt x="500" y="1"/>
                  </a:moveTo>
                  <a:lnTo>
                    <a:pt x="500" y="1"/>
                  </a:lnTo>
                  <a:cubicBezTo>
                    <a:pt x="366" y="79"/>
                    <a:pt x="278" y="178"/>
                    <a:pt x="189" y="290"/>
                  </a:cubicBezTo>
                  <a:cubicBezTo>
                    <a:pt x="111" y="401"/>
                    <a:pt x="33" y="523"/>
                    <a:pt x="0" y="679"/>
                  </a:cubicBezTo>
                  <a:cubicBezTo>
                    <a:pt x="134" y="601"/>
                    <a:pt x="233" y="501"/>
                    <a:pt x="322" y="390"/>
                  </a:cubicBezTo>
                  <a:cubicBezTo>
                    <a:pt x="400" y="267"/>
                    <a:pt x="467" y="146"/>
                    <a:pt x="5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62"/>
            <p:cNvSpPr/>
            <p:nvPr/>
          </p:nvSpPr>
          <p:spPr>
            <a:xfrm>
              <a:off x="3570300" y="3529825"/>
              <a:ext cx="9750" cy="15325"/>
            </a:xfrm>
            <a:custGeom>
              <a:avLst/>
              <a:gdLst/>
              <a:ahLst/>
              <a:cxnLst/>
              <a:rect l="l" t="t" r="r" b="b"/>
              <a:pathLst>
                <a:path w="390" h="613" extrusionOk="0">
                  <a:moveTo>
                    <a:pt x="389" y="1"/>
                  </a:moveTo>
                  <a:lnTo>
                    <a:pt x="389" y="1"/>
                  </a:lnTo>
                  <a:cubicBezTo>
                    <a:pt x="268" y="68"/>
                    <a:pt x="189" y="168"/>
                    <a:pt x="134" y="268"/>
                  </a:cubicBezTo>
                  <a:cubicBezTo>
                    <a:pt x="68" y="368"/>
                    <a:pt x="12" y="479"/>
                    <a:pt x="1" y="612"/>
                  </a:cubicBezTo>
                  <a:cubicBezTo>
                    <a:pt x="123" y="546"/>
                    <a:pt x="201" y="445"/>
                    <a:pt x="268" y="346"/>
                  </a:cubicBezTo>
                  <a:cubicBezTo>
                    <a:pt x="323" y="245"/>
                    <a:pt x="379" y="134"/>
                    <a:pt x="38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62"/>
            <p:cNvSpPr/>
            <p:nvPr/>
          </p:nvSpPr>
          <p:spPr>
            <a:xfrm>
              <a:off x="3563650" y="3565125"/>
              <a:ext cx="4175" cy="14725"/>
            </a:xfrm>
            <a:custGeom>
              <a:avLst/>
              <a:gdLst/>
              <a:ahLst/>
              <a:cxnLst/>
              <a:rect l="l" t="t" r="r" b="b"/>
              <a:pathLst>
                <a:path w="167" h="589" extrusionOk="0">
                  <a:moveTo>
                    <a:pt x="111" y="0"/>
                  </a:moveTo>
                  <a:cubicBezTo>
                    <a:pt x="45" y="89"/>
                    <a:pt x="23" y="189"/>
                    <a:pt x="0" y="289"/>
                  </a:cubicBezTo>
                  <a:cubicBezTo>
                    <a:pt x="0" y="389"/>
                    <a:pt x="0" y="489"/>
                    <a:pt x="55" y="589"/>
                  </a:cubicBezTo>
                  <a:cubicBezTo>
                    <a:pt x="122" y="500"/>
                    <a:pt x="144" y="400"/>
                    <a:pt x="167" y="300"/>
                  </a:cubicBezTo>
                  <a:cubicBezTo>
                    <a:pt x="167" y="200"/>
                    <a:pt x="167" y="100"/>
                    <a:pt x="1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62"/>
            <p:cNvSpPr/>
            <p:nvPr/>
          </p:nvSpPr>
          <p:spPr>
            <a:xfrm>
              <a:off x="3669175" y="2991625"/>
              <a:ext cx="230550" cy="525200"/>
            </a:xfrm>
            <a:custGeom>
              <a:avLst/>
              <a:gdLst/>
              <a:ahLst/>
              <a:cxnLst/>
              <a:rect l="l" t="t" r="r" b="b"/>
              <a:pathLst>
                <a:path w="9222" h="21008" extrusionOk="0">
                  <a:moveTo>
                    <a:pt x="6032" y="20995"/>
                  </a:moveTo>
                  <a:cubicBezTo>
                    <a:pt x="6032" y="20996"/>
                    <a:pt x="6032" y="20996"/>
                    <a:pt x="6032" y="20996"/>
                  </a:cubicBezTo>
                  <a:cubicBezTo>
                    <a:pt x="6032" y="20996"/>
                    <a:pt x="6032" y="20996"/>
                    <a:pt x="6032" y="20995"/>
                  </a:cubicBezTo>
                  <a:close/>
                  <a:moveTo>
                    <a:pt x="2744" y="0"/>
                  </a:moveTo>
                  <a:cubicBezTo>
                    <a:pt x="2966" y="167"/>
                    <a:pt x="3166" y="367"/>
                    <a:pt x="3333" y="600"/>
                  </a:cubicBezTo>
                  <a:cubicBezTo>
                    <a:pt x="3323" y="600"/>
                    <a:pt x="3312" y="600"/>
                    <a:pt x="3302" y="600"/>
                  </a:cubicBezTo>
                  <a:cubicBezTo>
                    <a:pt x="2701" y="600"/>
                    <a:pt x="2105" y="897"/>
                    <a:pt x="1756" y="1389"/>
                  </a:cubicBezTo>
                  <a:cubicBezTo>
                    <a:pt x="2018" y="1304"/>
                    <a:pt x="2191" y="1284"/>
                    <a:pt x="2337" y="1284"/>
                  </a:cubicBezTo>
                  <a:cubicBezTo>
                    <a:pt x="2382" y="1284"/>
                    <a:pt x="2425" y="1286"/>
                    <a:pt x="2467" y="1289"/>
                  </a:cubicBezTo>
                  <a:cubicBezTo>
                    <a:pt x="1767" y="2377"/>
                    <a:pt x="1433" y="3989"/>
                    <a:pt x="1289" y="5255"/>
                  </a:cubicBezTo>
                  <a:cubicBezTo>
                    <a:pt x="1122" y="6677"/>
                    <a:pt x="856" y="8087"/>
                    <a:pt x="722" y="9521"/>
                  </a:cubicBezTo>
                  <a:cubicBezTo>
                    <a:pt x="956" y="9354"/>
                    <a:pt x="1189" y="9198"/>
                    <a:pt x="1423" y="9043"/>
                  </a:cubicBezTo>
                  <a:lnTo>
                    <a:pt x="1423" y="9043"/>
                  </a:lnTo>
                  <a:cubicBezTo>
                    <a:pt x="789" y="11076"/>
                    <a:pt x="290" y="13131"/>
                    <a:pt x="134" y="15253"/>
                  </a:cubicBezTo>
                  <a:cubicBezTo>
                    <a:pt x="1" y="17141"/>
                    <a:pt x="645" y="19085"/>
                    <a:pt x="1944" y="20474"/>
                  </a:cubicBezTo>
                  <a:cubicBezTo>
                    <a:pt x="2000" y="20285"/>
                    <a:pt x="2045" y="20107"/>
                    <a:pt x="2100" y="19919"/>
                  </a:cubicBezTo>
                  <a:cubicBezTo>
                    <a:pt x="2556" y="20196"/>
                    <a:pt x="2956" y="20574"/>
                    <a:pt x="3267" y="21007"/>
                  </a:cubicBezTo>
                  <a:cubicBezTo>
                    <a:pt x="3511" y="20741"/>
                    <a:pt x="3788" y="20496"/>
                    <a:pt x="4099" y="20296"/>
                  </a:cubicBezTo>
                  <a:cubicBezTo>
                    <a:pt x="4311" y="20407"/>
                    <a:pt x="4277" y="20796"/>
                    <a:pt x="4511" y="20840"/>
                  </a:cubicBezTo>
                  <a:cubicBezTo>
                    <a:pt x="4525" y="20844"/>
                    <a:pt x="4539" y="20845"/>
                    <a:pt x="4554" y="20845"/>
                  </a:cubicBezTo>
                  <a:cubicBezTo>
                    <a:pt x="4631" y="20845"/>
                    <a:pt x="4712" y="20800"/>
                    <a:pt x="4778" y="20763"/>
                  </a:cubicBezTo>
                  <a:cubicBezTo>
                    <a:pt x="5099" y="20563"/>
                    <a:pt x="5410" y="20351"/>
                    <a:pt x="5711" y="20129"/>
                  </a:cubicBezTo>
                  <a:cubicBezTo>
                    <a:pt x="5866" y="20396"/>
                    <a:pt x="5966" y="20696"/>
                    <a:pt x="6032" y="20995"/>
                  </a:cubicBezTo>
                  <a:lnTo>
                    <a:pt x="6032" y="20995"/>
                  </a:lnTo>
                  <a:cubicBezTo>
                    <a:pt x="6027" y="20958"/>
                    <a:pt x="6966" y="20207"/>
                    <a:pt x="7066" y="20107"/>
                  </a:cubicBezTo>
                  <a:cubicBezTo>
                    <a:pt x="7388" y="19763"/>
                    <a:pt x="7676" y="19363"/>
                    <a:pt x="7910" y="18952"/>
                  </a:cubicBezTo>
                  <a:cubicBezTo>
                    <a:pt x="8321" y="18219"/>
                    <a:pt x="8732" y="17219"/>
                    <a:pt x="8732" y="16374"/>
                  </a:cubicBezTo>
                  <a:lnTo>
                    <a:pt x="9221" y="16863"/>
                  </a:lnTo>
                  <a:cubicBezTo>
                    <a:pt x="9098" y="14209"/>
                    <a:pt x="8666" y="11565"/>
                    <a:pt x="7943" y="9010"/>
                  </a:cubicBezTo>
                  <a:lnTo>
                    <a:pt x="7943" y="9010"/>
                  </a:lnTo>
                  <a:cubicBezTo>
                    <a:pt x="8088" y="9087"/>
                    <a:pt x="8221" y="9176"/>
                    <a:pt x="8365" y="9265"/>
                  </a:cubicBezTo>
                  <a:cubicBezTo>
                    <a:pt x="8143" y="9121"/>
                    <a:pt x="8110" y="8410"/>
                    <a:pt x="8076" y="8188"/>
                  </a:cubicBezTo>
                  <a:cubicBezTo>
                    <a:pt x="7854" y="6832"/>
                    <a:pt x="7710" y="5155"/>
                    <a:pt x="7254" y="3677"/>
                  </a:cubicBezTo>
                  <a:cubicBezTo>
                    <a:pt x="6710" y="1911"/>
                    <a:pt x="5733" y="422"/>
                    <a:pt x="3677" y="89"/>
                  </a:cubicBezTo>
                  <a:cubicBezTo>
                    <a:pt x="3433" y="44"/>
                    <a:pt x="3077" y="0"/>
                    <a:pt x="2744"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62"/>
            <p:cNvSpPr/>
            <p:nvPr/>
          </p:nvSpPr>
          <p:spPr>
            <a:xfrm>
              <a:off x="3620850" y="3455725"/>
              <a:ext cx="62800" cy="131625"/>
            </a:xfrm>
            <a:custGeom>
              <a:avLst/>
              <a:gdLst/>
              <a:ahLst/>
              <a:cxnLst/>
              <a:rect l="l" t="t" r="r" b="b"/>
              <a:pathLst>
                <a:path w="2512" h="5265" extrusionOk="0">
                  <a:moveTo>
                    <a:pt x="550" y="1"/>
                  </a:moveTo>
                  <a:cubicBezTo>
                    <a:pt x="434" y="1"/>
                    <a:pt x="315" y="34"/>
                    <a:pt x="201" y="110"/>
                  </a:cubicBezTo>
                  <a:cubicBezTo>
                    <a:pt x="134" y="155"/>
                    <a:pt x="67" y="222"/>
                    <a:pt x="34" y="310"/>
                  </a:cubicBezTo>
                  <a:cubicBezTo>
                    <a:pt x="1" y="388"/>
                    <a:pt x="1" y="488"/>
                    <a:pt x="1" y="577"/>
                  </a:cubicBezTo>
                  <a:cubicBezTo>
                    <a:pt x="1" y="1432"/>
                    <a:pt x="1" y="2298"/>
                    <a:pt x="90" y="3154"/>
                  </a:cubicBezTo>
                  <a:cubicBezTo>
                    <a:pt x="90" y="3254"/>
                    <a:pt x="123" y="3387"/>
                    <a:pt x="211" y="3421"/>
                  </a:cubicBezTo>
                  <a:cubicBezTo>
                    <a:pt x="290" y="3443"/>
                    <a:pt x="389" y="3409"/>
                    <a:pt x="434" y="3488"/>
                  </a:cubicBezTo>
                  <a:cubicBezTo>
                    <a:pt x="467" y="3543"/>
                    <a:pt x="467" y="3643"/>
                    <a:pt x="500" y="3720"/>
                  </a:cubicBezTo>
                  <a:cubicBezTo>
                    <a:pt x="522" y="3799"/>
                    <a:pt x="545" y="3876"/>
                    <a:pt x="578" y="3954"/>
                  </a:cubicBezTo>
                  <a:cubicBezTo>
                    <a:pt x="589" y="3987"/>
                    <a:pt x="601" y="4021"/>
                    <a:pt x="623" y="4043"/>
                  </a:cubicBezTo>
                  <a:cubicBezTo>
                    <a:pt x="651" y="4064"/>
                    <a:pt x="684" y="4071"/>
                    <a:pt x="718" y="4071"/>
                  </a:cubicBezTo>
                  <a:cubicBezTo>
                    <a:pt x="738" y="4071"/>
                    <a:pt x="758" y="4069"/>
                    <a:pt x="778" y="4065"/>
                  </a:cubicBezTo>
                  <a:cubicBezTo>
                    <a:pt x="834" y="4054"/>
                    <a:pt x="878" y="4031"/>
                    <a:pt x="934" y="4031"/>
                  </a:cubicBezTo>
                  <a:cubicBezTo>
                    <a:pt x="956" y="4187"/>
                    <a:pt x="989" y="4354"/>
                    <a:pt x="1033" y="4510"/>
                  </a:cubicBezTo>
                  <a:cubicBezTo>
                    <a:pt x="1056" y="4576"/>
                    <a:pt x="1078" y="4631"/>
                    <a:pt x="1122" y="4687"/>
                  </a:cubicBezTo>
                  <a:cubicBezTo>
                    <a:pt x="1165" y="4736"/>
                    <a:pt x="1243" y="4745"/>
                    <a:pt x="1320" y="4745"/>
                  </a:cubicBezTo>
                  <a:cubicBezTo>
                    <a:pt x="1364" y="4745"/>
                    <a:pt x="1408" y="4742"/>
                    <a:pt x="1445" y="4742"/>
                  </a:cubicBezTo>
                  <a:cubicBezTo>
                    <a:pt x="1489" y="4742"/>
                    <a:pt x="1544" y="4732"/>
                    <a:pt x="1567" y="4687"/>
                  </a:cubicBezTo>
                  <a:lnTo>
                    <a:pt x="1567" y="4687"/>
                  </a:lnTo>
                  <a:cubicBezTo>
                    <a:pt x="1556" y="4853"/>
                    <a:pt x="1578" y="5031"/>
                    <a:pt x="1633" y="5187"/>
                  </a:cubicBezTo>
                  <a:cubicBezTo>
                    <a:pt x="1633" y="5209"/>
                    <a:pt x="1645" y="5231"/>
                    <a:pt x="1667" y="5253"/>
                  </a:cubicBezTo>
                  <a:cubicBezTo>
                    <a:pt x="1689" y="5265"/>
                    <a:pt x="1722" y="5265"/>
                    <a:pt x="1744" y="5265"/>
                  </a:cubicBezTo>
                  <a:cubicBezTo>
                    <a:pt x="1811" y="5253"/>
                    <a:pt x="1889" y="5253"/>
                    <a:pt x="1956" y="5243"/>
                  </a:cubicBezTo>
                  <a:cubicBezTo>
                    <a:pt x="2078" y="5231"/>
                    <a:pt x="2223" y="5209"/>
                    <a:pt x="2278" y="5087"/>
                  </a:cubicBezTo>
                  <a:cubicBezTo>
                    <a:pt x="2311" y="5031"/>
                    <a:pt x="2311" y="4965"/>
                    <a:pt x="2311" y="4898"/>
                  </a:cubicBezTo>
                  <a:cubicBezTo>
                    <a:pt x="2311" y="4698"/>
                    <a:pt x="2289" y="4520"/>
                    <a:pt x="2267" y="4320"/>
                  </a:cubicBezTo>
                  <a:cubicBezTo>
                    <a:pt x="2245" y="4132"/>
                    <a:pt x="2245" y="3920"/>
                    <a:pt x="2223" y="3720"/>
                  </a:cubicBezTo>
                  <a:cubicBezTo>
                    <a:pt x="2245" y="3599"/>
                    <a:pt x="2211" y="3432"/>
                    <a:pt x="2200" y="3298"/>
                  </a:cubicBezTo>
                  <a:cubicBezTo>
                    <a:pt x="2200" y="3243"/>
                    <a:pt x="2200" y="3187"/>
                    <a:pt x="2211" y="3143"/>
                  </a:cubicBezTo>
                  <a:cubicBezTo>
                    <a:pt x="2233" y="3043"/>
                    <a:pt x="2289" y="2965"/>
                    <a:pt x="2334" y="2888"/>
                  </a:cubicBezTo>
                  <a:cubicBezTo>
                    <a:pt x="2400" y="2765"/>
                    <a:pt x="2445" y="2643"/>
                    <a:pt x="2489" y="2521"/>
                  </a:cubicBezTo>
                  <a:cubicBezTo>
                    <a:pt x="2500" y="2476"/>
                    <a:pt x="2511" y="2421"/>
                    <a:pt x="2500" y="2377"/>
                  </a:cubicBezTo>
                  <a:cubicBezTo>
                    <a:pt x="2500" y="2321"/>
                    <a:pt x="2467" y="2276"/>
                    <a:pt x="2433" y="2243"/>
                  </a:cubicBezTo>
                  <a:lnTo>
                    <a:pt x="2267" y="2010"/>
                  </a:lnTo>
                  <a:cubicBezTo>
                    <a:pt x="2156" y="1843"/>
                    <a:pt x="2033" y="1676"/>
                    <a:pt x="1922" y="1510"/>
                  </a:cubicBezTo>
                  <a:cubicBezTo>
                    <a:pt x="1689" y="1177"/>
                    <a:pt x="1456" y="844"/>
                    <a:pt x="1267" y="488"/>
                  </a:cubicBezTo>
                  <a:cubicBezTo>
                    <a:pt x="1116" y="210"/>
                    <a:pt x="841" y="1"/>
                    <a:pt x="55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62"/>
            <p:cNvSpPr/>
            <p:nvPr/>
          </p:nvSpPr>
          <p:spPr>
            <a:xfrm>
              <a:off x="3670300" y="3508475"/>
              <a:ext cx="6400" cy="36675"/>
            </a:xfrm>
            <a:custGeom>
              <a:avLst/>
              <a:gdLst/>
              <a:ahLst/>
              <a:cxnLst/>
              <a:rect l="l" t="t" r="r" b="b"/>
              <a:pathLst>
                <a:path w="256" h="1467" extrusionOk="0">
                  <a:moveTo>
                    <a:pt x="0" y="0"/>
                  </a:moveTo>
                  <a:lnTo>
                    <a:pt x="245" y="1466"/>
                  </a:lnTo>
                  <a:cubicBezTo>
                    <a:pt x="255" y="1210"/>
                    <a:pt x="233" y="966"/>
                    <a:pt x="200" y="722"/>
                  </a:cubicBezTo>
                  <a:cubicBezTo>
                    <a:pt x="156" y="477"/>
                    <a:pt x="100" y="233"/>
                    <a:pt x="0"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62"/>
            <p:cNvSpPr/>
            <p:nvPr/>
          </p:nvSpPr>
          <p:spPr>
            <a:xfrm>
              <a:off x="3655850" y="3538175"/>
              <a:ext cx="4175" cy="38350"/>
            </a:xfrm>
            <a:custGeom>
              <a:avLst/>
              <a:gdLst/>
              <a:ahLst/>
              <a:cxnLst/>
              <a:rect l="l" t="t" r="r" b="b"/>
              <a:pathLst>
                <a:path w="167" h="1534" extrusionOk="0">
                  <a:moveTo>
                    <a:pt x="11" y="0"/>
                  </a:moveTo>
                  <a:cubicBezTo>
                    <a:pt x="1" y="256"/>
                    <a:pt x="23" y="511"/>
                    <a:pt x="45" y="767"/>
                  </a:cubicBezTo>
                  <a:cubicBezTo>
                    <a:pt x="78" y="1022"/>
                    <a:pt x="112" y="1278"/>
                    <a:pt x="167" y="1533"/>
                  </a:cubicBezTo>
                  <a:cubicBezTo>
                    <a:pt x="167" y="1278"/>
                    <a:pt x="144" y="1022"/>
                    <a:pt x="122" y="767"/>
                  </a:cubicBezTo>
                  <a:cubicBezTo>
                    <a:pt x="89" y="511"/>
                    <a:pt x="67" y="256"/>
                    <a:pt x="1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62"/>
            <p:cNvSpPr/>
            <p:nvPr/>
          </p:nvSpPr>
          <p:spPr>
            <a:xfrm>
              <a:off x="3641400" y="3536500"/>
              <a:ext cx="3375" cy="22525"/>
            </a:xfrm>
            <a:custGeom>
              <a:avLst/>
              <a:gdLst/>
              <a:ahLst/>
              <a:cxnLst/>
              <a:rect l="l" t="t" r="r" b="b"/>
              <a:pathLst>
                <a:path w="135" h="901" extrusionOk="0">
                  <a:moveTo>
                    <a:pt x="12" y="1"/>
                  </a:moveTo>
                  <a:cubicBezTo>
                    <a:pt x="1" y="145"/>
                    <a:pt x="12" y="301"/>
                    <a:pt x="34" y="456"/>
                  </a:cubicBezTo>
                  <a:cubicBezTo>
                    <a:pt x="56" y="600"/>
                    <a:pt x="78" y="756"/>
                    <a:pt x="123" y="901"/>
                  </a:cubicBezTo>
                  <a:cubicBezTo>
                    <a:pt x="134" y="745"/>
                    <a:pt x="123" y="590"/>
                    <a:pt x="112" y="445"/>
                  </a:cubicBezTo>
                  <a:cubicBezTo>
                    <a:pt x="78" y="289"/>
                    <a:pt x="68" y="145"/>
                    <a:pt x="12"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62"/>
            <p:cNvSpPr/>
            <p:nvPr/>
          </p:nvSpPr>
          <p:spPr>
            <a:xfrm>
              <a:off x="3629450" y="3533450"/>
              <a:ext cx="2550" cy="10025"/>
            </a:xfrm>
            <a:custGeom>
              <a:avLst/>
              <a:gdLst/>
              <a:ahLst/>
              <a:cxnLst/>
              <a:rect l="l" t="t" r="r" b="b"/>
              <a:pathLst>
                <a:path w="102" h="401" extrusionOk="0">
                  <a:moveTo>
                    <a:pt x="34" y="1"/>
                  </a:moveTo>
                  <a:cubicBezTo>
                    <a:pt x="1" y="67"/>
                    <a:pt x="12" y="134"/>
                    <a:pt x="12" y="201"/>
                  </a:cubicBezTo>
                  <a:cubicBezTo>
                    <a:pt x="23" y="267"/>
                    <a:pt x="45" y="345"/>
                    <a:pt x="90" y="401"/>
                  </a:cubicBezTo>
                  <a:cubicBezTo>
                    <a:pt x="101" y="323"/>
                    <a:pt x="90" y="256"/>
                    <a:pt x="90" y="201"/>
                  </a:cubicBezTo>
                  <a:cubicBezTo>
                    <a:pt x="79" y="134"/>
                    <a:pt x="67" y="67"/>
                    <a:pt x="34"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62"/>
            <p:cNvSpPr/>
            <p:nvPr/>
          </p:nvSpPr>
          <p:spPr>
            <a:xfrm>
              <a:off x="3596675" y="3156525"/>
              <a:ext cx="131425" cy="341125"/>
            </a:xfrm>
            <a:custGeom>
              <a:avLst/>
              <a:gdLst/>
              <a:ahLst/>
              <a:cxnLst/>
              <a:rect l="l" t="t" r="r" b="b"/>
              <a:pathLst>
                <a:path w="5257" h="13645" extrusionOk="0">
                  <a:moveTo>
                    <a:pt x="4715" y="0"/>
                  </a:moveTo>
                  <a:cubicBezTo>
                    <a:pt x="4677" y="0"/>
                    <a:pt x="4635" y="5"/>
                    <a:pt x="4589" y="14"/>
                  </a:cubicBezTo>
                  <a:cubicBezTo>
                    <a:pt x="4200" y="81"/>
                    <a:pt x="3812" y="914"/>
                    <a:pt x="3622" y="1225"/>
                  </a:cubicBezTo>
                  <a:cubicBezTo>
                    <a:pt x="2489" y="3113"/>
                    <a:pt x="1112" y="4635"/>
                    <a:pt x="1" y="6546"/>
                  </a:cubicBezTo>
                  <a:cubicBezTo>
                    <a:pt x="30" y="6551"/>
                    <a:pt x="59" y="6554"/>
                    <a:pt x="89" y="6554"/>
                  </a:cubicBezTo>
                  <a:cubicBezTo>
                    <a:pt x="250" y="6554"/>
                    <a:pt x="409" y="6480"/>
                    <a:pt x="512" y="6357"/>
                  </a:cubicBezTo>
                  <a:lnTo>
                    <a:pt x="512" y="6357"/>
                  </a:lnTo>
                  <a:cubicBezTo>
                    <a:pt x="523" y="8423"/>
                    <a:pt x="301" y="11489"/>
                    <a:pt x="612" y="13644"/>
                  </a:cubicBezTo>
                  <a:cubicBezTo>
                    <a:pt x="723" y="13422"/>
                    <a:pt x="1045" y="12789"/>
                    <a:pt x="1156" y="12567"/>
                  </a:cubicBezTo>
                  <a:cubicBezTo>
                    <a:pt x="1234" y="12733"/>
                    <a:pt x="1345" y="12900"/>
                    <a:pt x="1467" y="13034"/>
                  </a:cubicBezTo>
                  <a:cubicBezTo>
                    <a:pt x="1489" y="12856"/>
                    <a:pt x="1556" y="12678"/>
                    <a:pt x="1645" y="12523"/>
                  </a:cubicBezTo>
                  <a:cubicBezTo>
                    <a:pt x="1867" y="12723"/>
                    <a:pt x="2112" y="12900"/>
                    <a:pt x="2356" y="13044"/>
                  </a:cubicBezTo>
                  <a:cubicBezTo>
                    <a:pt x="2301" y="12656"/>
                    <a:pt x="2234" y="12267"/>
                    <a:pt x="2168" y="11867"/>
                  </a:cubicBezTo>
                  <a:lnTo>
                    <a:pt x="2168" y="11867"/>
                  </a:lnTo>
                  <a:cubicBezTo>
                    <a:pt x="2368" y="12111"/>
                    <a:pt x="2623" y="12289"/>
                    <a:pt x="2901" y="12389"/>
                  </a:cubicBezTo>
                  <a:lnTo>
                    <a:pt x="2101" y="8257"/>
                  </a:lnTo>
                  <a:lnTo>
                    <a:pt x="2101" y="8257"/>
                  </a:lnTo>
                  <a:cubicBezTo>
                    <a:pt x="2212" y="8390"/>
                    <a:pt x="2312" y="8512"/>
                    <a:pt x="2423" y="8645"/>
                  </a:cubicBezTo>
                  <a:cubicBezTo>
                    <a:pt x="2279" y="8035"/>
                    <a:pt x="2145" y="7423"/>
                    <a:pt x="2012" y="6813"/>
                  </a:cubicBezTo>
                  <a:cubicBezTo>
                    <a:pt x="1968" y="6624"/>
                    <a:pt x="1934" y="6435"/>
                    <a:pt x="1956" y="6246"/>
                  </a:cubicBezTo>
                  <a:cubicBezTo>
                    <a:pt x="1978" y="6035"/>
                    <a:pt x="2067" y="5846"/>
                    <a:pt x="2168" y="5668"/>
                  </a:cubicBezTo>
                  <a:cubicBezTo>
                    <a:pt x="2501" y="5013"/>
                    <a:pt x="2834" y="4357"/>
                    <a:pt x="3156" y="3713"/>
                  </a:cubicBezTo>
                  <a:cubicBezTo>
                    <a:pt x="3167" y="4024"/>
                    <a:pt x="3167" y="4324"/>
                    <a:pt x="3167" y="4635"/>
                  </a:cubicBezTo>
                  <a:cubicBezTo>
                    <a:pt x="3634" y="3446"/>
                    <a:pt x="4178" y="2291"/>
                    <a:pt x="4800" y="1180"/>
                  </a:cubicBezTo>
                  <a:cubicBezTo>
                    <a:pt x="4945" y="921"/>
                    <a:pt x="5256" y="0"/>
                    <a:pt x="471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62"/>
            <p:cNvSpPr/>
            <p:nvPr/>
          </p:nvSpPr>
          <p:spPr>
            <a:xfrm>
              <a:off x="3611975" y="3362925"/>
              <a:ext cx="59725" cy="134725"/>
            </a:xfrm>
            <a:custGeom>
              <a:avLst/>
              <a:gdLst/>
              <a:ahLst/>
              <a:cxnLst/>
              <a:rect l="l" t="t" r="r" b="b"/>
              <a:pathLst>
                <a:path w="2389" h="5389" extrusionOk="0">
                  <a:moveTo>
                    <a:pt x="1489" y="1"/>
                  </a:moveTo>
                  <a:lnTo>
                    <a:pt x="1489" y="1"/>
                  </a:lnTo>
                  <a:cubicBezTo>
                    <a:pt x="1600" y="700"/>
                    <a:pt x="1711" y="1389"/>
                    <a:pt x="1833" y="2078"/>
                  </a:cubicBezTo>
                  <a:cubicBezTo>
                    <a:pt x="1947" y="2730"/>
                    <a:pt x="2071" y="3373"/>
                    <a:pt x="2195" y="4014"/>
                  </a:cubicBezTo>
                  <a:lnTo>
                    <a:pt x="2195" y="4014"/>
                  </a:lnTo>
                  <a:cubicBezTo>
                    <a:pt x="1970" y="3910"/>
                    <a:pt x="1772" y="3754"/>
                    <a:pt x="1622" y="3566"/>
                  </a:cubicBezTo>
                  <a:lnTo>
                    <a:pt x="1433" y="3356"/>
                  </a:lnTo>
                  <a:lnTo>
                    <a:pt x="1433" y="3356"/>
                  </a:lnTo>
                  <a:lnTo>
                    <a:pt x="1477" y="3633"/>
                  </a:lnTo>
                  <a:lnTo>
                    <a:pt x="1650" y="4640"/>
                  </a:lnTo>
                  <a:lnTo>
                    <a:pt x="1650" y="4640"/>
                  </a:lnTo>
                  <a:cubicBezTo>
                    <a:pt x="1448" y="4516"/>
                    <a:pt x="1259" y="4376"/>
                    <a:pt x="1077" y="4222"/>
                  </a:cubicBezTo>
                  <a:lnTo>
                    <a:pt x="1022" y="4178"/>
                  </a:lnTo>
                  <a:lnTo>
                    <a:pt x="989" y="4233"/>
                  </a:lnTo>
                  <a:cubicBezTo>
                    <a:pt x="908" y="4369"/>
                    <a:pt x="855" y="4519"/>
                    <a:pt x="821" y="4672"/>
                  </a:cubicBezTo>
                  <a:lnTo>
                    <a:pt x="821" y="4672"/>
                  </a:lnTo>
                  <a:cubicBezTo>
                    <a:pt x="729" y="4555"/>
                    <a:pt x="650" y="4435"/>
                    <a:pt x="578" y="4300"/>
                  </a:cubicBezTo>
                  <a:lnTo>
                    <a:pt x="544" y="4222"/>
                  </a:lnTo>
                  <a:lnTo>
                    <a:pt x="511" y="4289"/>
                  </a:lnTo>
                  <a:cubicBezTo>
                    <a:pt x="344" y="4655"/>
                    <a:pt x="166" y="5022"/>
                    <a:pt x="0" y="5388"/>
                  </a:cubicBezTo>
                  <a:lnTo>
                    <a:pt x="0" y="5388"/>
                  </a:lnTo>
                  <a:cubicBezTo>
                    <a:pt x="188" y="5054"/>
                    <a:pt x="366" y="4719"/>
                    <a:pt x="544" y="4394"/>
                  </a:cubicBezTo>
                  <a:lnTo>
                    <a:pt x="544" y="4394"/>
                  </a:lnTo>
                  <a:cubicBezTo>
                    <a:pt x="617" y="4545"/>
                    <a:pt x="706" y="4686"/>
                    <a:pt x="811" y="4811"/>
                  </a:cubicBezTo>
                  <a:lnTo>
                    <a:pt x="877" y="4889"/>
                  </a:lnTo>
                  <a:lnTo>
                    <a:pt x="900" y="4788"/>
                  </a:lnTo>
                  <a:cubicBezTo>
                    <a:pt x="929" y="4636"/>
                    <a:pt x="982" y="4492"/>
                    <a:pt x="1053" y="4362"/>
                  </a:cubicBezTo>
                  <a:lnTo>
                    <a:pt x="1053" y="4362"/>
                  </a:lnTo>
                  <a:cubicBezTo>
                    <a:pt x="1251" y="4551"/>
                    <a:pt x="1476" y="4711"/>
                    <a:pt x="1711" y="4844"/>
                  </a:cubicBezTo>
                  <a:lnTo>
                    <a:pt x="1844" y="4922"/>
                  </a:lnTo>
                  <a:lnTo>
                    <a:pt x="1822" y="4778"/>
                  </a:lnTo>
                  <a:lnTo>
                    <a:pt x="1673" y="3850"/>
                  </a:lnTo>
                  <a:lnTo>
                    <a:pt x="1673" y="3850"/>
                  </a:lnTo>
                  <a:cubicBezTo>
                    <a:pt x="1844" y="4006"/>
                    <a:pt x="2046" y="4129"/>
                    <a:pt x="2267" y="4211"/>
                  </a:cubicBezTo>
                  <a:lnTo>
                    <a:pt x="2388" y="4255"/>
                  </a:lnTo>
                  <a:lnTo>
                    <a:pt x="2366" y="4122"/>
                  </a:lnTo>
                  <a:cubicBezTo>
                    <a:pt x="2222" y="3433"/>
                    <a:pt x="2099" y="2744"/>
                    <a:pt x="1944" y="2056"/>
                  </a:cubicBezTo>
                  <a:cubicBezTo>
                    <a:pt x="1800" y="1378"/>
                    <a:pt x="1655" y="690"/>
                    <a:pt x="148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62"/>
            <p:cNvSpPr/>
            <p:nvPr/>
          </p:nvSpPr>
          <p:spPr>
            <a:xfrm>
              <a:off x="3880250" y="3455725"/>
              <a:ext cx="62800" cy="131625"/>
            </a:xfrm>
            <a:custGeom>
              <a:avLst/>
              <a:gdLst/>
              <a:ahLst/>
              <a:cxnLst/>
              <a:rect l="l" t="t" r="r" b="b"/>
              <a:pathLst>
                <a:path w="2512" h="5265" extrusionOk="0">
                  <a:moveTo>
                    <a:pt x="1966" y="1"/>
                  </a:moveTo>
                  <a:cubicBezTo>
                    <a:pt x="1677" y="1"/>
                    <a:pt x="1398" y="210"/>
                    <a:pt x="1255" y="488"/>
                  </a:cubicBezTo>
                  <a:cubicBezTo>
                    <a:pt x="1055" y="844"/>
                    <a:pt x="833" y="1177"/>
                    <a:pt x="600" y="1510"/>
                  </a:cubicBezTo>
                  <a:cubicBezTo>
                    <a:pt x="478" y="1676"/>
                    <a:pt x="367" y="1843"/>
                    <a:pt x="245" y="2010"/>
                  </a:cubicBezTo>
                  <a:lnTo>
                    <a:pt x="78" y="2243"/>
                  </a:lnTo>
                  <a:cubicBezTo>
                    <a:pt x="45" y="2276"/>
                    <a:pt x="23" y="2321"/>
                    <a:pt x="11" y="2377"/>
                  </a:cubicBezTo>
                  <a:cubicBezTo>
                    <a:pt x="0" y="2421"/>
                    <a:pt x="11" y="2476"/>
                    <a:pt x="33" y="2521"/>
                  </a:cubicBezTo>
                  <a:cubicBezTo>
                    <a:pt x="67" y="2643"/>
                    <a:pt x="122" y="2765"/>
                    <a:pt x="189" y="2888"/>
                  </a:cubicBezTo>
                  <a:cubicBezTo>
                    <a:pt x="233" y="2965"/>
                    <a:pt x="289" y="3043"/>
                    <a:pt x="300" y="3143"/>
                  </a:cubicBezTo>
                  <a:cubicBezTo>
                    <a:pt x="311" y="3187"/>
                    <a:pt x="311" y="3243"/>
                    <a:pt x="311" y="3298"/>
                  </a:cubicBezTo>
                  <a:cubicBezTo>
                    <a:pt x="311" y="3432"/>
                    <a:pt x="278" y="3599"/>
                    <a:pt x="289" y="3720"/>
                  </a:cubicBezTo>
                  <a:cubicBezTo>
                    <a:pt x="278" y="3920"/>
                    <a:pt x="278" y="4132"/>
                    <a:pt x="255" y="4320"/>
                  </a:cubicBezTo>
                  <a:cubicBezTo>
                    <a:pt x="233" y="4520"/>
                    <a:pt x="200" y="4698"/>
                    <a:pt x="200" y="4898"/>
                  </a:cubicBezTo>
                  <a:cubicBezTo>
                    <a:pt x="200" y="4965"/>
                    <a:pt x="200" y="5031"/>
                    <a:pt x="233" y="5087"/>
                  </a:cubicBezTo>
                  <a:cubicBezTo>
                    <a:pt x="289" y="5209"/>
                    <a:pt x="445" y="5231"/>
                    <a:pt x="567" y="5243"/>
                  </a:cubicBezTo>
                  <a:cubicBezTo>
                    <a:pt x="633" y="5253"/>
                    <a:pt x="700" y="5253"/>
                    <a:pt x="767" y="5265"/>
                  </a:cubicBezTo>
                  <a:cubicBezTo>
                    <a:pt x="800" y="5265"/>
                    <a:pt x="822" y="5265"/>
                    <a:pt x="845" y="5253"/>
                  </a:cubicBezTo>
                  <a:cubicBezTo>
                    <a:pt x="867" y="5231"/>
                    <a:pt x="878" y="5209"/>
                    <a:pt x="889" y="5187"/>
                  </a:cubicBezTo>
                  <a:cubicBezTo>
                    <a:pt x="944" y="5031"/>
                    <a:pt x="966" y="4853"/>
                    <a:pt x="956" y="4687"/>
                  </a:cubicBezTo>
                  <a:lnTo>
                    <a:pt x="956" y="4687"/>
                  </a:lnTo>
                  <a:cubicBezTo>
                    <a:pt x="966" y="4732"/>
                    <a:pt x="1033" y="4742"/>
                    <a:pt x="1078" y="4742"/>
                  </a:cubicBezTo>
                  <a:cubicBezTo>
                    <a:pt x="1114" y="4742"/>
                    <a:pt x="1157" y="4745"/>
                    <a:pt x="1200" y="4745"/>
                  </a:cubicBezTo>
                  <a:cubicBezTo>
                    <a:pt x="1274" y="4745"/>
                    <a:pt x="1350" y="4736"/>
                    <a:pt x="1400" y="4687"/>
                  </a:cubicBezTo>
                  <a:cubicBezTo>
                    <a:pt x="1445" y="4631"/>
                    <a:pt x="1467" y="4576"/>
                    <a:pt x="1477" y="4510"/>
                  </a:cubicBezTo>
                  <a:cubicBezTo>
                    <a:pt x="1533" y="4354"/>
                    <a:pt x="1566" y="4187"/>
                    <a:pt x="1578" y="4031"/>
                  </a:cubicBezTo>
                  <a:cubicBezTo>
                    <a:pt x="1633" y="4031"/>
                    <a:pt x="1689" y="4054"/>
                    <a:pt x="1733" y="4065"/>
                  </a:cubicBezTo>
                  <a:cubicBezTo>
                    <a:pt x="1753" y="4069"/>
                    <a:pt x="1774" y="4071"/>
                    <a:pt x="1793" y="4071"/>
                  </a:cubicBezTo>
                  <a:cubicBezTo>
                    <a:pt x="1828" y="4071"/>
                    <a:pt x="1861" y="4064"/>
                    <a:pt x="1889" y="4043"/>
                  </a:cubicBezTo>
                  <a:cubicBezTo>
                    <a:pt x="1911" y="4021"/>
                    <a:pt x="1922" y="3987"/>
                    <a:pt x="1933" y="3954"/>
                  </a:cubicBezTo>
                  <a:cubicBezTo>
                    <a:pt x="1966" y="3876"/>
                    <a:pt x="1988" y="3799"/>
                    <a:pt x="2022" y="3720"/>
                  </a:cubicBezTo>
                  <a:cubicBezTo>
                    <a:pt x="2044" y="3643"/>
                    <a:pt x="2055" y="3543"/>
                    <a:pt x="2089" y="3488"/>
                  </a:cubicBezTo>
                  <a:cubicBezTo>
                    <a:pt x="2122" y="3409"/>
                    <a:pt x="2233" y="3443"/>
                    <a:pt x="2300" y="3421"/>
                  </a:cubicBezTo>
                  <a:cubicBezTo>
                    <a:pt x="2400" y="3387"/>
                    <a:pt x="2422" y="3254"/>
                    <a:pt x="2433" y="3154"/>
                  </a:cubicBezTo>
                  <a:cubicBezTo>
                    <a:pt x="2511" y="2298"/>
                    <a:pt x="2511" y="1432"/>
                    <a:pt x="2511" y="577"/>
                  </a:cubicBezTo>
                  <a:cubicBezTo>
                    <a:pt x="2511" y="488"/>
                    <a:pt x="2511" y="388"/>
                    <a:pt x="2477" y="310"/>
                  </a:cubicBezTo>
                  <a:cubicBezTo>
                    <a:pt x="2444" y="222"/>
                    <a:pt x="2378" y="155"/>
                    <a:pt x="2311" y="110"/>
                  </a:cubicBezTo>
                  <a:cubicBezTo>
                    <a:pt x="2200" y="34"/>
                    <a:pt x="2082" y="1"/>
                    <a:pt x="19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62"/>
            <p:cNvSpPr/>
            <p:nvPr/>
          </p:nvSpPr>
          <p:spPr>
            <a:xfrm>
              <a:off x="3887175" y="3508475"/>
              <a:ext cx="6425" cy="36675"/>
            </a:xfrm>
            <a:custGeom>
              <a:avLst/>
              <a:gdLst/>
              <a:ahLst/>
              <a:cxnLst/>
              <a:rect l="l" t="t" r="r" b="b"/>
              <a:pathLst>
                <a:path w="257" h="1467" extrusionOk="0">
                  <a:moveTo>
                    <a:pt x="257" y="0"/>
                  </a:moveTo>
                  <a:cubicBezTo>
                    <a:pt x="168" y="233"/>
                    <a:pt x="112" y="477"/>
                    <a:pt x="67" y="722"/>
                  </a:cubicBezTo>
                  <a:cubicBezTo>
                    <a:pt x="23" y="966"/>
                    <a:pt x="1" y="1210"/>
                    <a:pt x="23" y="1466"/>
                  </a:cubicBezTo>
                  <a:lnTo>
                    <a:pt x="257" y="0"/>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62"/>
            <p:cNvSpPr/>
            <p:nvPr/>
          </p:nvSpPr>
          <p:spPr>
            <a:xfrm>
              <a:off x="3903850" y="3538175"/>
              <a:ext cx="4200" cy="38350"/>
            </a:xfrm>
            <a:custGeom>
              <a:avLst/>
              <a:gdLst/>
              <a:ahLst/>
              <a:cxnLst/>
              <a:rect l="l" t="t" r="r" b="b"/>
              <a:pathLst>
                <a:path w="168" h="1534" extrusionOk="0">
                  <a:moveTo>
                    <a:pt x="167" y="0"/>
                  </a:moveTo>
                  <a:lnTo>
                    <a:pt x="167" y="0"/>
                  </a:lnTo>
                  <a:cubicBezTo>
                    <a:pt x="111" y="256"/>
                    <a:pt x="78" y="511"/>
                    <a:pt x="45" y="767"/>
                  </a:cubicBezTo>
                  <a:cubicBezTo>
                    <a:pt x="22" y="1022"/>
                    <a:pt x="0" y="1278"/>
                    <a:pt x="12" y="1533"/>
                  </a:cubicBezTo>
                  <a:cubicBezTo>
                    <a:pt x="67" y="1278"/>
                    <a:pt x="89" y="1022"/>
                    <a:pt x="123" y="767"/>
                  </a:cubicBezTo>
                  <a:cubicBezTo>
                    <a:pt x="145" y="511"/>
                    <a:pt x="167" y="256"/>
                    <a:pt x="167"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62"/>
            <p:cNvSpPr/>
            <p:nvPr/>
          </p:nvSpPr>
          <p:spPr>
            <a:xfrm>
              <a:off x="3919125" y="3536500"/>
              <a:ext cx="3625" cy="22525"/>
            </a:xfrm>
            <a:custGeom>
              <a:avLst/>
              <a:gdLst/>
              <a:ahLst/>
              <a:cxnLst/>
              <a:rect l="l" t="t" r="r" b="b"/>
              <a:pathLst>
                <a:path w="145" h="901" extrusionOk="0">
                  <a:moveTo>
                    <a:pt x="122" y="1"/>
                  </a:moveTo>
                  <a:lnTo>
                    <a:pt x="122" y="1"/>
                  </a:lnTo>
                  <a:cubicBezTo>
                    <a:pt x="78" y="145"/>
                    <a:pt x="56" y="289"/>
                    <a:pt x="34" y="445"/>
                  </a:cubicBezTo>
                  <a:cubicBezTo>
                    <a:pt x="23" y="590"/>
                    <a:pt x="1" y="745"/>
                    <a:pt x="11" y="901"/>
                  </a:cubicBezTo>
                  <a:cubicBezTo>
                    <a:pt x="67" y="756"/>
                    <a:pt x="90" y="600"/>
                    <a:pt x="112" y="456"/>
                  </a:cubicBezTo>
                  <a:cubicBezTo>
                    <a:pt x="122" y="301"/>
                    <a:pt x="145" y="145"/>
                    <a:pt x="122"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62"/>
            <p:cNvSpPr/>
            <p:nvPr/>
          </p:nvSpPr>
          <p:spPr>
            <a:xfrm>
              <a:off x="3931900" y="3533450"/>
              <a:ext cx="2525" cy="10025"/>
            </a:xfrm>
            <a:custGeom>
              <a:avLst/>
              <a:gdLst/>
              <a:ahLst/>
              <a:cxnLst/>
              <a:rect l="l" t="t" r="r" b="b"/>
              <a:pathLst>
                <a:path w="101" h="401" extrusionOk="0">
                  <a:moveTo>
                    <a:pt x="78" y="1"/>
                  </a:moveTo>
                  <a:cubicBezTo>
                    <a:pt x="34" y="67"/>
                    <a:pt x="34" y="134"/>
                    <a:pt x="11" y="201"/>
                  </a:cubicBezTo>
                  <a:cubicBezTo>
                    <a:pt x="11" y="256"/>
                    <a:pt x="1" y="323"/>
                    <a:pt x="23" y="401"/>
                  </a:cubicBezTo>
                  <a:cubicBezTo>
                    <a:pt x="67" y="345"/>
                    <a:pt x="78" y="267"/>
                    <a:pt x="90" y="201"/>
                  </a:cubicBezTo>
                  <a:cubicBezTo>
                    <a:pt x="100" y="134"/>
                    <a:pt x="100" y="67"/>
                    <a:pt x="78"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62"/>
            <p:cNvSpPr/>
            <p:nvPr/>
          </p:nvSpPr>
          <p:spPr>
            <a:xfrm>
              <a:off x="3836025" y="3156525"/>
              <a:ext cx="131175" cy="341125"/>
            </a:xfrm>
            <a:custGeom>
              <a:avLst/>
              <a:gdLst/>
              <a:ahLst/>
              <a:cxnLst/>
              <a:rect l="l" t="t" r="r" b="b"/>
              <a:pathLst>
                <a:path w="5247" h="13645" extrusionOk="0">
                  <a:moveTo>
                    <a:pt x="535" y="0"/>
                  </a:moveTo>
                  <a:cubicBezTo>
                    <a:pt x="1" y="0"/>
                    <a:pt x="302" y="921"/>
                    <a:pt x="447" y="1180"/>
                  </a:cubicBezTo>
                  <a:cubicBezTo>
                    <a:pt x="1081" y="2291"/>
                    <a:pt x="1625" y="3446"/>
                    <a:pt x="2091" y="4635"/>
                  </a:cubicBezTo>
                  <a:lnTo>
                    <a:pt x="2091" y="3713"/>
                  </a:lnTo>
                  <a:cubicBezTo>
                    <a:pt x="2424" y="4357"/>
                    <a:pt x="2758" y="5013"/>
                    <a:pt x="3091" y="5668"/>
                  </a:cubicBezTo>
                  <a:cubicBezTo>
                    <a:pt x="3180" y="5846"/>
                    <a:pt x="3280" y="6035"/>
                    <a:pt x="3302" y="6246"/>
                  </a:cubicBezTo>
                  <a:cubicBezTo>
                    <a:pt x="3325" y="6435"/>
                    <a:pt x="3280" y="6624"/>
                    <a:pt x="3236" y="6813"/>
                  </a:cubicBezTo>
                  <a:lnTo>
                    <a:pt x="2836" y="8645"/>
                  </a:lnTo>
                  <a:cubicBezTo>
                    <a:pt x="2935" y="8512"/>
                    <a:pt x="3047" y="8390"/>
                    <a:pt x="3147" y="8257"/>
                  </a:cubicBezTo>
                  <a:lnTo>
                    <a:pt x="3147" y="8257"/>
                  </a:lnTo>
                  <a:lnTo>
                    <a:pt x="2347" y="12389"/>
                  </a:lnTo>
                  <a:cubicBezTo>
                    <a:pt x="2636" y="12289"/>
                    <a:pt x="2891" y="12111"/>
                    <a:pt x="3080" y="11867"/>
                  </a:cubicBezTo>
                  <a:lnTo>
                    <a:pt x="3080" y="11867"/>
                  </a:lnTo>
                  <a:cubicBezTo>
                    <a:pt x="3014" y="12267"/>
                    <a:pt x="2958" y="12656"/>
                    <a:pt x="2891" y="13044"/>
                  </a:cubicBezTo>
                  <a:cubicBezTo>
                    <a:pt x="3147" y="12900"/>
                    <a:pt x="3380" y="12723"/>
                    <a:pt x="3602" y="12523"/>
                  </a:cubicBezTo>
                  <a:cubicBezTo>
                    <a:pt x="3691" y="12678"/>
                    <a:pt x="3757" y="12856"/>
                    <a:pt x="3791" y="13034"/>
                  </a:cubicBezTo>
                  <a:cubicBezTo>
                    <a:pt x="3913" y="12900"/>
                    <a:pt x="4013" y="12733"/>
                    <a:pt x="4091" y="12567"/>
                  </a:cubicBezTo>
                  <a:cubicBezTo>
                    <a:pt x="4213" y="12789"/>
                    <a:pt x="4524" y="13422"/>
                    <a:pt x="4636" y="13644"/>
                  </a:cubicBezTo>
                  <a:cubicBezTo>
                    <a:pt x="4947" y="11489"/>
                    <a:pt x="4735" y="8423"/>
                    <a:pt x="4747" y="6357"/>
                  </a:cubicBezTo>
                  <a:lnTo>
                    <a:pt x="4747" y="6357"/>
                  </a:lnTo>
                  <a:cubicBezTo>
                    <a:pt x="4850" y="6480"/>
                    <a:pt x="5001" y="6554"/>
                    <a:pt x="5159" y="6554"/>
                  </a:cubicBezTo>
                  <a:cubicBezTo>
                    <a:pt x="5188" y="6554"/>
                    <a:pt x="5217" y="6551"/>
                    <a:pt x="5246" y="6546"/>
                  </a:cubicBezTo>
                  <a:cubicBezTo>
                    <a:pt x="4147" y="4635"/>
                    <a:pt x="2769" y="3113"/>
                    <a:pt x="1625" y="1225"/>
                  </a:cubicBezTo>
                  <a:cubicBezTo>
                    <a:pt x="1447" y="914"/>
                    <a:pt x="1047" y="81"/>
                    <a:pt x="659" y="14"/>
                  </a:cubicBezTo>
                  <a:cubicBezTo>
                    <a:pt x="613" y="5"/>
                    <a:pt x="572" y="0"/>
                    <a:pt x="53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62"/>
            <p:cNvSpPr/>
            <p:nvPr/>
          </p:nvSpPr>
          <p:spPr>
            <a:xfrm>
              <a:off x="3892725" y="3362925"/>
              <a:ext cx="59750" cy="134725"/>
            </a:xfrm>
            <a:custGeom>
              <a:avLst/>
              <a:gdLst/>
              <a:ahLst/>
              <a:cxnLst/>
              <a:rect l="l" t="t" r="r" b="b"/>
              <a:pathLst>
                <a:path w="2390" h="5389" extrusionOk="0">
                  <a:moveTo>
                    <a:pt x="901" y="1"/>
                  </a:moveTo>
                  <a:cubicBezTo>
                    <a:pt x="746" y="690"/>
                    <a:pt x="590" y="1378"/>
                    <a:pt x="445" y="2056"/>
                  </a:cubicBezTo>
                  <a:cubicBezTo>
                    <a:pt x="301" y="2744"/>
                    <a:pt x="168" y="3433"/>
                    <a:pt x="23" y="4122"/>
                  </a:cubicBezTo>
                  <a:lnTo>
                    <a:pt x="1" y="4255"/>
                  </a:lnTo>
                  <a:lnTo>
                    <a:pt x="124" y="4211"/>
                  </a:lnTo>
                  <a:cubicBezTo>
                    <a:pt x="344" y="4129"/>
                    <a:pt x="547" y="4005"/>
                    <a:pt x="719" y="3847"/>
                  </a:cubicBezTo>
                  <a:lnTo>
                    <a:pt x="719" y="3847"/>
                  </a:lnTo>
                  <a:lnTo>
                    <a:pt x="579" y="4778"/>
                  </a:lnTo>
                  <a:lnTo>
                    <a:pt x="556" y="4922"/>
                  </a:lnTo>
                  <a:lnTo>
                    <a:pt x="679" y="4844"/>
                  </a:lnTo>
                  <a:cubicBezTo>
                    <a:pt x="912" y="4712"/>
                    <a:pt x="1136" y="4552"/>
                    <a:pt x="1342" y="4365"/>
                  </a:cubicBezTo>
                  <a:lnTo>
                    <a:pt x="1342" y="4365"/>
                  </a:lnTo>
                  <a:cubicBezTo>
                    <a:pt x="1417" y="4494"/>
                    <a:pt x="1461" y="4637"/>
                    <a:pt x="1489" y="4788"/>
                  </a:cubicBezTo>
                  <a:lnTo>
                    <a:pt x="1512" y="4889"/>
                  </a:lnTo>
                  <a:lnTo>
                    <a:pt x="1578" y="4811"/>
                  </a:lnTo>
                  <a:cubicBezTo>
                    <a:pt x="1683" y="4687"/>
                    <a:pt x="1780" y="4547"/>
                    <a:pt x="1847" y="4398"/>
                  </a:cubicBezTo>
                  <a:lnTo>
                    <a:pt x="1847" y="4398"/>
                  </a:lnTo>
                  <a:cubicBezTo>
                    <a:pt x="2024" y="4722"/>
                    <a:pt x="2202" y="5055"/>
                    <a:pt x="2390" y="5388"/>
                  </a:cubicBezTo>
                  <a:cubicBezTo>
                    <a:pt x="2223" y="5022"/>
                    <a:pt x="2056" y="4655"/>
                    <a:pt x="1879" y="4289"/>
                  </a:cubicBezTo>
                  <a:lnTo>
                    <a:pt x="1845" y="4222"/>
                  </a:lnTo>
                  <a:lnTo>
                    <a:pt x="1812" y="4300"/>
                  </a:lnTo>
                  <a:cubicBezTo>
                    <a:pt x="1749" y="4433"/>
                    <a:pt x="1666" y="4552"/>
                    <a:pt x="1572" y="4669"/>
                  </a:cubicBezTo>
                  <a:lnTo>
                    <a:pt x="1572" y="4669"/>
                  </a:lnTo>
                  <a:cubicBezTo>
                    <a:pt x="1541" y="4517"/>
                    <a:pt x="1484" y="4368"/>
                    <a:pt x="1412" y="4233"/>
                  </a:cubicBezTo>
                  <a:lnTo>
                    <a:pt x="1368" y="4178"/>
                  </a:lnTo>
                  <a:lnTo>
                    <a:pt x="1312" y="4222"/>
                  </a:lnTo>
                  <a:cubicBezTo>
                    <a:pt x="1137" y="4378"/>
                    <a:pt x="940" y="4520"/>
                    <a:pt x="738" y="4645"/>
                  </a:cubicBezTo>
                  <a:lnTo>
                    <a:pt x="738" y="4645"/>
                  </a:lnTo>
                  <a:lnTo>
                    <a:pt x="912" y="3633"/>
                  </a:lnTo>
                  <a:lnTo>
                    <a:pt x="956" y="3356"/>
                  </a:lnTo>
                  <a:lnTo>
                    <a:pt x="779" y="3566"/>
                  </a:lnTo>
                  <a:cubicBezTo>
                    <a:pt x="620" y="3753"/>
                    <a:pt x="422" y="3909"/>
                    <a:pt x="204" y="4013"/>
                  </a:cubicBezTo>
                  <a:lnTo>
                    <a:pt x="204" y="4013"/>
                  </a:lnTo>
                  <a:cubicBezTo>
                    <a:pt x="320" y="3372"/>
                    <a:pt x="443" y="2730"/>
                    <a:pt x="556" y="2078"/>
                  </a:cubicBezTo>
                  <a:cubicBezTo>
                    <a:pt x="679" y="1389"/>
                    <a:pt x="801" y="700"/>
                    <a:pt x="9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62"/>
            <p:cNvSpPr/>
            <p:nvPr/>
          </p:nvSpPr>
          <p:spPr>
            <a:xfrm>
              <a:off x="3754975" y="3240175"/>
              <a:ext cx="5875" cy="17800"/>
            </a:xfrm>
            <a:custGeom>
              <a:avLst/>
              <a:gdLst/>
              <a:ahLst/>
              <a:cxnLst/>
              <a:rect l="l" t="t" r="r" b="b"/>
              <a:pathLst>
                <a:path w="235" h="712" extrusionOk="0">
                  <a:moveTo>
                    <a:pt x="201" y="1"/>
                  </a:moveTo>
                  <a:cubicBezTo>
                    <a:pt x="112" y="100"/>
                    <a:pt x="68" y="223"/>
                    <a:pt x="45" y="334"/>
                  </a:cubicBezTo>
                  <a:cubicBezTo>
                    <a:pt x="12" y="456"/>
                    <a:pt x="1" y="579"/>
                    <a:pt x="35" y="712"/>
                  </a:cubicBezTo>
                  <a:cubicBezTo>
                    <a:pt x="124" y="601"/>
                    <a:pt x="168" y="490"/>
                    <a:pt x="190" y="379"/>
                  </a:cubicBezTo>
                  <a:cubicBezTo>
                    <a:pt x="223" y="256"/>
                    <a:pt x="235" y="134"/>
                    <a:pt x="2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62"/>
            <p:cNvSpPr/>
            <p:nvPr/>
          </p:nvSpPr>
          <p:spPr>
            <a:xfrm>
              <a:off x="3738050" y="3204075"/>
              <a:ext cx="6700" cy="22800"/>
            </a:xfrm>
            <a:custGeom>
              <a:avLst/>
              <a:gdLst/>
              <a:ahLst/>
              <a:cxnLst/>
              <a:rect l="l" t="t" r="r" b="b"/>
              <a:pathLst>
                <a:path w="268" h="912" extrusionOk="0">
                  <a:moveTo>
                    <a:pt x="245" y="1"/>
                  </a:moveTo>
                  <a:lnTo>
                    <a:pt x="245" y="1"/>
                  </a:lnTo>
                  <a:cubicBezTo>
                    <a:pt x="156" y="134"/>
                    <a:pt x="100" y="278"/>
                    <a:pt x="67" y="434"/>
                  </a:cubicBezTo>
                  <a:cubicBezTo>
                    <a:pt x="23" y="589"/>
                    <a:pt x="1" y="745"/>
                    <a:pt x="34" y="912"/>
                  </a:cubicBezTo>
                  <a:cubicBezTo>
                    <a:pt x="122" y="778"/>
                    <a:pt x="178" y="623"/>
                    <a:pt x="211" y="467"/>
                  </a:cubicBezTo>
                  <a:cubicBezTo>
                    <a:pt x="245" y="322"/>
                    <a:pt x="267" y="167"/>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62"/>
            <p:cNvSpPr/>
            <p:nvPr/>
          </p:nvSpPr>
          <p:spPr>
            <a:xfrm>
              <a:off x="3777750" y="3189650"/>
              <a:ext cx="6700" cy="19725"/>
            </a:xfrm>
            <a:custGeom>
              <a:avLst/>
              <a:gdLst/>
              <a:ahLst/>
              <a:cxnLst/>
              <a:rect l="l" t="t" r="r" b="b"/>
              <a:pathLst>
                <a:path w="268" h="789" extrusionOk="0">
                  <a:moveTo>
                    <a:pt x="23" y="0"/>
                  </a:moveTo>
                  <a:lnTo>
                    <a:pt x="23" y="0"/>
                  </a:lnTo>
                  <a:cubicBezTo>
                    <a:pt x="1" y="156"/>
                    <a:pt x="23" y="289"/>
                    <a:pt x="57" y="422"/>
                  </a:cubicBezTo>
                  <a:cubicBezTo>
                    <a:pt x="101" y="556"/>
                    <a:pt x="156" y="677"/>
                    <a:pt x="245" y="788"/>
                  </a:cubicBezTo>
                  <a:cubicBezTo>
                    <a:pt x="267" y="644"/>
                    <a:pt x="245" y="511"/>
                    <a:pt x="212" y="378"/>
                  </a:cubicBezTo>
                  <a:cubicBezTo>
                    <a:pt x="168" y="244"/>
                    <a:pt x="112" y="122"/>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62"/>
            <p:cNvSpPr/>
            <p:nvPr/>
          </p:nvSpPr>
          <p:spPr>
            <a:xfrm>
              <a:off x="3756650" y="3165200"/>
              <a:ext cx="4750" cy="23900"/>
            </a:xfrm>
            <a:custGeom>
              <a:avLst/>
              <a:gdLst/>
              <a:ahLst/>
              <a:cxnLst/>
              <a:rect l="l" t="t" r="r" b="b"/>
              <a:pathLst>
                <a:path w="190" h="956" extrusionOk="0">
                  <a:moveTo>
                    <a:pt x="57" y="0"/>
                  </a:moveTo>
                  <a:cubicBezTo>
                    <a:pt x="1" y="167"/>
                    <a:pt x="1" y="322"/>
                    <a:pt x="12" y="489"/>
                  </a:cubicBezTo>
                  <a:cubicBezTo>
                    <a:pt x="34" y="645"/>
                    <a:pt x="57" y="800"/>
                    <a:pt x="134" y="956"/>
                  </a:cubicBezTo>
                  <a:cubicBezTo>
                    <a:pt x="190" y="789"/>
                    <a:pt x="190" y="633"/>
                    <a:pt x="178" y="467"/>
                  </a:cubicBezTo>
                  <a:cubicBezTo>
                    <a:pt x="156" y="312"/>
                    <a:pt x="123" y="156"/>
                    <a:pt x="5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62"/>
            <p:cNvSpPr/>
            <p:nvPr/>
          </p:nvSpPr>
          <p:spPr>
            <a:xfrm>
              <a:off x="3730000" y="3151875"/>
              <a:ext cx="6425" cy="25275"/>
            </a:xfrm>
            <a:custGeom>
              <a:avLst/>
              <a:gdLst/>
              <a:ahLst/>
              <a:cxnLst/>
              <a:rect l="l" t="t" r="r" b="b"/>
              <a:pathLst>
                <a:path w="257" h="1011" extrusionOk="0">
                  <a:moveTo>
                    <a:pt x="222" y="0"/>
                  </a:moveTo>
                  <a:lnTo>
                    <a:pt x="222" y="0"/>
                  </a:lnTo>
                  <a:cubicBezTo>
                    <a:pt x="133" y="156"/>
                    <a:pt x="89" y="322"/>
                    <a:pt x="56" y="489"/>
                  </a:cubicBezTo>
                  <a:cubicBezTo>
                    <a:pt x="22" y="655"/>
                    <a:pt x="0" y="833"/>
                    <a:pt x="34" y="1011"/>
                  </a:cubicBezTo>
                  <a:cubicBezTo>
                    <a:pt x="133" y="855"/>
                    <a:pt x="178" y="689"/>
                    <a:pt x="212" y="522"/>
                  </a:cubicBezTo>
                  <a:cubicBezTo>
                    <a:pt x="234" y="356"/>
                    <a:pt x="256" y="178"/>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62"/>
            <p:cNvSpPr/>
            <p:nvPr/>
          </p:nvSpPr>
          <p:spPr>
            <a:xfrm>
              <a:off x="3799700" y="3164650"/>
              <a:ext cx="5025" cy="20275"/>
            </a:xfrm>
            <a:custGeom>
              <a:avLst/>
              <a:gdLst/>
              <a:ahLst/>
              <a:cxnLst/>
              <a:rect l="l" t="t" r="r" b="b"/>
              <a:pathLst>
                <a:path w="201" h="811" extrusionOk="0">
                  <a:moveTo>
                    <a:pt x="45" y="0"/>
                  </a:moveTo>
                  <a:cubicBezTo>
                    <a:pt x="1" y="144"/>
                    <a:pt x="1" y="278"/>
                    <a:pt x="23" y="411"/>
                  </a:cubicBezTo>
                  <a:cubicBezTo>
                    <a:pt x="45" y="556"/>
                    <a:pt x="78" y="689"/>
                    <a:pt x="156" y="811"/>
                  </a:cubicBezTo>
                  <a:cubicBezTo>
                    <a:pt x="201" y="667"/>
                    <a:pt x="189" y="533"/>
                    <a:pt x="179" y="400"/>
                  </a:cubicBezTo>
                  <a:cubicBezTo>
                    <a:pt x="156" y="255"/>
                    <a:pt x="123" y="122"/>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62"/>
            <p:cNvSpPr/>
            <p:nvPr/>
          </p:nvSpPr>
          <p:spPr>
            <a:xfrm>
              <a:off x="3824700" y="3156300"/>
              <a:ext cx="7800" cy="16150"/>
            </a:xfrm>
            <a:custGeom>
              <a:avLst/>
              <a:gdLst/>
              <a:ahLst/>
              <a:cxnLst/>
              <a:rect l="l" t="t" r="r" b="b"/>
              <a:pathLst>
                <a:path w="312" h="646" extrusionOk="0">
                  <a:moveTo>
                    <a:pt x="1" y="1"/>
                  </a:moveTo>
                  <a:cubicBezTo>
                    <a:pt x="1" y="134"/>
                    <a:pt x="34" y="245"/>
                    <a:pt x="90" y="356"/>
                  </a:cubicBezTo>
                  <a:cubicBezTo>
                    <a:pt x="134" y="468"/>
                    <a:pt x="201" y="567"/>
                    <a:pt x="312" y="645"/>
                  </a:cubicBezTo>
                  <a:cubicBezTo>
                    <a:pt x="312" y="512"/>
                    <a:pt x="278" y="401"/>
                    <a:pt x="223" y="290"/>
                  </a:cubicBezTo>
                  <a:cubicBezTo>
                    <a:pt x="178" y="189"/>
                    <a:pt x="112" y="9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62"/>
            <p:cNvSpPr/>
            <p:nvPr/>
          </p:nvSpPr>
          <p:spPr>
            <a:xfrm>
              <a:off x="3827750" y="3194350"/>
              <a:ext cx="5575" cy="21125"/>
            </a:xfrm>
            <a:custGeom>
              <a:avLst/>
              <a:gdLst/>
              <a:ahLst/>
              <a:cxnLst/>
              <a:rect l="l" t="t" r="r" b="b"/>
              <a:pathLst>
                <a:path w="223" h="845" extrusionOk="0">
                  <a:moveTo>
                    <a:pt x="34" y="0"/>
                  </a:moveTo>
                  <a:cubicBezTo>
                    <a:pt x="0" y="156"/>
                    <a:pt x="12" y="301"/>
                    <a:pt x="34" y="434"/>
                  </a:cubicBezTo>
                  <a:cubicBezTo>
                    <a:pt x="67" y="578"/>
                    <a:pt x="101" y="711"/>
                    <a:pt x="190" y="845"/>
                  </a:cubicBezTo>
                  <a:cubicBezTo>
                    <a:pt x="223" y="689"/>
                    <a:pt x="212" y="545"/>
                    <a:pt x="190" y="412"/>
                  </a:cubicBezTo>
                  <a:cubicBezTo>
                    <a:pt x="156" y="267"/>
                    <a:pt x="123" y="134"/>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62"/>
            <p:cNvSpPr/>
            <p:nvPr/>
          </p:nvSpPr>
          <p:spPr>
            <a:xfrm>
              <a:off x="3805525" y="3229900"/>
              <a:ext cx="4200" cy="19200"/>
            </a:xfrm>
            <a:custGeom>
              <a:avLst/>
              <a:gdLst/>
              <a:ahLst/>
              <a:cxnLst/>
              <a:rect l="l" t="t" r="r" b="b"/>
              <a:pathLst>
                <a:path w="168" h="768" extrusionOk="0">
                  <a:moveTo>
                    <a:pt x="79" y="0"/>
                  </a:moveTo>
                  <a:cubicBezTo>
                    <a:pt x="12" y="134"/>
                    <a:pt x="1" y="256"/>
                    <a:pt x="1" y="390"/>
                  </a:cubicBezTo>
                  <a:cubicBezTo>
                    <a:pt x="12" y="511"/>
                    <a:pt x="34" y="645"/>
                    <a:pt x="90" y="767"/>
                  </a:cubicBezTo>
                  <a:cubicBezTo>
                    <a:pt x="156" y="634"/>
                    <a:pt x="168" y="511"/>
                    <a:pt x="168" y="378"/>
                  </a:cubicBezTo>
                  <a:cubicBezTo>
                    <a:pt x="156" y="256"/>
                    <a:pt x="146" y="134"/>
                    <a:pt x="79"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62"/>
            <p:cNvSpPr/>
            <p:nvPr/>
          </p:nvSpPr>
          <p:spPr>
            <a:xfrm>
              <a:off x="3849400" y="3234625"/>
              <a:ext cx="6150" cy="19725"/>
            </a:xfrm>
            <a:custGeom>
              <a:avLst/>
              <a:gdLst/>
              <a:ahLst/>
              <a:cxnLst/>
              <a:rect l="l" t="t" r="r" b="b"/>
              <a:pathLst>
                <a:path w="246" h="789" extrusionOk="0">
                  <a:moveTo>
                    <a:pt x="23" y="1"/>
                  </a:moveTo>
                  <a:lnTo>
                    <a:pt x="23" y="1"/>
                  </a:lnTo>
                  <a:cubicBezTo>
                    <a:pt x="1" y="145"/>
                    <a:pt x="12" y="278"/>
                    <a:pt x="45" y="411"/>
                  </a:cubicBezTo>
                  <a:cubicBezTo>
                    <a:pt x="79" y="545"/>
                    <a:pt x="124" y="667"/>
                    <a:pt x="212" y="789"/>
                  </a:cubicBezTo>
                  <a:cubicBezTo>
                    <a:pt x="245" y="645"/>
                    <a:pt x="223" y="512"/>
                    <a:pt x="201" y="378"/>
                  </a:cubicBezTo>
                  <a:cubicBezTo>
                    <a:pt x="168" y="245"/>
                    <a:pt x="112" y="12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62"/>
            <p:cNvSpPr/>
            <p:nvPr/>
          </p:nvSpPr>
          <p:spPr>
            <a:xfrm>
              <a:off x="3829150" y="3249075"/>
              <a:ext cx="4475" cy="26675"/>
            </a:xfrm>
            <a:custGeom>
              <a:avLst/>
              <a:gdLst/>
              <a:ahLst/>
              <a:cxnLst/>
              <a:rect l="l" t="t" r="r" b="b"/>
              <a:pathLst>
                <a:path w="179" h="1067" extrusionOk="0">
                  <a:moveTo>
                    <a:pt x="134" y="0"/>
                  </a:moveTo>
                  <a:cubicBezTo>
                    <a:pt x="56" y="167"/>
                    <a:pt x="33" y="344"/>
                    <a:pt x="11" y="522"/>
                  </a:cubicBezTo>
                  <a:cubicBezTo>
                    <a:pt x="0" y="711"/>
                    <a:pt x="11" y="889"/>
                    <a:pt x="56" y="1067"/>
                  </a:cubicBezTo>
                  <a:cubicBezTo>
                    <a:pt x="134" y="889"/>
                    <a:pt x="156" y="722"/>
                    <a:pt x="178" y="534"/>
                  </a:cubicBezTo>
                  <a:cubicBezTo>
                    <a:pt x="178" y="356"/>
                    <a:pt x="178" y="178"/>
                    <a:pt x="1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62"/>
            <p:cNvSpPr/>
            <p:nvPr/>
          </p:nvSpPr>
          <p:spPr>
            <a:xfrm>
              <a:off x="3782500" y="3262400"/>
              <a:ext cx="4175" cy="20575"/>
            </a:xfrm>
            <a:custGeom>
              <a:avLst/>
              <a:gdLst/>
              <a:ahLst/>
              <a:cxnLst/>
              <a:rect l="l" t="t" r="r" b="b"/>
              <a:pathLst>
                <a:path w="167" h="823" extrusionOk="0">
                  <a:moveTo>
                    <a:pt x="100" y="1"/>
                  </a:moveTo>
                  <a:cubicBezTo>
                    <a:pt x="33" y="134"/>
                    <a:pt x="11" y="267"/>
                    <a:pt x="0" y="400"/>
                  </a:cubicBezTo>
                  <a:cubicBezTo>
                    <a:pt x="0" y="544"/>
                    <a:pt x="0" y="678"/>
                    <a:pt x="55" y="823"/>
                  </a:cubicBezTo>
                  <a:cubicBezTo>
                    <a:pt x="133" y="689"/>
                    <a:pt x="156" y="544"/>
                    <a:pt x="156" y="411"/>
                  </a:cubicBezTo>
                  <a:cubicBezTo>
                    <a:pt x="166" y="278"/>
                    <a:pt x="156" y="145"/>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62"/>
            <p:cNvSpPr/>
            <p:nvPr/>
          </p:nvSpPr>
          <p:spPr>
            <a:xfrm>
              <a:off x="3727225" y="3254325"/>
              <a:ext cx="6675" cy="18375"/>
            </a:xfrm>
            <a:custGeom>
              <a:avLst/>
              <a:gdLst/>
              <a:ahLst/>
              <a:cxnLst/>
              <a:rect l="l" t="t" r="r" b="b"/>
              <a:pathLst>
                <a:path w="267" h="735" extrusionOk="0">
                  <a:moveTo>
                    <a:pt x="22" y="1"/>
                  </a:moveTo>
                  <a:lnTo>
                    <a:pt x="22" y="1"/>
                  </a:lnTo>
                  <a:cubicBezTo>
                    <a:pt x="0" y="134"/>
                    <a:pt x="22" y="268"/>
                    <a:pt x="56" y="390"/>
                  </a:cubicBezTo>
                  <a:cubicBezTo>
                    <a:pt x="89" y="512"/>
                    <a:pt x="145" y="623"/>
                    <a:pt x="244" y="734"/>
                  </a:cubicBezTo>
                  <a:cubicBezTo>
                    <a:pt x="267" y="590"/>
                    <a:pt x="244" y="468"/>
                    <a:pt x="200" y="346"/>
                  </a:cubicBezTo>
                  <a:cubicBezTo>
                    <a:pt x="167" y="223"/>
                    <a:pt x="111" y="101"/>
                    <a:pt x="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62"/>
            <p:cNvSpPr/>
            <p:nvPr/>
          </p:nvSpPr>
          <p:spPr>
            <a:xfrm>
              <a:off x="3707500" y="3282950"/>
              <a:ext cx="4750" cy="22800"/>
            </a:xfrm>
            <a:custGeom>
              <a:avLst/>
              <a:gdLst/>
              <a:ahLst/>
              <a:cxnLst/>
              <a:rect l="l" t="t" r="r" b="b"/>
              <a:pathLst>
                <a:path w="190" h="912" extrusionOk="0">
                  <a:moveTo>
                    <a:pt x="145" y="1"/>
                  </a:moveTo>
                  <a:cubicBezTo>
                    <a:pt x="67" y="145"/>
                    <a:pt x="34" y="289"/>
                    <a:pt x="23" y="445"/>
                  </a:cubicBezTo>
                  <a:cubicBezTo>
                    <a:pt x="11" y="601"/>
                    <a:pt x="1" y="756"/>
                    <a:pt x="56" y="912"/>
                  </a:cubicBezTo>
                  <a:cubicBezTo>
                    <a:pt x="134" y="767"/>
                    <a:pt x="156" y="611"/>
                    <a:pt x="178" y="467"/>
                  </a:cubicBezTo>
                  <a:cubicBezTo>
                    <a:pt x="189" y="312"/>
                    <a:pt x="189" y="156"/>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62"/>
            <p:cNvSpPr/>
            <p:nvPr/>
          </p:nvSpPr>
          <p:spPr>
            <a:xfrm>
              <a:off x="3756375" y="3294325"/>
              <a:ext cx="4200" cy="25575"/>
            </a:xfrm>
            <a:custGeom>
              <a:avLst/>
              <a:gdLst/>
              <a:ahLst/>
              <a:cxnLst/>
              <a:rect l="l" t="t" r="r" b="b"/>
              <a:pathLst>
                <a:path w="168" h="1023" extrusionOk="0">
                  <a:moveTo>
                    <a:pt x="100" y="1"/>
                  </a:moveTo>
                  <a:cubicBezTo>
                    <a:pt x="34" y="168"/>
                    <a:pt x="12" y="334"/>
                    <a:pt x="1" y="512"/>
                  </a:cubicBezTo>
                  <a:cubicBezTo>
                    <a:pt x="1" y="679"/>
                    <a:pt x="12" y="856"/>
                    <a:pt x="68" y="1023"/>
                  </a:cubicBezTo>
                  <a:cubicBezTo>
                    <a:pt x="134" y="856"/>
                    <a:pt x="156" y="689"/>
                    <a:pt x="167" y="512"/>
                  </a:cubicBezTo>
                  <a:cubicBezTo>
                    <a:pt x="167" y="345"/>
                    <a:pt x="156" y="178"/>
                    <a:pt x="10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62"/>
            <p:cNvSpPr/>
            <p:nvPr/>
          </p:nvSpPr>
          <p:spPr>
            <a:xfrm>
              <a:off x="3806650" y="3307100"/>
              <a:ext cx="6425" cy="20025"/>
            </a:xfrm>
            <a:custGeom>
              <a:avLst/>
              <a:gdLst/>
              <a:ahLst/>
              <a:cxnLst/>
              <a:rect l="l" t="t" r="r" b="b"/>
              <a:pathLst>
                <a:path w="257" h="801" extrusionOk="0">
                  <a:moveTo>
                    <a:pt x="34" y="1"/>
                  </a:moveTo>
                  <a:lnTo>
                    <a:pt x="34" y="1"/>
                  </a:lnTo>
                  <a:cubicBezTo>
                    <a:pt x="0" y="146"/>
                    <a:pt x="22" y="289"/>
                    <a:pt x="56" y="423"/>
                  </a:cubicBezTo>
                  <a:cubicBezTo>
                    <a:pt x="89" y="545"/>
                    <a:pt x="133" y="679"/>
                    <a:pt x="222" y="800"/>
                  </a:cubicBezTo>
                  <a:cubicBezTo>
                    <a:pt x="256" y="645"/>
                    <a:pt x="234" y="512"/>
                    <a:pt x="200" y="378"/>
                  </a:cubicBezTo>
                  <a:cubicBezTo>
                    <a:pt x="167" y="245"/>
                    <a:pt x="123" y="123"/>
                    <a:pt x="3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62"/>
            <p:cNvSpPr/>
            <p:nvPr/>
          </p:nvSpPr>
          <p:spPr>
            <a:xfrm>
              <a:off x="3851925" y="3307100"/>
              <a:ext cx="7250" cy="14475"/>
            </a:xfrm>
            <a:custGeom>
              <a:avLst/>
              <a:gdLst/>
              <a:ahLst/>
              <a:cxnLst/>
              <a:rect l="l" t="t" r="r" b="b"/>
              <a:pathLst>
                <a:path w="290" h="579" extrusionOk="0">
                  <a:moveTo>
                    <a:pt x="23" y="1"/>
                  </a:moveTo>
                  <a:lnTo>
                    <a:pt x="23" y="1"/>
                  </a:lnTo>
                  <a:cubicBezTo>
                    <a:pt x="0" y="123"/>
                    <a:pt x="33" y="223"/>
                    <a:pt x="78" y="323"/>
                  </a:cubicBezTo>
                  <a:cubicBezTo>
                    <a:pt x="122" y="412"/>
                    <a:pt x="178" y="512"/>
                    <a:pt x="267" y="578"/>
                  </a:cubicBezTo>
                  <a:cubicBezTo>
                    <a:pt x="289" y="457"/>
                    <a:pt x="255" y="356"/>
                    <a:pt x="223" y="257"/>
                  </a:cubicBezTo>
                  <a:cubicBezTo>
                    <a:pt x="178" y="168"/>
                    <a:pt x="122" y="67"/>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62"/>
            <p:cNvSpPr/>
            <p:nvPr/>
          </p:nvSpPr>
          <p:spPr>
            <a:xfrm>
              <a:off x="3783325" y="3327100"/>
              <a:ext cx="4200" cy="23650"/>
            </a:xfrm>
            <a:custGeom>
              <a:avLst/>
              <a:gdLst/>
              <a:ahLst/>
              <a:cxnLst/>
              <a:rect l="l" t="t" r="r" b="b"/>
              <a:pathLst>
                <a:path w="168" h="946" extrusionOk="0">
                  <a:moveTo>
                    <a:pt x="67" y="0"/>
                  </a:moveTo>
                  <a:cubicBezTo>
                    <a:pt x="12" y="156"/>
                    <a:pt x="0" y="312"/>
                    <a:pt x="12" y="479"/>
                  </a:cubicBezTo>
                  <a:cubicBezTo>
                    <a:pt x="12" y="634"/>
                    <a:pt x="34" y="790"/>
                    <a:pt x="100" y="945"/>
                  </a:cubicBezTo>
                  <a:cubicBezTo>
                    <a:pt x="167" y="790"/>
                    <a:pt x="167" y="623"/>
                    <a:pt x="167" y="467"/>
                  </a:cubicBezTo>
                  <a:cubicBezTo>
                    <a:pt x="156" y="312"/>
                    <a:pt x="133" y="156"/>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62"/>
            <p:cNvSpPr/>
            <p:nvPr/>
          </p:nvSpPr>
          <p:spPr>
            <a:xfrm>
              <a:off x="3839975" y="3338775"/>
              <a:ext cx="3900" cy="18350"/>
            </a:xfrm>
            <a:custGeom>
              <a:avLst/>
              <a:gdLst/>
              <a:ahLst/>
              <a:cxnLst/>
              <a:rect l="l" t="t" r="r" b="b"/>
              <a:pathLst>
                <a:path w="156" h="734" extrusionOk="0">
                  <a:moveTo>
                    <a:pt x="78" y="0"/>
                  </a:moveTo>
                  <a:cubicBezTo>
                    <a:pt x="12" y="123"/>
                    <a:pt x="0" y="244"/>
                    <a:pt x="0" y="367"/>
                  </a:cubicBezTo>
                  <a:cubicBezTo>
                    <a:pt x="0" y="489"/>
                    <a:pt x="12" y="611"/>
                    <a:pt x="78" y="733"/>
                  </a:cubicBezTo>
                  <a:cubicBezTo>
                    <a:pt x="134" y="611"/>
                    <a:pt x="156" y="489"/>
                    <a:pt x="156" y="367"/>
                  </a:cubicBezTo>
                  <a:cubicBezTo>
                    <a:pt x="145" y="244"/>
                    <a:pt x="134" y="123"/>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62"/>
            <p:cNvSpPr/>
            <p:nvPr/>
          </p:nvSpPr>
          <p:spPr>
            <a:xfrm>
              <a:off x="3729725" y="3332650"/>
              <a:ext cx="6400" cy="15325"/>
            </a:xfrm>
            <a:custGeom>
              <a:avLst/>
              <a:gdLst/>
              <a:ahLst/>
              <a:cxnLst/>
              <a:rect l="l" t="t" r="r" b="b"/>
              <a:pathLst>
                <a:path w="256" h="613" extrusionOk="0">
                  <a:moveTo>
                    <a:pt x="33" y="1"/>
                  </a:moveTo>
                  <a:cubicBezTo>
                    <a:pt x="0" y="123"/>
                    <a:pt x="23" y="223"/>
                    <a:pt x="56" y="334"/>
                  </a:cubicBezTo>
                  <a:cubicBezTo>
                    <a:pt x="89" y="434"/>
                    <a:pt x="144" y="534"/>
                    <a:pt x="233" y="612"/>
                  </a:cubicBezTo>
                  <a:cubicBezTo>
                    <a:pt x="256" y="489"/>
                    <a:pt x="233" y="378"/>
                    <a:pt x="211" y="279"/>
                  </a:cubicBezTo>
                  <a:cubicBezTo>
                    <a:pt x="167" y="178"/>
                    <a:pt x="122" y="79"/>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62"/>
            <p:cNvSpPr/>
            <p:nvPr/>
          </p:nvSpPr>
          <p:spPr>
            <a:xfrm>
              <a:off x="3704175" y="3357100"/>
              <a:ext cx="6400" cy="26675"/>
            </a:xfrm>
            <a:custGeom>
              <a:avLst/>
              <a:gdLst/>
              <a:ahLst/>
              <a:cxnLst/>
              <a:rect l="l" t="t" r="r" b="b"/>
              <a:pathLst>
                <a:path w="256" h="1067" extrusionOk="0">
                  <a:moveTo>
                    <a:pt x="23" y="0"/>
                  </a:moveTo>
                  <a:lnTo>
                    <a:pt x="23" y="0"/>
                  </a:lnTo>
                  <a:cubicBezTo>
                    <a:pt x="0" y="190"/>
                    <a:pt x="23" y="367"/>
                    <a:pt x="56" y="545"/>
                  </a:cubicBezTo>
                  <a:cubicBezTo>
                    <a:pt x="89" y="723"/>
                    <a:pt x="134" y="901"/>
                    <a:pt x="233" y="1067"/>
                  </a:cubicBezTo>
                  <a:cubicBezTo>
                    <a:pt x="256" y="878"/>
                    <a:pt x="233" y="701"/>
                    <a:pt x="211" y="523"/>
                  </a:cubicBezTo>
                  <a:cubicBezTo>
                    <a:pt x="167" y="345"/>
                    <a:pt x="122" y="167"/>
                    <a:pt x="2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62"/>
            <p:cNvSpPr/>
            <p:nvPr/>
          </p:nvSpPr>
          <p:spPr>
            <a:xfrm>
              <a:off x="3747200" y="3380700"/>
              <a:ext cx="4475" cy="18075"/>
            </a:xfrm>
            <a:custGeom>
              <a:avLst/>
              <a:gdLst/>
              <a:ahLst/>
              <a:cxnLst/>
              <a:rect l="l" t="t" r="r" b="b"/>
              <a:pathLst>
                <a:path w="179" h="723" extrusionOk="0">
                  <a:moveTo>
                    <a:pt x="45" y="1"/>
                  </a:moveTo>
                  <a:cubicBezTo>
                    <a:pt x="1" y="134"/>
                    <a:pt x="1" y="256"/>
                    <a:pt x="12" y="379"/>
                  </a:cubicBezTo>
                  <a:cubicBezTo>
                    <a:pt x="35" y="490"/>
                    <a:pt x="57" y="611"/>
                    <a:pt x="134" y="723"/>
                  </a:cubicBezTo>
                  <a:cubicBezTo>
                    <a:pt x="179" y="601"/>
                    <a:pt x="179" y="478"/>
                    <a:pt x="168" y="356"/>
                  </a:cubicBezTo>
                  <a:cubicBezTo>
                    <a:pt x="146" y="234"/>
                    <a:pt x="124"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62"/>
            <p:cNvSpPr/>
            <p:nvPr/>
          </p:nvSpPr>
          <p:spPr>
            <a:xfrm>
              <a:off x="3793050" y="3389875"/>
              <a:ext cx="4175" cy="12800"/>
            </a:xfrm>
            <a:custGeom>
              <a:avLst/>
              <a:gdLst/>
              <a:ahLst/>
              <a:cxnLst/>
              <a:rect l="l" t="t" r="r" b="b"/>
              <a:pathLst>
                <a:path w="167" h="512" extrusionOk="0">
                  <a:moveTo>
                    <a:pt x="100" y="0"/>
                  </a:moveTo>
                  <a:cubicBezTo>
                    <a:pt x="33" y="78"/>
                    <a:pt x="11" y="167"/>
                    <a:pt x="11" y="256"/>
                  </a:cubicBezTo>
                  <a:cubicBezTo>
                    <a:pt x="0" y="333"/>
                    <a:pt x="11" y="422"/>
                    <a:pt x="67" y="511"/>
                  </a:cubicBezTo>
                  <a:cubicBezTo>
                    <a:pt x="134" y="434"/>
                    <a:pt x="156" y="345"/>
                    <a:pt x="166" y="256"/>
                  </a:cubicBezTo>
                  <a:cubicBezTo>
                    <a:pt x="166" y="178"/>
                    <a:pt x="156" y="89"/>
                    <a:pt x="1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62"/>
            <p:cNvSpPr/>
            <p:nvPr/>
          </p:nvSpPr>
          <p:spPr>
            <a:xfrm>
              <a:off x="3847475" y="3389875"/>
              <a:ext cx="5850" cy="20000"/>
            </a:xfrm>
            <a:custGeom>
              <a:avLst/>
              <a:gdLst/>
              <a:ahLst/>
              <a:cxnLst/>
              <a:rect l="l" t="t" r="r" b="b"/>
              <a:pathLst>
                <a:path w="234" h="800" extrusionOk="0">
                  <a:moveTo>
                    <a:pt x="45" y="0"/>
                  </a:moveTo>
                  <a:cubicBezTo>
                    <a:pt x="1" y="145"/>
                    <a:pt x="23" y="278"/>
                    <a:pt x="45" y="412"/>
                  </a:cubicBezTo>
                  <a:cubicBezTo>
                    <a:pt x="67" y="545"/>
                    <a:pt x="112" y="678"/>
                    <a:pt x="201" y="800"/>
                  </a:cubicBezTo>
                  <a:cubicBezTo>
                    <a:pt x="233" y="656"/>
                    <a:pt x="223" y="523"/>
                    <a:pt x="201" y="389"/>
                  </a:cubicBezTo>
                  <a:cubicBezTo>
                    <a:pt x="167" y="256"/>
                    <a:pt x="122" y="123"/>
                    <a:pt x="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62"/>
            <p:cNvSpPr/>
            <p:nvPr/>
          </p:nvSpPr>
          <p:spPr>
            <a:xfrm>
              <a:off x="3809700" y="3425700"/>
              <a:ext cx="8925" cy="21400"/>
            </a:xfrm>
            <a:custGeom>
              <a:avLst/>
              <a:gdLst/>
              <a:ahLst/>
              <a:cxnLst/>
              <a:rect l="l" t="t" r="r" b="b"/>
              <a:pathLst>
                <a:path w="357" h="856" extrusionOk="0">
                  <a:moveTo>
                    <a:pt x="356" y="1"/>
                  </a:moveTo>
                  <a:lnTo>
                    <a:pt x="356" y="1"/>
                  </a:lnTo>
                  <a:cubicBezTo>
                    <a:pt x="245" y="122"/>
                    <a:pt x="167" y="256"/>
                    <a:pt x="112" y="400"/>
                  </a:cubicBezTo>
                  <a:cubicBezTo>
                    <a:pt x="56" y="534"/>
                    <a:pt x="11" y="689"/>
                    <a:pt x="1" y="856"/>
                  </a:cubicBezTo>
                  <a:cubicBezTo>
                    <a:pt x="123" y="734"/>
                    <a:pt x="189" y="600"/>
                    <a:pt x="256" y="456"/>
                  </a:cubicBezTo>
                  <a:cubicBezTo>
                    <a:pt x="312" y="312"/>
                    <a:pt x="356" y="167"/>
                    <a:pt x="356"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62"/>
            <p:cNvSpPr/>
            <p:nvPr/>
          </p:nvSpPr>
          <p:spPr>
            <a:xfrm>
              <a:off x="3762500" y="3430400"/>
              <a:ext cx="3900" cy="22250"/>
            </a:xfrm>
            <a:custGeom>
              <a:avLst/>
              <a:gdLst/>
              <a:ahLst/>
              <a:cxnLst/>
              <a:rect l="l" t="t" r="r" b="b"/>
              <a:pathLst>
                <a:path w="156" h="890" extrusionOk="0">
                  <a:moveTo>
                    <a:pt x="78" y="1"/>
                  </a:moveTo>
                  <a:cubicBezTo>
                    <a:pt x="23" y="146"/>
                    <a:pt x="0" y="290"/>
                    <a:pt x="0" y="445"/>
                  </a:cubicBezTo>
                  <a:cubicBezTo>
                    <a:pt x="0" y="590"/>
                    <a:pt x="23" y="734"/>
                    <a:pt x="78" y="890"/>
                  </a:cubicBezTo>
                  <a:cubicBezTo>
                    <a:pt x="144" y="734"/>
                    <a:pt x="156" y="590"/>
                    <a:pt x="156" y="445"/>
                  </a:cubicBezTo>
                  <a:cubicBezTo>
                    <a:pt x="156" y="290"/>
                    <a:pt x="144" y="146"/>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62"/>
            <p:cNvSpPr/>
            <p:nvPr/>
          </p:nvSpPr>
          <p:spPr>
            <a:xfrm>
              <a:off x="3715550" y="3436250"/>
              <a:ext cx="6975" cy="19475"/>
            </a:xfrm>
            <a:custGeom>
              <a:avLst/>
              <a:gdLst/>
              <a:ahLst/>
              <a:cxnLst/>
              <a:rect l="l" t="t" r="r" b="b"/>
              <a:pathLst>
                <a:path w="279" h="779" extrusionOk="0">
                  <a:moveTo>
                    <a:pt x="12" y="1"/>
                  </a:moveTo>
                  <a:lnTo>
                    <a:pt x="12" y="1"/>
                  </a:lnTo>
                  <a:cubicBezTo>
                    <a:pt x="0" y="156"/>
                    <a:pt x="23" y="290"/>
                    <a:pt x="67" y="411"/>
                  </a:cubicBezTo>
                  <a:cubicBezTo>
                    <a:pt x="112" y="545"/>
                    <a:pt x="168" y="667"/>
                    <a:pt x="267" y="778"/>
                  </a:cubicBezTo>
                  <a:cubicBezTo>
                    <a:pt x="279" y="633"/>
                    <a:pt x="256" y="500"/>
                    <a:pt x="212" y="367"/>
                  </a:cubicBezTo>
                  <a:cubicBezTo>
                    <a:pt x="168" y="234"/>
                    <a:pt x="112" y="112"/>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62"/>
            <p:cNvSpPr/>
            <p:nvPr/>
          </p:nvSpPr>
          <p:spPr>
            <a:xfrm>
              <a:off x="3841925" y="3448475"/>
              <a:ext cx="8625" cy="20575"/>
            </a:xfrm>
            <a:custGeom>
              <a:avLst/>
              <a:gdLst/>
              <a:ahLst/>
              <a:cxnLst/>
              <a:rect l="l" t="t" r="r" b="b"/>
              <a:pathLst>
                <a:path w="345" h="823" extrusionOk="0">
                  <a:moveTo>
                    <a:pt x="344" y="0"/>
                  </a:moveTo>
                  <a:lnTo>
                    <a:pt x="344" y="0"/>
                  </a:lnTo>
                  <a:cubicBezTo>
                    <a:pt x="223" y="122"/>
                    <a:pt x="156" y="245"/>
                    <a:pt x="100" y="389"/>
                  </a:cubicBezTo>
                  <a:cubicBezTo>
                    <a:pt x="45" y="522"/>
                    <a:pt x="0" y="667"/>
                    <a:pt x="0" y="823"/>
                  </a:cubicBezTo>
                  <a:cubicBezTo>
                    <a:pt x="112" y="711"/>
                    <a:pt x="178" y="578"/>
                    <a:pt x="245" y="445"/>
                  </a:cubicBezTo>
                  <a:cubicBezTo>
                    <a:pt x="300" y="312"/>
                    <a:pt x="344" y="167"/>
                    <a:pt x="3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62"/>
            <p:cNvSpPr/>
            <p:nvPr/>
          </p:nvSpPr>
          <p:spPr>
            <a:xfrm>
              <a:off x="3782750" y="3472350"/>
              <a:ext cx="4475" cy="12525"/>
            </a:xfrm>
            <a:custGeom>
              <a:avLst/>
              <a:gdLst/>
              <a:ahLst/>
              <a:cxnLst/>
              <a:rect l="l" t="t" r="r" b="b"/>
              <a:pathLst>
                <a:path w="179" h="501" extrusionOk="0">
                  <a:moveTo>
                    <a:pt x="123" y="1"/>
                  </a:moveTo>
                  <a:cubicBezTo>
                    <a:pt x="57" y="68"/>
                    <a:pt x="23" y="156"/>
                    <a:pt x="12" y="234"/>
                  </a:cubicBezTo>
                  <a:cubicBezTo>
                    <a:pt x="1" y="323"/>
                    <a:pt x="1" y="411"/>
                    <a:pt x="45" y="500"/>
                  </a:cubicBezTo>
                  <a:cubicBezTo>
                    <a:pt x="123" y="423"/>
                    <a:pt x="156" y="345"/>
                    <a:pt x="168" y="256"/>
                  </a:cubicBezTo>
                  <a:cubicBezTo>
                    <a:pt x="179" y="179"/>
                    <a:pt x="179" y="90"/>
                    <a:pt x="1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62"/>
            <p:cNvSpPr/>
            <p:nvPr/>
          </p:nvSpPr>
          <p:spPr>
            <a:xfrm>
              <a:off x="3755825" y="3039125"/>
              <a:ext cx="8625" cy="15000"/>
            </a:xfrm>
            <a:custGeom>
              <a:avLst/>
              <a:gdLst/>
              <a:ahLst/>
              <a:cxnLst/>
              <a:rect l="l" t="t" r="r" b="b"/>
              <a:pathLst>
                <a:path w="345" h="600" extrusionOk="0">
                  <a:moveTo>
                    <a:pt x="345" y="0"/>
                  </a:moveTo>
                  <a:cubicBezTo>
                    <a:pt x="234" y="67"/>
                    <a:pt x="167" y="156"/>
                    <a:pt x="100" y="255"/>
                  </a:cubicBezTo>
                  <a:cubicBezTo>
                    <a:pt x="45" y="356"/>
                    <a:pt x="1" y="467"/>
                    <a:pt x="1" y="600"/>
                  </a:cubicBezTo>
                  <a:cubicBezTo>
                    <a:pt x="112" y="533"/>
                    <a:pt x="178" y="433"/>
                    <a:pt x="245" y="333"/>
                  </a:cubicBezTo>
                  <a:cubicBezTo>
                    <a:pt x="300" y="233"/>
                    <a:pt x="345" y="133"/>
                    <a:pt x="34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62"/>
            <p:cNvSpPr/>
            <p:nvPr/>
          </p:nvSpPr>
          <p:spPr>
            <a:xfrm>
              <a:off x="3779975" y="3021600"/>
              <a:ext cx="5025" cy="19750"/>
            </a:xfrm>
            <a:custGeom>
              <a:avLst/>
              <a:gdLst/>
              <a:ahLst/>
              <a:cxnLst/>
              <a:rect l="l" t="t" r="r" b="b"/>
              <a:pathLst>
                <a:path w="201" h="790" extrusionOk="0">
                  <a:moveTo>
                    <a:pt x="45" y="1"/>
                  </a:moveTo>
                  <a:cubicBezTo>
                    <a:pt x="1" y="146"/>
                    <a:pt x="12" y="279"/>
                    <a:pt x="23" y="412"/>
                  </a:cubicBezTo>
                  <a:cubicBezTo>
                    <a:pt x="45" y="546"/>
                    <a:pt x="79" y="667"/>
                    <a:pt x="156" y="790"/>
                  </a:cubicBezTo>
                  <a:cubicBezTo>
                    <a:pt x="201" y="657"/>
                    <a:pt x="201" y="523"/>
                    <a:pt x="178" y="390"/>
                  </a:cubicBezTo>
                  <a:cubicBezTo>
                    <a:pt x="156" y="257"/>
                    <a:pt x="123" y="123"/>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62"/>
            <p:cNvSpPr/>
            <p:nvPr/>
          </p:nvSpPr>
          <p:spPr>
            <a:xfrm>
              <a:off x="3808600" y="3046600"/>
              <a:ext cx="4725" cy="17800"/>
            </a:xfrm>
            <a:custGeom>
              <a:avLst/>
              <a:gdLst/>
              <a:ahLst/>
              <a:cxnLst/>
              <a:rect l="l" t="t" r="r" b="b"/>
              <a:pathLst>
                <a:path w="189" h="712" extrusionOk="0">
                  <a:moveTo>
                    <a:pt x="45" y="1"/>
                  </a:moveTo>
                  <a:cubicBezTo>
                    <a:pt x="0" y="123"/>
                    <a:pt x="11" y="245"/>
                    <a:pt x="23" y="368"/>
                  </a:cubicBezTo>
                  <a:cubicBezTo>
                    <a:pt x="33" y="479"/>
                    <a:pt x="67" y="600"/>
                    <a:pt x="144" y="712"/>
                  </a:cubicBezTo>
                  <a:cubicBezTo>
                    <a:pt x="189" y="578"/>
                    <a:pt x="189" y="456"/>
                    <a:pt x="178" y="345"/>
                  </a:cubicBezTo>
                  <a:cubicBezTo>
                    <a:pt x="156" y="223"/>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62"/>
            <p:cNvSpPr/>
            <p:nvPr/>
          </p:nvSpPr>
          <p:spPr>
            <a:xfrm>
              <a:off x="3720275" y="3091025"/>
              <a:ext cx="3925" cy="25575"/>
            </a:xfrm>
            <a:custGeom>
              <a:avLst/>
              <a:gdLst/>
              <a:ahLst/>
              <a:cxnLst/>
              <a:rect l="l" t="t" r="r" b="b"/>
              <a:pathLst>
                <a:path w="157" h="1023" extrusionOk="0">
                  <a:moveTo>
                    <a:pt x="78" y="1"/>
                  </a:moveTo>
                  <a:cubicBezTo>
                    <a:pt x="11" y="168"/>
                    <a:pt x="1" y="346"/>
                    <a:pt x="1" y="512"/>
                  </a:cubicBezTo>
                  <a:cubicBezTo>
                    <a:pt x="1" y="679"/>
                    <a:pt x="11" y="845"/>
                    <a:pt x="78" y="1023"/>
                  </a:cubicBezTo>
                  <a:cubicBezTo>
                    <a:pt x="134" y="845"/>
                    <a:pt x="156" y="679"/>
                    <a:pt x="156" y="512"/>
                  </a:cubicBezTo>
                  <a:cubicBezTo>
                    <a:pt x="156" y="346"/>
                    <a:pt x="134" y="168"/>
                    <a:pt x="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62"/>
            <p:cNvSpPr/>
            <p:nvPr/>
          </p:nvSpPr>
          <p:spPr>
            <a:xfrm>
              <a:off x="3844150" y="3118550"/>
              <a:ext cx="3900" cy="19450"/>
            </a:xfrm>
            <a:custGeom>
              <a:avLst/>
              <a:gdLst/>
              <a:ahLst/>
              <a:cxnLst/>
              <a:rect l="l" t="t" r="r" b="b"/>
              <a:pathLst>
                <a:path w="156" h="778" extrusionOk="0">
                  <a:moveTo>
                    <a:pt x="78" y="0"/>
                  </a:moveTo>
                  <a:cubicBezTo>
                    <a:pt x="23" y="134"/>
                    <a:pt x="0" y="255"/>
                    <a:pt x="0" y="389"/>
                  </a:cubicBezTo>
                  <a:cubicBezTo>
                    <a:pt x="0" y="511"/>
                    <a:pt x="11" y="645"/>
                    <a:pt x="78" y="778"/>
                  </a:cubicBezTo>
                  <a:cubicBezTo>
                    <a:pt x="144" y="645"/>
                    <a:pt x="156" y="511"/>
                    <a:pt x="156" y="389"/>
                  </a:cubicBezTo>
                  <a:cubicBezTo>
                    <a:pt x="156" y="255"/>
                    <a:pt x="144" y="134"/>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62"/>
            <p:cNvSpPr/>
            <p:nvPr/>
          </p:nvSpPr>
          <p:spPr>
            <a:xfrm>
              <a:off x="3717500" y="3055500"/>
              <a:ext cx="125550" cy="104300"/>
            </a:xfrm>
            <a:custGeom>
              <a:avLst/>
              <a:gdLst/>
              <a:ahLst/>
              <a:cxnLst/>
              <a:rect l="l" t="t" r="r" b="b"/>
              <a:pathLst>
                <a:path w="5022" h="4172" extrusionOk="0">
                  <a:moveTo>
                    <a:pt x="2922" y="0"/>
                  </a:moveTo>
                  <a:cubicBezTo>
                    <a:pt x="2733" y="0"/>
                    <a:pt x="2544" y="34"/>
                    <a:pt x="2389" y="145"/>
                  </a:cubicBezTo>
                  <a:cubicBezTo>
                    <a:pt x="2289" y="200"/>
                    <a:pt x="2200" y="489"/>
                    <a:pt x="2111" y="511"/>
                  </a:cubicBezTo>
                  <a:cubicBezTo>
                    <a:pt x="2098" y="516"/>
                    <a:pt x="2086" y="518"/>
                    <a:pt x="2074" y="518"/>
                  </a:cubicBezTo>
                  <a:cubicBezTo>
                    <a:pt x="1979" y="518"/>
                    <a:pt x="1936" y="369"/>
                    <a:pt x="1867" y="300"/>
                  </a:cubicBezTo>
                  <a:cubicBezTo>
                    <a:pt x="1747" y="187"/>
                    <a:pt x="1582" y="124"/>
                    <a:pt x="1421" y="124"/>
                  </a:cubicBezTo>
                  <a:cubicBezTo>
                    <a:pt x="1328" y="124"/>
                    <a:pt x="1237" y="145"/>
                    <a:pt x="1156" y="189"/>
                  </a:cubicBezTo>
                  <a:cubicBezTo>
                    <a:pt x="934" y="311"/>
                    <a:pt x="823" y="545"/>
                    <a:pt x="722" y="767"/>
                  </a:cubicBezTo>
                  <a:cubicBezTo>
                    <a:pt x="478" y="1333"/>
                    <a:pt x="289" y="1911"/>
                    <a:pt x="145" y="2511"/>
                  </a:cubicBezTo>
                  <a:cubicBezTo>
                    <a:pt x="56" y="2911"/>
                    <a:pt x="1" y="3399"/>
                    <a:pt x="300" y="3688"/>
                  </a:cubicBezTo>
                  <a:cubicBezTo>
                    <a:pt x="445" y="3844"/>
                    <a:pt x="656" y="3900"/>
                    <a:pt x="856" y="3955"/>
                  </a:cubicBezTo>
                  <a:cubicBezTo>
                    <a:pt x="1343" y="4088"/>
                    <a:pt x="1837" y="4171"/>
                    <a:pt x="2338" y="4171"/>
                  </a:cubicBezTo>
                  <a:cubicBezTo>
                    <a:pt x="2466" y="4171"/>
                    <a:pt x="2594" y="4166"/>
                    <a:pt x="2722" y="4155"/>
                  </a:cubicBezTo>
                  <a:cubicBezTo>
                    <a:pt x="3344" y="4100"/>
                    <a:pt x="3966" y="3900"/>
                    <a:pt x="4466" y="3510"/>
                  </a:cubicBezTo>
                  <a:cubicBezTo>
                    <a:pt x="4721" y="3322"/>
                    <a:pt x="4966" y="3044"/>
                    <a:pt x="5000" y="2722"/>
                  </a:cubicBezTo>
                  <a:cubicBezTo>
                    <a:pt x="5022" y="2488"/>
                    <a:pt x="4955" y="2278"/>
                    <a:pt x="4855" y="2078"/>
                  </a:cubicBezTo>
                  <a:cubicBezTo>
                    <a:pt x="4777" y="1900"/>
                    <a:pt x="4677" y="1733"/>
                    <a:pt x="4600" y="1567"/>
                  </a:cubicBezTo>
                  <a:cubicBezTo>
                    <a:pt x="4466" y="1278"/>
                    <a:pt x="4378" y="967"/>
                    <a:pt x="4210" y="700"/>
                  </a:cubicBezTo>
                  <a:cubicBezTo>
                    <a:pt x="3933" y="267"/>
                    <a:pt x="3433" y="0"/>
                    <a:pt x="292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62"/>
            <p:cNvSpPr/>
            <p:nvPr/>
          </p:nvSpPr>
          <p:spPr>
            <a:xfrm>
              <a:off x="3784150" y="3128050"/>
              <a:ext cx="12800" cy="9250"/>
            </a:xfrm>
            <a:custGeom>
              <a:avLst/>
              <a:gdLst/>
              <a:ahLst/>
              <a:cxnLst/>
              <a:rect l="l" t="t" r="r" b="b"/>
              <a:pathLst>
                <a:path w="512" h="370" extrusionOk="0">
                  <a:moveTo>
                    <a:pt x="373" y="1"/>
                  </a:moveTo>
                  <a:cubicBezTo>
                    <a:pt x="356" y="1"/>
                    <a:pt x="339" y="3"/>
                    <a:pt x="322" y="9"/>
                  </a:cubicBezTo>
                  <a:cubicBezTo>
                    <a:pt x="223" y="31"/>
                    <a:pt x="123" y="75"/>
                    <a:pt x="45" y="153"/>
                  </a:cubicBezTo>
                  <a:cubicBezTo>
                    <a:pt x="23" y="164"/>
                    <a:pt x="11" y="176"/>
                    <a:pt x="11" y="198"/>
                  </a:cubicBezTo>
                  <a:cubicBezTo>
                    <a:pt x="1" y="220"/>
                    <a:pt x="23" y="253"/>
                    <a:pt x="34" y="265"/>
                  </a:cubicBezTo>
                  <a:cubicBezTo>
                    <a:pt x="67" y="323"/>
                    <a:pt x="107" y="369"/>
                    <a:pt x="158" y="369"/>
                  </a:cubicBezTo>
                  <a:cubicBezTo>
                    <a:pt x="175" y="369"/>
                    <a:pt x="192" y="364"/>
                    <a:pt x="211" y="353"/>
                  </a:cubicBezTo>
                  <a:cubicBezTo>
                    <a:pt x="300" y="309"/>
                    <a:pt x="389" y="253"/>
                    <a:pt x="478" y="198"/>
                  </a:cubicBezTo>
                  <a:cubicBezTo>
                    <a:pt x="490" y="186"/>
                    <a:pt x="512" y="164"/>
                    <a:pt x="512" y="142"/>
                  </a:cubicBezTo>
                  <a:cubicBezTo>
                    <a:pt x="512" y="131"/>
                    <a:pt x="512" y="120"/>
                    <a:pt x="500" y="97"/>
                  </a:cubicBezTo>
                  <a:cubicBezTo>
                    <a:pt x="478" y="65"/>
                    <a:pt x="456" y="20"/>
                    <a:pt x="423" y="9"/>
                  </a:cubicBezTo>
                  <a:cubicBezTo>
                    <a:pt x="406" y="3"/>
                    <a:pt x="389" y="1"/>
                    <a:pt x="373"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62"/>
            <p:cNvSpPr/>
            <p:nvPr/>
          </p:nvSpPr>
          <p:spPr>
            <a:xfrm>
              <a:off x="3791925" y="3097150"/>
              <a:ext cx="28625" cy="17850"/>
            </a:xfrm>
            <a:custGeom>
              <a:avLst/>
              <a:gdLst/>
              <a:ahLst/>
              <a:cxnLst/>
              <a:rect l="l" t="t" r="r" b="b"/>
              <a:pathLst>
                <a:path w="1145" h="714" extrusionOk="0">
                  <a:moveTo>
                    <a:pt x="989" y="0"/>
                  </a:moveTo>
                  <a:cubicBezTo>
                    <a:pt x="667" y="12"/>
                    <a:pt x="323" y="67"/>
                    <a:pt x="1" y="79"/>
                  </a:cubicBezTo>
                  <a:cubicBezTo>
                    <a:pt x="56" y="301"/>
                    <a:pt x="134" y="545"/>
                    <a:pt x="334" y="656"/>
                  </a:cubicBezTo>
                  <a:cubicBezTo>
                    <a:pt x="411" y="698"/>
                    <a:pt x="498" y="714"/>
                    <a:pt x="582" y="714"/>
                  </a:cubicBezTo>
                  <a:cubicBezTo>
                    <a:pt x="630" y="714"/>
                    <a:pt x="678" y="709"/>
                    <a:pt x="722" y="701"/>
                  </a:cubicBezTo>
                  <a:cubicBezTo>
                    <a:pt x="801" y="678"/>
                    <a:pt x="867" y="656"/>
                    <a:pt x="922" y="600"/>
                  </a:cubicBezTo>
                  <a:cubicBezTo>
                    <a:pt x="1045" y="478"/>
                    <a:pt x="1145" y="134"/>
                    <a:pt x="98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62"/>
            <p:cNvSpPr/>
            <p:nvPr/>
          </p:nvSpPr>
          <p:spPr>
            <a:xfrm>
              <a:off x="3739725" y="3098550"/>
              <a:ext cx="20575" cy="12600"/>
            </a:xfrm>
            <a:custGeom>
              <a:avLst/>
              <a:gdLst/>
              <a:ahLst/>
              <a:cxnLst/>
              <a:rect l="l" t="t" r="r" b="b"/>
              <a:pathLst>
                <a:path w="823" h="504" extrusionOk="0">
                  <a:moveTo>
                    <a:pt x="822" y="0"/>
                  </a:moveTo>
                  <a:lnTo>
                    <a:pt x="822" y="0"/>
                  </a:lnTo>
                  <a:cubicBezTo>
                    <a:pt x="700" y="11"/>
                    <a:pt x="578" y="11"/>
                    <a:pt x="457" y="11"/>
                  </a:cubicBezTo>
                  <a:cubicBezTo>
                    <a:pt x="336" y="11"/>
                    <a:pt x="217" y="11"/>
                    <a:pt x="100" y="23"/>
                  </a:cubicBezTo>
                  <a:cubicBezTo>
                    <a:pt x="0" y="134"/>
                    <a:pt x="89" y="367"/>
                    <a:pt x="200" y="455"/>
                  </a:cubicBezTo>
                  <a:cubicBezTo>
                    <a:pt x="245" y="489"/>
                    <a:pt x="289" y="500"/>
                    <a:pt x="344" y="500"/>
                  </a:cubicBezTo>
                  <a:cubicBezTo>
                    <a:pt x="367" y="502"/>
                    <a:pt x="390" y="504"/>
                    <a:pt x="412" y="504"/>
                  </a:cubicBezTo>
                  <a:cubicBezTo>
                    <a:pt x="489" y="504"/>
                    <a:pt x="564" y="487"/>
                    <a:pt x="633" y="445"/>
                  </a:cubicBezTo>
                  <a:cubicBezTo>
                    <a:pt x="766" y="356"/>
                    <a:pt x="800" y="178"/>
                    <a:pt x="822"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62"/>
            <p:cNvSpPr/>
            <p:nvPr/>
          </p:nvSpPr>
          <p:spPr>
            <a:xfrm>
              <a:off x="3736400" y="3079525"/>
              <a:ext cx="31375" cy="14325"/>
            </a:xfrm>
            <a:custGeom>
              <a:avLst/>
              <a:gdLst/>
              <a:ahLst/>
              <a:cxnLst/>
              <a:rect l="l" t="t" r="r" b="b"/>
              <a:pathLst>
                <a:path w="1255" h="573" extrusionOk="0">
                  <a:moveTo>
                    <a:pt x="1109" y="1"/>
                  </a:moveTo>
                  <a:cubicBezTo>
                    <a:pt x="967" y="1"/>
                    <a:pt x="820" y="46"/>
                    <a:pt x="689" y="83"/>
                  </a:cubicBezTo>
                  <a:cubicBezTo>
                    <a:pt x="433" y="161"/>
                    <a:pt x="200" y="305"/>
                    <a:pt x="0" y="495"/>
                  </a:cubicBezTo>
                  <a:cubicBezTo>
                    <a:pt x="11" y="517"/>
                    <a:pt x="22" y="550"/>
                    <a:pt x="33" y="572"/>
                  </a:cubicBezTo>
                  <a:cubicBezTo>
                    <a:pt x="378" y="428"/>
                    <a:pt x="778" y="439"/>
                    <a:pt x="1166" y="428"/>
                  </a:cubicBezTo>
                  <a:cubicBezTo>
                    <a:pt x="1200" y="428"/>
                    <a:pt x="1233" y="428"/>
                    <a:pt x="1255" y="417"/>
                  </a:cubicBezTo>
                  <a:cubicBezTo>
                    <a:pt x="1233" y="273"/>
                    <a:pt x="1210" y="139"/>
                    <a:pt x="1188" y="6"/>
                  </a:cubicBezTo>
                  <a:cubicBezTo>
                    <a:pt x="1162" y="2"/>
                    <a:pt x="1136" y="1"/>
                    <a:pt x="110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62"/>
            <p:cNvSpPr/>
            <p:nvPr/>
          </p:nvSpPr>
          <p:spPr>
            <a:xfrm>
              <a:off x="3786925" y="3075775"/>
              <a:ext cx="35850" cy="16675"/>
            </a:xfrm>
            <a:custGeom>
              <a:avLst/>
              <a:gdLst/>
              <a:ahLst/>
              <a:cxnLst/>
              <a:rect l="l" t="t" r="r" b="b"/>
              <a:pathLst>
                <a:path w="1434" h="667" extrusionOk="0">
                  <a:moveTo>
                    <a:pt x="90" y="0"/>
                  </a:moveTo>
                  <a:cubicBezTo>
                    <a:pt x="68" y="134"/>
                    <a:pt x="34" y="267"/>
                    <a:pt x="1" y="400"/>
                  </a:cubicBezTo>
                  <a:cubicBezTo>
                    <a:pt x="34" y="411"/>
                    <a:pt x="78" y="423"/>
                    <a:pt x="112" y="423"/>
                  </a:cubicBezTo>
                  <a:cubicBezTo>
                    <a:pt x="545" y="467"/>
                    <a:pt x="1001" y="489"/>
                    <a:pt x="1401" y="667"/>
                  </a:cubicBezTo>
                  <a:cubicBezTo>
                    <a:pt x="1411" y="645"/>
                    <a:pt x="1423" y="623"/>
                    <a:pt x="1433" y="589"/>
                  </a:cubicBezTo>
                  <a:cubicBezTo>
                    <a:pt x="1211" y="389"/>
                    <a:pt x="945" y="223"/>
                    <a:pt x="656" y="122"/>
                  </a:cubicBezTo>
                  <a:cubicBezTo>
                    <a:pt x="490" y="56"/>
                    <a:pt x="278" y="0"/>
                    <a:pt x="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62"/>
            <p:cNvSpPr/>
            <p:nvPr/>
          </p:nvSpPr>
          <p:spPr>
            <a:xfrm>
              <a:off x="3807750" y="3097975"/>
              <a:ext cx="9475" cy="9775"/>
            </a:xfrm>
            <a:custGeom>
              <a:avLst/>
              <a:gdLst/>
              <a:ahLst/>
              <a:cxnLst/>
              <a:rect l="l" t="t" r="r" b="b"/>
              <a:pathLst>
                <a:path w="379" h="391" extrusionOk="0">
                  <a:moveTo>
                    <a:pt x="185" y="0"/>
                  </a:moveTo>
                  <a:cubicBezTo>
                    <a:pt x="100" y="0"/>
                    <a:pt x="11" y="84"/>
                    <a:pt x="1" y="179"/>
                  </a:cubicBezTo>
                  <a:cubicBezTo>
                    <a:pt x="1" y="290"/>
                    <a:pt x="79" y="379"/>
                    <a:pt x="178" y="390"/>
                  </a:cubicBezTo>
                  <a:cubicBezTo>
                    <a:pt x="184" y="390"/>
                    <a:pt x="189" y="390"/>
                    <a:pt x="194" y="390"/>
                  </a:cubicBezTo>
                  <a:cubicBezTo>
                    <a:pt x="288" y="390"/>
                    <a:pt x="368" y="295"/>
                    <a:pt x="378" y="201"/>
                  </a:cubicBezTo>
                  <a:cubicBezTo>
                    <a:pt x="378" y="90"/>
                    <a:pt x="312" y="12"/>
                    <a:pt x="201" y="1"/>
                  </a:cubicBezTo>
                  <a:cubicBezTo>
                    <a:pt x="195" y="0"/>
                    <a:pt x="190" y="0"/>
                    <a:pt x="18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62"/>
            <p:cNvSpPr/>
            <p:nvPr/>
          </p:nvSpPr>
          <p:spPr>
            <a:xfrm>
              <a:off x="3749175" y="3099925"/>
              <a:ext cx="10575" cy="9350"/>
            </a:xfrm>
            <a:custGeom>
              <a:avLst/>
              <a:gdLst/>
              <a:ahLst/>
              <a:cxnLst/>
              <a:rect l="l" t="t" r="r" b="b"/>
              <a:pathLst>
                <a:path w="423" h="374" extrusionOk="0">
                  <a:moveTo>
                    <a:pt x="196" y="1"/>
                  </a:moveTo>
                  <a:cubicBezTo>
                    <a:pt x="175" y="1"/>
                    <a:pt x="154" y="4"/>
                    <a:pt x="133" y="12"/>
                  </a:cubicBezTo>
                  <a:cubicBezTo>
                    <a:pt x="45" y="56"/>
                    <a:pt x="0" y="168"/>
                    <a:pt x="45" y="256"/>
                  </a:cubicBezTo>
                  <a:cubicBezTo>
                    <a:pt x="77" y="330"/>
                    <a:pt x="146" y="373"/>
                    <a:pt x="216" y="373"/>
                  </a:cubicBezTo>
                  <a:cubicBezTo>
                    <a:pt x="241" y="373"/>
                    <a:pt x="266" y="368"/>
                    <a:pt x="289" y="356"/>
                  </a:cubicBezTo>
                  <a:cubicBezTo>
                    <a:pt x="378" y="323"/>
                    <a:pt x="422" y="200"/>
                    <a:pt x="378" y="112"/>
                  </a:cubicBezTo>
                  <a:cubicBezTo>
                    <a:pt x="343" y="43"/>
                    <a:pt x="269" y="1"/>
                    <a:pt x="19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62"/>
            <p:cNvSpPr/>
            <p:nvPr/>
          </p:nvSpPr>
          <p:spPr>
            <a:xfrm>
              <a:off x="3800525" y="3117050"/>
              <a:ext cx="9475" cy="14850"/>
            </a:xfrm>
            <a:custGeom>
              <a:avLst/>
              <a:gdLst/>
              <a:ahLst/>
              <a:cxnLst/>
              <a:rect l="l" t="t" r="r" b="b"/>
              <a:pathLst>
                <a:path w="379" h="594" extrusionOk="0">
                  <a:moveTo>
                    <a:pt x="50" y="0"/>
                  </a:moveTo>
                  <a:cubicBezTo>
                    <a:pt x="32" y="0"/>
                    <a:pt x="15" y="13"/>
                    <a:pt x="23" y="38"/>
                  </a:cubicBezTo>
                  <a:cubicBezTo>
                    <a:pt x="23" y="127"/>
                    <a:pt x="12" y="282"/>
                    <a:pt x="12" y="315"/>
                  </a:cubicBezTo>
                  <a:cubicBezTo>
                    <a:pt x="12" y="416"/>
                    <a:pt x="1" y="505"/>
                    <a:pt x="1" y="593"/>
                  </a:cubicBezTo>
                  <a:cubicBezTo>
                    <a:pt x="12" y="582"/>
                    <a:pt x="45" y="571"/>
                    <a:pt x="67" y="560"/>
                  </a:cubicBezTo>
                  <a:cubicBezTo>
                    <a:pt x="179" y="505"/>
                    <a:pt x="279" y="426"/>
                    <a:pt x="368" y="327"/>
                  </a:cubicBezTo>
                  <a:lnTo>
                    <a:pt x="378" y="315"/>
                  </a:lnTo>
                  <a:cubicBezTo>
                    <a:pt x="368" y="305"/>
                    <a:pt x="356" y="282"/>
                    <a:pt x="346" y="271"/>
                  </a:cubicBezTo>
                  <a:cubicBezTo>
                    <a:pt x="267" y="171"/>
                    <a:pt x="168" y="82"/>
                    <a:pt x="67" y="4"/>
                  </a:cubicBezTo>
                  <a:cubicBezTo>
                    <a:pt x="62" y="2"/>
                    <a:pt x="56" y="0"/>
                    <a:pt x="5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62"/>
            <p:cNvSpPr/>
            <p:nvPr/>
          </p:nvSpPr>
          <p:spPr>
            <a:xfrm>
              <a:off x="3768325" y="3127950"/>
              <a:ext cx="12525" cy="12000"/>
            </a:xfrm>
            <a:custGeom>
              <a:avLst/>
              <a:gdLst/>
              <a:ahLst/>
              <a:cxnLst/>
              <a:rect l="l" t="t" r="r" b="b"/>
              <a:pathLst>
                <a:path w="501" h="480" extrusionOk="0">
                  <a:moveTo>
                    <a:pt x="70" y="1"/>
                  </a:moveTo>
                  <a:cubicBezTo>
                    <a:pt x="56" y="1"/>
                    <a:pt x="41" y="10"/>
                    <a:pt x="34" y="24"/>
                  </a:cubicBezTo>
                  <a:cubicBezTo>
                    <a:pt x="12" y="146"/>
                    <a:pt x="0" y="279"/>
                    <a:pt x="12" y="412"/>
                  </a:cubicBezTo>
                  <a:cubicBezTo>
                    <a:pt x="12" y="435"/>
                    <a:pt x="12" y="457"/>
                    <a:pt x="22" y="468"/>
                  </a:cubicBezTo>
                  <a:lnTo>
                    <a:pt x="34" y="479"/>
                  </a:lnTo>
                  <a:cubicBezTo>
                    <a:pt x="111" y="468"/>
                    <a:pt x="200" y="468"/>
                    <a:pt x="278" y="446"/>
                  </a:cubicBezTo>
                  <a:cubicBezTo>
                    <a:pt x="332" y="437"/>
                    <a:pt x="392" y="421"/>
                    <a:pt x="455" y="421"/>
                  </a:cubicBezTo>
                  <a:cubicBezTo>
                    <a:pt x="470" y="421"/>
                    <a:pt x="485" y="422"/>
                    <a:pt x="500" y="424"/>
                  </a:cubicBezTo>
                  <a:lnTo>
                    <a:pt x="489" y="412"/>
                  </a:lnTo>
                  <a:cubicBezTo>
                    <a:pt x="422" y="346"/>
                    <a:pt x="345" y="291"/>
                    <a:pt x="278" y="224"/>
                  </a:cubicBezTo>
                  <a:cubicBezTo>
                    <a:pt x="267" y="190"/>
                    <a:pt x="156" y="91"/>
                    <a:pt x="89" y="13"/>
                  </a:cubicBezTo>
                  <a:cubicBezTo>
                    <a:pt x="85" y="4"/>
                    <a:pt x="78" y="1"/>
                    <a:pt x="7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62"/>
            <p:cNvSpPr/>
            <p:nvPr/>
          </p:nvSpPr>
          <p:spPr>
            <a:xfrm>
              <a:off x="3791375" y="3096025"/>
              <a:ext cx="25575" cy="3975"/>
            </a:xfrm>
            <a:custGeom>
              <a:avLst/>
              <a:gdLst/>
              <a:ahLst/>
              <a:cxnLst/>
              <a:rect l="l" t="t" r="r" b="b"/>
              <a:pathLst>
                <a:path w="1023" h="159" extrusionOk="0">
                  <a:moveTo>
                    <a:pt x="1011" y="1"/>
                  </a:moveTo>
                  <a:cubicBezTo>
                    <a:pt x="721" y="59"/>
                    <a:pt x="431" y="92"/>
                    <a:pt x="141" y="92"/>
                  </a:cubicBezTo>
                  <a:cubicBezTo>
                    <a:pt x="98" y="92"/>
                    <a:pt x="55" y="91"/>
                    <a:pt x="11" y="90"/>
                  </a:cubicBezTo>
                  <a:lnTo>
                    <a:pt x="1" y="156"/>
                  </a:lnTo>
                  <a:cubicBezTo>
                    <a:pt x="45" y="158"/>
                    <a:pt x="89" y="159"/>
                    <a:pt x="132" y="159"/>
                  </a:cubicBezTo>
                  <a:cubicBezTo>
                    <a:pt x="432" y="159"/>
                    <a:pt x="732" y="124"/>
                    <a:pt x="1023" y="57"/>
                  </a:cubicBezTo>
                  <a:lnTo>
                    <a:pt x="1011"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62"/>
            <p:cNvSpPr/>
            <p:nvPr/>
          </p:nvSpPr>
          <p:spPr>
            <a:xfrm>
              <a:off x="3741650" y="3098000"/>
              <a:ext cx="19475" cy="2175"/>
            </a:xfrm>
            <a:custGeom>
              <a:avLst/>
              <a:gdLst/>
              <a:ahLst/>
              <a:cxnLst/>
              <a:rect l="l" t="t" r="r" b="b"/>
              <a:pathLst>
                <a:path w="779" h="87" extrusionOk="0">
                  <a:moveTo>
                    <a:pt x="768" y="0"/>
                  </a:moveTo>
                  <a:cubicBezTo>
                    <a:pt x="634" y="18"/>
                    <a:pt x="496" y="26"/>
                    <a:pt x="357" y="26"/>
                  </a:cubicBezTo>
                  <a:cubicBezTo>
                    <a:pt x="243" y="26"/>
                    <a:pt x="127" y="21"/>
                    <a:pt x="12" y="11"/>
                  </a:cubicBezTo>
                  <a:lnTo>
                    <a:pt x="1" y="67"/>
                  </a:lnTo>
                  <a:cubicBezTo>
                    <a:pt x="108" y="81"/>
                    <a:pt x="217" y="87"/>
                    <a:pt x="326" y="87"/>
                  </a:cubicBezTo>
                  <a:cubicBezTo>
                    <a:pt x="478" y="87"/>
                    <a:pt x="630" y="75"/>
                    <a:pt x="778" y="55"/>
                  </a:cubicBezTo>
                  <a:lnTo>
                    <a:pt x="76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62"/>
            <p:cNvSpPr/>
            <p:nvPr/>
          </p:nvSpPr>
          <p:spPr>
            <a:xfrm>
              <a:off x="3765825" y="3104100"/>
              <a:ext cx="24175" cy="17500"/>
            </a:xfrm>
            <a:custGeom>
              <a:avLst/>
              <a:gdLst/>
              <a:ahLst/>
              <a:cxnLst/>
              <a:rect l="l" t="t" r="r" b="b"/>
              <a:pathLst>
                <a:path w="967" h="700" extrusionOk="0">
                  <a:moveTo>
                    <a:pt x="210" y="1"/>
                  </a:moveTo>
                  <a:cubicBezTo>
                    <a:pt x="176" y="1"/>
                    <a:pt x="142" y="11"/>
                    <a:pt x="112" y="33"/>
                  </a:cubicBezTo>
                  <a:cubicBezTo>
                    <a:pt x="33" y="78"/>
                    <a:pt x="1" y="167"/>
                    <a:pt x="11" y="278"/>
                  </a:cubicBezTo>
                  <a:cubicBezTo>
                    <a:pt x="23" y="445"/>
                    <a:pt x="112" y="578"/>
                    <a:pt x="189" y="700"/>
                  </a:cubicBezTo>
                  <a:lnTo>
                    <a:pt x="278" y="656"/>
                  </a:lnTo>
                  <a:cubicBezTo>
                    <a:pt x="201" y="534"/>
                    <a:pt x="122" y="411"/>
                    <a:pt x="112" y="267"/>
                  </a:cubicBezTo>
                  <a:cubicBezTo>
                    <a:pt x="112" y="211"/>
                    <a:pt x="122" y="145"/>
                    <a:pt x="167" y="122"/>
                  </a:cubicBezTo>
                  <a:cubicBezTo>
                    <a:pt x="182" y="111"/>
                    <a:pt x="199" y="107"/>
                    <a:pt x="216" y="107"/>
                  </a:cubicBezTo>
                  <a:cubicBezTo>
                    <a:pt x="252" y="107"/>
                    <a:pt x="289" y="126"/>
                    <a:pt x="312" y="156"/>
                  </a:cubicBezTo>
                  <a:cubicBezTo>
                    <a:pt x="356" y="211"/>
                    <a:pt x="378" y="289"/>
                    <a:pt x="401" y="356"/>
                  </a:cubicBezTo>
                  <a:lnTo>
                    <a:pt x="456" y="544"/>
                  </a:lnTo>
                  <a:lnTo>
                    <a:pt x="500" y="344"/>
                  </a:lnTo>
                  <a:cubicBezTo>
                    <a:pt x="531" y="224"/>
                    <a:pt x="652" y="131"/>
                    <a:pt x="782" y="131"/>
                  </a:cubicBezTo>
                  <a:cubicBezTo>
                    <a:pt x="795" y="131"/>
                    <a:pt x="809" y="132"/>
                    <a:pt x="823" y="134"/>
                  </a:cubicBezTo>
                  <a:lnTo>
                    <a:pt x="833" y="134"/>
                  </a:lnTo>
                  <a:cubicBezTo>
                    <a:pt x="845" y="134"/>
                    <a:pt x="845" y="134"/>
                    <a:pt x="845" y="145"/>
                  </a:cubicBezTo>
                  <a:cubicBezTo>
                    <a:pt x="856" y="200"/>
                    <a:pt x="823" y="267"/>
                    <a:pt x="789" y="322"/>
                  </a:cubicBezTo>
                  <a:cubicBezTo>
                    <a:pt x="722" y="433"/>
                    <a:pt x="645" y="544"/>
                    <a:pt x="534" y="567"/>
                  </a:cubicBezTo>
                  <a:lnTo>
                    <a:pt x="556" y="667"/>
                  </a:lnTo>
                  <a:cubicBezTo>
                    <a:pt x="567" y="667"/>
                    <a:pt x="578" y="667"/>
                    <a:pt x="589" y="656"/>
                  </a:cubicBezTo>
                  <a:cubicBezTo>
                    <a:pt x="722" y="611"/>
                    <a:pt x="800" y="500"/>
                    <a:pt x="878" y="378"/>
                  </a:cubicBezTo>
                  <a:cubicBezTo>
                    <a:pt x="912" y="322"/>
                    <a:pt x="967" y="223"/>
                    <a:pt x="944" y="122"/>
                  </a:cubicBezTo>
                  <a:cubicBezTo>
                    <a:pt x="934" y="89"/>
                    <a:pt x="922" y="67"/>
                    <a:pt x="900" y="56"/>
                  </a:cubicBezTo>
                  <a:cubicBezTo>
                    <a:pt x="878" y="33"/>
                    <a:pt x="856" y="33"/>
                    <a:pt x="833" y="23"/>
                  </a:cubicBezTo>
                  <a:cubicBezTo>
                    <a:pt x="817" y="20"/>
                    <a:pt x="800" y="19"/>
                    <a:pt x="784" y="19"/>
                  </a:cubicBezTo>
                  <a:cubicBezTo>
                    <a:pt x="657" y="19"/>
                    <a:pt x="534" y="92"/>
                    <a:pt x="456" y="200"/>
                  </a:cubicBezTo>
                  <a:cubicBezTo>
                    <a:pt x="445" y="156"/>
                    <a:pt x="423" y="122"/>
                    <a:pt x="389" y="89"/>
                  </a:cubicBezTo>
                  <a:cubicBezTo>
                    <a:pt x="345" y="38"/>
                    <a:pt x="277" y="1"/>
                    <a:pt x="21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62"/>
            <p:cNvSpPr/>
            <p:nvPr/>
          </p:nvSpPr>
          <p:spPr>
            <a:xfrm>
              <a:off x="3768875" y="3123800"/>
              <a:ext cx="41975" cy="17250"/>
            </a:xfrm>
            <a:custGeom>
              <a:avLst/>
              <a:gdLst/>
              <a:ahLst/>
              <a:cxnLst/>
              <a:rect l="l" t="t" r="r" b="b"/>
              <a:pathLst>
                <a:path w="1679" h="690" extrusionOk="0">
                  <a:moveTo>
                    <a:pt x="1634" y="1"/>
                  </a:moveTo>
                  <a:cubicBezTo>
                    <a:pt x="1200" y="402"/>
                    <a:pt x="629" y="623"/>
                    <a:pt x="45" y="623"/>
                  </a:cubicBezTo>
                  <a:cubicBezTo>
                    <a:pt x="30" y="623"/>
                    <a:pt x="15" y="623"/>
                    <a:pt x="0" y="623"/>
                  </a:cubicBezTo>
                  <a:lnTo>
                    <a:pt x="0" y="690"/>
                  </a:lnTo>
                  <a:cubicBezTo>
                    <a:pt x="167" y="690"/>
                    <a:pt x="323" y="679"/>
                    <a:pt x="478" y="645"/>
                  </a:cubicBezTo>
                  <a:cubicBezTo>
                    <a:pt x="923" y="556"/>
                    <a:pt x="1345" y="356"/>
                    <a:pt x="1678" y="45"/>
                  </a:cubicBezTo>
                  <a:cubicBezTo>
                    <a:pt x="1667" y="23"/>
                    <a:pt x="1656" y="12"/>
                    <a:pt x="163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7" name="Google Shape;2227;p62"/>
          <p:cNvGrpSpPr/>
          <p:nvPr/>
        </p:nvGrpSpPr>
        <p:grpSpPr>
          <a:xfrm>
            <a:off x="7226844" y="2249609"/>
            <a:ext cx="1197013" cy="1896322"/>
            <a:chOff x="2690750" y="3912800"/>
            <a:chExt cx="566875" cy="898050"/>
          </a:xfrm>
        </p:grpSpPr>
        <p:sp>
          <p:nvSpPr>
            <p:cNvPr id="2228" name="Google Shape;2228;p62"/>
            <p:cNvSpPr/>
            <p:nvPr/>
          </p:nvSpPr>
          <p:spPr>
            <a:xfrm>
              <a:off x="2690750" y="4643325"/>
              <a:ext cx="221100" cy="119050"/>
            </a:xfrm>
            <a:custGeom>
              <a:avLst/>
              <a:gdLst/>
              <a:ahLst/>
              <a:cxnLst/>
              <a:rect l="l" t="t" r="r" b="b"/>
              <a:pathLst>
                <a:path w="8844" h="4762" extrusionOk="0">
                  <a:moveTo>
                    <a:pt x="6655" y="1"/>
                  </a:moveTo>
                  <a:cubicBezTo>
                    <a:pt x="6363" y="1"/>
                    <a:pt x="6037" y="124"/>
                    <a:pt x="5711" y="219"/>
                  </a:cubicBezTo>
                  <a:cubicBezTo>
                    <a:pt x="6022" y="807"/>
                    <a:pt x="6300" y="1407"/>
                    <a:pt x="6533" y="2019"/>
                  </a:cubicBezTo>
                  <a:cubicBezTo>
                    <a:pt x="4067" y="2229"/>
                    <a:pt x="3701" y="2896"/>
                    <a:pt x="1279" y="3374"/>
                  </a:cubicBezTo>
                  <a:cubicBezTo>
                    <a:pt x="956" y="3440"/>
                    <a:pt x="612" y="3496"/>
                    <a:pt x="356" y="3707"/>
                  </a:cubicBezTo>
                  <a:cubicBezTo>
                    <a:pt x="101" y="3918"/>
                    <a:pt x="1" y="4340"/>
                    <a:pt x="223" y="4584"/>
                  </a:cubicBezTo>
                  <a:cubicBezTo>
                    <a:pt x="401" y="4751"/>
                    <a:pt x="667" y="4762"/>
                    <a:pt x="912" y="4762"/>
                  </a:cubicBezTo>
                  <a:cubicBezTo>
                    <a:pt x="1434" y="4751"/>
                    <a:pt x="1956" y="4740"/>
                    <a:pt x="2467" y="4640"/>
                  </a:cubicBezTo>
                  <a:cubicBezTo>
                    <a:pt x="3445" y="4451"/>
                    <a:pt x="4367" y="4073"/>
                    <a:pt x="5378" y="3996"/>
                  </a:cubicBezTo>
                  <a:cubicBezTo>
                    <a:pt x="6200" y="3929"/>
                    <a:pt x="7033" y="3974"/>
                    <a:pt x="7855" y="3829"/>
                  </a:cubicBezTo>
                  <a:cubicBezTo>
                    <a:pt x="8088" y="3784"/>
                    <a:pt x="8333" y="3729"/>
                    <a:pt x="8522" y="3584"/>
                  </a:cubicBezTo>
                  <a:cubicBezTo>
                    <a:pt x="8710" y="3451"/>
                    <a:pt x="8844" y="3218"/>
                    <a:pt x="8811" y="2985"/>
                  </a:cubicBezTo>
                  <a:cubicBezTo>
                    <a:pt x="8788" y="2863"/>
                    <a:pt x="8722" y="2752"/>
                    <a:pt x="8655" y="2651"/>
                  </a:cubicBezTo>
                  <a:cubicBezTo>
                    <a:pt x="8211" y="1896"/>
                    <a:pt x="7789" y="1130"/>
                    <a:pt x="7322" y="385"/>
                  </a:cubicBezTo>
                  <a:cubicBezTo>
                    <a:pt x="7141" y="95"/>
                    <a:pt x="6911" y="1"/>
                    <a:pt x="665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62"/>
            <p:cNvSpPr/>
            <p:nvPr/>
          </p:nvSpPr>
          <p:spPr>
            <a:xfrm>
              <a:off x="2728825" y="4329100"/>
              <a:ext cx="170250" cy="354700"/>
            </a:xfrm>
            <a:custGeom>
              <a:avLst/>
              <a:gdLst/>
              <a:ahLst/>
              <a:cxnLst/>
              <a:rect l="l" t="t" r="r" b="b"/>
              <a:pathLst>
                <a:path w="6810" h="14188" extrusionOk="0">
                  <a:moveTo>
                    <a:pt x="4759" y="0"/>
                  </a:moveTo>
                  <a:cubicBezTo>
                    <a:pt x="3314" y="0"/>
                    <a:pt x="2377" y="2499"/>
                    <a:pt x="1933" y="3556"/>
                  </a:cubicBezTo>
                  <a:cubicBezTo>
                    <a:pt x="1400" y="4812"/>
                    <a:pt x="789" y="6034"/>
                    <a:pt x="289" y="7311"/>
                  </a:cubicBezTo>
                  <a:cubicBezTo>
                    <a:pt x="134" y="7711"/>
                    <a:pt x="0" y="8211"/>
                    <a:pt x="278" y="8533"/>
                  </a:cubicBezTo>
                  <a:cubicBezTo>
                    <a:pt x="400" y="8288"/>
                    <a:pt x="477" y="8022"/>
                    <a:pt x="533" y="7755"/>
                  </a:cubicBezTo>
                  <a:lnTo>
                    <a:pt x="533" y="7755"/>
                  </a:lnTo>
                  <a:cubicBezTo>
                    <a:pt x="522" y="8355"/>
                    <a:pt x="489" y="9088"/>
                    <a:pt x="1100" y="9733"/>
                  </a:cubicBezTo>
                  <a:cubicBezTo>
                    <a:pt x="1100" y="9477"/>
                    <a:pt x="1100" y="9233"/>
                    <a:pt x="1111" y="8977"/>
                  </a:cubicBezTo>
                  <a:cubicBezTo>
                    <a:pt x="1111" y="8977"/>
                    <a:pt x="2666" y="12799"/>
                    <a:pt x="3777" y="14188"/>
                  </a:cubicBezTo>
                  <a:cubicBezTo>
                    <a:pt x="3777" y="14032"/>
                    <a:pt x="4022" y="13788"/>
                    <a:pt x="4022" y="13643"/>
                  </a:cubicBezTo>
                  <a:cubicBezTo>
                    <a:pt x="4343" y="13798"/>
                    <a:pt x="4677" y="13954"/>
                    <a:pt x="4999" y="14121"/>
                  </a:cubicBezTo>
                  <a:cubicBezTo>
                    <a:pt x="4933" y="13709"/>
                    <a:pt x="4866" y="13310"/>
                    <a:pt x="4799" y="12910"/>
                  </a:cubicBezTo>
                  <a:cubicBezTo>
                    <a:pt x="4805" y="12909"/>
                    <a:pt x="4812" y="12909"/>
                    <a:pt x="4818" y="12909"/>
                  </a:cubicBezTo>
                  <a:cubicBezTo>
                    <a:pt x="5164" y="12909"/>
                    <a:pt x="5600" y="13188"/>
                    <a:pt x="5936" y="13188"/>
                  </a:cubicBezTo>
                  <a:cubicBezTo>
                    <a:pt x="5942" y="13188"/>
                    <a:pt x="5949" y="13188"/>
                    <a:pt x="5955" y="13188"/>
                  </a:cubicBezTo>
                  <a:cubicBezTo>
                    <a:pt x="5876" y="12988"/>
                    <a:pt x="5699" y="12488"/>
                    <a:pt x="5621" y="12299"/>
                  </a:cubicBezTo>
                  <a:lnTo>
                    <a:pt x="5621" y="12299"/>
                  </a:lnTo>
                  <a:lnTo>
                    <a:pt x="6476" y="12521"/>
                  </a:lnTo>
                  <a:cubicBezTo>
                    <a:pt x="5666" y="11344"/>
                    <a:pt x="4622" y="9777"/>
                    <a:pt x="3377" y="7955"/>
                  </a:cubicBezTo>
                  <a:cubicBezTo>
                    <a:pt x="4355" y="6700"/>
                    <a:pt x="4788" y="5656"/>
                    <a:pt x="5854" y="4234"/>
                  </a:cubicBezTo>
                  <a:cubicBezTo>
                    <a:pt x="5858" y="4259"/>
                    <a:pt x="5868" y="4271"/>
                    <a:pt x="5884" y="4271"/>
                  </a:cubicBezTo>
                  <a:cubicBezTo>
                    <a:pt x="6050" y="4271"/>
                    <a:pt x="6810" y="2958"/>
                    <a:pt x="6688" y="2035"/>
                  </a:cubicBezTo>
                  <a:cubicBezTo>
                    <a:pt x="6587" y="1245"/>
                    <a:pt x="6066" y="446"/>
                    <a:pt x="5321" y="124"/>
                  </a:cubicBezTo>
                  <a:cubicBezTo>
                    <a:pt x="5126" y="39"/>
                    <a:pt x="4938" y="0"/>
                    <a:pt x="4759"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62"/>
            <p:cNvSpPr/>
            <p:nvPr/>
          </p:nvSpPr>
          <p:spPr>
            <a:xfrm>
              <a:off x="2813800" y="4382725"/>
              <a:ext cx="9175" cy="18625"/>
            </a:xfrm>
            <a:custGeom>
              <a:avLst/>
              <a:gdLst/>
              <a:ahLst/>
              <a:cxnLst/>
              <a:rect l="l" t="t" r="r" b="b"/>
              <a:pathLst>
                <a:path w="367" h="745" extrusionOk="0">
                  <a:moveTo>
                    <a:pt x="367" y="1"/>
                  </a:moveTo>
                  <a:lnTo>
                    <a:pt x="367" y="1"/>
                  </a:lnTo>
                  <a:cubicBezTo>
                    <a:pt x="256" y="100"/>
                    <a:pt x="178" y="211"/>
                    <a:pt x="112" y="334"/>
                  </a:cubicBezTo>
                  <a:cubicBezTo>
                    <a:pt x="56" y="467"/>
                    <a:pt x="1" y="589"/>
                    <a:pt x="1" y="744"/>
                  </a:cubicBezTo>
                  <a:cubicBezTo>
                    <a:pt x="122" y="645"/>
                    <a:pt x="189" y="534"/>
                    <a:pt x="256" y="411"/>
                  </a:cubicBezTo>
                  <a:cubicBezTo>
                    <a:pt x="312" y="278"/>
                    <a:pt x="367" y="156"/>
                    <a:pt x="3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62"/>
            <p:cNvSpPr/>
            <p:nvPr/>
          </p:nvSpPr>
          <p:spPr>
            <a:xfrm>
              <a:off x="2844050" y="4407175"/>
              <a:ext cx="6425" cy="14450"/>
            </a:xfrm>
            <a:custGeom>
              <a:avLst/>
              <a:gdLst/>
              <a:ahLst/>
              <a:cxnLst/>
              <a:rect l="l" t="t" r="r" b="b"/>
              <a:pathLst>
                <a:path w="257" h="578" extrusionOk="0">
                  <a:moveTo>
                    <a:pt x="235" y="0"/>
                  </a:moveTo>
                  <a:lnTo>
                    <a:pt x="235" y="0"/>
                  </a:lnTo>
                  <a:cubicBezTo>
                    <a:pt x="146" y="78"/>
                    <a:pt x="90" y="166"/>
                    <a:pt x="57" y="267"/>
                  </a:cubicBezTo>
                  <a:cubicBezTo>
                    <a:pt x="23" y="356"/>
                    <a:pt x="1" y="455"/>
                    <a:pt x="35" y="578"/>
                  </a:cubicBezTo>
                  <a:cubicBezTo>
                    <a:pt x="124" y="500"/>
                    <a:pt x="168" y="411"/>
                    <a:pt x="201" y="322"/>
                  </a:cubicBezTo>
                  <a:cubicBezTo>
                    <a:pt x="235" y="222"/>
                    <a:pt x="257" y="122"/>
                    <a:pt x="23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62"/>
            <p:cNvSpPr/>
            <p:nvPr/>
          </p:nvSpPr>
          <p:spPr>
            <a:xfrm>
              <a:off x="2779075" y="4448825"/>
              <a:ext cx="4750" cy="10850"/>
            </a:xfrm>
            <a:custGeom>
              <a:avLst/>
              <a:gdLst/>
              <a:ahLst/>
              <a:cxnLst/>
              <a:rect l="l" t="t" r="r" b="b"/>
              <a:pathLst>
                <a:path w="190" h="434" extrusionOk="0">
                  <a:moveTo>
                    <a:pt x="145" y="1"/>
                  </a:moveTo>
                  <a:cubicBezTo>
                    <a:pt x="67" y="56"/>
                    <a:pt x="34" y="122"/>
                    <a:pt x="12" y="200"/>
                  </a:cubicBezTo>
                  <a:cubicBezTo>
                    <a:pt x="0" y="278"/>
                    <a:pt x="0" y="356"/>
                    <a:pt x="34" y="433"/>
                  </a:cubicBezTo>
                  <a:cubicBezTo>
                    <a:pt x="112" y="378"/>
                    <a:pt x="145" y="312"/>
                    <a:pt x="168" y="233"/>
                  </a:cubicBezTo>
                  <a:cubicBezTo>
                    <a:pt x="178" y="167"/>
                    <a:pt x="190" y="89"/>
                    <a:pt x="1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62"/>
            <p:cNvSpPr/>
            <p:nvPr/>
          </p:nvSpPr>
          <p:spPr>
            <a:xfrm>
              <a:off x="2779075" y="4477975"/>
              <a:ext cx="6975" cy="20300"/>
            </a:xfrm>
            <a:custGeom>
              <a:avLst/>
              <a:gdLst/>
              <a:ahLst/>
              <a:cxnLst/>
              <a:rect l="l" t="t" r="r" b="b"/>
              <a:pathLst>
                <a:path w="279" h="812" extrusionOk="0">
                  <a:moveTo>
                    <a:pt x="245" y="1"/>
                  </a:moveTo>
                  <a:lnTo>
                    <a:pt x="245" y="1"/>
                  </a:lnTo>
                  <a:cubicBezTo>
                    <a:pt x="156" y="123"/>
                    <a:pt x="101" y="256"/>
                    <a:pt x="67" y="390"/>
                  </a:cubicBezTo>
                  <a:cubicBezTo>
                    <a:pt x="23" y="523"/>
                    <a:pt x="0" y="656"/>
                    <a:pt x="23" y="812"/>
                  </a:cubicBezTo>
                  <a:cubicBezTo>
                    <a:pt x="123" y="689"/>
                    <a:pt x="178" y="568"/>
                    <a:pt x="212" y="423"/>
                  </a:cubicBezTo>
                  <a:cubicBezTo>
                    <a:pt x="245" y="289"/>
                    <a:pt x="279" y="156"/>
                    <a:pt x="2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62"/>
            <p:cNvSpPr/>
            <p:nvPr/>
          </p:nvSpPr>
          <p:spPr>
            <a:xfrm>
              <a:off x="2761600" y="4494375"/>
              <a:ext cx="5275" cy="17500"/>
            </a:xfrm>
            <a:custGeom>
              <a:avLst/>
              <a:gdLst/>
              <a:ahLst/>
              <a:cxnLst/>
              <a:rect l="l" t="t" r="r" b="b"/>
              <a:pathLst>
                <a:path w="211" h="700" extrusionOk="0">
                  <a:moveTo>
                    <a:pt x="178" y="0"/>
                  </a:moveTo>
                  <a:cubicBezTo>
                    <a:pt x="89" y="111"/>
                    <a:pt x="55" y="223"/>
                    <a:pt x="22" y="344"/>
                  </a:cubicBezTo>
                  <a:cubicBezTo>
                    <a:pt x="0" y="455"/>
                    <a:pt x="0" y="578"/>
                    <a:pt x="33" y="700"/>
                  </a:cubicBezTo>
                  <a:cubicBezTo>
                    <a:pt x="122" y="600"/>
                    <a:pt x="156" y="489"/>
                    <a:pt x="178" y="367"/>
                  </a:cubicBezTo>
                  <a:cubicBezTo>
                    <a:pt x="200" y="255"/>
                    <a:pt x="211" y="134"/>
                    <a:pt x="1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62"/>
            <p:cNvSpPr/>
            <p:nvPr/>
          </p:nvSpPr>
          <p:spPr>
            <a:xfrm>
              <a:off x="2765200" y="4532150"/>
              <a:ext cx="5575" cy="14450"/>
            </a:xfrm>
            <a:custGeom>
              <a:avLst/>
              <a:gdLst/>
              <a:ahLst/>
              <a:cxnLst/>
              <a:rect l="l" t="t" r="r" b="b"/>
              <a:pathLst>
                <a:path w="223" h="578" extrusionOk="0">
                  <a:moveTo>
                    <a:pt x="34" y="0"/>
                  </a:moveTo>
                  <a:cubicBezTo>
                    <a:pt x="0" y="111"/>
                    <a:pt x="12" y="211"/>
                    <a:pt x="34" y="311"/>
                  </a:cubicBezTo>
                  <a:cubicBezTo>
                    <a:pt x="56" y="400"/>
                    <a:pt x="100" y="500"/>
                    <a:pt x="189" y="578"/>
                  </a:cubicBezTo>
                  <a:cubicBezTo>
                    <a:pt x="222" y="467"/>
                    <a:pt x="212" y="366"/>
                    <a:pt x="178" y="267"/>
                  </a:cubicBezTo>
                  <a:cubicBezTo>
                    <a:pt x="156" y="166"/>
                    <a:pt x="111" y="77"/>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62"/>
            <p:cNvSpPr/>
            <p:nvPr/>
          </p:nvSpPr>
          <p:spPr>
            <a:xfrm>
              <a:off x="2775475" y="3912800"/>
              <a:ext cx="240800" cy="484400"/>
            </a:xfrm>
            <a:custGeom>
              <a:avLst/>
              <a:gdLst/>
              <a:ahLst/>
              <a:cxnLst/>
              <a:rect l="l" t="t" r="r" b="b"/>
              <a:pathLst>
                <a:path w="9632" h="19376" extrusionOk="0">
                  <a:moveTo>
                    <a:pt x="3475" y="1"/>
                  </a:moveTo>
                  <a:cubicBezTo>
                    <a:pt x="2970" y="1"/>
                    <a:pt x="2462" y="120"/>
                    <a:pt x="2011" y="345"/>
                  </a:cubicBezTo>
                  <a:cubicBezTo>
                    <a:pt x="1067" y="812"/>
                    <a:pt x="367" y="1690"/>
                    <a:pt x="1" y="2656"/>
                  </a:cubicBezTo>
                  <a:cubicBezTo>
                    <a:pt x="289" y="2612"/>
                    <a:pt x="578" y="2512"/>
                    <a:pt x="845" y="2379"/>
                  </a:cubicBezTo>
                  <a:lnTo>
                    <a:pt x="845" y="2379"/>
                  </a:lnTo>
                  <a:cubicBezTo>
                    <a:pt x="567" y="2523"/>
                    <a:pt x="367" y="3045"/>
                    <a:pt x="312" y="3334"/>
                  </a:cubicBezTo>
                  <a:cubicBezTo>
                    <a:pt x="223" y="3756"/>
                    <a:pt x="100" y="4167"/>
                    <a:pt x="122" y="4601"/>
                  </a:cubicBezTo>
                  <a:cubicBezTo>
                    <a:pt x="312" y="4489"/>
                    <a:pt x="500" y="4367"/>
                    <a:pt x="689" y="4245"/>
                  </a:cubicBezTo>
                  <a:lnTo>
                    <a:pt x="689" y="4245"/>
                  </a:lnTo>
                  <a:cubicBezTo>
                    <a:pt x="522" y="4989"/>
                    <a:pt x="433" y="5744"/>
                    <a:pt x="411" y="6500"/>
                  </a:cubicBezTo>
                  <a:cubicBezTo>
                    <a:pt x="689" y="6334"/>
                    <a:pt x="944" y="6134"/>
                    <a:pt x="1156" y="5889"/>
                  </a:cubicBezTo>
                  <a:lnTo>
                    <a:pt x="1156" y="5889"/>
                  </a:lnTo>
                  <a:cubicBezTo>
                    <a:pt x="1055" y="6589"/>
                    <a:pt x="978" y="7289"/>
                    <a:pt x="922" y="7988"/>
                  </a:cubicBezTo>
                  <a:cubicBezTo>
                    <a:pt x="889" y="8333"/>
                    <a:pt x="911" y="8711"/>
                    <a:pt x="845" y="9044"/>
                  </a:cubicBezTo>
                  <a:cubicBezTo>
                    <a:pt x="789" y="9288"/>
                    <a:pt x="689" y="9488"/>
                    <a:pt x="656" y="9743"/>
                  </a:cubicBezTo>
                  <a:cubicBezTo>
                    <a:pt x="456" y="11110"/>
                    <a:pt x="256" y="12621"/>
                    <a:pt x="411" y="13999"/>
                  </a:cubicBezTo>
                  <a:cubicBezTo>
                    <a:pt x="489" y="15887"/>
                    <a:pt x="1356" y="17753"/>
                    <a:pt x="2800" y="18986"/>
                  </a:cubicBezTo>
                  <a:cubicBezTo>
                    <a:pt x="2833" y="18798"/>
                    <a:pt x="2867" y="18608"/>
                    <a:pt x="2889" y="18420"/>
                  </a:cubicBezTo>
                  <a:cubicBezTo>
                    <a:pt x="3378" y="18653"/>
                    <a:pt x="3822" y="18975"/>
                    <a:pt x="4177" y="19375"/>
                  </a:cubicBezTo>
                  <a:cubicBezTo>
                    <a:pt x="4388" y="19075"/>
                    <a:pt x="4644" y="18808"/>
                    <a:pt x="4921" y="18575"/>
                  </a:cubicBezTo>
                  <a:cubicBezTo>
                    <a:pt x="5143" y="18653"/>
                    <a:pt x="5155" y="19042"/>
                    <a:pt x="5388" y="19064"/>
                  </a:cubicBezTo>
                  <a:cubicBezTo>
                    <a:pt x="5396" y="19065"/>
                    <a:pt x="5405" y="19066"/>
                    <a:pt x="5413" y="19066"/>
                  </a:cubicBezTo>
                  <a:cubicBezTo>
                    <a:pt x="5501" y="19066"/>
                    <a:pt x="5572" y="19014"/>
                    <a:pt x="5644" y="18953"/>
                  </a:cubicBezTo>
                  <a:cubicBezTo>
                    <a:pt x="5943" y="18719"/>
                    <a:pt x="6232" y="18475"/>
                    <a:pt x="6499" y="18220"/>
                  </a:cubicBezTo>
                  <a:cubicBezTo>
                    <a:pt x="6688" y="18475"/>
                    <a:pt x="6821" y="18753"/>
                    <a:pt x="6921" y="19053"/>
                  </a:cubicBezTo>
                  <a:cubicBezTo>
                    <a:pt x="6910" y="19020"/>
                    <a:pt x="7765" y="18164"/>
                    <a:pt x="7843" y="18053"/>
                  </a:cubicBezTo>
                  <a:cubicBezTo>
                    <a:pt x="8132" y="17665"/>
                    <a:pt x="8365" y="17242"/>
                    <a:pt x="8554" y="16798"/>
                  </a:cubicBezTo>
                  <a:cubicBezTo>
                    <a:pt x="8876" y="16031"/>
                    <a:pt x="9176" y="14987"/>
                    <a:pt x="9076" y="14143"/>
                  </a:cubicBezTo>
                  <a:lnTo>
                    <a:pt x="9076" y="14143"/>
                  </a:lnTo>
                  <a:cubicBezTo>
                    <a:pt x="9265" y="14287"/>
                    <a:pt x="9443" y="14431"/>
                    <a:pt x="9631" y="14576"/>
                  </a:cubicBezTo>
                  <a:cubicBezTo>
                    <a:pt x="9209" y="11955"/>
                    <a:pt x="8476" y="9377"/>
                    <a:pt x="7466" y="6922"/>
                  </a:cubicBezTo>
                  <a:lnTo>
                    <a:pt x="7466" y="6922"/>
                  </a:lnTo>
                  <a:cubicBezTo>
                    <a:pt x="7621" y="6988"/>
                    <a:pt x="7765" y="7055"/>
                    <a:pt x="7921" y="7122"/>
                  </a:cubicBezTo>
                  <a:cubicBezTo>
                    <a:pt x="7676" y="7011"/>
                    <a:pt x="7577" y="6300"/>
                    <a:pt x="7510" y="6089"/>
                  </a:cubicBezTo>
                  <a:cubicBezTo>
                    <a:pt x="7110" y="4689"/>
                    <a:pt x="6932" y="3201"/>
                    <a:pt x="6266" y="1890"/>
                  </a:cubicBezTo>
                  <a:lnTo>
                    <a:pt x="6232" y="1823"/>
                  </a:lnTo>
                  <a:cubicBezTo>
                    <a:pt x="5943" y="1256"/>
                    <a:pt x="5543" y="757"/>
                    <a:pt x="5010" y="424"/>
                  </a:cubicBezTo>
                  <a:cubicBezTo>
                    <a:pt x="4551" y="137"/>
                    <a:pt x="4015" y="1"/>
                    <a:pt x="347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62"/>
            <p:cNvSpPr/>
            <p:nvPr/>
          </p:nvSpPr>
          <p:spPr>
            <a:xfrm>
              <a:off x="2822400" y="4346750"/>
              <a:ext cx="103900" cy="114925"/>
            </a:xfrm>
            <a:custGeom>
              <a:avLst/>
              <a:gdLst/>
              <a:ahLst/>
              <a:cxnLst/>
              <a:rect l="l" t="t" r="r" b="b"/>
              <a:pathLst>
                <a:path w="4156" h="4597" extrusionOk="0">
                  <a:moveTo>
                    <a:pt x="461" y="0"/>
                  </a:moveTo>
                  <a:cubicBezTo>
                    <a:pt x="433" y="0"/>
                    <a:pt x="406" y="2"/>
                    <a:pt x="378" y="6"/>
                  </a:cubicBezTo>
                  <a:cubicBezTo>
                    <a:pt x="234" y="18"/>
                    <a:pt x="79" y="107"/>
                    <a:pt x="34" y="251"/>
                  </a:cubicBezTo>
                  <a:cubicBezTo>
                    <a:pt x="0" y="362"/>
                    <a:pt x="12" y="473"/>
                    <a:pt x="34" y="584"/>
                  </a:cubicBezTo>
                  <a:cubicBezTo>
                    <a:pt x="67" y="762"/>
                    <a:pt x="112" y="951"/>
                    <a:pt x="145" y="1139"/>
                  </a:cubicBezTo>
                  <a:cubicBezTo>
                    <a:pt x="190" y="1384"/>
                    <a:pt x="234" y="1617"/>
                    <a:pt x="312" y="1850"/>
                  </a:cubicBezTo>
                  <a:cubicBezTo>
                    <a:pt x="434" y="2250"/>
                    <a:pt x="667" y="2617"/>
                    <a:pt x="889" y="2973"/>
                  </a:cubicBezTo>
                  <a:cubicBezTo>
                    <a:pt x="1067" y="3272"/>
                    <a:pt x="1256" y="3573"/>
                    <a:pt x="1445" y="3872"/>
                  </a:cubicBezTo>
                  <a:cubicBezTo>
                    <a:pt x="1511" y="3972"/>
                    <a:pt x="1578" y="4084"/>
                    <a:pt x="1667" y="4161"/>
                  </a:cubicBezTo>
                  <a:cubicBezTo>
                    <a:pt x="1756" y="4239"/>
                    <a:pt x="1856" y="4283"/>
                    <a:pt x="1967" y="4339"/>
                  </a:cubicBezTo>
                  <a:cubicBezTo>
                    <a:pt x="2100" y="4395"/>
                    <a:pt x="2222" y="4439"/>
                    <a:pt x="2367" y="4483"/>
                  </a:cubicBezTo>
                  <a:cubicBezTo>
                    <a:pt x="2434" y="4506"/>
                    <a:pt x="2500" y="4528"/>
                    <a:pt x="2578" y="4550"/>
                  </a:cubicBezTo>
                  <a:cubicBezTo>
                    <a:pt x="2635" y="4569"/>
                    <a:pt x="2702" y="4597"/>
                    <a:pt x="2769" y="4597"/>
                  </a:cubicBezTo>
                  <a:cubicBezTo>
                    <a:pt x="2779" y="4597"/>
                    <a:pt x="2790" y="4596"/>
                    <a:pt x="2800" y="4595"/>
                  </a:cubicBezTo>
                  <a:cubicBezTo>
                    <a:pt x="2911" y="4583"/>
                    <a:pt x="2989" y="4494"/>
                    <a:pt x="3056" y="4405"/>
                  </a:cubicBezTo>
                  <a:cubicBezTo>
                    <a:pt x="3067" y="4383"/>
                    <a:pt x="3089" y="4372"/>
                    <a:pt x="3111" y="4361"/>
                  </a:cubicBezTo>
                  <a:cubicBezTo>
                    <a:pt x="3123" y="4350"/>
                    <a:pt x="3145" y="4350"/>
                    <a:pt x="3167" y="4350"/>
                  </a:cubicBezTo>
                  <a:lnTo>
                    <a:pt x="3333" y="4316"/>
                  </a:lnTo>
                  <a:cubicBezTo>
                    <a:pt x="3367" y="4316"/>
                    <a:pt x="3411" y="4306"/>
                    <a:pt x="3434" y="4283"/>
                  </a:cubicBezTo>
                  <a:cubicBezTo>
                    <a:pt x="3511" y="4250"/>
                    <a:pt x="3545" y="4161"/>
                    <a:pt x="3567" y="4084"/>
                  </a:cubicBezTo>
                  <a:cubicBezTo>
                    <a:pt x="3548" y="4080"/>
                    <a:pt x="3527" y="4078"/>
                    <a:pt x="3505" y="4078"/>
                  </a:cubicBezTo>
                  <a:cubicBezTo>
                    <a:pt x="3462" y="4078"/>
                    <a:pt x="3415" y="4084"/>
                    <a:pt x="3378" y="4084"/>
                  </a:cubicBezTo>
                  <a:cubicBezTo>
                    <a:pt x="3300" y="4094"/>
                    <a:pt x="3234" y="4094"/>
                    <a:pt x="3155" y="4094"/>
                  </a:cubicBezTo>
                  <a:cubicBezTo>
                    <a:pt x="3089" y="4094"/>
                    <a:pt x="3021" y="4090"/>
                    <a:pt x="2952" y="4081"/>
                  </a:cubicBezTo>
                  <a:lnTo>
                    <a:pt x="2952" y="4081"/>
                  </a:lnTo>
                  <a:cubicBezTo>
                    <a:pt x="3007" y="4087"/>
                    <a:pt x="3061" y="4089"/>
                    <a:pt x="3115" y="4089"/>
                  </a:cubicBezTo>
                  <a:cubicBezTo>
                    <a:pt x="3426" y="4089"/>
                    <a:pt x="3737" y="4004"/>
                    <a:pt x="4000" y="3850"/>
                  </a:cubicBezTo>
                  <a:cubicBezTo>
                    <a:pt x="4022" y="3828"/>
                    <a:pt x="4044" y="3817"/>
                    <a:pt x="4056" y="3795"/>
                  </a:cubicBezTo>
                  <a:cubicBezTo>
                    <a:pt x="4078" y="3750"/>
                    <a:pt x="4066" y="3694"/>
                    <a:pt x="4044" y="3650"/>
                  </a:cubicBezTo>
                  <a:cubicBezTo>
                    <a:pt x="4011" y="3583"/>
                    <a:pt x="3989" y="3528"/>
                    <a:pt x="3955" y="3472"/>
                  </a:cubicBezTo>
                  <a:cubicBezTo>
                    <a:pt x="3945" y="3450"/>
                    <a:pt x="3933" y="3428"/>
                    <a:pt x="3922" y="3417"/>
                  </a:cubicBezTo>
                  <a:cubicBezTo>
                    <a:pt x="3905" y="3411"/>
                    <a:pt x="3891" y="3408"/>
                    <a:pt x="3878" y="3408"/>
                  </a:cubicBezTo>
                  <a:cubicBezTo>
                    <a:pt x="3864" y="3408"/>
                    <a:pt x="3850" y="3411"/>
                    <a:pt x="3833" y="3417"/>
                  </a:cubicBezTo>
                  <a:cubicBezTo>
                    <a:pt x="3677" y="3439"/>
                    <a:pt x="3518" y="3454"/>
                    <a:pt x="3358" y="3462"/>
                  </a:cubicBezTo>
                  <a:lnTo>
                    <a:pt x="3358" y="3462"/>
                  </a:lnTo>
                  <a:cubicBezTo>
                    <a:pt x="3625" y="3416"/>
                    <a:pt x="3881" y="3310"/>
                    <a:pt x="4100" y="3150"/>
                  </a:cubicBezTo>
                  <a:cubicBezTo>
                    <a:pt x="4111" y="3139"/>
                    <a:pt x="4133" y="3117"/>
                    <a:pt x="4145" y="3094"/>
                  </a:cubicBezTo>
                  <a:cubicBezTo>
                    <a:pt x="4155" y="3072"/>
                    <a:pt x="4145" y="3050"/>
                    <a:pt x="4133" y="3028"/>
                  </a:cubicBezTo>
                  <a:cubicBezTo>
                    <a:pt x="4100" y="2928"/>
                    <a:pt x="4044" y="2828"/>
                    <a:pt x="3977" y="2739"/>
                  </a:cubicBezTo>
                  <a:cubicBezTo>
                    <a:pt x="3955" y="2717"/>
                    <a:pt x="3933" y="2694"/>
                    <a:pt x="3900" y="2694"/>
                  </a:cubicBezTo>
                  <a:cubicBezTo>
                    <a:pt x="3892" y="2693"/>
                    <a:pt x="3885" y="2692"/>
                    <a:pt x="3877" y="2692"/>
                  </a:cubicBezTo>
                  <a:cubicBezTo>
                    <a:pt x="3844" y="2692"/>
                    <a:pt x="3816" y="2710"/>
                    <a:pt x="3789" y="2728"/>
                  </a:cubicBezTo>
                  <a:cubicBezTo>
                    <a:pt x="3644" y="2817"/>
                    <a:pt x="3480" y="2848"/>
                    <a:pt x="3313" y="2848"/>
                  </a:cubicBezTo>
                  <a:cubicBezTo>
                    <a:pt x="3187" y="2848"/>
                    <a:pt x="3058" y="2830"/>
                    <a:pt x="2933" y="2806"/>
                  </a:cubicBezTo>
                  <a:cubicBezTo>
                    <a:pt x="2789" y="2773"/>
                    <a:pt x="2644" y="2739"/>
                    <a:pt x="2533" y="2650"/>
                  </a:cubicBezTo>
                  <a:cubicBezTo>
                    <a:pt x="2412" y="2561"/>
                    <a:pt x="2345" y="2417"/>
                    <a:pt x="2267" y="2284"/>
                  </a:cubicBezTo>
                  <a:cubicBezTo>
                    <a:pt x="2200" y="2161"/>
                    <a:pt x="2145" y="1984"/>
                    <a:pt x="2256" y="1895"/>
                  </a:cubicBezTo>
                  <a:cubicBezTo>
                    <a:pt x="2286" y="1871"/>
                    <a:pt x="2321" y="1861"/>
                    <a:pt x="2357" y="1861"/>
                  </a:cubicBezTo>
                  <a:cubicBezTo>
                    <a:pt x="2441" y="1861"/>
                    <a:pt x="2531" y="1917"/>
                    <a:pt x="2578" y="1995"/>
                  </a:cubicBezTo>
                  <a:cubicBezTo>
                    <a:pt x="2656" y="2095"/>
                    <a:pt x="2678" y="2228"/>
                    <a:pt x="2755" y="2339"/>
                  </a:cubicBezTo>
                  <a:cubicBezTo>
                    <a:pt x="2789" y="2395"/>
                    <a:pt x="2856" y="2439"/>
                    <a:pt x="2923" y="2439"/>
                  </a:cubicBezTo>
                  <a:cubicBezTo>
                    <a:pt x="2955" y="2439"/>
                    <a:pt x="2978" y="2417"/>
                    <a:pt x="3011" y="2406"/>
                  </a:cubicBezTo>
                  <a:cubicBezTo>
                    <a:pt x="3078" y="2361"/>
                    <a:pt x="3145" y="2295"/>
                    <a:pt x="3189" y="2228"/>
                  </a:cubicBezTo>
                  <a:cubicBezTo>
                    <a:pt x="3222" y="2195"/>
                    <a:pt x="3244" y="2161"/>
                    <a:pt x="3244" y="2117"/>
                  </a:cubicBezTo>
                  <a:cubicBezTo>
                    <a:pt x="3244" y="2072"/>
                    <a:pt x="3234" y="2040"/>
                    <a:pt x="3211" y="1995"/>
                  </a:cubicBezTo>
                  <a:cubicBezTo>
                    <a:pt x="3067" y="1672"/>
                    <a:pt x="2867" y="1339"/>
                    <a:pt x="2533" y="1206"/>
                  </a:cubicBezTo>
                  <a:cubicBezTo>
                    <a:pt x="2212" y="1084"/>
                    <a:pt x="1911" y="1117"/>
                    <a:pt x="1645" y="850"/>
                  </a:cubicBezTo>
                  <a:cubicBezTo>
                    <a:pt x="1634" y="850"/>
                    <a:pt x="1634" y="840"/>
                    <a:pt x="1622" y="828"/>
                  </a:cubicBezTo>
                  <a:cubicBezTo>
                    <a:pt x="1545" y="751"/>
                    <a:pt x="1478" y="650"/>
                    <a:pt x="1412" y="562"/>
                  </a:cubicBezTo>
                  <a:cubicBezTo>
                    <a:pt x="1245" y="362"/>
                    <a:pt x="1045" y="206"/>
                    <a:pt x="823" y="95"/>
                  </a:cubicBezTo>
                  <a:cubicBezTo>
                    <a:pt x="713" y="40"/>
                    <a:pt x="588" y="0"/>
                    <a:pt x="46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62"/>
            <p:cNvSpPr/>
            <p:nvPr/>
          </p:nvSpPr>
          <p:spPr>
            <a:xfrm>
              <a:off x="2875450" y="4424650"/>
              <a:ext cx="31125" cy="8775"/>
            </a:xfrm>
            <a:custGeom>
              <a:avLst/>
              <a:gdLst/>
              <a:ahLst/>
              <a:cxnLst/>
              <a:rect l="l" t="t" r="r" b="b"/>
              <a:pathLst>
                <a:path w="1245" h="351" extrusionOk="0">
                  <a:moveTo>
                    <a:pt x="1" y="1"/>
                  </a:moveTo>
                  <a:cubicBezTo>
                    <a:pt x="167" y="123"/>
                    <a:pt x="334" y="234"/>
                    <a:pt x="512" y="334"/>
                  </a:cubicBezTo>
                  <a:lnTo>
                    <a:pt x="512" y="345"/>
                  </a:lnTo>
                  <a:lnTo>
                    <a:pt x="522" y="345"/>
                  </a:lnTo>
                  <a:cubicBezTo>
                    <a:pt x="678" y="345"/>
                    <a:pt x="839" y="350"/>
                    <a:pt x="1001" y="350"/>
                  </a:cubicBezTo>
                  <a:cubicBezTo>
                    <a:pt x="1082" y="350"/>
                    <a:pt x="1163" y="349"/>
                    <a:pt x="1245" y="345"/>
                  </a:cubicBezTo>
                  <a:cubicBezTo>
                    <a:pt x="1001" y="312"/>
                    <a:pt x="767" y="301"/>
                    <a:pt x="522" y="301"/>
                  </a:cubicBezTo>
                  <a:lnTo>
                    <a:pt x="534" y="301"/>
                  </a:lnTo>
                  <a:cubicBezTo>
                    <a:pt x="356" y="201"/>
                    <a:pt x="178" y="89"/>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62"/>
            <p:cNvSpPr/>
            <p:nvPr/>
          </p:nvSpPr>
          <p:spPr>
            <a:xfrm>
              <a:off x="2867675" y="4435500"/>
              <a:ext cx="33625" cy="13625"/>
            </a:xfrm>
            <a:custGeom>
              <a:avLst/>
              <a:gdLst/>
              <a:ahLst/>
              <a:cxnLst/>
              <a:rect l="l" t="t" r="r" b="b"/>
              <a:pathLst>
                <a:path w="1345" h="545" extrusionOk="0">
                  <a:moveTo>
                    <a:pt x="1" y="0"/>
                  </a:moveTo>
                  <a:lnTo>
                    <a:pt x="1" y="0"/>
                  </a:lnTo>
                  <a:cubicBezTo>
                    <a:pt x="223" y="178"/>
                    <a:pt x="456" y="344"/>
                    <a:pt x="700" y="511"/>
                  </a:cubicBezTo>
                  <a:lnTo>
                    <a:pt x="712" y="511"/>
                  </a:lnTo>
                  <a:cubicBezTo>
                    <a:pt x="922" y="522"/>
                    <a:pt x="1134" y="544"/>
                    <a:pt x="1344" y="544"/>
                  </a:cubicBezTo>
                  <a:cubicBezTo>
                    <a:pt x="1134" y="511"/>
                    <a:pt x="922" y="489"/>
                    <a:pt x="712" y="467"/>
                  </a:cubicBezTo>
                  <a:lnTo>
                    <a:pt x="722" y="467"/>
                  </a:lnTo>
                  <a:cubicBezTo>
                    <a:pt x="489" y="300"/>
                    <a:pt x="245" y="144"/>
                    <a:pt x="1"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62"/>
            <p:cNvSpPr/>
            <p:nvPr/>
          </p:nvSpPr>
          <p:spPr>
            <a:xfrm>
              <a:off x="2864350" y="4441600"/>
              <a:ext cx="35825" cy="14175"/>
            </a:xfrm>
            <a:custGeom>
              <a:avLst/>
              <a:gdLst/>
              <a:ahLst/>
              <a:cxnLst/>
              <a:rect l="l" t="t" r="r" b="b"/>
              <a:pathLst>
                <a:path w="1433" h="567" extrusionOk="0">
                  <a:moveTo>
                    <a:pt x="0" y="1"/>
                  </a:moveTo>
                  <a:lnTo>
                    <a:pt x="0" y="1"/>
                  </a:lnTo>
                  <a:cubicBezTo>
                    <a:pt x="167" y="145"/>
                    <a:pt x="344" y="290"/>
                    <a:pt x="522" y="433"/>
                  </a:cubicBezTo>
                  <a:lnTo>
                    <a:pt x="534" y="433"/>
                  </a:lnTo>
                  <a:cubicBezTo>
                    <a:pt x="678" y="467"/>
                    <a:pt x="833" y="489"/>
                    <a:pt x="978" y="512"/>
                  </a:cubicBezTo>
                  <a:cubicBezTo>
                    <a:pt x="1133" y="534"/>
                    <a:pt x="1277" y="545"/>
                    <a:pt x="1433" y="567"/>
                  </a:cubicBezTo>
                  <a:cubicBezTo>
                    <a:pt x="1277" y="534"/>
                    <a:pt x="1133" y="500"/>
                    <a:pt x="989" y="467"/>
                  </a:cubicBezTo>
                  <a:cubicBezTo>
                    <a:pt x="833" y="445"/>
                    <a:pt x="689" y="411"/>
                    <a:pt x="534" y="389"/>
                  </a:cubicBezTo>
                  <a:lnTo>
                    <a:pt x="534" y="389"/>
                  </a:lnTo>
                  <a:lnTo>
                    <a:pt x="544" y="401"/>
                  </a:lnTo>
                  <a:cubicBezTo>
                    <a:pt x="366" y="256"/>
                    <a:pt x="189" y="122"/>
                    <a:pt x="0"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62"/>
            <p:cNvSpPr/>
            <p:nvPr/>
          </p:nvSpPr>
          <p:spPr>
            <a:xfrm>
              <a:off x="2748250" y="4043225"/>
              <a:ext cx="120275" cy="355900"/>
            </a:xfrm>
            <a:custGeom>
              <a:avLst/>
              <a:gdLst/>
              <a:ahLst/>
              <a:cxnLst/>
              <a:rect l="l" t="t" r="r" b="b"/>
              <a:pathLst>
                <a:path w="4811" h="14236" extrusionOk="0">
                  <a:moveTo>
                    <a:pt x="2148" y="0"/>
                  </a:moveTo>
                  <a:cubicBezTo>
                    <a:pt x="2080" y="0"/>
                    <a:pt x="2002" y="25"/>
                    <a:pt x="1912" y="83"/>
                  </a:cubicBezTo>
                  <a:cubicBezTo>
                    <a:pt x="1589" y="294"/>
                    <a:pt x="1512" y="1216"/>
                    <a:pt x="1456" y="1561"/>
                  </a:cubicBezTo>
                  <a:cubicBezTo>
                    <a:pt x="1067" y="3738"/>
                    <a:pt x="334" y="5649"/>
                    <a:pt x="1" y="7837"/>
                  </a:cubicBezTo>
                  <a:cubicBezTo>
                    <a:pt x="179" y="7792"/>
                    <a:pt x="334" y="7659"/>
                    <a:pt x="401" y="7481"/>
                  </a:cubicBezTo>
                  <a:cubicBezTo>
                    <a:pt x="1156" y="9404"/>
                    <a:pt x="2056" y="12336"/>
                    <a:pt x="3122" y="14236"/>
                  </a:cubicBezTo>
                  <a:cubicBezTo>
                    <a:pt x="3144" y="13981"/>
                    <a:pt x="3211" y="13280"/>
                    <a:pt x="3245" y="13036"/>
                  </a:cubicBezTo>
                  <a:cubicBezTo>
                    <a:pt x="3378" y="13169"/>
                    <a:pt x="3533" y="13280"/>
                    <a:pt x="3700" y="13358"/>
                  </a:cubicBezTo>
                  <a:cubicBezTo>
                    <a:pt x="3655" y="13181"/>
                    <a:pt x="3655" y="13003"/>
                    <a:pt x="3689" y="12814"/>
                  </a:cubicBezTo>
                  <a:lnTo>
                    <a:pt x="3689" y="12814"/>
                  </a:lnTo>
                  <a:cubicBezTo>
                    <a:pt x="3956" y="12925"/>
                    <a:pt x="4244" y="13003"/>
                    <a:pt x="4533" y="13047"/>
                  </a:cubicBezTo>
                  <a:cubicBezTo>
                    <a:pt x="4333" y="12703"/>
                    <a:pt x="4133" y="12359"/>
                    <a:pt x="3933" y="12025"/>
                  </a:cubicBezTo>
                  <a:lnTo>
                    <a:pt x="3933" y="12025"/>
                  </a:lnTo>
                  <a:cubicBezTo>
                    <a:pt x="4200" y="12169"/>
                    <a:pt x="4499" y="12248"/>
                    <a:pt x="4811" y="12248"/>
                  </a:cubicBezTo>
                  <a:cubicBezTo>
                    <a:pt x="4067" y="11058"/>
                    <a:pt x="3322" y="9870"/>
                    <a:pt x="2567" y="8681"/>
                  </a:cubicBezTo>
                  <a:lnTo>
                    <a:pt x="2567" y="8681"/>
                  </a:lnTo>
                  <a:lnTo>
                    <a:pt x="3000" y="8915"/>
                  </a:lnTo>
                  <a:cubicBezTo>
                    <a:pt x="2655" y="8392"/>
                    <a:pt x="2311" y="7881"/>
                    <a:pt x="1967" y="7360"/>
                  </a:cubicBezTo>
                  <a:cubicBezTo>
                    <a:pt x="1856" y="7193"/>
                    <a:pt x="1756" y="7037"/>
                    <a:pt x="1700" y="6849"/>
                  </a:cubicBezTo>
                  <a:cubicBezTo>
                    <a:pt x="1656" y="6649"/>
                    <a:pt x="1667" y="6437"/>
                    <a:pt x="1689" y="6227"/>
                  </a:cubicBezTo>
                  <a:cubicBezTo>
                    <a:pt x="1767" y="5504"/>
                    <a:pt x="1845" y="4782"/>
                    <a:pt x="1922" y="4049"/>
                  </a:cubicBezTo>
                  <a:lnTo>
                    <a:pt x="2256" y="4916"/>
                  </a:lnTo>
                  <a:cubicBezTo>
                    <a:pt x="2267" y="3638"/>
                    <a:pt x="2356" y="2361"/>
                    <a:pt x="2534" y="1105"/>
                  </a:cubicBezTo>
                  <a:cubicBezTo>
                    <a:pt x="2572" y="831"/>
                    <a:pt x="2537" y="0"/>
                    <a:pt x="2148"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62"/>
            <p:cNvSpPr/>
            <p:nvPr/>
          </p:nvSpPr>
          <p:spPr>
            <a:xfrm>
              <a:off x="2758250" y="4043225"/>
              <a:ext cx="113600" cy="360900"/>
            </a:xfrm>
            <a:custGeom>
              <a:avLst/>
              <a:gdLst/>
              <a:ahLst/>
              <a:cxnLst/>
              <a:rect l="l" t="t" r="r" b="b"/>
              <a:pathLst>
                <a:path w="4544" h="14436" extrusionOk="0">
                  <a:moveTo>
                    <a:pt x="1749" y="0"/>
                  </a:moveTo>
                  <a:cubicBezTo>
                    <a:pt x="1667" y="0"/>
                    <a:pt x="1586" y="42"/>
                    <a:pt x="1512" y="83"/>
                  </a:cubicBezTo>
                  <a:cubicBezTo>
                    <a:pt x="1588" y="41"/>
                    <a:pt x="1670" y="5"/>
                    <a:pt x="1755" y="5"/>
                  </a:cubicBezTo>
                  <a:cubicBezTo>
                    <a:pt x="1781" y="5"/>
                    <a:pt x="1807" y="9"/>
                    <a:pt x="1833" y="16"/>
                  </a:cubicBezTo>
                  <a:cubicBezTo>
                    <a:pt x="1805" y="5"/>
                    <a:pt x="1777" y="0"/>
                    <a:pt x="1749" y="0"/>
                  </a:cubicBezTo>
                  <a:close/>
                  <a:moveTo>
                    <a:pt x="1833" y="16"/>
                  </a:moveTo>
                  <a:lnTo>
                    <a:pt x="1833" y="16"/>
                  </a:lnTo>
                  <a:cubicBezTo>
                    <a:pt x="1934" y="61"/>
                    <a:pt x="2000" y="161"/>
                    <a:pt x="2033" y="261"/>
                  </a:cubicBezTo>
                  <a:cubicBezTo>
                    <a:pt x="2111" y="472"/>
                    <a:pt x="2134" y="694"/>
                    <a:pt x="2134" y="917"/>
                  </a:cubicBezTo>
                  <a:cubicBezTo>
                    <a:pt x="2134" y="1028"/>
                    <a:pt x="2111" y="1139"/>
                    <a:pt x="2100" y="1250"/>
                  </a:cubicBezTo>
                  <a:lnTo>
                    <a:pt x="2055" y="1572"/>
                  </a:lnTo>
                  <a:cubicBezTo>
                    <a:pt x="2023" y="1794"/>
                    <a:pt x="1989" y="2016"/>
                    <a:pt x="1967" y="2238"/>
                  </a:cubicBezTo>
                  <a:cubicBezTo>
                    <a:pt x="1922" y="2682"/>
                    <a:pt x="1878" y="3127"/>
                    <a:pt x="1856" y="3571"/>
                  </a:cubicBezTo>
                  <a:cubicBezTo>
                    <a:pt x="1829" y="3929"/>
                    <a:pt x="1816" y="4287"/>
                    <a:pt x="1807" y="4652"/>
                  </a:cubicBezTo>
                  <a:lnTo>
                    <a:pt x="1807" y="4652"/>
                  </a:lnTo>
                  <a:lnTo>
                    <a:pt x="1567" y="4027"/>
                  </a:lnTo>
                  <a:lnTo>
                    <a:pt x="1489" y="3816"/>
                  </a:lnTo>
                  <a:lnTo>
                    <a:pt x="1467" y="4049"/>
                  </a:lnTo>
                  <a:lnTo>
                    <a:pt x="1322" y="5349"/>
                  </a:lnTo>
                  <a:lnTo>
                    <a:pt x="1245" y="6004"/>
                  </a:lnTo>
                  <a:cubicBezTo>
                    <a:pt x="1233" y="6227"/>
                    <a:pt x="1189" y="6437"/>
                    <a:pt x="1211" y="6671"/>
                  </a:cubicBezTo>
                  <a:cubicBezTo>
                    <a:pt x="1211" y="6915"/>
                    <a:pt x="1334" y="7126"/>
                    <a:pt x="1456" y="7315"/>
                  </a:cubicBezTo>
                  <a:lnTo>
                    <a:pt x="1811" y="7859"/>
                  </a:lnTo>
                  <a:lnTo>
                    <a:pt x="2375" y="8705"/>
                  </a:lnTo>
                  <a:lnTo>
                    <a:pt x="2375" y="8705"/>
                  </a:lnTo>
                  <a:lnTo>
                    <a:pt x="2211" y="8615"/>
                  </a:lnTo>
                  <a:lnTo>
                    <a:pt x="1956" y="8471"/>
                  </a:lnTo>
                  <a:lnTo>
                    <a:pt x="1956" y="8471"/>
                  </a:lnTo>
                  <a:lnTo>
                    <a:pt x="2111" y="8715"/>
                  </a:lnTo>
                  <a:lnTo>
                    <a:pt x="4271" y="12164"/>
                  </a:lnTo>
                  <a:lnTo>
                    <a:pt x="4271" y="12164"/>
                  </a:lnTo>
                  <a:cubicBezTo>
                    <a:pt x="4022" y="12147"/>
                    <a:pt x="3782" y="12080"/>
                    <a:pt x="3566" y="11959"/>
                  </a:cubicBezTo>
                  <a:lnTo>
                    <a:pt x="3333" y="11825"/>
                  </a:lnTo>
                  <a:lnTo>
                    <a:pt x="3333" y="11825"/>
                  </a:lnTo>
                  <a:lnTo>
                    <a:pt x="3467" y="12058"/>
                  </a:lnTo>
                  <a:lnTo>
                    <a:pt x="3996" y="12944"/>
                  </a:lnTo>
                  <a:lnTo>
                    <a:pt x="3996" y="12944"/>
                  </a:lnTo>
                  <a:cubicBezTo>
                    <a:pt x="3760" y="12901"/>
                    <a:pt x="3532" y="12839"/>
                    <a:pt x="3311" y="12747"/>
                  </a:cubicBezTo>
                  <a:lnTo>
                    <a:pt x="3233" y="12725"/>
                  </a:lnTo>
                  <a:lnTo>
                    <a:pt x="3211" y="12803"/>
                  </a:lnTo>
                  <a:cubicBezTo>
                    <a:pt x="3194" y="12944"/>
                    <a:pt x="3190" y="13091"/>
                    <a:pt x="3207" y="13235"/>
                  </a:cubicBezTo>
                  <a:lnTo>
                    <a:pt x="3207" y="13235"/>
                  </a:lnTo>
                  <a:cubicBezTo>
                    <a:pt x="3092" y="13166"/>
                    <a:pt x="2988" y="13079"/>
                    <a:pt x="2889" y="12981"/>
                  </a:cubicBezTo>
                  <a:lnTo>
                    <a:pt x="2789" y="12892"/>
                  </a:lnTo>
                  <a:lnTo>
                    <a:pt x="2778" y="13025"/>
                  </a:lnTo>
                  <a:lnTo>
                    <a:pt x="2676" y="14021"/>
                  </a:lnTo>
                  <a:lnTo>
                    <a:pt x="2676" y="14021"/>
                  </a:lnTo>
                  <a:cubicBezTo>
                    <a:pt x="2419" y="13552"/>
                    <a:pt x="2194" y="13061"/>
                    <a:pt x="1978" y="12569"/>
                  </a:cubicBezTo>
                  <a:cubicBezTo>
                    <a:pt x="1734" y="12014"/>
                    <a:pt x="1512" y="11458"/>
                    <a:pt x="1289" y="10892"/>
                  </a:cubicBezTo>
                  <a:cubicBezTo>
                    <a:pt x="856" y="9759"/>
                    <a:pt x="456" y="8604"/>
                    <a:pt x="1" y="7481"/>
                  </a:cubicBezTo>
                  <a:lnTo>
                    <a:pt x="1" y="7481"/>
                  </a:lnTo>
                  <a:cubicBezTo>
                    <a:pt x="423" y="8615"/>
                    <a:pt x="801" y="9770"/>
                    <a:pt x="1223" y="10915"/>
                  </a:cubicBezTo>
                  <a:cubicBezTo>
                    <a:pt x="1433" y="11481"/>
                    <a:pt x="1645" y="12048"/>
                    <a:pt x="1889" y="12614"/>
                  </a:cubicBezTo>
                  <a:cubicBezTo>
                    <a:pt x="2122" y="13169"/>
                    <a:pt x="2378" y="13725"/>
                    <a:pt x="2667" y="14269"/>
                  </a:cubicBezTo>
                  <a:lnTo>
                    <a:pt x="2756" y="14436"/>
                  </a:lnTo>
                  <a:lnTo>
                    <a:pt x="2778" y="14247"/>
                  </a:lnTo>
                  <a:lnTo>
                    <a:pt x="2896" y="13171"/>
                  </a:lnTo>
                  <a:lnTo>
                    <a:pt x="2896" y="13171"/>
                  </a:lnTo>
                  <a:cubicBezTo>
                    <a:pt x="3007" y="13269"/>
                    <a:pt x="3130" y="13357"/>
                    <a:pt x="3267" y="13425"/>
                  </a:cubicBezTo>
                  <a:lnTo>
                    <a:pt x="3389" y="13492"/>
                  </a:lnTo>
                  <a:lnTo>
                    <a:pt x="3389" y="13492"/>
                  </a:lnTo>
                  <a:lnTo>
                    <a:pt x="3366" y="13347"/>
                  </a:lnTo>
                  <a:cubicBezTo>
                    <a:pt x="3339" y="13208"/>
                    <a:pt x="3326" y="13062"/>
                    <a:pt x="3342" y="12914"/>
                  </a:cubicBezTo>
                  <a:lnTo>
                    <a:pt x="3342" y="12914"/>
                  </a:lnTo>
                  <a:cubicBezTo>
                    <a:pt x="3595" y="13007"/>
                    <a:pt x="3863" y="13074"/>
                    <a:pt x="4122" y="13114"/>
                  </a:cubicBezTo>
                  <a:lnTo>
                    <a:pt x="4277" y="13136"/>
                  </a:lnTo>
                  <a:lnTo>
                    <a:pt x="4200" y="13003"/>
                  </a:lnTo>
                  <a:lnTo>
                    <a:pt x="3721" y="12187"/>
                  </a:lnTo>
                  <a:lnTo>
                    <a:pt x="3721" y="12187"/>
                  </a:lnTo>
                  <a:cubicBezTo>
                    <a:pt x="3923" y="12269"/>
                    <a:pt x="4138" y="12315"/>
                    <a:pt x="4358" y="12315"/>
                  </a:cubicBezTo>
                  <a:cubicBezTo>
                    <a:pt x="4376" y="12315"/>
                    <a:pt x="4393" y="12315"/>
                    <a:pt x="4411" y="12314"/>
                  </a:cubicBezTo>
                  <a:lnTo>
                    <a:pt x="4544" y="12314"/>
                  </a:lnTo>
                  <a:lnTo>
                    <a:pt x="4467" y="12203"/>
                  </a:lnTo>
                  <a:lnTo>
                    <a:pt x="2385" y="8879"/>
                  </a:lnTo>
                  <a:lnTo>
                    <a:pt x="2385" y="8879"/>
                  </a:lnTo>
                  <a:lnTo>
                    <a:pt x="2566" y="8982"/>
                  </a:lnTo>
                  <a:lnTo>
                    <a:pt x="2833" y="9126"/>
                  </a:lnTo>
                  <a:lnTo>
                    <a:pt x="2833" y="9126"/>
                  </a:lnTo>
                  <a:lnTo>
                    <a:pt x="2667" y="8881"/>
                  </a:lnTo>
                  <a:lnTo>
                    <a:pt x="1934" y="7782"/>
                  </a:lnTo>
                  <a:lnTo>
                    <a:pt x="1567" y="7237"/>
                  </a:lnTo>
                  <a:cubicBezTo>
                    <a:pt x="1445" y="7059"/>
                    <a:pt x="1356" y="6871"/>
                    <a:pt x="1345" y="6659"/>
                  </a:cubicBezTo>
                  <a:cubicBezTo>
                    <a:pt x="1322" y="6459"/>
                    <a:pt x="1367" y="6237"/>
                    <a:pt x="1378" y="6027"/>
                  </a:cubicBezTo>
                  <a:lnTo>
                    <a:pt x="1445" y="5371"/>
                  </a:lnTo>
                  <a:lnTo>
                    <a:pt x="1555" y="4290"/>
                  </a:lnTo>
                  <a:lnTo>
                    <a:pt x="1555" y="4290"/>
                  </a:lnTo>
                  <a:lnTo>
                    <a:pt x="1801" y="4901"/>
                  </a:lnTo>
                  <a:lnTo>
                    <a:pt x="1801" y="4901"/>
                  </a:lnTo>
                  <a:cubicBezTo>
                    <a:pt x="1801" y="4906"/>
                    <a:pt x="1801" y="4911"/>
                    <a:pt x="1800" y="4916"/>
                  </a:cubicBezTo>
                  <a:lnTo>
                    <a:pt x="1806" y="4914"/>
                  </a:lnTo>
                  <a:lnTo>
                    <a:pt x="1806" y="4914"/>
                  </a:lnTo>
                  <a:lnTo>
                    <a:pt x="1811" y="4926"/>
                  </a:lnTo>
                  <a:lnTo>
                    <a:pt x="1900" y="5171"/>
                  </a:lnTo>
                  <a:lnTo>
                    <a:pt x="1900" y="4916"/>
                  </a:lnTo>
                  <a:cubicBezTo>
                    <a:pt x="1900" y="4027"/>
                    <a:pt x="1944" y="3138"/>
                    <a:pt x="2023" y="2250"/>
                  </a:cubicBezTo>
                  <a:lnTo>
                    <a:pt x="2089" y="1583"/>
                  </a:lnTo>
                  <a:lnTo>
                    <a:pt x="2134" y="1250"/>
                  </a:lnTo>
                  <a:cubicBezTo>
                    <a:pt x="2144" y="1139"/>
                    <a:pt x="2167" y="1028"/>
                    <a:pt x="2167" y="917"/>
                  </a:cubicBezTo>
                  <a:cubicBezTo>
                    <a:pt x="2156" y="694"/>
                    <a:pt x="2134" y="461"/>
                    <a:pt x="2055" y="261"/>
                  </a:cubicBezTo>
                  <a:cubicBezTo>
                    <a:pt x="2011" y="161"/>
                    <a:pt x="1944" y="50"/>
                    <a:pt x="1833" y="16"/>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62"/>
            <p:cNvSpPr/>
            <p:nvPr/>
          </p:nvSpPr>
          <p:spPr>
            <a:xfrm>
              <a:off x="2854350" y="4121125"/>
              <a:ext cx="4725" cy="18050"/>
            </a:xfrm>
            <a:custGeom>
              <a:avLst/>
              <a:gdLst/>
              <a:ahLst/>
              <a:cxnLst/>
              <a:rect l="l" t="t" r="r" b="b"/>
              <a:pathLst>
                <a:path w="189" h="722" extrusionOk="0">
                  <a:moveTo>
                    <a:pt x="144" y="0"/>
                  </a:moveTo>
                  <a:cubicBezTo>
                    <a:pt x="67" y="111"/>
                    <a:pt x="33" y="233"/>
                    <a:pt x="23" y="356"/>
                  </a:cubicBezTo>
                  <a:cubicBezTo>
                    <a:pt x="0" y="477"/>
                    <a:pt x="0" y="600"/>
                    <a:pt x="45" y="722"/>
                  </a:cubicBezTo>
                  <a:cubicBezTo>
                    <a:pt x="122" y="611"/>
                    <a:pt x="156" y="489"/>
                    <a:pt x="178" y="378"/>
                  </a:cubicBezTo>
                  <a:cubicBezTo>
                    <a:pt x="189" y="255"/>
                    <a:pt x="189" y="133"/>
                    <a:pt x="14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62"/>
            <p:cNvSpPr/>
            <p:nvPr/>
          </p:nvSpPr>
          <p:spPr>
            <a:xfrm>
              <a:off x="2834075" y="4086950"/>
              <a:ext cx="5000" cy="23350"/>
            </a:xfrm>
            <a:custGeom>
              <a:avLst/>
              <a:gdLst/>
              <a:ahLst/>
              <a:cxnLst/>
              <a:rect l="l" t="t" r="r" b="b"/>
              <a:pathLst>
                <a:path w="200" h="934" extrusionOk="0">
                  <a:moveTo>
                    <a:pt x="156" y="0"/>
                  </a:moveTo>
                  <a:cubicBezTo>
                    <a:pt x="78" y="145"/>
                    <a:pt x="44" y="301"/>
                    <a:pt x="22" y="456"/>
                  </a:cubicBezTo>
                  <a:cubicBezTo>
                    <a:pt x="12" y="612"/>
                    <a:pt x="0" y="767"/>
                    <a:pt x="44" y="933"/>
                  </a:cubicBezTo>
                  <a:cubicBezTo>
                    <a:pt x="123" y="789"/>
                    <a:pt x="156" y="634"/>
                    <a:pt x="178" y="478"/>
                  </a:cubicBezTo>
                  <a:cubicBezTo>
                    <a:pt x="200" y="323"/>
                    <a:pt x="200" y="167"/>
                    <a:pt x="1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62"/>
            <p:cNvSpPr/>
            <p:nvPr/>
          </p:nvSpPr>
          <p:spPr>
            <a:xfrm>
              <a:off x="2870175" y="4068900"/>
              <a:ext cx="8075" cy="19175"/>
            </a:xfrm>
            <a:custGeom>
              <a:avLst/>
              <a:gdLst/>
              <a:ahLst/>
              <a:cxnLst/>
              <a:rect l="l" t="t" r="r" b="b"/>
              <a:pathLst>
                <a:path w="323" h="767" extrusionOk="0">
                  <a:moveTo>
                    <a:pt x="0" y="1"/>
                  </a:moveTo>
                  <a:cubicBezTo>
                    <a:pt x="0" y="156"/>
                    <a:pt x="34" y="289"/>
                    <a:pt x="89" y="411"/>
                  </a:cubicBezTo>
                  <a:cubicBezTo>
                    <a:pt x="145" y="545"/>
                    <a:pt x="212" y="656"/>
                    <a:pt x="323" y="767"/>
                  </a:cubicBezTo>
                  <a:cubicBezTo>
                    <a:pt x="323" y="611"/>
                    <a:pt x="289" y="478"/>
                    <a:pt x="234" y="356"/>
                  </a:cubicBezTo>
                  <a:cubicBezTo>
                    <a:pt x="178" y="223"/>
                    <a:pt x="111" y="112"/>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62"/>
            <p:cNvSpPr/>
            <p:nvPr/>
          </p:nvSpPr>
          <p:spPr>
            <a:xfrm>
              <a:off x="2846575" y="4046950"/>
              <a:ext cx="6400" cy="23350"/>
            </a:xfrm>
            <a:custGeom>
              <a:avLst/>
              <a:gdLst/>
              <a:ahLst/>
              <a:cxnLst/>
              <a:rect l="l" t="t" r="r" b="b"/>
              <a:pathLst>
                <a:path w="256" h="934" extrusionOk="0">
                  <a:moveTo>
                    <a:pt x="33" y="1"/>
                  </a:moveTo>
                  <a:lnTo>
                    <a:pt x="33" y="1"/>
                  </a:lnTo>
                  <a:cubicBezTo>
                    <a:pt x="0" y="168"/>
                    <a:pt x="23" y="323"/>
                    <a:pt x="45" y="479"/>
                  </a:cubicBezTo>
                  <a:cubicBezTo>
                    <a:pt x="78" y="634"/>
                    <a:pt x="134" y="790"/>
                    <a:pt x="223" y="934"/>
                  </a:cubicBezTo>
                  <a:cubicBezTo>
                    <a:pt x="255" y="768"/>
                    <a:pt x="233" y="612"/>
                    <a:pt x="200" y="457"/>
                  </a:cubicBezTo>
                  <a:cubicBezTo>
                    <a:pt x="167" y="301"/>
                    <a:pt x="122" y="145"/>
                    <a:pt x="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62"/>
            <p:cNvSpPr/>
            <p:nvPr/>
          </p:nvSpPr>
          <p:spPr>
            <a:xfrm>
              <a:off x="2818800" y="4046675"/>
              <a:ext cx="4475" cy="25575"/>
            </a:xfrm>
            <a:custGeom>
              <a:avLst/>
              <a:gdLst/>
              <a:ahLst/>
              <a:cxnLst/>
              <a:rect l="l" t="t" r="r" b="b"/>
              <a:pathLst>
                <a:path w="179" h="1023" extrusionOk="0">
                  <a:moveTo>
                    <a:pt x="122" y="1"/>
                  </a:moveTo>
                  <a:cubicBezTo>
                    <a:pt x="56" y="167"/>
                    <a:pt x="23" y="334"/>
                    <a:pt x="11" y="512"/>
                  </a:cubicBezTo>
                  <a:cubicBezTo>
                    <a:pt x="1" y="678"/>
                    <a:pt x="11" y="845"/>
                    <a:pt x="56" y="1023"/>
                  </a:cubicBezTo>
                  <a:cubicBezTo>
                    <a:pt x="134" y="856"/>
                    <a:pt x="156" y="690"/>
                    <a:pt x="167" y="523"/>
                  </a:cubicBezTo>
                  <a:cubicBezTo>
                    <a:pt x="178" y="345"/>
                    <a:pt x="178" y="179"/>
                    <a:pt x="12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62"/>
            <p:cNvSpPr/>
            <p:nvPr/>
          </p:nvSpPr>
          <p:spPr>
            <a:xfrm>
              <a:off x="2889050" y="4041400"/>
              <a:ext cx="6425" cy="20025"/>
            </a:xfrm>
            <a:custGeom>
              <a:avLst/>
              <a:gdLst/>
              <a:ahLst/>
              <a:cxnLst/>
              <a:rect l="l" t="t" r="r" b="b"/>
              <a:pathLst>
                <a:path w="257" h="801" extrusionOk="0">
                  <a:moveTo>
                    <a:pt x="34" y="0"/>
                  </a:moveTo>
                  <a:lnTo>
                    <a:pt x="34" y="0"/>
                  </a:lnTo>
                  <a:cubicBezTo>
                    <a:pt x="1" y="145"/>
                    <a:pt x="23" y="289"/>
                    <a:pt x="57" y="423"/>
                  </a:cubicBezTo>
                  <a:cubicBezTo>
                    <a:pt x="89" y="556"/>
                    <a:pt x="134" y="679"/>
                    <a:pt x="234" y="800"/>
                  </a:cubicBezTo>
                  <a:cubicBezTo>
                    <a:pt x="257" y="656"/>
                    <a:pt x="245" y="511"/>
                    <a:pt x="212" y="378"/>
                  </a:cubicBezTo>
                  <a:cubicBezTo>
                    <a:pt x="168" y="245"/>
                    <a:pt x="123" y="123"/>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62"/>
            <p:cNvSpPr/>
            <p:nvPr/>
          </p:nvSpPr>
          <p:spPr>
            <a:xfrm>
              <a:off x="2920450" y="4029725"/>
              <a:ext cx="9475" cy="15325"/>
            </a:xfrm>
            <a:custGeom>
              <a:avLst/>
              <a:gdLst/>
              <a:ahLst/>
              <a:cxnLst/>
              <a:rect l="l" t="t" r="r" b="b"/>
              <a:pathLst>
                <a:path w="379" h="613" extrusionOk="0">
                  <a:moveTo>
                    <a:pt x="0" y="1"/>
                  </a:moveTo>
                  <a:cubicBezTo>
                    <a:pt x="0" y="134"/>
                    <a:pt x="55" y="245"/>
                    <a:pt x="122" y="346"/>
                  </a:cubicBezTo>
                  <a:cubicBezTo>
                    <a:pt x="178" y="445"/>
                    <a:pt x="255" y="546"/>
                    <a:pt x="378" y="612"/>
                  </a:cubicBezTo>
                  <a:cubicBezTo>
                    <a:pt x="366" y="479"/>
                    <a:pt x="311" y="368"/>
                    <a:pt x="255" y="267"/>
                  </a:cubicBezTo>
                  <a:cubicBezTo>
                    <a:pt x="189" y="168"/>
                    <a:pt x="111" y="68"/>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62"/>
            <p:cNvSpPr/>
            <p:nvPr/>
          </p:nvSpPr>
          <p:spPr>
            <a:xfrm>
              <a:off x="2920450" y="4068050"/>
              <a:ext cx="6950" cy="20325"/>
            </a:xfrm>
            <a:custGeom>
              <a:avLst/>
              <a:gdLst/>
              <a:ahLst/>
              <a:cxnLst/>
              <a:rect l="l" t="t" r="r" b="b"/>
              <a:pathLst>
                <a:path w="278" h="813" extrusionOk="0">
                  <a:moveTo>
                    <a:pt x="11" y="1"/>
                  </a:moveTo>
                  <a:lnTo>
                    <a:pt x="11" y="1"/>
                  </a:lnTo>
                  <a:cubicBezTo>
                    <a:pt x="0" y="156"/>
                    <a:pt x="23" y="290"/>
                    <a:pt x="67" y="435"/>
                  </a:cubicBezTo>
                  <a:cubicBezTo>
                    <a:pt x="111" y="568"/>
                    <a:pt x="167" y="701"/>
                    <a:pt x="267" y="812"/>
                  </a:cubicBezTo>
                  <a:cubicBezTo>
                    <a:pt x="278" y="657"/>
                    <a:pt x="255" y="523"/>
                    <a:pt x="211" y="379"/>
                  </a:cubicBezTo>
                  <a:cubicBezTo>
                    <a:pt x="167" y="245"/>
                    <a:pt x="111" y="112"/>
                    <a:pt x="1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62"/>
            <p:cNvSpPr/>
            <p:nvPr/>
          </p:nvSpPr>
          <p:spPr>
            <a:xfrm>
              <a:off x="2902675" y="4105825"/>
              <a:ext cx="4725" cy="18650"/>
            </a:xfrm>
            <a:custGeom>
              <a:avLst/>
              <a:gdLst/>
              <a:ahLst/>
              <a:cxnLst/>
              <a:rect l="l" t="t" r="r" b="b"/>
              <a:pathLst>
                <a:path w="189" h="746" extrusionOk="0">
                  <a:moveTo>
                    <a:pt x="45" y="1"/>
                  </a:moveTo>
                  <a:cubicBezTo>
                    <a:pt x="0" y="134"/>
                    <a:pt x="0" y="257"/>
                    <a:pt x="23" y="378"/>
                  </a:cubicBezTo>
                  <a:cubicBezTo>
                    <a:pt x="33" y="512"/>
                    <a:pt x="67" y="634"/>
                    <a:pt x="144" y="745"/>
                  </a:cubicBezTo>
                  <a:cubicBezTo>
                    <a:pt x="189" y="612"/>
                    <a:pt x="189" y="489"/>
                    <a:pt x="178" y="356"/>
                  </a:cubicBezTo>
                  <a:cubicBezTo>
                    <a:pt x="156" y="234"/>
                    <a:pt x="122"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62"/>
            <p:cNvSpPr/>
            <p:nvPr/>
          </p:nvSpPr>
          <p:spPr>
            <a:xfrm>
              <a:off x="2946275" y="4105575"/>
              <a:ext cx="7525" cy="18900"/>
            </a:xfrm>
            <a:custGeom>
              <a:avLst/>
              <a:gdLst/>
              <a:ahLst/>
              <a:cxnLst/>
              <a:rect l="l" t="t" r="r" b="b"/>
              <a:pathLst>
                <a:path w="301" h="756" extrusionOk="0">
                  <a:moveTo>
                    <a:pt x="12" y="0"/>
                  </a:moveTo>
                  <a:lnTo>
                    <a:pt x="12" y="0"/>
                  </a:lnTo>
                  <a:cubicBezTo>
                    <a:pt x="0" y="144"/>
                    <a:pt x="34" y="277"/>
                    <a:pt x="78" y="411"/>
                  </a:cubicBezTo>
                  <a:cubicBezTo>
                    <a:pt x="123" y="533"/>
                    <a:pt x="189" y="655"/>
                    <a:pt x="289" y="755"/>
                  </a:cubicBezTo>
                  <a:cubicBezTo>
                    <a:pt x="300" y="611"/>
                    <a:pt x="267" y="477"/>
                    <a:pt x="222" y="355"/>
                  </a:cubicBezTo>
                  <a:cubicBezTo>
                    <a:pt x="178" y="222"/>
                    <a:pt x="123" y="111"/>
                    <a:pt x="1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62"/>
            <p:cNvSpPr/>
            <p:nvPr/>
          </p:nvSpPr>
          <p:spPr>
            <a:xfrm>
              <a:off x="2929325" y="4121675"/>
              <a:ext cx="4175" cy="26950"/>
            </a:xfrm>
            <a:custGeom>
              <a:avLst/>
              <a:gdLst/>
              <a:ahLst/>
              <a:cxnLst/>
              <a:rect l="l" t="t" r="r" b="b"/>
              <a:pathLst>
                <a:path w="167" h="1078" extrusionOk="0">
                  <a:moveTo>
                    <a:pt x="56" y="0"/>
                  </a:moveTo>
                  <a:cubicBezTo>
                    <a:pt x="1" y="189"/>
                    <a:pt x="1" y="366"/>
                    <a:pt x="1" y="544"/>
                  </a:cubicBezTo>
                  <a:cubicBezTo>
                    <a:pt x="11" y="722"/>
                    <a:pt x="34" y="900"/>
                    <a:pt x="100" y="1077"/>
                  </a:cubicBezTo>
                  <a:cubicBezTo>
                    <a:pt x="156" y="900"/>
                    <a:pt x="167" y="711"/>
                    <a:pt x="156" y="534"/>
                  </a:cubicBezTo>
                  <a:cubicBezTo>
                    <a:pt x="145" y="356"/>
                    <a:pt x="123" y="178"/>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62"/>
            <p:cNvSpPr/>
            <p:nvPr/>
          </p:nvSpPr>
          <p:spPr>
            <a:xfrm>
              <a:off x="2883775" y="4140275"/>
              <a:ext cx="4200" cy="20575"/>
            </a:xfrm>
            <a:custGeom>
              <a:avLst/>
              <a:gdLst/>
              <a:ahLst/>
              <a:cxnLst/>
              <a:rect l="l" t="t" r="r" b="b"/>
              <a:pathLst>
                <a:path w="168" h="823" extrusionOk="0">
                  <a:moveTo>
                    <a:pt x="56" y="0"/>
                  </a:moveTo>
                  <a:cubicBezTo>
                    <a:pt x="1" y="145"/>
                    <a:pt x="1" y="278"/>
                    <a:pt x="1" y="422"/>
                  </a:cubicBezTo>
                  <a:cubicBezTo>
                    <a:pt x="12" y="556"/>
                    <a:pt x="34" y="689"/>
                    <a:pt x="112" y="822"/>
                  </a:cubicBezTo>
                  <a:cubicBezTo>
                    <a:pt x="156" y="689"/>
                    <a:pt x="167" y="545"/>
                    <a:pt x="156" y="412"/>
                  </a:cubicBezTo>
                  <a:cubicBezTo>
                    <a:pt x="145" y="278"/>
                    <a:pt x="123" y="133"/>
                    <a:pt x="5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62"/>
            <p:cNvSpPr/>
            <p:nvPr/>
          </p:nvSpPr>
          <p:spPr>
            <a:xfrm>
              <a:off x="2827125" y="4138900"/>
              <a:ext cx="7800" cy="17500"/>
            </a:xfrm>
            <a:custGeom>
              <a:avLst/>
              <a:gdLst/>
              <a:ahLst/>
              <a:cxnLst/>
              <a:rect l="l" t="t" r="r" b="b"/>
              <a:pathLst>
                <a:path w="312" h="700" extrusionOk="0">
                  <a:moveTo>
                    <a:pt x="11" y="0"/>
                  </a:moveTo>
                  <a:lnTo>
                    <a:pt x="11" y="0"/>
                  </a:lnTo>
                  <a:cubicBezTo>
                    <a:pt x="1" y="133"/>
                    <a:pt x="34" y="255"/>
                    <a:pt x="90" y="378"/>
                  </a:cubicBezTo>
                  <a:cubicBezTo>
                    <a:pt x="134" y="500"/>
                    <a:pt x="201" y="611"/>
                    <a:pt x="312" y="699"/>
                  </a:cubicBezTo>
                  <a:cubicBezTo>
                    <a:pt x="312" y="556"/>
                    <a:pt x="278" y="433"/>
                    <a:pt x="234" y="322"/>
                  </a:cubicBezTo>
                  <a:cubicBezTo>
                    <a:pt x="179" y="200"/>
                    <a:pt x="112" y="89"/>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62"/>
            <p:cNvSpPr/>
            <p:nvPr/>
          </p:nvSpPr>
          <p:spPr>
            <a:xfrm>
              <a:off x="2812125" y="4169150"/>
              <a:ext cx="3925" cy="22800"/>
            </a:xfrm>
            <a:custGeom>
              <a:avLst/>
              <a:gdLst/>
              <a:ahLst/>
              <a:cxnLst/>
              <a:rect l="l" t="t" r="r" b="b"/>
              <a:pathLst>
                <a:path w="157" h="912" extrusionOk="0">
                  <a:moveTo>
                    <a:pt x="78" y="0"/>
                  </a:moveTo>
                  <a:cubicBezTo>
                    <a:pt x="12" y="156"/>
                    <a:pt x="1" y="301"/>
                    <a:pt x="1" y="456"/>
                  </a:cubicBezTo>
                  <a:cubicBezTo>
                    <a:pt x="12" y="612"/>
                    <a:pt x="23" y="767"/>
                    <a:pt x="90" y="911"/>
                  </a:cubicBezTo>
                  <a:cubicBezTo>
                    <a:pt x="145" y="767"/>
                    <a:pt x="156" y="612"/>
                    <a:pt x="156" y="456"/>
                  </a:cubicBezTo>
                  <a:cubicBezTo>
                    <a:pt x="156" y="301"/>
                    <a:pt x="145" y="145"/>
                    <a:pt x="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62"/>
            <p:cNvSpPr/>
            <p:nvPr/>
          </p:nvSpPr>
          <p:spPr>
            <a:xfrm>
              <a:off x="2861575" y="4175000"/>
              <a:ext cx="4450" cy="25575"/>
            </a:xfrm>
            <a:custGeom>
              <a:avLst/>
              <a:gdLst/>
              <a:ahLst/>
              <a:cxnLst/>
              <a:rect l="l" t="t" r="r" b="b"/>
              <a:pathLst>
                <a:path w="178" h="1023" extrusionOk="0">
                  <a:moveTo>
                    <a:pt x="55" y="0"/>
                  </a:moveTo>
                  <a:cubicBezTo>
                    <a:pt x="0" y="178"/>
                    <a:pt x="0" y="344"/>
                    <a:pt x="11" y="522"/>
                  </a:cubicBezTo>
                  <a:cubicBezTo>
                    <a:pt x="22" y="689"/>
                    <a:pt x="55" y="855"/>
                    <a:pt x="122" y="1022"/>
                  </a:cubicBezTo>
                  <a:cubicBezTo>
                    <a:pt x="178" y="855"/>
                    <a:pt x="178" y="677"/>
                    <a:pt x="166" y="511"/>
                  </a:cubicBezTo>
                  <a:cubicBezTo>
                    <a:pt x="156" y="333"/>
                    <a:pt x="122" y="166"/>
                    <a:pt x="55"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62"/>
            <p:cNvSpPr/>
            <p:nvPr/>
          </p:nvSpPr>
          <p:spPr>
            <a:xfrm>
              <a:off x="2912125" y="4182225"/>
              <a:ext cx="7800" cy="19450"/>
            </a:xfrm>
            <a:custGeom>
              <a:avLst/>
              <a:gdLst/>
              <a:ahLst/>
              <a:cxnLst/>
              <a:rect l="l" t="t" r="r" b="b"/>
              <a:pathLst>
                <a:path w="312" h="778" extrusionOk="0">
                  <a:moveTo>
                    <a:pt x="11" y="0"/>
                  </a:moveTo>
                  <a:cubicBezTo>
                    <a:pt x="0" y="156"/>
                    <a:pt x="33" y="289"/>
                    <a:pt x="77" y="411"/>
                  </a:cubicBezTo>
                  <a:cubicBezTo>
                    <a:pt x="133" y="544"/>
                    <a:pt x="188" y="667"/>
                    <a:pt x="289" y="778"/>
                  </a:cubicBezTo>
                  <a:cubicBezTo>
                    <a:pt x="311" y="622"/>
                    <a:pt x="277" y="489"/>
                    <a:pt x="222" y="366"/>
                  </a:cubicBezTo>
                  <a:cubicBezTo>
                    <a:pt x="178" y="233"/>
                    <a:pt x="122" y="111"/>
                    <a:pt x="1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62"/>
            <p:cNvSpPr/>
            <p:nvPr/>
          </p:nvSpPr>
          <p:spPr>
            <a:xfrm>
              <a:off x="2957100" y="4177225"/>
              <a:ext cx="8075" cy="13600"/>
            </a:xfrm>
            <a:custGeom>
              <a:avLst/>
              <a:gdLst/>
              <a:ahLst/>
              <a:cxnLst/>
              <a:rect l="l" t="t" r="r" b="b"/>
              <a:pathLst>
                <a:path w="323" h="544" extrusionOk="0">
                  <a:moveTo>
                    <a:pt x="1" y="0"/>
                  </a:moveTo>
                  <a:cubicBezTo>
                    <a:pt x="1" y="122"/>
                    <a:pt x="45" y="222"/>
                    <a:pt x="90" y="311"/>
                  </a:cubicBezTo>
                  <a:cubicBezTo>
                    <a:pt x="145" y="400"/>
                    <a:pt x="211" y="489"/>
                    <a:pt x="322" y="544"/>
                  </a:cubicBezTo>
                  <a:cubicBezTo>
                    <a:pt x="322" y="422"/>
                    <a:pt x="278" y="322"/>
                    <a:pt x="223" y="233"/>
                  </a:cubicBezTo>
                  <a:cubicBezTo>
                    <a:pt x="178" y="144"/>
                    <a:pt x="112" y="67"/>
                    <a:pt x="1"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62"/>
            <p:cNvSpPr/>
            <p:nvPr/>
          </p:nvSpPr>
          <p:spPr>
            <a:xfrm>
              <a:off x="2891575" y="4204700"/>
              <a:ext cx="5275" cy="23350"/>
            </a:xfrm>
            <a:custGeom>
              <a:avLst/>
              <a:gdLst/>
              <a:ahLst/>
              <a:cxnLst/>
              <a:rect l="l" t="t" r="r" b="b"/>
              <a:pathLst>
                <a:path w="211" h="934" extrusionOk="0">
                  <a:moveTo>
                    <a:pt x="33" y="0"/>
                  </a:moveTo>
                  <a:cubicBezTo>
                    <a:pt x="0" y="167"/>
                    <a:pt x="11" y="323"/>
                    <a:pt x="33" y="479"/>
                  </a:cubicBezTo>
                  <a:cubicBezTo>
                    <a:pt x="55" y="634"/>
                    <a:pt x="89" y="790"/>
                    <a:pt x="178" y="934"/>
                  </a:cubicBezTo>
                  <a:cubicBezTo>
                    <a:pt x="211" y="767"/>
                    <a:pt x="211" y="612"/>
                    <a:pt x="188" y="456"/>
                  </a:cubicBezTo>
                  <a:cubicBezTo>
                    <a:pt x="156" y="301"/>
                    <a:pt x="122" y="145"/>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62"/>
            <p:cNvSpPr/>
            <p:nvPr/>
          </p:nvSpPr>
          <p:spPr>
            <a:xfrm>
              <a:off x="2949050" y="4209975"/>
              <a:ext cx="4450" cy="18075"/>
            </a:xfrm>
            <a:custGeom>
              <a:avLst/>
              <a:gdLst/>
              <a:ahLst/>
              <a:cxnLst/>
              <a:rect l="l" t="t" r="r" b="b"/>
              <a:pathLst>
                <a:path w="178" h="723" extrusionOk="0">
                  <a:moveTo>
                    <a:pt x="45" y="1"/>
                  </a:moveTo>
                  <a:cubicBezTo>
                    <a:pt x="0" y="134"/>
                    <a:pt x="0" y="256"/>
                    <a:pt x="12" y="367"/>
                  </a:cubicBezTo>
                  <a:cubicBezTo>
                    <a:pt x="22" y="490"/>
                    <a:pt x="56" y="611"/>
                    <a:pt x="123" y="723"/>
                  </a:cubicBezTo>
                  <a:cubicBezTo>
                    <a:pt x="178" y="601"/>
                    <a:pt x="178" y="478"/>
                    <a:pt x="167" y="356"/>
                  </a:cubicBezTo>
                  <a:cubicBezTo>
                    <a:pt x="145" y="234"/>
                    <a:pt x="123" y="112"/>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62"/>
            <p:cNvSpPr/>
            <p:nvPr/>
          </p:nvSpPr>
          <p:spPr>
            <a:xfrm>
              <a:off x="2838500" y="4216350"/>
              <a:ext cx="7550" cy="14775"/>
            </a:xfrm>
            <a:custGeom>
              <a:avLst/>
              <a:gdLst/>
              <a:ahLst/>
              <a:cxnLst/>
              <a:rect l="l" t="t" r="r" b="b"/>
              <a:pathLst>
                <a:path w="302" h="591" extrusionOk="0">
                  <a:moveTo>
                    <a:pt x="12" y="1"/>
                  </a:moveTo>
                  <a:lnTo>
                    <a:pt x="12" y="1"/>
                  </a:lnTo>
                  <a:cubicBezTo>
                    <a:pt x="1" y="124"/>
                    <a:pt x="35" y="223"/>
                    <a:pt x="79" y="324"/>
                  </a:cubicBezTo>
                  <a:cubicBezTo>
                    <a:pt x="123" y="423"/>
                    <a:pt x="179" y="512"/>
                    <a:pt x="290" y="590"/>
                  </a:cubicBezTo>
                  <a:cubicBezTo>
                    <a:pt x="301" y="457"/>
                    <a:pt x="267" y="356"/>
                    <a:pt x="223" y="257"/>
                  </a:cubicBezTo>
                  <a:cubicBezTo>
                    <a:pt x="179" y="157"/>
                    <a:pt x="112" y="68"/>
                    <a:pt x="12"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62"/>
            <p:cNvSpPr/>
            <p:nvPr/>
          </p:nvSpPr>
          <p:spPr>
            <a:xfrm>
              <a:off x="2816025" y="4243575"/>
              <a:ext cx="8350" cy="25875"/>
            </a:xfrm>
            <a:custGeom>
              <a:avLst/>
              <a:gdLst/>
              <a:ahLst/>
              <a:cxnLst/>
              <a:rect l="l" t="t" r="r" b="b"/>
              <a:pathLst>
                <a:path w="334" h="1035" extrusionOk="0">
                  <a:moveTo>
                    <a:pt x="0" y="1"/>
                  </a:moveTo>
                  <a:cubicBezTo>
                    <a:pt x="0" y="190"/>
                    <a:pt x="45" y="368"/>
                    <a:pt x="89" y="545"/>
                  </a:cubicBezTo>
                  <a:cubicBezTo>
                    <a:pt x="144" y="712"/>
                    <a:pt x="211" y="889"/>
                    <a:pt x="334" y="1034"/>
                  </a:cubicBezTo>
                  <a:cubicBezTo>
                    <a:pt x="334" y="845"/>
                    <a:pt x="289" y="667"/>
                    <a:pt x="245" y="489"/>
                  </a:cubicBezTo>
                  <a:cubicBezTo>
                    <a:pt x="189" y="323"/>
                    <a:pt x="122" y="156"/>
                    <a:pt x="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62"/>
            <p:cNvSpPr/>
            <p:nvPr/>
          </p:nvSpPr>
          <p:spPr>
            <a:xfrm>
              <a:off x="2861025" y="4262200"/>
              <a:ext cx="6125" cy="17800"/>
            </a:xfrm>
            <a:custGeom>
              <a:avLst/>
              <a:gdLst/>
              <a:ahLst/>
              <a:cxnLst/>
              <a:rect l="l" t="t" r="r" b="b"/>
              <a:pathLst>
                <a:path w="245" h="712" extrusionOk="0">
                  <a:moveTo>
                    <a:pt x="33" y="0"/>
                  </a:moveTo>
                  <a:lnTo>
                    <a:pt x="33" y="0"/>
                  </a:lnTo>
                  <a:cubicBezTo>
                    <a:pt x="0" y="134"/>
                    <a:pt x="22" y="255"/>
                    <a:pt x="44" y="367"/>
                  </a:cubicBezTo>
                  <a:cubicBezTo>
                    <a:pt x="77" y="489"/>
                    <a:pt x="122" y="600"/>
                    <a:pt x="211" y="711"/>
                  </a:cubicBezTo>
                  <a:cubicBezTo>
                    <a:pt x="244" y="578"/>
                    <a:pt x="233" y="455"/>
                    <a:pt x="200" y="334"/>
                  </a:cubicBezTo>
                  <a:cubicBezTo>
                    <a:pt x="166" y="211"/>
                    <a:pt x="122" y="100"/>
                    <a:pt x="3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62"/>
            <p:cNvSpPr/>
            <p:nvPr/>
          </p:nvSpPr>
          <p:spPr>
            <a:xfrm>
              <a:off x="2908225" y="4265800"/>
              <a:ext cx="4175" cy="13075"/>
            </a:xfrm>
            <a:custGeom>
              <a:avLst/>
              <a:gdLst/>
              <a:ahLst/>
              <a:cxnLst/>
              <a:rect l="l" t="t" r="r" b="b"/>
              <a:pathLst>
                <a:path w="167" h="523" extrusionOk="0">
                  <a:moveTo>
                    <a:pt x="67" y="0"/>
                  </a:moveTo>
                  <a:cubicBezTo>
                    <a:pt x="11" y="89"/>
                    <a:pt x="1" y="178"/>
                    <a:pt x="1" y="267"/>
                  </a:cubicBezTo>
                  <a:cubicBezTo>
                    <a:pt x="11" y="345"/>
                    <a:pt x="33" y="434"/>
                    <a:pt x="100" y="523"/>
                  </a:cubicBezTo>
                  <a:cubicBezTo>
                    <a:pt x="156" y="434"/>
                    <a:pt x="167" y="345"/>
                    <a:pt x="167" y="256"/>
                  </a:cubicBezTo>
                  <a:cubicBezTo>
                    <a:pt x="156" y="167"/>
                    <a:pt x="134" y="79"/>
                    <a:pt x="6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62"/>
            <p:cNvSpPr/>
            <p:nvPr/>
          </p:nvSpPr>
          <p:spPr>
            <a:xfrm>
              <a:off x="2962100" y="4259975"/>
              <a:ext cx="6950" cy="19475"/>
            </a:xfrm>
            <a:custGeom>
              <a:avLst/>
              <a:gdLst/>
              <a:ahLst/>
              <a:cxnLst/>
              <a:rect l="l" t="t" r="r" b="b"/>
              <a:pathLst>
                <a:path w="278" h="779" extrusionOk="0">
                  <a:moveTo>
                    <a:pt x="23" y="1"/>
                  </a:moveTo>
                  <a:lnTo>
                    <a:pt x="23" y="1"/>
                  </a:lnTo>
                  <a:cubicBezTo>
                    <a:pt x="1" y="144"/>
                    <a:pt x="23" y="278"/>
                    <a:pt x="67" y="411"/>
                  </a:cubicBezTo>
                  <a:cubicBezTo>
                    <a:pt x="112" y="544"/>
                    <a:pt x="167" y="667"/>
                    <a:pt x="267" y="778"/>
                  </a:cubicBezTo>
                  <a:cubicBezTo>
                    <a:pt x="278" y="633"/>
                    <a:pt x="256" y="489"/>
                    <a:pt x="211" y="367"/>
                  </a:cubicBezTo>
                  <a:cubicBezTo>
                    <a:pt x="167" y="233"/>
                    <a:pt x="122"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62"/>
            <p:cNvSpPr/>
            <p:nvPr/>
          </p:nvSpPr>
          <p:spPr>
            <a:xfrm>
              <a:off x="2930150" y="4298850"/>
              <a:ext cx="7250" cy="22250"/>
            </a:xfrm>
            <a:custGeom>
              <a:avLst/>
              <a:gdLst/>
              <a:ahLst/>
              <a:cxnLst/>
              <a:rect l="l" t="t" r="r" b="b"/>
              <a:pathLst>
                <a:path w="290" h="890" extrusionOk="0">
                  <a:moveTo>
                    <a:pt x="279" y="1"/>
                  </a:moveTo>
                  <a:lnTo>
                    <a:pt x="279" y="1"/>
                  </a:lnTo>
                  <a:cubicBezTo>
                    <a:pt x="168" y="134"/>
                    <a:pt x="112" y="278"/>
                    <a:pt x="67" y="423"/>
                  </a:cubicBezTo>
                  <a:cubicBezTo>
                    <a:pt x="34" y="567"/>
                    <a:pt x="1" y="722"/>
                    <a:pt x="12" y="889"/>
                  </a:cubicBezTo>
                  <a:cubicBezTo>
                    <a:pt x="123" y="756"/>
                    <a:pt x="178" y="611"/>
                    <a:pt x="223" y="467"/>
                  </a:cubicBezTo>
                  <a:cubicBezTo>
                    <a:pt x="257" y="322"/>
                    <a:pt x="290" y="167"/>
                    <a:pt x="27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62"/>
            <p:cNvSpPr/>
            <p:nvPr/>
          </p:nvSpPr>
          <p:spPr>
            <a:xfrm>
              <a:off x="2882375" y="4309675"/>
              <a:ext cx="5025" cy="21975"/>
            </a:xfrm>
            <a:custGeom>
              <a:avLst/>
              <a:gdLst/>
              <a:ahLst/>
              <a:cxnLst/>
              <a:rect l="l" t="t" r="r" b="b"/>
              <a:pathLst>
                <a:path w="201" h="879" extrusionOk="0">
                  <a:moveTo>
                    <a:pt x="45" y="1"/>
                  </a:moveTo>
                  <a:cubicBezTo>
                    <a:pt x="1" y="145"/>
                    <a:pt x="13" y="301"/>
                    <a:pt x="23" y="445"/>
                  </a:cubicBezTo>
                  <a:cubicBezTo>
                    <a:pt x="45" y="590"/>
                    <a:pt x="68" y="734"/>
                    <a:pt x="146" y="879"/>
                  </a:cubicBezTo>
                  <a:cubicBezTo>
                    <a:pt x="201" y="723"/>
                    <a:pt x="190" y="578"/>
                    <a:pt x="179" y="434"/>
                  </a:cubicBezTo>
                  <a:cubicBezTo>
                    <a:pt x="157" y="279"/>
                    <a:pt x="134" y="134"/>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62"/>
            <p:cNvSpPr/>
            <p:nvPr/>
          </p:nvSpPr>
          <p:spPr>
            <a:xfrm>
              <a:off x="2836025" y="4321075"/>
              <a:ext cx="8350" cy="18350"/>
            </a:xfrm>
            <a:custGeom>
              <a:avLst/>
              <a:gdLst/>
              <a:ahLst/>
              <a:cxnLst/>
              <a:rect l="l" t="t" r="r" b="b"/>
              <a:pathLst>
                <a:path w="334" h="734" extrusionOk="0">
                  <a:moveTo>
                    <a:pt x="0" y="0"/>
                  </a:moveTo>
                  <a:cubicBezTo>
                    <a:pt x="0" y="144"/>
                    <a:pt x="45" y="278"/>
                    <a:pt x="100" y="400"/>
                  </a:cubicBezTo>
                  <a:cubicBezTo>
                    <a:pt x="156" y="522"/>
                    <a:pt x="222" y="645"/>
                    <a:pt x="334" y="734"/>
                  </a:cubicBezTo>
                  <a:cubicBezTo>
                    <a:pt x="334" y="589"/>
                    <a:pt x="300" y="455"/>
                    <a:pt x="245" y="334"/>
                  </a:cubicBezTo>
                  <a:cubicBezTo>
                    <a:pt x="178" y="211"/>
                    <a:pt x="111" y="100"/>
                    <a:pt x="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62"/>
            <p:cNvSpPr/>
            <p:nvPr/>
          </p:nvSpPr>
          <p:spPr>
            <a:xfrm>
              <a:off x="2964325" y="4318000"/>
              <a:ext cx="7250" cy="21425"/>
            </a:xfrm>
            <a:custGeom>
              <a:avLst/>
              <a:gdLst/>
              <a:ahLst/>
              <a:cxnLst/>
              <a:rect l="l" t="t" r="r" b="b"/>
              <a:pathLst>
                <a:path w="290" h="857" extrusionOk="0">
                  <a:moveTo>
                    <a:pt x="267" y="1"/>
                  </a:moveTo>
                  <a:lnTo>
                    <a:pt x="267" y="1"/>
                  </a:lnTo>
                  <a:cubicBezTo>
                    <a:pt x="167" y="123"/>
                    <a:pt x="112" y="267"/>
                    <a:pt x="67" y="412"/>
                  </a:cubicBezTo>
                  <a:cubicBezTo>
                    <a:pt x="33" y="546"/>
                    <a:pt x="1" y="701"/>
                    <a:pt x="23" y="857"/>
                  </a:cubicBezTo>
                  <a:cubicBezTo>
                    <a:pt x="122" y="734"/>
                    <a:pt x="178" y="590"/>
                    <a:pt x="223" y="457"/>
                  </a:cubicBezTo>
                  <a:cubicBezTo>
                    <a:pt x="256" y="312"/>
                    <a:pt x="289" y="156"/>
                    <a:pt x="2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62"/>
            <p:cNvSpPr/>
            <p:nvPr/>
          </p:nvSpPr>
          <p:spPr>
            <a:xfrm>
              <a:off x="2907375" y="4348850"/>
              <a:ext cx="3925" cy="12800"/>
            </a:xfrm>
            <a:custGeom>
              <a:avLst/>
              <a:gdLst/>
              <a:ahLst/>
              <a:cxnLst/>
              <a:rect l="l" t="t" r="r" b="b"/>
              <a:pathLst>
                <a:path w="157" h="512" extrusionOk="0">
                  <a:moveTo>
                    <a:pt x="90" y="0"/>
                  </a:moveTo>
                  <a:cubicBezTo>
                    <a:pt x="23" y="78"/>
                    <a:pt x="12" y="167"/>
                    <a:pt x="1" y="255"/>
                  </a:cubicBezTo>
                  <a:cubicBezTo>
                    <a:pt x="1" y="334"/>
                    <a:pt x="12" y="422"/>
                    <a:pt x="67" y="511"/>
                  </a:cubicBezTo>
                  <a:cubicBezTo>
                    <a:pt x="134" y="422"/>
                    <a:pt x="156" y="344"/>
                    <a:pt x="156" y="255"/>
                  </a:cubicBezTo>
                  <a:cubicBezTo>
                    <a:pt x="156" y="178"/>
                    <a:pt x="156" y="89"/>
                    <a:pt x="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62"/>
            <p:cNvSpPr/>
            <p:nvPr/>
          </p:nvSpPr>
          <p:spPr>
            <a:xfrm>
              <a:off x="2827125" y="3949200"/>
              <a:ext cx="7525" cy="15850"/>
            </a:xfrm>
            <a:custGeom>
              <a:avLst/>
              <a:gdLst/>
              <a:ahLst/>
              <a:cxnLst/>
              <a:rect l="l" t="t" r="r" b="b"/>
              <a:pathLst>
                <a:path w="301" h="634" extrusionOk="0">
                  <a:moveTo>
                    <a:pt x="300" y="0"/>
                  </a:moveTo>
                  <a:lnTo>
                    <a:pt x="300" y="0"/>
                  </a:lnTo>
                  <a:cubicBezTo>
                    <a:pt x="189" y="78"/>
                    <a:pt x="134" y="178"/>
                    <a:pt x="78" y="278"/>
                  </a:cubicBezTo>
                  <a:cubicBezTo>
                    <a:pt x="34" y="390"/>
                    <a:pt x="1" y="501"/>
                    <a:pt x="11" y="634"/>
                  </a:cubicBezTo>
                  <a:cubicBezTo>
                    <a:pt x="123" y="556"/>
                    <a:pt x="179" y="456"/>
                    <a:pt x="223" y="345"/>
                  </a:cubicBezTo>
                  <a:cubicBezTo>
                    <a:pt x="267" y="234"/>
                    <a:pt x="300" y="123"/>
                    <a:pt x="30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62"/>
            <p:cNvSpPr/>
            <p:nvPr/>
          </p:nvSpPr>
          <p:spPr>
            <a:xfrm>
              <a:off x="2859050" y="3933375"/>
              <a:ext cx="6425" cy="19175"/>
            </a:xfrm>
            <a:custGeom>
              <a:avLst/>
              <a:gdLst/>
              <a:ahLst/>
              <a:cxnLst/>
              <a:rect l="l" t="t" r="r" b="b"/>
              <a:pathLst>
                <a:path w="257" h="767" extrusionOk="0">
                  <a:moveTo>
                    <a:pt x="23" y="1"/>
                  </a:moveTo>
                  <a:lnTo>
                    <a:pt x="23" y="1"/>
                  </a:lnTo>
                  <a:cubicBezTo>
                    <a:pt x="1" y="144"/>
                    <a:pt x="23" y="278"/>
                    <a:pt x="57" y="411"/>
                  </a:cubicBezTo>
                  <a:cubicBezTo>
                    <a:pt x="90" y="534"/>
                    <a:pt x="134" y="656"/>
                    <a:pt x="235" y="767"/>
                  </a:cubicBezTo>
                  <a:cubicBezTo>
                    <a:pt x="257" y="623"/>
                    <a:pt x="235" y="500"/>
                    <a:pt x="201" y="367"/>
                  </a:cubicBezTo>
                  <a:cubicBezTo>
                    <a:pt x="168" y="233"/>
                    <a:pt x="123" y="112"/>
                    <a:pt x="2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62"/>
            <p:cNvSpPr/>
            <p:nvPr/>
          </p:nvSpPr>
          <p:spPr>
            <a:xfrm>
              <a:off x="2904600" y="3947825"/>
              <a:ext cx="6150" cy="17225"/>
            </a:xfrm>
            <a:custGeom>
              <a:avLst/>
              <a:gdLst/>
              <a:ahLst/>
              <a:cxnLst/>
              <a:rect l="l" t="t" r="r" b="b"/>
              <a:pathLst>
                <a:path w="246" h="689" extrusionOk="0">
                  <a:moveTo>
                    <a:pt x="34" y="0"/>
                  </a:moveTo>
                  <a:lnTo>
                    <a:pt x="34" y="0"/>
                  </a:lnTo>
                  <a:cubicBezTo>
                    <a:pt x="1" y="133"/>
                    <a:pt x="23" y="245"/>
                    <a:pt x="45" y="366"/>
                  </a:cubicBezTo>
                  <a:cubicBezTo>
                    <a:pt x="79" y="477"/>
                    <a:pt x="123" y="589"/>
                    <a:pt x="212" y="689"/>
                  </a:cubicBezTo>
                  <a:cubicBezTo>
                    <a:pt x="245" y="566"/>
                    <a:pt x="223" y="445"/>
                    <a:pt x="201" y="322"/>
                  </a:cubicBezTo>
                  <a:cubicBezTo>
                    <a:pt x="168" y="211"/>
                    <a:pt x="123" y="1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62"/>
            <p:cNvSpPr/>
            <p:nvPr/>
          </p:nvSpPr>
          <p:spPr>
            <a:xfrm>
              <a:off x="2802400" y="3977250"/>
              <a:ext cx="5025" cy="25300"/>
            </a:xfrm>
            <a:custGeom>
              <a:avLst/>
              <a:gdLst/>
              <a:ahLst/>
              <a:cxnLst/>
              <a:rect l="l" t="t" r="r" b="b"/>
              <a:pathLst>
                <a:path w="201" h="1012" extrusionOk="0">
                  <a:moveTo>
                    <a:pt x="45" y="1"/>
                  </a:moveTo>
                  <a:cubicBezTo>
                    <a:pt x="1" y="178"/>
                    <a:pt x="1" y="345"/>
                    <a:pt x="23" y="512"/>
                  </a:cubicBezTo>
                  <a:cubicBezTo>
                    <a:pt x="45" y="678"/>
                    <a:pt x="79" y="845"/>
                    <a:pt x="156" y="1011"/>
                  </a:cubicBezTo>
                  <a:cubicBezTo>
                    <a:pt x="201" y="833"/>
                    <a:pt x="190" y="667"/>
                    <a:pt x="178" y="500"/>
                  </a:cubicBezTo>
                  <a:cubicBezTo>
                    <a:pt x="156" y="322"/>
                    <a:pt x="123" y="156"/>
                    <a:pt x="4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62"/>
            <p:cNvSpPr/>
            <p:nvPr/>
          </p:nvSpPr>
          <p:spPr>
            <a:xfrm>
              <a:off x="2928500" y="3990575"/>
              <a:ext cx="4450" cy="19175"/>
            </a:xfrm>
            <a:custGeom>
              <a:avLst/>
              <a:gdLst/>
              <a:ahLst/>
              <a:cxnLst/>
              <a:rect l="l" t="t" r="r" b="b"/>
              <a:pathLst>
                <a:path w="178" h="767" extrusionOk="0">
                  <a:moveTo>
                    <a:pt x="44" y="1"/>
                  </a:moveTo>
                  <a:cubicBezTo>
                    <a:pt x="0" y="134"/>
                    <a:pt x="0" y="268"/>
                    <a:pt x="12" y="401"/>
                  </a:cubicBezTo>
                  <a:cubicBezTo>
                    <a:pt x="34" y="523"/>
                    <a:pt x="56" y="645"/>
                    <a:pt x="133" y="767"/>
                  </a:cubicBezTo>
                  <a:cubicBezTo>
                    <a:pt x="178" y="634"/>
                    <a:pt x="178" y="500"/>
                    <a:pt x="167" y="379"/>
                  </a:cubicBezTo>
                  <a:cubicBezTo>
                    <a:pt x="156" y="245"/>
                    <a:pt x="123" y="123"/>
                    <a:pt x="44"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62"/>
            <p:cNvSpPr/>
            <p:nvPr/>
          </p:nvSpPr>
          <p:spPr>
            <a:xfrm>
              <a:off x="2922925" y="4373275"/>
              <a:ext cx="166950" cy="157925"/>
            </a:xfrm>
            <a:custGeom>
              <a:avLst/>
              <a:gdLst/>
              <a:ahLst/>
              <a:cxnLst/>
              <a:rect l="l" t="t" r="r" b="b"/>
              <a:pathLst>
                <a:path w="6678" h="6317" extrusionOk="0">
                  <a:moveTo>
                    <a:pt x="5422" y="1"/>
                  </a:moveTo>
                  <a:cubicBezTo>
                    <a:pt x="3956" y="34"/>
                    <a:pt x="2545" y="345"/>
                    <a:pt x="1090" y="389"/>
                  </a:cubicBezTo>
                  <a:cubicBezTo>
                    <a:pt x="946" y="401"/>
                    <a:pt x="790" y="401"/>
                    <a:pt x="645" y="456"/>
                  </a:cubicBezTo>
                  <a:cubicBezTo>
                    <a:pt x="156" y="645"/>
                    <a:pt x="1" y="1322"/>
                    <a:pt x="134" y="1778"/>
                  </a:cubicBezTo>
                  <a:cubicBezTo>
                    <a:pt x="245" y="2134"/>
                    <a:pt x="479" y="2433"/>
                    <a:pt x="667" y="2756"/>
                  </a:cubicBezTo>
                  <a:cubicBezTo>
                    <a:pt x="1134" y="3511"/>
                    <a:pt x="1934" y="4922"/>
                    <a:pt x="2234" y="5755"/>
                  </a:cubicBezTo>
                  <a:cubicBezTo>
                    <a:pt x="2301" y="5933"/>
                    <a:pt x="2367" y="6121"/>
                    <a:pt x="2534" y="6200"/>
                  </a:cubicBezTo>
                  <a:cubicBezTo>
                    <a:pt x="2572" y="6220"/>
                    <a:pt x="2615" y="6229"/>
                    <a:pt x="2658" y="6229"/>
                  </a:cubicBezTo>
                  <a:cubicBezTo>
                    <a:pt x="2803" y="6229"/>
                    <a:pt x="2948" y="6125"/>
                    <a:pt x="2923" y="5988"/>
                  </a:cubicBezTo>
                  <a:lnTo>
                    <a:pt x="2923" y="5988"/>
                  </a:lnTo>
                  <a:cubicBezTo>
                    <a:pt x="3000" y="6099"/>
                    <a:pt x="3089" y="6222"/>
                    <a:pt x="3212" y="6277"/>
                  </a:cubicBezTo>
                  <a:cubicBezTo>
                    <a:pt x="3237" y="6285"/>
                    <a:pt x="3264" y="6289"/>
                    <a:pt x="3291" y="6289"/>
                  </a:cubicBezTo>
                  <a:cubicBezTo>
                    <a:pt x="3406" y="6289"/>
                    <a:pt x="3523" y="6216"/>
                    <a:pt x="3523" y="6099"/>
                  </a:cubicBezTo>
                  <a:cubicBezTo>
                    <a:pt x="3609" y="6194"/>
                    <a:pt x="3735" y="6262"/>
                    <a:pt x="3865" y="6262"/>
                  </a:cubicBezTo>
                  <a:cubicBezTo>
                    <a:pt x="3903" y="6262"/>
                    <a:pt x="3940" y="6256"/>
                    <a:pt x="3978" y="6244"/>
                  </a:cubicBezTo>
                  <a:cubicBezTo>
                    <a:pt x="4133" y="6188"/>
                    <a:pt x="4222" y="5977"/>
                    <a:pt x="4123" y="5844"/>
                  </a:cubicBezTo>
                  <a:lnTo>
                    <a:pt x="4123" y="5844"/>
                  </a:lnTo>
                  <a:cubicBezTo>
                    <a:pt x="4267" y="6000"/>
                    <a:pt x="4412" y="6155"/>
                    <a:pt x="4611" y="6255"/>
                  </a:cubicBezTo>
                  <a:cubicBezTo>
                    <a:pt x="4696" y="6295"/>
                    <a:pt x="4792" y="6317"/>
                    <a:pt x="4886" y="6317"/>
                  </a:cubicBezTo>
                  <a:cubicBezTo>
                    <a:pt x="5002" y="6317"/>
                    <a:pt x="5114" y="6284"/>
                    <a:pt x="5200" y="6210"/>
                  </a:cubicBezTo>
                  <a:cubicBezTo>
                    <a:pt x="5355" y="6077"/>
                    <a:pt x="5389" y="5866"/>
                    <a:pt x="5355" y="5666"/>
                  </a:cubicBezTo>
                  <a:cubicBezTo>
                    <a:pt x="5311" y="5477"/>
                    <a:pt x="5211" y="5311"/>
                    <a:pt x="5111" y="5144"/>
                  </a:cubicBezTo>
                  <a:cubicBezTo>
                    <a:pt x="4955" y="4889"/>
                    <a:pt x="4800" y="4644"/>
                    <a:pt x="4656" y="4400"/>
                  </a:cubicBezTo>
                  <a:cubicBezTo>
                    <a:pt x="4511" y="4166"/>
                    <a:pt x="2345" y="2156"/>
                    <a:pt x="2234" y="1811"/>
                  </a:cubicBezTo>
                  <a:cubicBezTo>
                    <a:pt x="2546" y="1649"/>
                    <a:pt x="3001" y="1627"/>
                    <a:pt x="3438" y="1627"/>
                  </a:cubicBezTo>
                  <a:cubicBezTo>
                    <a:pt x="3602" y="1627"/>
                    <a:pt x="3764" y="1630"/>
                    <a:pt x="3914" y="1630"/>
                  </a:cubicBezTo>
                  <a:cubicBezTo>
                    <a:pt x="4020" y="1630"/>
                    <a:pt x="4120" y="1628"/>
                    <a:pt x="4212" y="1623"/>
                  </a:cubicBezTo>
                  <a:cubicBezTo>
                    <a:pt x="4822" y="1578"/>
                    <a:pt x="5711" y="1633"/>
                    <a:pt x="6244" y="1290"/>
                  </a:cubicBezTo>
                  <a:cubicBezTo>
                    <a:pt x="6488" y="1145"/>
                    <a:pt x="6678" y="856"/>
                    <a:pt x="6622" y="579"/>
                  </a:cubicBezTo>
                  <a:cubicBezTo>
                    <a:pt x="6567" y="345"/>
                    <a:pt x="6367" y="167"/>
                    <a:pt x="6133" y="78"/>
                  </a:cubicBezTo>
                  <a:cubicBezTo>
                    <a:pt x="5911" y="1"/>
                    <a:pt x="5666" y="1"/>
                    <a:pt x="542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62"/>
            <p:cNvSpPr/>
            <p:nvPr/>
          </p:nvSpPr>
          <p:spPr>
            <a:xfrm>
              <a:off x="2946825" y="4297725"/>
              <a:ext cx="310800" cy="137775"/>
            </a:xfrm>
            <a:custGeom>
              <a:avLst/>
              <a:gdLst/>
              <a:ahLst/>
              <a:cxnLst/>
              <a:rect l="l" t="t" r="r" b="b"/>
              <a:pathLst>
                <a:path w="12432" h="5511" extrusionOk="0">
                  <a:moveTo>
                    <a:pt x="2641" y="1"/>
                  </a:moveTo>
                  <a:cubicBezTo>
                    <a:pt x="2405" y="1"/>
                    <a:pt x="2179" y="8"/>
                    <a:pt x="1967" y="24"/>
                  </a:cubicBezTo>
                  <a:cubicBezTo>
                    <a:pt x="578" y="123"/>
                    <a:pt x="0" y="2534"/>
                    <a:pt x="822" y="2656"/>
                  </a:cubicBezTo>
                  <a:cubicBezTo>
                    <a:pt x="1179" y="2709"/>
                    <a:pt x="1642" y="2725"/>
                    <a:pt x="2134" y="2725"/>
                  </a:cubicBezTo>
                  <a:cubicBezTo>
                    <a:pt x="2818" y="2725"/>
                    <a:pt x="3557" y="2695"/>
                    <a:pt x="4145" y="2695"/>
                  </a:cubicBezTo>
                  <a:cubicBezTo>
                    <a:pt x="4279" y="2695"/>
                    <a:pt x="4406" y="2696"/>
                    <a:pt x="4522" y="2700"/>
                  </a:cubicBezTo>
                  <a:cubicBezTo>
                    <a:pt x="4166" y="2756"/>
                    <a:pt x="3811" y="2823"/>
                    <a:pt x="3456" y="2878"/>
                  </a:cubicBezTo>
                  <a:cubicBezTo>
                    <a:pt x="3944" y="2967"/>
                    <a:pt x="4422" y="3045"/>
                    <a:pt x="4900" y="3134"/>
                  </a:cubicBezTo>
                  <a:cubicBezTo>
                    <a:pt x="3944" y="3178"/>
                    <a:pt x="3000" y="3267"/>
                    <a:pt x="2044" y="3378"/>
                  </a:cubicBezTo>
                  <a:cubicBezTo>
                    <a:pt x="2656" y="3645"/>
                    <a:pt x="3288" y="3811"/>
                    <a:pt x="3944" y="3889"/>
                  </a:cubicBezTo>
                  <a:cubicBezTo>
                    <a:pt x="3344" y="4056"/>
                    <a:pt x="2745" y="4233"/>
                    <a:pt x="2145" y="4400"/>
                  </a:cubicBezTo>
                  <a:cubicBezTo>
                    <a:pt x="2800" y="4645"/>
                    <a:pt x="3500" y="4811"/>
                    <a:pt x="4199" y="4878"/>
                  </a:cubicBezTo>
                  <a:cubicBezTo>
                    <a:pt x="3755" y="5122"/>
                    <a:pt x="3256" y="5289"/>
                    <a:pt x="2745" y="5356"/>
                  </a:cubicBezTo>
                  <a:cubicBezTo>
                    <a:pt x="3857" y="5433"/>
                    <a:pt x="4986" y="5511"/>
                    <a:pt x="6107" y="5511"/>
                  </a:cubicBezTo>
                  <a:cubicBezTo>
                    <a:pt x="7718" y="5511"/>
                    <a:pt x="9314" y="5351"/>
                    <a:pt x="10820" y="4800"/>
                  </a:cubicBezTo>
                  <a:cubicBezTo>
                    <a:pt x="11276" y="4645"/>
                    <a:pt x="11731" y="4433"/>
                    <a:pt x="12032" y="4056"/>
                  </a:cubicBezTo>
                  <a:cubicBezTo>
                    <a:pt x="12365" y="3623"/>
                    <a:pt x="12431" y="3023"/>
                    <a:pt x="12264" y="2512"/>
                  </a:cubicBezTo>
                  <a:cubicBezTo>
                    <a:pt x="12098" y="2001"/>
                    <a:pt x="11698" y="1567"/>
                    <a:pt x="11220" y="1312"/>
                  </a:cubicBezTo>
                  <a:cubicBezTo>
                    <a:pt x="10731" y="1046"/>
                    <a:pt x="10165" y="945"/>
                    <a:pt x="9620" y="868"/>
                  </a:cubicBezTo>
                  <a:cubicBezTo>
                    <a:pt x="7722" y="578"/>
                    <a:pt x="4755" y="1"/>
                    <a:pt x="2641"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62"/>
            <p:cNvSpPr/>
            <p:nvPr/>
          </p:nvSpPr>
          <p:spPr>
            <a:xfrm>
              <a:off x="3039025" y="4345775"/>
              <a:ext cx="169175" cy="19200"/>
            </a:xfrm>
            <a:custGeom>
              <a:avLst/>
              <a:gdLst/>
              <a:ahLst/>
              <a:cxnLst/>
              <a:rect l="l" t="t" r="r" b="b"/>
              <a:pathLst>
                <a:path w="6767" h="768" extrusionOk="0">
                  <a:moveTo>
                    <a:pt x="4167" y="1"/>
                  </a:moveTo>
                  <a:lnTo>
                    <a:pt x="4344" y="134"/>
                  </a:lnTo>
                  <a:lnTo>
                    <a:pt x="4605" y="325"/>
                  </a:lnTo>
                  <a:lnTo>
                    <a:pt x="4605" y="325"/>
                  </a:lnTo>
                  <a:cubicBezTo>
                    <a:pt x="4296" y="287"/>
                    <a:pt x="3987" y="261"/>
                    <a:pt x="3678" y="234"/>
                  </a:cubicBezTo>
                  <a:cubicBezTo>
                    <a:pt x="3278" y="212"/>
                    <a:pt x="2889" y="201"/>
                    <a:pt x="2500" y="201"/>
                  </a:cubicBezTo>
                  <a:cubicBezTo>
                    <a:pt x="2111" y="201"/>
                    <a:pt x="1711" y="201"/>
                    <a:pt x="1323" y="234"/>
                  </a:cubicBezTo>
                  <a:cubicBezTo>
                    <a:pt x="934" y="257"/>
                    <a:pt x="545" y="301"/>
                    <a:pt x="156" y="346"/>
                  </a:cubicBezTo>
                  <a:lnTo>
                    <a:pt x="0" y="368"/>
                  </a:lnTo>
                  <a:lnTo>
                    <a:pt x="145" y="412"/>
                  </a:lnTo>
                  <a:lnTo>
                    <a:pt x="960" y="691"/>
                  </a:lnTo>
                  <a:lnTo>
                    <a:pt x="960" y="691"/>
                  </a:lnTo>
                  <a:lnTo>
                    <a:pt x="778" y="768"/>
                  </a:lnTo>
                  <a:lnTo>
                    <a:pt x="1000" y="701"/>
                  </a:lnTo>
                  <a:lnTo>
                    <a:pt x="1022" y="689"/>
                  </a:lnTo>
                  <a:lnTo>
                    <a:pt x="1000" y="679"/>
                  </a:lnTo>
                  <a:lnTo>
                    <a:pt x="313" y="400"/>
                  </a:lnTo>
                  <a:lnTo>
                    <a:pt x="313" y="400"/>
                  </a:lnTo>
                  <a:cubicBezTo>
                    <a:pt x="653" y="373"/>
                    <a:pt x="993" y="355"/>
                    <a:pt x="1333" y="346"/>
                  </a:cubicBezTo>
                  <a:cubicBezTo>
                    <a:pt x="1610" y="337"/>
                    <a:pt x="1885" y="330"/>
                    <a:pt x="2161" y="330"/>
                  </a:cubicBezTo>
                  <a:cubicBezTo>
                    <a:pt x="2274" y="330"/>
                    <a:pt x="2387" y="331"/>
                    <a:pt x="2500" y="334"/>
                  </a:cubicBezTo>
                  <a:cubicBezTo>
                    <a:pt x="2889" y="334"/>
                    <a:pt x="3278" y="356"/>
                    <a:pt x="3666" y="378"/>
                  </a:cubicBezTo>
                  <a:cubicBezTo>
                    <a:pt x="4056" y="401"/>
                    <a:pt x="4444" y="434"/>
                    <a:pt x="4822" y="479"/>
                  </a:cubicBezTo>
                  <a:lnTo>
                    <a:pt x="5078" y="512"/>
                  </a:lnTo>
                  <a:lnTo>
                    <a:pt x="4878" y="368"/>
                  </a:lnTo>
                  <a:lnTo>
                    <a:pt x="4587" y="167"/>
                  </a:lnTo>
                  <a:lnTo>
                    <a:pt x="4587" y="167"/>
                  </a:lnTo>
                  <a:cubicBezTo>
                    <a:pt x="5315" y="244"/>
                    <a:pt x="6036" y="357"/>
                    <a:pt x="6766" y="479"/>
                  </a:cubicBezTo>
                  <a:cubicBezTo>
                    <a:pt x="5988" y="279"/>
                    <a:pt x="5189" y="134"/>
                    <a:pt x="4389" y="34"/>
                  </a:cubicBezTo>
                  <a:lnTo>
                    <a:pt x="4167"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62"/>
            <p:cNvSpPr/>
            <p:nvPr/>
          </p:nvSpPr>
          <p:spPr>
            <a:xfrm>
              <a:off x="3196200" y="4385150"/>
              <a:ext cx="18925" cy="6250"/>
            </a:xfrm>
            <a:custGeom>
              <a:avLst/>
              <a:gdLst/>
              <a:ahLst/>
              <a:cxnLst/>
              <a:rect l="l" t="t" r="r" b="b"/>
              <a:pathLst>
                <a:path w="757" h="250" extrusionOk="0">
                  <a:moveTo>
                    <a:pt x="685" y="1"/>
                  </a:moveTo>
                  <a:cubicBezTo>
                    <a:pt x="568" y="1"/>
                    <a:pt x="459" y="22"/>
                    <a:pt x="356" y="59"/>
                  </a:cubicBezTo>
                  <a:cubicBezTo>
                    <a:pt x="235" y="92"/>
                    <a:pt x="112" y="148"/>
                    <a:pt x="1" y="248"/>
                  </a:cubicBezTo>
                  <a:cubicBezTo>
                    <a:pt x="21" y="249"/>
                    <a:pt x="40" y="250"/>
                    <a:pt x="60" y="250"/>
                  </a:cubicBezTo>
                  <a:cubicBezTo>
                    <a:pt x="182" y="250"/>
                    <a:pt x="296" y="221"/>
                    <a:pt x="401" y="192"/>
                  </a:cubicBezTo>
                  <a:cubicBezTo>
                    <a:pt x="524" y="148"/>
                    <a:pt x="645" y="104"/>
                    <a:pt x="756" y="3"/>
                  </a:cubicBezTo>
                  <a:cubicBezTo>
                    <a:pt x="732" y="1"/>
                    <a:pt x="709" y="1"/>
                    <a:pt x="68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62"/>
            <p:cNvSpPr/>
            <p:nvPr/>
          </p:nvSpPr>
          <p:spPr>
            <a:xfrm>
              <a:off x="3169850" y="4376225"/>
              <a:ext cx="20000" cy="4300"/>
            </a:xfrm>
            <a:custGeom>
              <a:avLst/>
              <a:gdLst/>
              <a:ahLst/>
              <a:cxnLst/>
              <a:rect l="l" t="t" r="r" b="b"/>
              <a:pathLst>
                <a:path w="800" h="172" extrusionOk="0">
                  <a:moveTo>
                    <a:pt x="570" y="1"/>
                  </a:moveTo>
                  <a:cubicBezTo>
                    <a:pt x="509" y="1"/>
                    <a:pt x="449" y="6"/>
                    <a:pt x="388" y="16"/>
                  </a:cubicBezTo>
                  <a:cubicBezTo>
                    <a:pt x="255" y="38"/>
                    <a:pt x="122" y="71"/>
                    <a:pt x="0" y="150"/>
                  </a:cubicBezTo>
                  <a:cubicBezTo>
                    <a:pt x="72" y="166"/>
                    <a:pt x="141" y="172"/>
                    <a:pt x="209" y="172"/>
                  </a:cubicBezTo>
                  <a:cubicBezTo>
                    <a:pt x="277" y="172"/>
                    <a:pt x="344" y="166"/>
                    <a:pt x="411" y="160"/>
                  </a:cubicBezTo>
                  <a:cubicBezTo>
                    <a:pt x="544" y="138"/>
                    <a:pt x="667" y="105"/>
                    <a:pt x="800" y="27"/>
                  </a:cubicBezTo>
                  <a:cubicBezTo>
                    <a:pt x="720" y="9"/>
                    <a:pt x="644" y="1"/>
                    <a:pt x="57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62"/>
            <p:cNvSpPr/>
            <p:nvPr/>
          </p:nvSpPr>
          <p:spPr>
            <a:xfrm>
              <a:off x="3148450" y="4397200"/>
              <a:ext cx="23075" cy="4675"/>
            </a:xfrm>
            <a:custGeom>
              <a:avLst/>
              <a:gdLst/>
              <a:ahLst/>
              <a:cxnLst/>
              <a:rect l="l" t="t" r="r" b="b"/>
              <a:pathLst>
                <a:path w="923" h="187" extrusionOk="0">
                  <a:moveTo>
                    <a:pt x="703" y="0"/>
                  </a:moveTo>
                  <a:cubicBezTo>
                    <a:pt x="616" y="0"/>
                    <a:pt x="530" y="9"/>
                    <a:pt x="445" y="22"/>
                  </a:cubicBezTo>
                  <a:cubicBezTo>
                    <a:pt x="301" y="54"/>
                    <a:pt x="145" y="88"/>
                    <a:pt x="0" y="165"/>
                  </a:cubicBezTo>
                  <a:cubicBezTo>
                    <a:pt x="70" y="181"/>
                    <a:pt x="143" y="187"/>
                    <a:pt x="215" y="187"/>
                  </a:cubicBezTo>
                  <a:cubicBezTo>
                    <a:pt x="304" y="187"/>
                    <a:pt x="393" y="178"/>
                    <a:pt x="478" y="165"/>
                  </a:cubicBezTo>
                  <a:cubicBezTo>
                    <a:pt x="622" y="133"/>
                    <a:pt x="778" y="99"/>
                    <a:pt x="923" y="22"/>
                  </a:cubicBezTo>
                  <a:cubicBezTo>
                    <a:pt x="848" y="6"/>
                    <a:pt x="775" y="0"/>
                    <a:pt x="703"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62"/>
            <p:cNvSpPr/>
            <p:nvPr/>
          </p:nvSpPr>
          <p:spPr>
            <a:xfrm>
              <a:off x="3132075" y="4413025"/>
              <a:ext cx="28625" cy="4675"/>
            </a:xfrm>
            <a:custGeom>
              <a:avLst/>
              <a:gdLst/>
              <a:ahLst/>
              <a:cxnLst/>
              <a:rect l="l" t="t" r="r" b="b"/>
              <a:pathLst>
                <a:path w="1145" h="187" extrusionOk="0">
                  <a:moveTo>
                    <a:pt x="878" y="0"/>
                  </a:moveTo>
                  <a:cubicBezTo>
                    <a:pt x="773" y="0"/>
                    <a:pt x="670" y="9"/>
                    <a:pt x="566" y="21"/>
                  </a:cubicBezTo>
                  <a:cubicBezTo>
                    <a:pt x="378" y="43"/>
                    <a:pt x="189" y="88"/>
                    <a:pt x="0" y="166"/>
                  </a:cubicBezTo>
                  <a:cubicBezTo>
                    <a:pt x="91" y="181"/>
                    <a:pt x="179" y="187"/>
                    <a:pt x="266" y="187"/>
                  </a:cubicBezTo>
                  <a:cubicBezTo>
                    <a:pt x="371" y="187"/>
                    <a:pt x="474" y="178"/>
                    <a:pt x="578" y="166"/>
                  </a:cubicBezTo>
                  <a:cubicBezTo>
                    <a:pt x="766" y="132"/>
                    <a:pt x="956" y="99"/>
                    <a:pt x="1144" y="21"/>
                  </a:cubicBezTo>
                  <a:cubicBezTo>
                    <a:pt x="1053" y="6"/>
                    <a:pt x="965" y="0"/>
                    <a:pt x="878"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62"/>
            <p:cNvSpPr/>
            <p:nvPr/>
          </p:nvSpPr>
          <p:spPr>
            <a:xfrm>
              <a:off x="3103750" y="4380850"/>
              <a:ext cx="31675" cy="5725"/>
            </a:xfrm>
            <a:custGeom>
              <a:avLst/>
              <a:gdLst/>
              <a:ahLst/>
              <a:cxnLst/>
              <a:rect l="l" t="t" r="r" b="b"/>
              <a:pathLst>
                <a:path w="1267" h="229" extrusionOk="0">
                  <a:moveTo>
                    <a:pt x="1082" y="0"/>
                  </a:moveTo>
                  <a:cubicBezTo>
                    <a:pt x="926" y="0"/>
                    <a:pt x="774" y="18"/>
                    <a:pt x="622" y="42"/>
                  </a:cubicBezTo>
                  <a:cubicBezTo>
                    <a:pt x="411" y="86"/>
                    <a:pt x="200" y="131"/>
                    <a:pt x="0" y="220"/>
                  </a:cubicBezTo>
                  <a:cubicBezTo>
                    <a:pt x="62" y="226"/>
                    <a:pt x="124" y="229"/>
                    <a:pt x="184" y="229"/>
                  </a:cubicBezTo>
                  <a:cubicBezTo>
                    <a:pt x="340" y="229"/>
                    <a:pt x="492" y="210"/>
                    <a:pt x="644" y="187"/>
                  </a:cubicBezTo>
                  <a:cubicBezTo>
                    <a:pt x="855" y="153"/>
                    <a:pt x="1067" y="98"/>
                    <a:pt x="1267" y="9"/>
                  </a:cubicBezTo>
                  <a:cubicBezTo>
                    <a:pt x="1204" y="3"/>
                    <a:pt x="1143" y="0"/>
                    <a:pt x="108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62"/>
            <p:cNvSpPr/>
            <p:nvPr/>
          </p:nvSpPr>
          <p:spPr>
            <a:xfrm>
              <a:off x="3079025" y="4399600"/>
              <a:ext cx="27225" cy="6100"/>
            </a:xfrm>
            <a:custGeom>
              <a:avLst/>
              <a:gdLst/>
              <a:ahLst/>
              <a:cxnLst/>
              <a:rect l="l" t="t" r="r" b="b"/>
              <a:pathLst>
                <a:path w="1089" h="244" extrusionOk="0">
                  <a:moveTo>
                    <a:pt x="987" y="0"/>
                  </a:moveTo>
                  <a:cubicBezTo>
                    <a:pt x="828" y="0"/>
                    <a:pt x="680" y="20"/>
                    <a:pt x="533" y="47"/>
                  </a:cubicBezTo>
                  <a:cubicBezTo>
                    <a:pt x="356" y="92"/>
                    <a:pt x="178" y="148"/>
                    <a:pt x="0" y="237"/>
                  </a:cubicBezTo>
                  <a:cubicBezTo>
                    <a:pt x="45" y="242"/>
                    <a:pt x="88" y="244"/>
                    <a:pt x="131" y="244"/>
                  </a:cubicBezTo>
                  <a:cubicBezTo>
                    <a:pt x="280" y="244"/>
                    <a:pt x="418" y="218"/>
                    <a:pt x="555" y="192"/>
                  </a:cubicBezTo>
                  <a:cubicBezTo>
                    <a:pt x="745" y="148"/>
                    <a:pt x="923" y="103"/>
                    <a:pt x="1089" y="3"/>
                  </a:cubicBezTo>
                  <a:cubicBezTo>
                    <a:pt x="1054" y="1"/>
                    <a:pt x="1020" y="0"/>
                    <a:pt x="98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62"/>
            <p:cNvSpPr/>
            <p:nvPr/>
          </p:nvSpPr>
          <p:spPr>
            <a:xfrm>
              <a:off x="3063750" y="4418025"/>
              <a:ext cx="20025" cy="4025"/>
            </a:xfrm>
            <a:custGeom>
              <a:avLst/>
              <a:gdLst/>
              <a:ahLst/>
              <a:cxnLst/>
              <a:rect l="l" t="t" r="r" b="b"/>
              <a:pathLst>
                <a:path w="801" h="161" extrusionOk="0">
                  <a:moveTo>
                    <a:pt x="222" y="0"/>
                  </a:moveTo>
                  <a:cubicBezTo>
                    <a:pt x="148" y="0"/>
                    <a:pt x="74" y="8"/>
                    <a:pt x="0" y="33"/>
                  </a:cubicBezTo>
                  <a:cubicBezTo>
                    <a:pt x="122" y="110"/>
                    <a:pt x="256" y="132"/>
                    <a:pt x="389" y="155"/>
                  </a:cubicBezTo>
                  <a:cubicBezTo>
                    <a:pt x="434" y="158"/>
                    <a:pt x="479" y="161"/>
                    <a:pt x="524" y="161"/>
                  </a:cubicBezTo>
                  <a:cubicBezTo>
                    <a:pt x="614" y="161"/>
                    <a:pt x="704" y="151"/>
                    <a:pt x="800" y="122"/>
                  </a:cubicBezTo>
                  <a:cubicBezTo>
                    <a:pt x="667" y="55"/>
                    <a:pt x="534" y="21"/>
                    <a:pt x="400" y="11"/>
                  </a:cubicBezTo>
                  <a:cubicBezTo>
                    <a:pt x="341" y="5"/>
                    <a:pt x="282" y="0"/>
                    <a:pt x="222"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62"/>
            <p:cNvSpPr/>
            <p:nvPr/>
          </p:nvSpPr>
          <p:spPr>
            <a:xfrm>
              <a:off x="3218725" y="4366675"/>
              <a:ext cx="15025" cy="4250"/>
            </a:xfrm>
            <a:custGeom>
              <a:avLst/>
              <a:gdLst/>
              <a:ahLst/>
              <a:cxnLst/>
              <a:rect l="l" t="t" r="r" b="b"/>
              <a:pathLst>
                <a:path w="601" h="170" extrusionOk="0">
                  <a:moveTo>
                    <a:pt x="441" y="1"/>
                  </a:moveTo>
                  <a:cubicBezTo>
                    <a:pt x="389" y="1"/>
                    <a:pt x="339" y="9"/>
                    <a:pt x="289" y="21"/>
                  </a:cubicBezTo>
                  <a:cubicBezTo>
                    <a:pt x="189" y="43"/>
                    <a:pt x="89" y="65"/>
                    <a:pt x="0" y="142"/>
                  </a:cubicBezTo>
                  <a:cubicBezTo>
                    <a:pt x="62" y="161"/>
                    <a:pt x="119" y="169"/>
                    <a:pt x="176" y="169"/>
                  </a:cubicBezTo>
                  <a:cubicBezTo>
                    <a:pt x="221" y="169"/>
                    <a:pt x="266" y="164"/>
                    <a:pt x="311" y="154"/>
                  </a:cubicBezTo>
                  <a:cubicBezTo>
                    <a:pt x="411" y="132"/>
                    <a:pt x="511" y="98"/>
                    <a:pt x="600" y="31"/>
                  </a:cubicBezTo>
                  <a:cubicBezTo>
                    <a:pt x="545" y="9"/>
                    <a:pt x="492" y="1"/>
                    <a:pt x="44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62"/>
            <p:cNvSpPr/>
            <p:nvPr/>
          </p:nvSpPr>
          <p:spPr>
            <a:xfrm>
              <a:off x="3211200" y="4400225"/>
              <a:ext cx="18650" cy="7800"/>
            </a:xfrm>
            <a:custGeom>
              <a:avLst/>
              <a:gdLst/>
              <a:ahLst/>
              <a:cxnLst/>
              <a:rect l="l" t="t" r="r" b="b"/>
              <a:pathLst>
                <a:path w="746" h="312" extrusionOk="0">
                  <a:moveTo>
                    <a:pt x="746" y="0"/>
                  </a:moveTo>
                  <a:cubicBezTo>
                    <a:pt x="601" y="0"/>
                    <a:pt x="479" y="44"/>
                    <a:pt x="346" y="89"/>
                  </a:cubicBezTo>
                  <a:cubicBezTo>
                    <a:pt x="223" y="145"/>
                    <a:pt x="101" y="212"/>
                    <a:pt x="1" y="311"/>
                  </a:cubicBezTo>
                  <a:cubicBezTo>
                    <a:pt x="146" y="311"/>
                    <a:pt x="279" y="278"/>
                    <a:pt x="401" y="222"/>
                  </a:cubicBezTo>
                  <a:cubicBezTo>
                    <a:pt x="523" y="167"/>
                    <a:pt x="645" y="111"/>
                    <a:pt x="74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62"/>
            <p:cNvSpPr/>
            <p:nvPr/>
          </p:nvSpPr>
          <p:spPr>
            <a:xfrm>
              <a:off x="2925700" y="4394025"/>
              <a:ext cx="107800" cy="119175"/>
            </a:xfrm>
            <a:custGeom>
              <a:avLst/>
              <a:gdLst/>
              <a:ahLst/>
              <a:cxnLst/>
              <a:rect l="l" t="t" r="r" b="b"/>
              <a:pathLst>
                <a:path w="4312" h="4767" extrusionOk="0">
                  <a:moveTo>
                    <a:pt x="639" y="0"/>
                  </a:moveTo>
                  <a:cubicBezTo>
                    <a:pt x="471" y="0"/>
                    <a:pt x="305" y="76"/>
                    <a:pt x="201" y="204"/>
                  </a:cubicBezTo>
                  <a:cubicBezTo>
                    <a:pt x="57" y="381"/>
                    <a:pt x="1" y="737"/>
                    <a:pt x="57" y="948"/>
                  </a:cubicBezTo>
                  <a:cubicBezTo>
                    <a:pt x="134" y="1215"/>
                    <a:pt x="468" y="1259"/>
                    <a:pt x="601" y="1482"/>
                  </a:cubicBezTo>
                  <a:cubicBezTo>
                    <a:pt x="712" y="1659"/>
                    <a:pt x="657" y="1892"/>
                    <a:pt x="746" y="2070"/>
                  </a:cubicBezTo>
                  <a:cubicBezTo>
                    <a:pt x="879" y="2326"/>
                    <a:pt x="1267" y="2392"/>
                    <a:pt x="1346" y="2670"/>
                  </a:cubicBezTo>
                  <a:cubicBezTo>
                    <a:pt x="1378" y="2770"/>
                    <a:pt x="1356" y="2859"/>
                    <a:pt x="1378" y="2959"/>
                  </a:cubicBezTo>
                  <a:cubicBezTo>
                    <a:pt x="1412" y="3203"/>
                    <a:pt x="1645" y="3381"/>
                    <a:pt x="1790" y="3581"/>
                  </a:cubicBezTo>
                  <a:cubicBezTo>
                    <a:pt x="1912" y="3758"/>
                    <a:pt x="1978" y="3981"/>
                    <a:pt x="1978" y="4203"/>
                  </a:cubicBezTo>
                  <a:cubicBezTo>
                    <a:pt x="1978" y="4358"/>
                    <a:pt x="1945" y="4536"/>
                    <a:pt x="2057" y="4659"/>
                  </a:cubicBezTo>
                  <a:cubicBezTo>
                    <a:pt x="2116" y="4735"/>
                    <a:pt x="2229" y="4766"/>
                    <a:pt x="2338" y="4766"/>
                  </a:cubicBezTo>
                  <a:cubicBezTo>
                    <a:pt x="2371" y="4766"/>
                    <a:pt x="2404" y="4763"/>
                    <a:pt x="2434" y="4758"/>
                  </a:cubicBezTo>
                  <a:cubicBezTo>
                    <a:pt x="2568" y="4725"/>
                    <a:pt x="2689" y="4659"/>
                    <a:pt x="2823" y="4614"/>
                  </a:cubicBezTo>
                  <a:cubicBezTo>
                    <a:pt x="2938" y="4573"/>
                    <a:pt x="3053" y="4550"/>
                    <a:pt x="3174" y="4550"/>
                  </a:cubicBezTo>
                  <a:cubicBezTo>
                    <a:pt x="3215" y="4550"/>
                    <a:pt x="3258" y="4553"/>
                    <a:pt x="3301" y="4558"/>
                  </a:cubicBezTo>
                  <a:cubicBezTo>
                    <a:pt x="3458" y="4574"/>
                    <a:pt x="3620" y="4623"/>
                    <a:pt x="3777" y="4623"/>
                  </a:cubicBezTo>
                  <a:cubicBezTo>
                    <a:pt x="3842" y="4623"/>
                    <a:pt x="3905" y="4615"/>
                    <a:pt x="3967" y="4592"/>
                  </a:cubicBezTo>
                  <a:cubicBezTo>
                    <a:pt x="4200" y="4503"/>
                    <a:pt x="4311" y="4214"/>
                    <a:pt x="4256" y="3970"/>
                  </a:cubicBezTo>
                  <a:cubicBezTo>
                    <a:pt x="4212" y="3736"/>
                    <a:pt x="4034" y="3536"/>
                    <a:pt x="3845" y="3392"/>
                  </a:cubicBezTo>
                  <a:cubicBezTo>
                    <a:pt x="3711" y="3292"/>
                    <a:pt x="3567" y="3215"/>
                    <a:pt x="3412" y="3192"/>
                  </a:cubicBezTo>
                  <a:cubicBezTo>
                    <a:pt x="3301" y="3170"/>
                    <a:pt x="3178" y="3181"/>
                    <a:pt x="3089" y="3114"/>
                  </a:cubicBezTo>
                  <a:cubicBezTo>
                    <a:pt x="2923" y="3003"/>
                    <a:pt x="2934" y="2726"/>
                    <a:pt x="2790" y="2592"/>
                  </a:cubicBezTo>
                  <a:cubicBezTo>
                    <a:pt x="2568" y="2392"/>
                    <a:pt x="2145" y="2592"/>
                    <a:pt x="1968" y="2359"/>
                  </a:cubicBezTo>
                  <a:cubicBezTo>
                    <a:pt x="1845" y="2181"/>
                    <a:pt x="1956" y="1904"/>
                    <a:pt x="1812" y="1748"/>
                  </a:cubicBezTo>
                  <a:cubicBezTo>
                    <a:pt x="1745" y="1659"/>
                    <a:pt x="1623" y="1637"/>
                    <a:pt x="1534" y="1581"/>
                  </a:cubicBezTo>
                  <a:cubicBezTo>
                    <a:pt x="1412" y="1492"/>
                    <a:pt x="1346" y="1337"/>
                    <a:pt x="1312" y="1193"/>
                  </a:cubicBezTo>
                  <a:cubicBezTo>
                    <a:pt x="1290" y="1037"/>
                    <a:pt x="1290" y="882"/>
                    <a:pt x="1279" y="726"/>
                  </a:cubicBezTo>
                  <a:cubicBezTo>
                    <a:pt x="1245" y="437"/>
                    <a:pt x="1101" y="137"/>
                    <a:pt x="835" y="37"/>
                  </a:cubicBezTo>
                  <a:cubicBezTo>
                    <a:pt x="772" y="12"/>
                    <a:pt x="705" y="0"/>
                    <a:pt x="639"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62"/>
            <p:cNvSpPr/>
            <p:nvPr/>
          </p:nvSpPr>
          <p:spPr>
            <a:xfrm>
              <a:off x="2985625" y="4713850"/>
              <a:ext cx="120375" cy="80750"/>
            </a:xfrm>
            <a:custGeom>
              <a:avLst/>
              <a:gdLst/>
              <a:ahLst/>
              <a:cxnLst/>
              <a:rect l="l" t="t" r="r" b="b"/>
              <a:pathLst>
                <a:path w="4815" h="3230" extrusionOk="0">
                  <a:moveTo>
                    <a:pt x="1144" y="0"/>
                  </a:moveTo>
                  <a:cubicBezTo>
                    <a:pt x="512" y="0"/>
                    <a:pt x="0" y="349"/>
                    <a:pt x="637" y="819"/>
                  </a:cubicBezTo>
                  <a:cubicBezTo>
                    <a:pt x="1114" y="1163"/>
                    <a:pt x="1970" y="1330"/>
                    <a:pt x="2314" y="1708"/>
                  </a:cubicBezTo>
                  <a:cubicBezTo>
                    <a:pt x="2548" y="1953"/>
                    <a:pt x="2381" y="2141"/>
                    <a:pt x="2237" y="2308"/>
                  </a:cubicBezTo>
                  <a:cubicBezTo>
                    <a:pt x="2103" y="2474"/>
                    <a:pt x="2047" y="2730"/>
                    <a:pt x="2403" y="2963"/>
                  </a:cubicBezTo>
                  <a:cubicBezTo>
                    <a:pt x="2647" y="3118"/>
                    <a:pt x="2981" y="3197"/>
                    <a:pt x="3259" y="3219"/>
                  </a:cubicBezTo>
                  <a:cubicBezTo>
                    <a:pt x="3349" y="3227"/>
                    <a:pt x="3436" y="3230"/>
                    <a:pt x="3520" y="3230"/>
                  </a:cubicBezTo>
                  <a:cubicBezTo>
                    <a:pt x="3799" y="3230"/>
                    <a:pt x="4045" y="3192"/>
                    <a:pt x="4259" y="3141"/>
                  </a:cubicBezTo>
                  <a:cubicBezTo>
                    <a:pt x="4436" y="3086"/>
                    <a:pt x="4603" y="3019"/>
                    <a:pt x="4669" y="2919"/>
                  </a:cubicBezTo>
                  <a:cubicBezTo>
                    <a:pt x="4814" y="2686"/>
                    <a:pt x="4525" y="2308"/>
                    <a:pt x="4247" y="1975"/>
                  </a:cubicBezTo>
                  <a:cubicBezTo>
                    <a:pt x="4103" y="1797"/>
                    <a:pt x="3958" y="1619"/>
                    <a:pt x="3803" y="1442"/>
                  </a:cubicBezTo>
                  <a:cubicBezTo>
                    <a:pt x="3303" y="852"/>
                    <a:pt x="2548" y="186"/>
                    <a:pt x="1403" y="20"/>
                  </a:cubicBezTo>
                  <a:cubicBezTo>
                    <a:pt x="1316" y="6"/>
                    <a:pt x="1229" y="0"/>
                    <a:pt x="11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62"/>
            <p:cNvSpPr/>
            <p:nvPr/>
          </p:nvSpPr>
          <p:spPr>
            <a:xfrm>
              <a:off x="3044600" y="4797550"/>
              <a:ext cx="42500" cy="13300"/>
            </a:xfrm>
            <a:custGeom>
              <a:avLst/>
              <a:gdLst/>
              <a:ahLst/>
              <a:cxnLst/>
              <a:rect l="l" t="t" r="r" b="b"/>
              <a:pathLst>
                <a:path w="1700" h="532" extrusionOk="0">
                  <a:moveTo>
                    <a:pt x="902" y="1"/>
                  </a:moveTo>
                  <a:cubicBezTo>
                    <a:pt x="487" y="1"/>
                    <a:pt x="0" y="226"/>
                    <a:pt x="589" y="459"/>
                  </a:cubicBezTo>
                  <a:cubicBezTo>
                    <a:pt x="678" y="493"/>
                    <a:pt x="766" y="504"/>
                    <a:pt x="855" y="515"/>
                  </a:cubicBezTo>
                  <a:cubicBezTo>
                    <a:pt x="944" y="523"/>
                    <a:pt x="1075" y="531"/>
                    <a:pt x="1206" y="531"/>
                  </a:cubicBezTo>
                  <a:cubicBezTo>
                    <a:pt x="1434" y="531"/>
                    <a:pt x="1663" y="507"/>
                    <a:pt x="1677" y="415"/>
                  </a:cubicBezTo>
                  <a:cubicBezTo>
                    <a:pt x="1700" y="293"/>
                    <a:pt x="1344" y="82"/>
                    <a:pt x="1122" y="26"/>
                  </a:cubicBezTo>
                  <a:cubicBezTo>
                    <a:pt x="1056" y="9"/>
                    <a:pt x="980" y="1"/>
                    <a:pt x="902"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62"/>
            <p:cNvSpPr/>
            <p:nvPr/>
          </p:nvSpPr>
          <p:spPr>
            <a:xfrm>
              <a:off x="3079275" y="4798425"/>
              <a:ext cx="21150" cy="6925"/>
            </a:xfrm>
            <a:custGeom>
              <a:avLst/>
              <a:gdLst/>
              <a:ahLst/>
              <a:cxnLst/>
              <a:rect l="l" t="t" r="r" b="b"/>
              <a:pathLst>
                <a:path w="846" h="277" extrusionOk="0">
                  <a:moveTo>
                    <a:pt x="449" y="1"/>
                  </a:moveTo>
                  <a:cubicBezTo>
                    <a:pt x="245" y="1"/>
                    <a:pt x="1" y="114"/>
                    <a:pt x="290" y="236"/>
                  </a:cubicBezTo>
                  <a:cubicBezTo>
                    <a:pt x="335" y="258"/>
                    <a:pt x="379" y="258"/>
                    <a:pt x="424" y="269"/>
                  </a:cubicBezTo>
                  <a:cubicBezTo>
                    <a:pt x="467" y="273"/>
                    <a:pt x="530" y="277"/>
                    <a:pt x="594" y="277"/>
                  </a:cubicBezTo>
                  <a:cubicBezTo>
                    <a:pt x="710" y="277"/>
                    <a:pt x="832" y="264"/>
                    <a:pt x="846" y="214"/>
                  </a:cubicBezTo>
                  <a:cubicBezTo>
                    <a:pt x="846" y="147"/>
                    <a:pt x="668" y="47"/>
                    <a:pt x="557" y="14"/>
                  </a:cubicBezTo>
                  <a:cubicBezTo>
                    <a:pt x="525" y="5"/>
                    <a:pt x="488"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62"/>
            <p:cNvSpPr/>
            <p:nvPr/>
          </p:nvSpPr>
          <p:spPr>
            <a:xfrm>
              <a:off x="3092725" y="4797575"/>
              <a:ext cx="21300" cy="6675"/>
            </a:xfrm>
            <a:custGeom>
              <a:avLst/>
              <a:gdLst/>
              <a:ahLst/>
              <a:cxnLst/>
              <a:rect l="l" t="t" r="r" b="b"/>
              <a:pathLst>
                <a:path w="852" h="267" extrusionOk="0">
                  <a:moveTo>
                    <a:pt x="444" y="0"/>
                  </a:moveTo>
                  <a:cubicBezTo>
                    <a:pt x="236" y="0"/>
                    <a:pt x="1" y="105"/>
                    <a:pt x="296" y="225"/>
                  </a:cubicBezTo>
                  <a:cubicBezTo>
                    <a:pt x="341" y="248"/>
                    <a:pt x="385" y="248"/>
                    <a:pt x="430" y="258"/>
                  </a:cubicBezTo>
                  <a:cubicBezTo>
                    <a:pt x="473" y="262"/>
                    <a:pt x="536" y="266"/>
                    <a:pt x="599" y="266"/>
                  </a:cubicBezTo>
                  <a:cubicBezTo>
                    <a:pt x="715" y="266"/>
                    <a:pt x="834" y="253"/>
                    <a:pt x="841" y="203"/>
                  </a:cubicBezTo>
                  <a:cubicBezTo>
                    <a:pt x="852" y="147"/>
                    <a:pt x="674" y="36"/>
                    <a:pt x="563" y="14"/>
                  </a:cubicBezTo>
                  <a:cubicBezTo>
                    <a:pt x="528" y="5"/>
                    <a:pt x="486" y="0"/>
                    <a:pt x="444"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62"/>
            <p:cNvSpPr/>
            <p:nvPr/>
          </p:nvSpPr>
          <p:spPr>
            <a:xfrm>
              <a:off x="3104550" y="4795100"/>
              <a:ext cx="21425" cy="6925"/>
            </a:xfrm>
            <a:custGeom>
              <a:avLst/>
              <a:gdLst/>
              <a:ahLst/>
              <a:cxnLst/>
              <a:rect l="l" t="t" r="r" b="b"/>
              <a:pathLst>
                <a:path w="857" h="277" extrusionOk="0">
                  <a:moveTo>
                    <a:pt x="448" y="0"/>
                  </a:moveTo>
                  <a:cubicBezTo>
                    <a:pt x="245" y="0"/>
                    <a:pt x="1" y="114"/>
                    <a:pt x="290" y="236"/>
                  </a:cubicBezTo>
                  <a:lnTo>
                    <a:pt x="423" y="268"/>
                  </a:lnTo>
                  <a:cubicBezTo>
                    <a:pt x="467" y="273"/>
                    <a:pt x="531" y="276"/>
                    <a:pt x="596" y="276"/>
                  </a:cubicBezTo>
                  <a:cubicBezTo>
                    <a:pt x="716" y="276"/>
                    <a:pt x="838" y="263"/>
                    <a:pt x="845" y="213"/>
                  </a:cubicBezTo>
                  <a:cubicBezTo>
                    <a:pt x="857" y="147"/>
                    <a:pt x="668" y="46"/>
                    <a:pt x="556" y="13"/>
                  </a:cubicBezTo>
                  <a:cubicBezTo>
                    <a:pt x="525" y="4"/>
                    <a:pt x="487" y="0"/>
                    <a:pt x="44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62"/>
            <p:cNvSpPr/>
            <p:nvPr/>
          </p:nvSpPr>
          <p:spPr>
            <a:xfrm>
              <a:off x="3043475" y="4324300"/>
              <a:ext cx="75000" cy="120725"/>
            </a:xfrm>
            <a:custGeom>
              <a:avLst/>
              <a:gdLst/>
              <a:ahLst/>
              <a:cxnLst/>
              <a:rect l="l" t="t" r="r" b="b"/>
              <a:pathLst>
                <a:path w="3000" h="4829" extrusionOk="0">
                  <a:moveTo>
                    <a:pt x="1566" y="1"/>
                  </a:moveTo>
                  <a:cubicBezTo>
                    <a:pt x="1219" y="1"/>
                    <a:pt x="939" y="314"/>
                    <a:pt x="844" y="627"/>
                  </a:cubicBezTo>
                  <a:cubicBezTo>
                    <a:pt x="723" y="1027"/>
                    <a:pt x="567" y="1393"/>
                    <a:pt x="400" y="1771"/>
                  </a:cubicBezTo>
                  <a:cubicBezTo>
                    <a:pt x="323" y="1960"/>
                    <a:pt x="244" y="2148"/>
                    <a:pt x="156" y="2326"/>
                  </a:cubicBezTo>
                  <a:cubicBezTo>
                    <a:pt x="123" y="2415"/>
                    <a:pt x="89" y="2504"/>
                    <a:pt x="45" y="2593"/>
                  </a:cubicBezTo>
                  <a:cubicBezTo>
                    <a:pt x="22" y="2637"/>
                    <a:pt x="0" y="2682"/>
                    <a:pt x="0" y="2738"/>
                  </a:cubicBezTo>
                  <a:cubicBezTo>
                    <a:pt x="12" y="2782"/>
                    <a:pt x="34" y="2826"/>
                    <a:pt x="56" y="2871"/>
                  </a:cubicBezTo>
                  <a:cubicBezTo>
                    <a:pt x="111" y="2993"/>
                    <a:pt x="189" y="3104"/>
                    <a:pt x="278" y="3193"/>
                  </a:cubicBezTo>
                  <a:cubicBezTo>
                    <a:pt x="333" y="3271"/>
                    <a:pt x="412" y="3337"/>
                    <a:pt x="444" y="3426"/>
                  </a:cubicBezTo>
                  <a:cubicBezTo>
                    <a:pt x="467" y="3471"/>
                    <a:pt x="478" y="3526"/>
                    <a:pt x="489" y="3570"/>
                  </a:cubicBezTo>
                  <a:cubicBezTo>
                    <a:pt x="511" y="3704"/>
                    <a:pt x="500" y="4614"/>
                    <a:pt x="822" y="4782"/>
                  </a:cubicBezTo>
                  <a:cubicBezTo>
                    <a:pt x="883" y="4812"/>
                    <a:pt x="951" y="4829"/>
                    <a:pt x="1016" y="4829"/>
                  </a:cubicBezTo>
                  <a:cubicBezTo>
                    <a:pt x="1070" y="4829"/>
                    <a:pt x="1122" y="4817"/>
                    <a:pt x="1167" y="4792"/>
                  </a:cubicBezTo>
                  <a:cubicBezTo>
                    <a:pt x="1254" y="4744"/>
                    <a:pt x="1315" y="4637"/>
                    <a:pt x="1315" y="4537"/>
                  </a:cubicBezTo>
                  <a:lnTo>
                    <a:pt x="1315" y="4537"/>
                  </a:lnTo>
                  <a:cubicBezTo>
                    <a:pt x="1342" y="4671"/>
                    <a:pt x="1489" y="4760"/>
                    <a:pt x="1633" y="4760"/>
                  </a:cubicBezTo>
                  <a:cubicBezTo>
                    <a:pt x="1641" y="4760"/>
                    <a:pt x="1648" y="4760"/>
                    <a:pt x="1656" y="4759"/>
                  </a:cubicBezTo>
                  <a:cubicBezTo>
                    <a:pt x="1789" y="4748"/>
                    <a:pt x="1933" y="4648"/>
                    <a:pt x="1955" y="4503"/>
                  </a:cubicBezTo>
                  <a:cubicBezTo>
                    <a:pt x="2022" y="4581"/>
                    <a:pt x="2122" y="4620"/>
                    <a:pt x="2223" y="4620"/>
                  </a:cubicBezTo>
                  <a:cubicBezTo>
                    <a:pt x="2325" y="4620"/>
                    <a:pt x="2428" y="4581"/>
                    <a:pt x="2500" y="4503"/>
                  </a:cubicBezTo>
                  <a:cubicBezTo>
                    <a:pt x="2531" y="4539"/>
                    <a:pt x="2585" y="4552"/>
                    <a:pt x="2647" y="4552"/>
                  </a:cubicBezTo>
                  <a:cubicBezTo>
                    <a:pt x="2739" y="4552"/>
                    <a:pt x="2849" y="4524"/>
                    <a:pt x="2922" y="4503"/>
                  </a:cubicBezTo>
                  <a:cubicBezTo>
                    <a:pt x="2944" y="4503"/>
                    <a:pt x="2967" y="4493"/>
                    <a:pt x="2977" y="4481"/>
                  </a:cubicBezTo>
                  <a:cubicBezTo>
                    <a:pt x="2989" y="4459"/>
                    <a:pt x="2999" y="4426"/>
                    <a:pt x="2999" y="4404"/>
                  </a:cubicBezTo>
                  <a:cubicBezTo>
                    <a:pt x="2999" y="3548"/>
                    <a:pt x="2744" y="2726"/>
                    <a:pt x="2567" y="1882"/>
                  </a:cubicBezTo>
                  <a:cubicBezTo>
                    <a:pt x="2488" y="1538"/>
                    <a:pt x="2411" y="1182"/>
                    <a:pt x="2311" y="837"/>
                  </a:cubicBezTo>
                  <a:cubicBezTo>
                    <a:pt x="2200" y="494"/>
                    <a:pt x="2044" y="60"/>
                    <a:pt x="1634" y="5"/>
                  </a:cubicBezTo>
                  <a:cubicBezTo>
                    <a:pt x="1611" y="2"/>
                    <a:pt x="1588" y="1"/>
                    <a:pt x="156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62"/>
            <p:cNvSpPr/>
            <p:nvPr/>
          </p:nvSpPr>
          <p:spPr>
            <a:xfrm>
              <a:off x="3053750" y="4383550"/>
              <a:ext cx="2800" cy="36975"/>
            </a:xfrm>
            <a:custGeom>
              <a:avLst/>
              <a:gdLst/>
              <a:ahLst/>
              <a:cxnLst/>
              <a:rect l="l" t="t" r="r" b="b"/>
              <a:pathLst>
                <a:path w="112" h="1479" extrusionOk="0">
                  <a:moveTo>
                    <a:pt x="56" y="1"/>
                  </a:moveTo>
                  <a:cubicBezTo>
                    <a:pt x="11" y="245"/>
                    <a:pt x="1" y="489"/>
                    <a:pt x="1" y="745"/>
                  </a:cubicBezTo>
                  <a:cubicBezTo>
                    <a:pt x="23" y="990"/>
                    <a:pt x="45" y="1245"/>
                    <a:pt x="112" y="1478"/>
                  </a:cubicBezTo>
                  <a:lnTo>
                    <a:pt x="56" y="1"/>
                  </a:ln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62"/>
            <p:cNvSpPr/>
            <p:nvPr/>
          </p:nvSpPr>
          <p:spPr>
            <a:xfrm>
              <a:off x="3072625" y="4400225"/>
              <a:ext cx="4200" cy="38075"/>
            </a:xfrm>
            <a:custGeom>
              <a:avLst/>
              <a:gdLst/>
              <a:ahLst/>
              <a:cxnLst/>
              <a:rect l="l" t="t" r="r" b="b"/>
              <a:pathLst>
                <a:path w="168" h="1523" extrusionOk="0">
                  <a:moveTo>
                    <a:pt x="12" y="0"/>
                  </a:moveTo>
                  <a:lnTo>
                    <a:pt x="12" y="0"/>
                  </a:lnTo>
                  <a:cubicBezTo>
                    <a:pt x="1" y="256"/>
                    <a:pt x="23" y="511"/>
                    <a:pt x="45" y="767"/>
                  </a:cubicBezTo>
                  <a:cubicBezTo>
                    <a:pt x="78" y="1022"/>
                    <a:pt x="101" y="1278"/>
                    <a:pt x="156" y="1522"/>
                  </a:cubicBezTo>
                  <a:cubicBezTo>
                    <a:pt x="167" y="1266"/>
                    <a:pt x="145" y="1011"/>
                    <a:pt x="123" y="755"/>
                  </a:cubicBezTo>
                  <a:cubicBezTo>
                    <a:pt x="90" y="500"/>
                    <a:pt x="68" y="244"/>
                    <a:pt x="12" y="0"/>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62"/>
            <p:cNvSpPr/>
            <p:nvPr/>
          </p:nvSpPr>
          <p:spPr>
            <a:xfrm>
              <a:off x="3088450" y="4398275"/>
              <a:ext cx="3925" cy="38350"/>
            </a:xfrm>
            <a:custGeom>
              <a:avLst/>
              <a:gdLst/>
              <a:ahLst/>
              <a:cxnLst/>
              <a:rect l="l" t="t" r="r" b="b"/>
              <a:pathLst>
                <a:path w="157" h="1534" extrusionOk="0">
                  <a:moveTo>
                    <a:pt x="1" y="1"/>
                  </a:moveTo>
                  <a:cubicBezTo>
                    <a:pt x="1" y="256"/>
                    <a:pt x="23" y="512"/>
                    <a:pt x="45" y="767"/>
                  </a:cubicBezTo>
                  <a:cubicBezTo>
                    <a:pt x="67" y="1023"/>
                    <a:pt x="101" y="1278"/>
                    <a:pt x="156" y="1534"/>
                  </a:cubicBezTo>
                  <a:cubicBezTo>
                    <a:pt x="156" y="1278"/>
                    <a:pt x="134" y="1023"/>
                    <a:pt x="112" y="767"/>
                  </a:cubicBezTo>
                  <a:cubicBezTo>
                    <a:pt x="90" y="512"/>
                    <a:pt x="57" y="256"/>
                    <a:pt x="1"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62"/>
            <p:cNvSpPr/>
            <p:nvPr/>
          </p:nvSpPr>
          <p:spPr>
            <a:xfrm>
              <a:off x="3101775" y="4398825"/>
              <a:ext cx="4225" cy="38075"/>
            </a:xfrm>
            <a:custGeom>
              <a:avLst/>
              <a:gdLst/>
              <a:ahLst/>
              <a:cxnLst/>
              <a:rect l="l" t="t" r="r" b="b"/>
              <a:pathLst>
                <a:path w="169" h="1523" extrusionOk="0">
                  <a:moveTo>
                    <a:pt x="13" y="1"/>
                  </a:moveTo>
                  <a:lnTo>
                    <a:pt x="13" y="1"/>
                  </a:lnTo>
                  <a:cubicBezTo>
                    <a:pt x="1" y="256"/>
                    <a:pt x="35" y="512"/>
                    <a:pt x="45" y="767"/>
                  </a:cubicBezTo>
                  <a:cubicBezTo>
                    <a:pt x="79" y="1023"/>
                    <a:pt x="112" y="1278"/>
                    <a:pt x="168" y="1522"/>
                  </a:cubicBezTo>
                  <a:cubicBezTo>
                    <a:pt x="168" y="1267"/>
                    <a:pt x="146" y="1011"/>
                    <a:pt x="124" y="756"/>
                  </a:cubicBezTo>
                  <a:cubicBezTo>
                    <a:pt x="101" y="500"/>
                    <a:pt x="68" y="256"/>
                    <a:pt x="13" y="1"/>
                  </a:cubicBezTo>
                  <a:close/>
                </a:path>
              </a:pathLst>
            </a:custGeom>
            <a:solidFill>
              <a:srgbClr val="BF9A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62"/>
            <p:cNvSpPr/>
            <p:nvPr/>
          </p:nvSpPr>
          <p:spPr>
            <a:xfrm>
              <a:off x="2926550" y="4047250"/>
              <a:ext cx="183600" cy="314100"/>
            </a:xfrm>
            <a:custGeom>
              <a:avLst/>
              <a:gdLst/>
              <a:ahLst/>
              <a:cxnLst/>
              <a:rect l="l" t="t" r="r" b="b"/>
              <a:pathLst>
                <a:path w="7344" h="12564" extrusionOk="0">
                  <a:moveTo>
                    <a:pt x="731" y="0"/>
                  </a:moveTo>
                  <a:cubicBezTo>
                    <a:pt x="728" y="0"/>
                    <a:pt x="725" y="0"/>
                    <a:pt x="722" y="0"/>
                  </a:cubicBezTo>
                  <a:cubicBezTo>
                    <a:pt x="1" y="0"/>
                    <a:pt x="534" y="944"/>
                    <a:pt x="745" y="1188"/>
                  </a:cubicBezTo>
                  <a:cubicBezTo>
                    <a:pt x="1578" y="2155"/>
                    <a:pt x="2344" y="3177"/>
                    <a:pt x="3045" y="4244"/>
                  </a:cubicBezTo>
                  <a:cubicBezTo>
                    <a:pt x="2978" y="3943"/>
                    <a:pt x="2922" y="3644"/>
                    <a:pt x="2855" y="3333"/>
                  </a:cubicBezTo>
                  <a:lnTo>
                    <a:pt x="2855" y="3333"/>
                  </a:lnTo>
                  <a:cubicBezTo>
                    <a:pt x="3311" y="3910"/>
                    <a:pt x="3766" y="4477"/>
                    <a:pt x="4222" y="5054"/>
                  </a:cubicBezTo>
                  <a:cubicBezTo>
                    <a:pt x="4355" y="5210"/>
                    <a:pt x="4489" y="5377"/>
                    <a:pt x="4555" y="5577"/>
                  </a:cubicBezTo>
                  <a:cubicBezTo>
                    <a:pt x="4610" y="5755"/>
                    <a:pt x="4610" y="5954"/>
                    <a:pt x="4600" y="6143"/>
                  </a:cubicBezTo>
                  <a:cubicBezTo>
                    <a:pt x="4588" y="6765"/>
                    <a:pt x="4588" y="7399"/>
                    <a:pt x="4578" y="8021"/>
                  </a:cubicBezTo>
                  <a:lnTo>
                    <a:pt x="4810" y="7587"/>
                  </a:lnTo>
                  <a:cubicBezTo>
                    <a:pt x="4822" y="8987"/>
                    <a:pt x="4833" y="10386"/>
                    <a:pt x="4844" y="11798"/>
                  </a:cubicBezTo>
                  <a:cubicBezTo>
                    <a:pt x="5111" y="11631"/>
                    <a:pt x="5321" y="11408"/>
                    <a:pt x="5466" y="11131"/>
                  </a:cubicBezTo>
                  <a:cubicBezTo>
                    <a:pt x="5477" y="11531"/>
                    <a:pt x="5499" y="11919"/>
                    <a:pt x="5511" y="12319"/>
                  </a:cubicBezTo>
                  <a:cubicBezTo>
                    <a:pt x="5733" y="12119"/>
                    <a:pt x="5933" y="11909"/>
                    <a:pt x="6099" y="11664"/>
                  </a:cubicBezTo>
                  <a:cubicBezTo>
                    <a:pt x="6222" y="11808"/>
                    <a:pt x="6321" y="11964"/>
                    <a:pt x="6388" y="12142"/>
                  </a:cubicBezTo>
                  <a:cubicBezTo>
                    <a:pt x="6477" y="11975"/>
                    <a:pt x="6555" y="11798"/>
                    <a:pt x="6588" y="11608"/>
                  </a:cubicBezTo>
                  <a:cubicBezTo>
                    <a:pt x="6755" y="11808"/>
                    <a:pt x="7188" y="12364"/>
                    <a:pt x="7343" y="12564"/>
                  </a:cubicBezTo>
                  <a:cubicBezTo>
                    <a:pt x="7210" y="10386"/>
                    <a:pt x="6388" y="7432"/>
                    <a:pt x="5988" y="5410"/>
                  </a:cubicBezTo>
                  <a:lnTo>
                    <a:pt x="5988" y="5410"/>
                  </a:lnTo>
                  <a:cubicBezTo>
                    <a:pt x="6082" y="5482"/>
                    <a:pt x="6205" y="5517"/>
                    <a:pt x="6328" y="5517"/>
                  </a:cubicBezTo>
                  <a:cubicBezTo>
                    <a:pt x="6394" y="5517"/>
                    <a:pt x="6459" y="5507"/>
                    <a:pt x="6521" y="5488"/>
                  </a:cubicBezTo>
                  <a:cubicBezTo>
                    <a:pt x="5055" y="3832"/>
                    <a:pt x="3400" y="2622"/>
                    <a:pt x="1911" y="988"/>
                  </a:cubicBezTo>
                  <a:cubicBezTo>
                    <a:pt x="1669" y="735"/>
                    <a:pt x="1120" y="0"/>
                    <a:pt x="73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62"/>
            <p:cNvSpPr/>
            <p:nvPr/>
          </p:nvSpPr>
          <p:spPr>
            <a:xfrm>
              <a:off x="3046250" y="4236650"/>
              <a:ext cx="66400" cy="129150"/>
            </a:xfrm>
            <a:custGeom>
              <a:avLst/>
              <a:gdLst/>
              <a:ahLst/>
              <a:cxnLst/>
              <a:rect l="l" t="t" r="r" b="b"/>
              <a:pathLst>
                <a:path w="2656" h="5166" extrusionOk="0">
                  <a:moveTo>
                    <a:pt x="34" y="0"/>
                  </a:moveTo>
                  <a:cubicBezTo>
                    <a:pt x="22" y="700"/>
                    <a:pt x="12" y="1411"/>
                    <a:pt x="12" y="2111"/>
                  </a:cubicBezTo>
                  <a:cubicBezTo>
                    <a:pt x="12" y="2810"/>
                    <a:pt x="0" y="3511"/>
                    <a:pt x="12" y="4210"/>
                  </a:cubicBezTo>
                  <a:lnTo>
                    <a:pt x="12" y="4333"/>
                  </a:lnTo>
                  <a:lnTo>
                    <a:pt x="123" y="4277"/>
                  </a:lnTo>
                  <a:cubicBezTo>
                    <a:pt x="320" y="4154"/>
                    <a:pt x="492" y="3989"/>
                    <a:pt x="631" y="3799"/>
                  </a:cubicBezTo>
                  <a:lnTo>
                    <a:pt x="631" y="3799"/>
                  </a:lnTo>
                  <a:lnTo>
                    <a:pt x="667" y="4743"/>
                  </a:lnTo>
                  <a:lnTo>
                    <a:pt x="667" y="4910"/>
                  </a:lnTo>
                  <a:lnTo>
                    <a:pt x="789" y="4799"/>
                  </a:lnTo>
                  <a:cubicBezTo>
                    <a:pt x="997" y="4621"/>
                    <a:pt x="1178" y="4426"/>
                    <a:pt x="1341" y="4213"/>
                  </a:cubicBezTo>
                  <a:lnTo>
                    <a:pt x="1341" y="4213"/>
                  </a:lnTo>
                  <a:cubicBezTo>
                    <a:pt x="1431" y="4322"/>
                    <a:pt x="1501" y="4450"/>
                    <a:pt x="1555" y="4577"/>
                  </a:cubicBezTo>
                  <a:lnTo>
                    <a:pt x="1611" y="4721"/>
                  </a:lnTo>
                  <a:lnTo>
                    <a:pt x="1678" y="4588"/>
                  </a:lnTo>
                  <a:cubicBezTo>
                    <a:pt x="1755" y="4459"/>
                    <a:pt x="1813" y="4323"/>
                    <a:pt x="1855" y="4175"/>
                  </a:cubicBezTo>
                  <a:lnTo>
                    <a:pt x="1855" y="4175"/>
                  </a:lnTo>
                  <a:cubicBezTo>
                    <a:pt x="2076" y="4454"/>
                    <a:pt x="2305" y="4732"/>
                    <a:pt x="2533" y="5010"/>
                  </a:cubicBezTo>
                  <a:lnTo>
                    <a:pt x="2656" y="5166"/>
                  </a:lnTo>
                  <a:lnTo>
                    <a:pt x="2633" y="4977"/>
                  </a:lnTo>
                  <a:cubicBezTo>
                    <a:pt x="2577" y="4543"/>
                    <a:pt x="2522" y="4111"/>
                    <a:pt x="2444" y="3677"/>
                  </a:cubicBezTo>
                  <a:cubicBezTo>
                    <a:pt x="2377" y="3244"/>
                    <a:pt x="2300" y="2810"/>
                    <a:pt x="2189" y="2388"/>
                  </a:cubicBezTo>
                  <a:lnTo>
                    <a:pt x="2189" y="2388"/>
                  </a:lnTo>
                  <a:cubicBezTo>
                    <a:pt x="2266" y="2822"/>
                    <a:pt x="2333" y="3255"/>
                    <a:pt x="2377" y="3689"/>
                  </a:cubicBezTo>
                  <a:cubicBezTo>
                    <a:pt x="2425" y="4054"/>
                    <a:pt x="2464" y="4420"/>
                    <a:pt x="2502" y="4786"/>
                  </a:cubicBezTo>
                  <a:lnTo>
                    <a:pt x="2502" y="4786"/>
                  </a:lnTo>
                  <a:cubicBezTo>
                    <a:pt x="2297" y="4519"/>
                    <a:pt x="2091" y="4258"/>
                    <a:pt x="1878" y="3988"/>
                  </a:cubicBezTo>
                  <a:lnTo>
                    <a:pt x="1789" y="3877"/>
                  </a:lnTo>
                  <a:lnTo>
                    <a:pt x="1755" y="4022"/>
                  </a:lnTo>
                  <a:cubicBezTo>
                    <a:pt x="1732" y="4150"/>
                    <a:pt x="1684" y="4272"/>
                    <a:pt x="1626" y="4389"/>
                  </a:cubicBezTo>
                  <a:lnTo>
                    <a:pt x="1626" y="4389"/>
                  </a:lnTo>
                  <a:cubicBezTo>
                    <a:pt x="1565" y="4265"/>
                    <a:pt x="1486" y="4148"/>
                    <a:pt x="1389" y="4044"/>
                  </a:cubicBezTo>
                  <a:lnTo>
                    <a:pt x="1333" y="3977"/>
                  </a:lnTo>
                  <a:lnTo>
                    <a:pt x="1278" y="4044"/>
                  </a:lnTo>
                  <a:cubicBezTo>
                    <a:pt x="1135" y="4232"/>
                    <a:pt x="984" y="4406"/>
                    <a:pt x="814" y="4565"/>
                  </a:cubicBezTo>
                  <a:lnTo>
                    <a:pt x="814" y="4565"/>
                  </a:lnTo>
                  <a:lnTo>
                    <a:pt x="767" y="3555"/>
                  </a:lnTo>
                  <a:lnTo>
                    <a:pt x="756" y="3277"/>
                  </a:lnTo>
                  <a:lnTo>
                    <a:pt x="634" y="3521"/>
                  </a:lnTo>
                  <a:cubicBezTo>
                    <a:pt x="521" y="3738"/>
                    <a:pt x="351" y="3931"/>
                    <a:pt x="154" y="4080"/>
                  </a:cubicBezTo>
                  <a:lnTo>
                    <a:pt x="154" y="4080"/>
                  </a:lnTo>
                  <a:cubicBezTo>
                    <a:pt x="142" y="3424"/>
                    <a:pt x="122" y="2767"/>
                    <a:pt x="111" y="2111"/>
                  </a:cubicBezTo>
                  <a:cubicBezTo>
                    <a:pt x="89" y="1411"/>
                    <a:pt x="67" y="700"/>
                    <a:pt x="34"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62"/>
            <p:cNvSpPr/>
            <p:nvPr/>
          </p:nvSpPr>
          <p:spPr>
            <a:xfrm>
              <a:off x="2694925" y="3918950"/>
              <a:ext cx="43625" cy="103325"/>
            </a:xfrm>
            <a:custGeom>
              <a:avLst/>
              <a:gdLst/>
              <a:ahLst/>
              <a:cxnLst/>
              <a:rect l="l" t="t" r="r" b="b"/>
              <a:pathLst>
                <a:path w="1745" h="4133" extrusionOk="0">
                  <a:moveTo>
                    <a:pt x="576" y="0"/>
                  </a:moveTo>
                  <a:cubicBezTo>
                    <a:pt x="411" y="0"/>
                    <a:pt x="262" y="81"/>
                    <a:pt x="179" y="289"/>
                  </a:cubicBezTo>
                  <a:cubicBezTo>
                    <a:pt x="1" y="721"/>
                    <a:pt x="379" y="1477"/>
                    <a:pt x="500" y="1899"/>
                  </a:cubicBezTo>
                  <a:lnTo>
                    <a:pt x="1001" y="3666"/>
                  </a:lnTo>
                  <a:cubicBezTo>
                    <a:pt x="1067" y="3876"/>
                    <a:pt x="1179" y="4121"/>
                    <a:pt x="1389" y="4132"/>
                  </a:cubicBezTo>
                  <a:cubicBezTo>
                    <a:pt x="1534" y="4132"/>
                    <a:pt x="1656" y="4010"/>
                    <a:pt x="1700" y="3876"/>
                  </a:cubicBezTo>
                  <a:cubicBezTo>
                    <a:pt x="1745" y="3743"/>
                    <a:pt x="1734" y="3599"/>
                    <a:pt x="1722" y="3454"/>
                  </a:cubicBezTo>
                  <a:cubicBezTo>
                    <a:pt x="1656" y="2743"/>
                    <a:pt x="1601" y="2032"/>
                    <a:pt x="1534" y="1321"/>
                  </a:cubicBezTo>
                  <a:cubicBezTo>
                    <a:pt x="1500" y="877"/>
                    <a:pt x="1411" y="433"/>
                    <a:pt x="1011" y="155"/>
                  </a:cubicBezTo>
                  <a:cubicBezTo>
                    <a:pt x="877" y="62"/>
                    <a:pt x="720" y="0"/>
                    <a:pt x="576"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62"/>
            <p:cNvSpPr/>
            <p:nvPr/>
          </p:nvSpPr>
          <p:spPr>
            <a:xfrm>
              <a:off x="2725475" y="4032525"/>
              <a:ext cx="27800" cy="28375"/>
            </a:xfrm>
            <a:custGeom>
              <a:avLst/>
              <a:gdLst/>
              <a:ahLst/>
              <a:cxnLst/>
              <a:rect l="l" t="t" r="r" b="b"/>
              <a:pathLst>
                <a:path w="1112" h="1135" extrusionOk="0">
                  <a:moveTo>
                    <a:pt x="449" y="1"/>
                  </a:moveTo>
                  <a:cubicBezTo>
                    <a:pt x="300" y="1"/>
                    <a:pt x="159" y="67"/>
                    <a:pt x="68" y="234"/>
                  </a:cubicBezTo>
                  <a:cubicBezTo>
                    <a:pt x="1" y="367"/>
                    <a:pt x="1" y="522"/>
                    <a:pt x="1" y="666"/>
                  </a:cubicBezTo>
                  <a:cubicBezTo>
                    <a:pt x="12" y="778"/>
                    <a:pt x="23" y="911"/>
                    <a:pt x="100" y="1000"/>
                  </a:cubicBezTo>
                  <a:cubicBezTo>
                    <a:pt x="167" y="1078"/>
                    <a:pt x="278" y="1122"/>
                    <a:pt x="379" y="1133"/>
                  </a:cubicBezTo>
                  <a:cubicBezTo>
                    <a:pt x="393" y="1134"/>
                    <a:pt x="408" y="1135"/>
                    <a:pt x="423" y="1135"/>
                  </a:cubicBezTo>
                  <a:cubicBezTo>
                    <a:pt x="698" y="1135"/>
                    <a:pt x="982" y="941"/>
                    <a:pt x="1045" y="666"/>
                  </a:cubicBezTo>
                  <a:cubicBezTo>
                    <a:pt x="1112" y="367"/>
                    <a:pt x="867" y="111"/>
                    <a:pt x="601" y="22"/>
                  </a:cubicBezTo>
                  <a:cubicBezTo>
                    <a:pt x="550" y="8"/>
                    <a:pt x="499" y="1"/>
                    <a:pt x="44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62"/>
            <p:cNvSpPr/>
            <p:nvPr/>
          </p:nvSpPr>
          <p:spPr>
            <a:xfrm>
              <a:off x="2809350" y="3954450"/>
              <a:ext cx="121950" cy="106475"/>
            </a:xfrm>
            <a:custGeom>
              <a:avLst/>
              <a:gdLst/>
              <a:ahLst/>
              <a:cxnLst/>
              <a:rect l="l" t="t" r="r" b="b"/>
              <a:pathLst>
                <a:path w="4878" h="4259" extrusionOk="0">
                  <a:moveTo>
                    <a:pt x="2663" y="0"/>
                  </a:moveTo>
                  <a:cubicBezTo>
                    <a:pt x="2601" y="0"/>
                    <a:pt x="2539" y="4"/>
                    <a:pt x="2478" y="12"/>
                  </a:cubicBezTo>
                  <a:cubicBezTo>
                    <a:pt x="2289" y="35"/>
                    <a:pt x="2111" y="101"/>
                    <a:pt x="1967" y="212"/>
                  </a:cubicBezTo>
                  <a:cubicBezTo>
                    <a:pt x="1878" y="291"/>
                    <a:pt x="1823" y="590"/>
                    <a:pt x="1734" y="624"/>
                  </a:cubicBezTo>
                  <a:cubicBezTo>
                    <a:pt x="1718" y="632"/>
                    <a:pt x="1704" y="635"/>
                    <a:pt x="1690" y="635"/>
                  </a:cubicBezTo>
                  <a:cubicBezTo>
                    <a:pt x="1604" y="635"/>
                    <a:pt x="1544" y="504"/>
                    <a:pt x="1467" y="446"/>
                  </a:cubicBezTo>
                  <a:cubicBezTo>
                    <a:pt x="1354" y="363"/>
                    <a:pt x="1212" y="318"/>
                    <a:pt x="1074" y="318"/>
                  </a:cubicBezTo>
                  <a:cubicBezTo>
                    <a:pt x="954" y="318"/>
                    <a:pt x="838" y="352"/>
                    <a:pt x="745" y="424"/>
                  </a:cubicBezTo>
                  <a:cubicBezTo>
                    <a:pt x="545" y="568"/>
                    <a:pt x="456" y="824"/>
                    <a:pt x="389" y="1057"/>
                  </a:cubicBezTo>
                  <a:cubicBezTo>
                    <a:pt x="223" y="1646"/>
                    <a:pt x="100" y="2246"/>
                    <a:pt x="34" y="2846"/>
                  </a:cubicBezTo>
                  <a:cubicBezTo>
                    <a:pt x="1" y="3268"/>
                    <a:pt x="11" y="3757"/>
                    <a:pt x="345" y="4012"/>
                  </a:cubicBezTo>
                  <a:cubicBezTo>
                    <a:pt x="500" y="4134"/>
                    <a:pt x="722" y="4167"/>
                    <a:pt x="922" y="4201"/>
                  </a:cubicBezTo>
                  <a:cubicBezTo>
                    <a:pt x="1209" y="4237"/>
                    <a:pt x="1498" y="4258"/>
                    <a:pt x="1787" y="4258"/>
                  </a:cubicBezTo>
                  <a:cubicBezTo>
                    <a:pt x="2125" y="4258"/>
                    <a:pt x="2465" y="4228"/>
                    <a:pt x="2800" y="4157"/>
                  </a:cubicBezTo>
                  <a:cubicBezTo>
                    <a:pt x="3411" y="4023"/>
                    <a:pt x="4000" y="3745"/>
                    <a:pt x="4444" y="3312"/>
                  </a:cubicBezTo>
                  <a:cubicBezTo>
                    <a:pt x="4677" y="3079"/>
                    <a:pt x="4877" y="2779"/>
                    <a:pt x="4877" y="2446"/>
                  </a:cubicBezTo>
                  <a:cubicBezTo>
                    <a:pt x="4877" y="2224"/>
                    <a:pt x="4778" y="2024"/>
                    <a:pt x="4655" y="1824"/>
                  </a:cubicBezTo>
                  <a:cubicBezTo>
                    <a:pt x="4555" y="1668"/>
                    <a:pt x="4433" y="1513"/>
                    <a:pt x="4333" y="1357"/>
                  </a:cubicBezTo>
                  <a:cubicBezTo>
                    <a:pt x="4166" y="1090"/>
                    <a:pt x="4044" y="790"/>
                    <a:pt x="3844" y="546"/>
                  </a:cubicBezTo>
                  <a:cubicBezTo>
                    <a:pt x="3552" y="205"/>
                    <a:pt x="3106" y="0"/>
                    <a:pt x="266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62"/>
            <p:cNvSpPr/>
            <p:nvPr/>
          </p:nvSpPr>
          <p:spPr>
            <a:xfrm>
              <a:off x="2872125" y="4024675"/>
              <a:ext cx="12250" cy="9925"/>
            </a:xfrm>
            <a:custGeom>
              <a:avLst/>
              <a:gdLst/>
              <a:ahLst/>
              <a:cxnLst/>
              <a:rect l="l" t="t" r="r" b="b"/>
              <a:pathLst>
                <a:path w="490" h="397" extrusionOk="0">
                  <a:moveTo>
                    <a:pt x="334" y="0"/>
                  </a:moveTo>
                  <a:cubicBezTo>
                    <a:pt x="314" y="0"/>
                    <a:pt x="291" y="8"/>
                    <a:pt x="267" y="25"/>
                  </a:cubicBezTo>
                  <a:cubicBezTo>
                    <a:pt x="189" y="81"/>
                    <a:pt x="100" y="148"/>
                    <a:pt x="33" y="214"/>
                  </a:cubicBezTo>
                  <a:cubicBezTo>
                    <a:pt x="11" y="225"/>
                    <a:pt x="0" y="247"/>
                    <a:pt x="0" y="281"/>
                  </a:cubicBezTo>
                  <a:cubicBezTo>
                    <a:pt x="0" y="292"/>
                    <a:pt x="11" y="303"/>
                    <a:pt x="11" y="314"/>
                  </a:cubicBezTo>
                  <a:cubicBezTo>
                    <a:pt x="45" y="348"/>
                    <a:pt x="67" y="381"/>
                    <a:pt x="111" y="392"/>
                  </a:cubicBezTo>
                  <a:cubicBezTo>
                    <a:pt x="121" y="395"/>
                    <a:pt x="131" y="397"/>
                    <a:pt x="140" y="397"/>
                  </a:cubicBezTo>
                  <a:cubicBezTo>
                    <a:pt x="164" y="397"/>
                    <a:pt x="188" y="389"/>
                    <a:pt x="211" y="381"/>
                  </a:cubicBezTo>
                  <a:cubicBezTo>
                    <a:pt x="311" y="336"/>
                    <a:pt x="400" y="281"/>
                    <a:pt x="467" y="203"/>
                  </a:cubicBezTo>
                  <a:cubicBezTo>
                    <a:pt x="478" y="181"/>
                    <a:pt x="489" y="170"/>
                    <a:pt x="489" y="148"/>
                  </a:cubicBezTo>
                  <a:cubicBezTo>
                    <a:pt x="489" y="126"/>
                    <a:pt x="478" y="103"/>
                    <a:pt x="455" y="81"/>
                  </a:cubicBezTo>
                  <a:cubicBezTo>
                    <a:pt x="418" y="35"/>
                    <a:pt x="380" y="0"/>
                    <a:pt x="334"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62"/>
            <p:cNvSpPr/>
            <p:nvPr/>
          </p:nvSpPr>
          <p:spPr>
            <a:xfrm>
              <a:off x="2877950" y="3992800"/>
              <a:ext cx="28625" cy="19075"/>
            </a:xfrm>
            <a:custGeom>
              <a:avLst/>
              <a:gdLst/>
              <a:ahLst/>
              <a:cxnLst/>
              <a:rect l="l" t="t" r="r" b="b"/>
              <a:pathLst>
                <a:path w="1145" h="763" extrusionOk="0">
                  <a:moveTo>
                    <a:pt x="978" y="1"/>
                  </a:moveTo>
                  <a:cubicBezTo>
                    <a:pt x="656" y="45"/>
                    <a:pt x="323" y="156"/>
                    <a:pt x="0" y="201"/>
                  </a:cubicBezTo>
                  <a:cubicBezTo>
                    <a:pt x="89" y="423"/>
                    <a:pt x="200" y="656"/>
                    <a:pt x="412" y="734"/>
                  </a:cubicBezTo>
                  <a:cubicBezTo>
                    <a:pt x="465" y="753"/>
                    <a:pt x="522" y="762"/>
                    <a:pt x="580" y="762"/>
                  </a:cubicBezTo>
                  <a:cubicBezTo>
                    <a:pt x="655" y="762"/>
                    <a:pt x="731" y="748"/>
                    <a:pt x="800" y="722"/>
                  </a:cubicBezTo>
                  <a:cubicBezTo>
                    <a:pt x="867" y="700"/>
                    <a:pt x="933" y="667"/>
                    <a:pt x="978" y="611"/>
                  </a:cubicBezTo>
                  <a:cubicBezTo>
                    <a:pt x="1100" y="467"/>
                    <a:pt x="1145" y="112"/>
                    <a:pt x="978"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62"/>
            <p:cNvSpPr/>
            <p:nvPr/>
          </p:nvSpPr>
          <p:spPr>
            <a:xfrm>
              <a:off x="2826575" y="4001400"/>
              <a:ext cx="20025" cy="13925"/>
            </a:xfrm>
            <a:custGeom>
              <a:avLst/>
              <a:gdLst/>
              <a:ahLst/>
              <a:cxnLst/>
              <a:rect l="l" t="t" r="r" b="b"/>
              <a:pathLst>
                <a:path w="801" h="557" extrusionOk="0">
                  <a:moveTo>
                    <a:pt x="800" y="1"/>
                  </a:moveTo>
                  <a:cubicBezTo>
                    <a:pt x="567" y="45"/>
                    <a:pt x="312" y="57"/>
                    <a:pt x="89" y="112"/>
                  </a:cubicBezTo>
                  <a:cubicBezTo>
                    <a:pt x="1" y="234"/>
                    <a:pt x="122" y="457"/>
                    <a:pt x="245" y="523"/>
                  </a:cubicBezTo>
                  <a:cubicBezTo>
                    <a:pt x="289" y="546"/>
                    <a:pt x="344" y="556"/>
                    <a:pt x="389" y="556"/>
                  </a:cubicBezTo>
                  <a:cubicBezTo>
                    <a:pt x="489" y="556"/>
                    <a:pt x="589" y="523"/>
                    <a:pt x="667" y="467"/>
                  </a:cubicBezTo>
                  <a:cubicBezTo>
                    <a:pt x="789" y="356"/>
                    <a:pt x="800" y="168"/>
                    <a:pt x="80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62"/>
            <p:cNvSpPr/>
            <p:nvPr/>
          </p:nvSpPr>
          <p:spPr>
            <a:xfrm>
              <a:off x="2822125" y="3981700"/>
              <a:ext cx="30850" cy="17800"/>
            </a:xfrm>
            <a:custGeom>
              <a:avLst/>
              <a:gdLst/>
              <a:ahLst/>
              <a:cxnLst/>
              <a:rect l="l" t="t" r="r" b="b"/>
              <a:pathLst>
                <a:path w="1234" h="712" extrusionOk="0">
                  <a:moveTo>
                    <a:pt x="1112" y="0"/>
                  </a:moveTo>
                  <a:cubicBezTo>
                    <a:pt x="945" y="11"/>
                    <a:pt x="778" y="78"/>
                    <a:pt x="634" y="144"/>
                  </a:cubicBezTo>
                  <a:cubicBezTo>
                    <a:pt x="389" y="256"/>
                    <a:pt x="179" y="423"/>
                    <a:pt x="1" y="633"/>
                  </a:cubicBezTo>
                  <a:cubicBezTo>
                    <a:pt x="11" y="667"/>
                    <a:pt x="34" y="689"/>
                    <a:pt x="45" y="711"/>
                  </a:cubicBezTo>
                  <a:cubicBezTo>
                    <a:pt x="367" y="522"/>
                    <a:pt x="767" y="478"/>
                    <a:pt x="1145" y="423"/>
                  </a:cubicBezTo>
                  <a:cubicBezTo>
                    <a:pt x="1178" y="423"/>
                    <a:pt x="1211" y="411"/>
                    <a:pt x="1233" y="400"/>
                  </a:cubicBezTo>
                  <a:cubicBezTo>
                    <a:pt x="1189" y="267"/>
                    <a:pt x="1156" y="134"/>
                    <a:pt x="111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62"/>
            <p:cNvSpPr/>
            <p:nvPr/>
          </p:nvSpPr>
          <p:spPr>
            <a:xfrm>
              <a:off x="2871575" y="3974850"/>
              <a:ext cx="36125" cy="12700"/>
            </a:xfrm>
            <a:custGeom>
              <a:avLst/>
              <a:gdLst/>
              <a:ahLst/>
              <a:cxnLst/>
              <a:rect l="l" t="t" r="r" b="b"/>
              <a:pathLst>
                <a:path w="1445" h="508" extrusionOk="0">
                  <a:moveTo>
                    <a:pt x="161" y="1"/>
                  </a:moveTo>
                  <a:cubicBezTo>
                    <a:pt x="118" y="1"/>
                    <a:pt x="75" y="3"/>
                    <a:pt x="33" y="8"/>
                  </a:cubicBezTo>
                  <a:cubicBezTo>
                    <a:pt x="22" y="141"/>
                    <a:pt x="11" y="285"/>
                    <a:pt x="0" y="418"/>
                  </a:cubicBezTo>
                  <a:cubicBezTo>
                    <a:pt x="33" y="430"/>
                    <a:pt x="67" y="430"/>
                    <a:pt x="111" y="430"/>
                  </a:cubicBezTo>
                  <a:cubicBezTo>
                    <a:pt x="294" y="421"/>
                    <a:pt x="482" y="409"/>
                    <a:pt x="668" y="409"/>
                  </a:cubicBezTo>
                  <a:cubicBezTo>
                    <a:pt x="922" y="409"/>
                    <a:pt x="1174" y="430"/>
                    <a:pt x="1411" y="507"/>
                  </a:cubicBezTo>
                  <a:cubicBezTo>
                    <a:pt x="1422" y="474"/>
                    <a:pt x="1433" y="452"/>
                    <a:pt x="1444" y="430"/>
                  </a:cubicBezTo>
                  <a:cubicBezTo>
                    <a:pt x="1188" y="252"/>
                    <a:pt x="911" y="119"/>
                    <a:pt x="611" y="63"/>
                  </a:cubicBezTo>
                  <a:cubicBezTo>
                    <a:pt x="472" y="28"/>
                    <a:pt x="314" y="1"/>
                    <a:pt x="161"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62"/>
            <p:cNvSpPr/>
            <p:nvPr/>
          </p:nvSpPr>
          <p:spPr>
            <a:xfrm>
              <a:off x="2894050" y="3993925"/>
              <a:ext cx="9750" cy="9750"/>
            </a:xfrm>
            <a:custGeom>
              <a:avLst/>
              <a:gdLst/>
              <a:ahLst/>
              <a:cxnLst/>
              <a:rect l="l" t="t" r="r" b="b"/>
              <a:pathLst>
                <a:path w="390" h="390" extrusionOk="0">
                  <a:moveTo>
                    <a:pt x="190" y="0"/>
                  </a:moveTo>
                  <a:cubicBezTo>
                    <a:pt x="89" y="0"/>
                    <a:pt x="1" y="111"/>
                    <a:pt x="12" y="211"/>
                  </a:cubicBezTo>
                  <a:cubicBezTo>
                    <a:pt x="22" y="315"/>
                    <a:pt x="91" y="390"/>
                    <a:pt x="191" y="390"/>
                  </a:cubicBezTo>
                  <a:cubicBezTo>
                    <a:pt x="198" y="390"/>
                    <a:pt x="205" y="389"/>
                    <a:pt x="212" y="389"/>
                  </a:cubicBezTo>
                  <a:cubicBezTo>
                    <a:pt x="301" y="389"/>
                    <a:pt x="390" y="289"/>
                    <a:pt x="378" y="189"/>
                  </a:cubicBezTo>
                  <a:cubicBezTo>
                    <a:pt x="368" y="78"/>
                    <a:pt x="289" y="0"/>
                    <a:pt x="19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62"/>
            <p:cNvSpPr/>
            <p:nvPr/>
          </p:nvSpPr>
          <p:spPr>
            <a:xfrm>
              <a:off x="2836275" y="4003350"/>
              <a:ext cx="10600" cy="9325"/>
            </a:xfrm>
            <a:custGeom>
              <a:avLst/>
              <a:gdLst/>
              <a:ahLst/>
              <a:cxnLst/>
              <a:rect l="l" t="t" r="r" b="b"/>
              <a:pathLst>
                <a:path w="424" h="373" extrusionOk="0">
                  <a:moveTo>
                    <a:pt x="205" y="1"/>
                  </a:moveTo>
                  <a:cubicBezTo>
                    <a:pt x="174" y="1"/>
                    <a:pt x="142" y="8"/>
                    <a:pt x="112" y="23"/>
                  </a:cubicBezTo>
                  <a:cubicBezTo>
                    <a:pt x="35" y="78"/>
                    <a:pt x="1" y="201"/>
                    <a:pt x="57" y="278"/>
                  </a:cubicBezTo>
                  <a:cubicBezTo>
                    <a:pt x="94" y="337"/>
                    <a:pt x="155" y="372"/>
                    <a:pt x="219" y="372"/>
                  </a:cubicBezTo>
                  <a:cubicBezTo>
                    <a:pt x="250" y="372"/>
                    <a:pt x="282" y="364"/>
                    <a:pt x="312" y="345"/>
                  </a:cubicBezTo>
                  <a:cubicBezTo>
                    <a:pt x="390" y="300"/>
                    <a:pt x="423" y="179"/>
                    <a:pt x="368" y="90"/>
                  </a:cubicBezTo>
                  <a:cubicBezTo>
                    <a:pt x="331" y="31"/>
                    <a:pt x="269" y="1"/>
                    <a:pt x="205"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62"/>
            <p:cNvSpPr/>
            <p:nvPr/>
          </p:nvSpPr>
          <p:spPr>
            <a:xfrm>
              <a:off x="2860175" y="4031700"/>
              <a:ext cx="10025" cy="14800"/>
            </a:xfrm>
            <a:custGeom>
              <a:avLst/>
              <a:gdLst/>
              <a:ahLst/>
              <a:cxnLst/>
              <a:rect l="l" t="t" r="r" b="b"/>
              <a:pathLst>
                <a:path w="401" h="592" extrusionOk="0">
                  <a:moveTo>
                    <a:pt x="345" y="0"/>
                  </a:moveTo>
                  <a:cubicBezTo>
                    <a:pt x="323" y="11"/>
                    <a:pt x="301" y="33"/>
                    <a:pt x="278" y="44"/>
                  </a:cubicBezTo>
                  <a:cubicBezTo>
                    <a:pt x="167" y="111"/>
                    <a:pt x="89" y="211"/>
                    <a:pt x="12" y="311"/>
                  </a:cubicBezTo>
                  <a:cubicBezTo>
                    <a:pt x="12" y="322"/>
                    <a:pt x="0" y="322"/>
                    <a:pt x="0" y="322"/>
                  </a:cubicBezTo>
                  <a:cubicBezTo>
                    <a:pt x="12" y="344"/>
                    <a:pt x="22" y="356"/>
                    <a:pt x="34" y="366"/>
                  </a:cubicBezTo>
                  <a:cubicBezTo>
                    <a:pt x="134" y="455"/>
                    <a:pt x="234" y="533"/>
                    <a:pt x="345" y="588"/>
                  </a:cubicBezTo>
                  <a:cubicBezTo>
                    <a:pt x="351" y="591"/>
                    <a:pt x="357" y="592"/>
                    <a:pt x="363" y="592"/>
                  </a:cubicBezTo>
                  <a:cubicBezTo>
                    <a:pt x="386" y="592"/>
                    <a:pt x="400" y="574"/>
                    <a:pt x="400" y="555"/>
                  </a:cubicBezTo>
                  <a:cubicBezTo>
                    <a:pt x="378" y="455"/>
                    <a:pt x="367" y="300"/>
                    <a:pt x="356" y="277"/>
                  </a:cubicBezTo>
                  <a:cubicBezTo>
                    <a:pt x="345" y="178"/>
                    <a:pt x="345" y="89"/>
                    <a:pt x="34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62"/>
            <p:cNvSpPr/>
            <p:nvPr/>
          </p:nvSpPr>
          <p:spPr>
            <a:xfrm>
              <a:off x="2887125" y="4019475"/>
              <a:ext cx="13050" cy="11975"/>
            </a:xfrm>
            <a:custGeom>
              <a:avLst/>
              <a:gdLst/>
              <a:ahLst/>
              <a:cxnLst/>
              <a:rect l="l" t="t" r="r" b="b"/>
              <a:pathLst>
                <a:path w="522" h="479" extrusionOk="0">
                  <a:moveTo>
                    <a:pt x="455" y="0"/>
                  </a:moveTo>
                  <a:cubicBezTo>
                    <a:pt x="378" y="11"/>
                    <a:pt x="300" y="33"/>
                    <a:pt x="222" y="55"/>
                  </a:cubicBezTo>
                  <a:cubicBezTo>
                    <a:pt x="156" y="89"/>
                    <a:pt x="78" y="111"/>
                    <a:pt x="0" y="111"/>
                  </a:cubicBezTo>
                  <a:lnTo>
                    <a:pt x="11" y="122"/>
                  </a:lnTo>
                  <a:cubicBezTo>
                    <a:pt x="89" y="178"/>
                    <a:pt x="178" y="233"/>
                    <a:pt x="245" y="289"/>
                  </a:cubicBezTo>
                  <a:cubicBezTo>
                    <a:pt x="267" y="311"/>
                    <a:pt x="389" y="400"/>
                    <a:pt x="467" y="467"/>
                  </a:cubicBezTo>
                  <a:cubicBezTo>
                    <a:pt x="471" y="475"/>
                    <a:pt x="477" y="478"/>
                    <a:pt x="484" y="478"/>
                  </a:cubicBezTo>
                  <a:cubicBezTo>
                    <a:pt x="497" y="478"/>
                    <a:pt x="511" y="466"/>
                    <a:pt x="511" y="445"/>
                  </a:cubicBezTo>
                  <a:cubicBezTo>
                    <a:pt x="522" y="322"/>
                    <a:pt x="522" y="189"/>
                    <a:pt x="489" y="55"/>
                  </a:cubicBezTo>
                  <a:cubicBezTo>
                    <a:pt x="489" y="45"/>
                    <a:pt x="489" y="22"/>
                    <a:pt x="467" y="11"/>
                  </a:cubicBezTo>
                  <a:cubicBezTo>
                    <a:pt x="467" y="0"/>
                    <a:pt x="455" y="0"/>
                    <a:pt x="45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62"/>
            <p:cNvSpPr/>
            <p:nvPr/>
          </p:nvSpPr>
          <p:spPr>
            <a:xfrm>
              <a:off x="2877675" y="3991700"/>
              <a:ext cx="25025" cy="6950"/>
            </a:xfrm>
            <a:custGeom>
              <a:avLst/>
              <a:gdLst/>
              <a:ahLst/>
              <a:cxnLst/>
              <a:rect l="l" t="t" r="r" b="b"/>
              <a:pathLst>
                <a:path w="1001" h="278" extrusionOk="0">
                  <a:moveTo>
                    <a:pt x="978" y="0"/>
                  </a:moveTo>
                  <a:cubicBezTo>
                    <a:pt x="656" y="111"/>
                    <a:pt x="334" y="178"/>
                    <a:pt x="1" y="211"/>
                  </a:cubicBezTo>
                  <a:lnTo>
                    <a:pt x="1" y="278"/>
                  </a:lnTo>
                  <a:cubicBezTo>
                    <a:pt x="345" y="245"/>
                    <a:pt x="678" y="167"/>
                    <a:pt x="1000" y="55"/>
                  </a:cubicBezTo>
                  <a:lnTo>
                    <a:pt x="978" y="0"/>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62"/>
            <p:cNvSpPr/>
            <p:nvPr/>
          </p:nvSpPr>
          <p:spPr>
            <a:xfrm>
              <a:off x="2828250" y="4000575"/>
              <a:ext cx="19450" cy="4200"/>
            </a:xfrm>
            <a:custGeom>
              <a:avLst/>
              <a:gdLst/>
              <a:ahLst/>
              <a:cxnLst/>
              <a:rect l="l" t="t" r="r" b="b"/>
              <a:pathLst>
                <a:path w="778" h="168" extrusionOk="0">
                  <a:moveTo>
                    <a:pt x="756" y="1"/>
                  </a:moveTo>
                  <a:cubicBezTo>
                    <a:pt x="511" y="68"/>
                    <a:pt x="255" y="100"/>
                    <a:pt x="0" y="100"/>
                  </a:cubicBezTo>
                  <a:lnTo>
                    <a:pt x="0" y="167"/>
                  </a:lnTo>
                  <a:cubicBezTo>
                    <a:pt x="267" y="167"/>
                    <a:pt x="522" y="123"/>
                    <a:pt x="778" y="56"/>
                  </a:cubicBezTo>
                  <a:lnTo>
                    <a:pt x="756" y="1"/>
                  </a:ln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62"/>
            <p:cNvSpPr/>
            <p:nvPr/>
          </p:nvSpPr>
          <p:spPr>
            <a:xfrm>
              <a:off x="2853225" y="4004150"/>
              <a:ext cx="24475" cy="18950"/>
            </a:xfrm>
            <a:custGeom>
              <a:avLst/>
              <a:gdLst/>
              <a:ahLst/>
              <a:cxnLst/>
              <a:rect l="l" t="t" r="r" b="b"/>
              <a:pathLst>
                <a:path w="979" h="758" extrusionOk="0">
                  <a:moveTo>
                    <a:pt x="788" y="1"/>
                  </a:moveTo>
                  <a:cubicBezTo>
                    <a:pt x="653" y="1"/>
                    <a:pt x="530" y="87"/>
                    <a:pt x="456" y="213"/>
                  </a:cubicBezTo>
                  <a:cubicBezTo>
                    <a:pt x="434" y="180"/>
                    <a:pt x="412" y="147"/>
                    <a:pt x="379" y="113"/>
                  </a:cubicBezTo>
                  <a:cubicBezTo>
                    <a:pt x="333" y="74"/>
                    <a:pt x="273" y="50"/>
                    <a:pt x="213" y="50"/>
                  </a:cubicBezTo>
                  <a:cubicBezTo>
                    <a:pt x="170" y="50"/>
                    <a:pt x="127" y="63"/>
                    <a:pt x="90" y="91"/>
                  </a:cubicBezTo>
                  <a:cubicBezTo>
                    <a:pt x="34" y="147"/>
                    <a:pt x="1" y="246"/>
                    <a:pt x="23" y="347"/>
                  </a:cubicBezTo>
                  <a:cubicBezTo>
                    <a:pt x="56" y="513"/>
                    <a:pt x="167" y="635"/>
                    <a:pt x="256" y="757"/>
                  </a:cubicBezTo>
                  <a:lnTo>
                    <a:pt x="334" y="691"/>
                  </a:lnTo>
                  <a:cubicBezTo>
                    <a:pt x="256" y="579"/>
                    <a:pt x="157" y="468"/>
                    <a:pt x="134" y="324"/>
                  </a:cubicBezTo>
                  <a:cubicBezTo>
                    <a:pt x="112" y="280"/>
                    <a:pt x="123" y="202"/>
                    <a:pt x="157" y="169"/>
                  </a:cubicBezTo>
                  <a:cubicBezTo>
                    <a:pt x="172" y="157"/>
                    <a:pt x="190" y="152"/>
                    <a:pt x="209" y="152"/>
                  </a:cubicBezTo>
                  <a:cubicBezTo>
                    <a:pt x="245" y="152"/>
                    <a:pt x="283" y="169"/>
                    <a:pt x="312" y="191"/>
                  </a:cubicBezTo>
                  <a:cubicBezTo>
                    <a:pt x="367" y="236"/>
                    <a:pt x="401" y="313"/>
                    <a:pt x="423" y="380"/>
                  </a:cubicBezTo>
                  <a:lnTo>
                    <a:pt x="500" y="569"/>
                  </a:lnTo>
                  <a:lnTo>
                    <a:pt x="523" y="357"/>
                  </a:lnTo>
                  <a:cubicBezTo>
                    <a:pt x="534" y="224"/>
                    <a:pt x="668" y="102"/>
                    <a:pt x="811" y="102"/>
                  </a:cubicBezTo>
                  <a:lnTo>
                    <a:pt x="834" y="102"/>
                  </a:lnTo>
                  <a:cubicBezTo>
                    <a:pt x="834" y="102"/>
                    <a:pt x="834" y="113"/>
                    <a:pt x="845" y="113"/>
                  </a:cubicBezTo>
                  <a:cubicBezTo>
                    <a:pt x="856" y="169"/>
                    <a:pt x="834" y="236"/>
                    <a:pt x="801" y="302"/>
                  </a:cubicBezTo>
                  <a:cubicBezTo>
                    <a:pt x="756" y="424"/>
                    <a:pt x="690" y="535"/>
                    <a:pt x="589" y="579"/>
                  </a:cubicBezTo>
                  <a:lnTo>
                    <a:pt x="623" y="668"/>
                  </a:lnTo>
                  <a:cubicBezTo>
                    <a:pt x="634" y="668"/>
                    <a:pt x="645" y="668"/>
                    <a:pt x="656" y="658"/>
                  </a:cubicBezTo>
                  <a:cubicBezTo>
                    <a:pt x="779" y="602"/>
                    <a:pt x="845" y="468"/>
                    <a:pt x="900" y="347"/>
                  </a:cubicBezTo>
                  <a:cubicBezTo>
                    <a:pt x="934" y="280"/>
                    <a:pt x="979" y="180"/>
                    <a:pt x="934" y="80"/>
                  </a:cubicBezTo>
                  <a:cubicBezTo>
                    <a:pt x="923" y="46"/>
                    <a:pt x="912" y="24"/>
                    <a:pt x="878" y="13"/>
                  </a:cubicBezTo>
                  <a:cubicBezTo>
                    <a:pt x="856" y="2"/>
                    <a:pt x="834" y="2"/>
                    <a:pt x="811" y="2"/>
                  </a:cubicBezTo>
                  <a:cubicBezTo>
                    <a:pt x="804" y="1"/>
                    <a:pt x="796" y="1"/>
                    <a:pt x="78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62"/>
            <p:cNvSpPr/>
            <p:nvPr/>
          </p:nvSpPr>
          <p:spPr>
            <a:xfrm>
              <a:off x="2859350" y="4018350"/>
              <a:ext cx="39725" cy="22525"/>
            </a:xfrm>
            <a:custGeom>
              <a:avLst/>
              <a:gdLst/>
              <a:ahLst/>
              <a:cxnLst/>
              <a:rect l="l" t="t" r="r" b="b"/>
              <a:pathLst>
                <a:path w="1589" h="901" extrusionOk="0">
                  <a:moveTo>
                    <a:pt x="1578" y="1"/>
                  </a:moveTo>
                  <a:cubicBezTo>
                    <a:pt x="1411" y="23"/>
                    <a:pt x="1255" y="56"/>
                    <a:pt x="1100" y="112"/>
                  </a:cubicBezTo>
                  <a:cubicBezTo>
                    <a:pt x="678" y="245"/>
                    <a:pt x="289" y="512"/>
                    <a:pt x="0" y="867"/>
                  </a:cubicBezTo>
                  <a:cubicBezTo>
                    <a:pt x="11" y="878"/>
                    <a:pt x="33" y="890"/>
                    <a:pt x="45" y="900"/>
                  </a:cubicBezTo>
                  <a:cubicBezTo>
                    <a:pt x="433" y="434"/>
                    <a:pt x="989" y="134"/>
                    <a:pt x="1589" y="67"/>
                  </a:cubicBezTo>
                  <a:cubicBezTo>
                    <a:pt x="1578" y="45"/>
                    <a:pt x="1578" y="23"/>
                    <a:pt x="1578"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8" name="Google Shape;2318;p62"/>
          <p:cNvGrpSpPr/>
          <p:nvPr/>
        </p:nvGrpSpPr>
        <p:grpSpPr>
          <a:xfrm>
            <a:off x="4160516" y="2383764"/>
            <a:ext cx="952689" cy="1686271"/>
            <a:chOff x="5099250" y="294575"/>
            <a:chExt cx="701125" cy="1241000"/>
          </a:xfrm>
        </p:grpSpPr>
        <p:sp>
          <p:nvSpPr>
            <p:cNvPr id="2319" name="Google Shape;2319;p62"/>
            <p:cNvSpPr/>
            <p:nvPr/>
          </p:nvSpPr>
          <p:spPr>
            <a:xfrm>
              <a:off x="5226475" y="1418050"/>
              <a:ext cx="209075" cy="60925"/>
            </a:xfrm>
            <a:custGeom>
              <a:avLst/>
              <a:gdLst/>
              <a:ahLst/>
              <a:cxnLst/>
              <a:rect l="l" t="t" r="r" b="b"/>
              <a:pathLst>
                <a:path w="8363" h="2437" extrusionOk="0">
                  <a:moveTo>
                    <a:pt x="5742" y="0"/>
                  </a:moveTo>
                  <a:cubicBezTo>
                    <a:pt x="4678" y="0"/>
                    <a:pt x="3492" y="60"/>
                    <a:pt x="2744" y="277"/>
                  </a:cubicBezTo>
                  <a:cubicBezTo>
                    <a:pt x="2344" y="392"/>
                    <a:pt x="2073" y="549"/>
                    <a:pt x="2030" y="778"/>
                  </a:cubicBezTo>
                  <a:cubicBezTo>
                    <a:pt x="1915" y="1364"/>
                    <a:pt x="1330" y="1807"/>
                    <a:pt x="829" y="2078"/>
                  </a:cubicBezTo>
                  <a:cubicBezTo>
                    <a:pt x="387" y="2322"/>
                    <a:pt x="0" y="2436"/>
                    <a:pt x="0" y="2436"/>
                  </a:cubicBezTo>
                  <a:lnTo>
                    <a:pt x="915" y="2379"/>
                  </a:lnTo>
                  <a:lnTo>
                    <a:pt x="1130" y="2364"/>
                  </a:lnTo>
                  <a:lnTo>
                    <a:pt x="1358" y="2350"/>
                  </a:lnTo>
                  <a:lnTo>
                    <a:pt x="4688" y="2122"/>
                  </a:lnTo>
                  <a:lnTo>
                    <a:pt x="5675" y="2050"/>
                  </a:lnTo>
                  <a:lnTo>
                    <a:pt x="7219" y="1950"/>
                  </a:lnTo>
                  <a:lnTo>
                    <a:pt x="8362" y="1864"/>
                  </a:lnTo>
                  <a:cubicBezTo>
                    <a:pt x="8347" y="1836"/>
                    <a:pt x="8347" y="1807"/>
                    <a:pt x="8347" y="1779"/>
                  </a:cubicBezTo>
                  <a:lnTo>
                    <a:pt x="8076" y="77"/>
                  </a:lnTo>
                  <a:cubicBezTo>
                    <a:pt x="8076" y="77"/>
                    <a:pt x="7576" y="35"/>
                    <a:pt x="6861" y="20"/>
                  </a:cubicBezTo>
                  <a:cubicBezTo>
                    <a:pt x="6525" y="8"/>
                    <a:pt x="6142" y="0"/>
                    <a:pt x="574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62"/>
            <p:cNvSpPr/>
            <p:nvPr/>
          </p:nvSpPr>
          <p:spPr>
            <a:xfrm>
              <a:off x="5133550" y="1473225"/>
              <a:ext cx="83650" cy="62350"/>
            </a:xfrm>
            <a:custGeom>
              <a:avLst/>
              <a:gdLst/>
              <a:ahLst/>
              <a:cxnLst/>
              <a:rect l="l" t="t" r="r" b="b"/>
              <a:pathLst>
                <a:path w="3346" h="2494" extrusionOk="0">
                  <a:moveTo>
                    <a:pt x="1401" y="0"/>
                  </a:moveTo>
                  <a:cubicBezTo>
                    <a:pt x="301" y="0"/>
                    <a:pt x="1" y="1729"/>
                    <a:pt x="944" y="2301"/>
                  </a:cubicBezTo>
                  <a:cubicBezTo>
                    <a:pt x="1180" y="2441"/>
                    <a:pt x="1449" y="2493"/>
                    <a:pt x="1718" y="2493"/>
                  </a:cubicBezTo>
                  <a:cubicBezTo>
                    <a:pt x="2249" y="2493"/>
                    <a:pt x="2785" y="2291"/>
                    <a:pt x="3088" y="2158"/>
                  </a:cubicBezTo>
                  <a:cubicBezTo>
                    <a:pt x="3103" y="2158"/>
                    <a:pt x="3103" y="2145"/>
                    <a:pt x="3103" y="2145"/>
                  </a:cubicBezTo>
                  <a:cubicBezTo>
                    <a:pt x="3260" y="2087"/>
                    <a:pt x="3345" y="2030"/>
                    <a:pt x="3345" y="2030"/>
                  </a:cubicBezTo>
                  <a:lnTo>
                    <a:pt x="3160" y="672"/>
                  </a:lnTo>
                  <a:lnTo>
                    <a:pt x="3145" y="601"/>
                  </a:lnTo>
                  <a:cubicBezTo>
                    <a:pt x="3145" y="601"/>
                    <a:pt x="2917" y="386"/>
                    <a:pt x="2488" y="201"/>
                  </a:cubicBezTo>
                  <a:cubicBezTo>
                    <a:pt x="2202" y="86"/>
                    <a:pt x="1845" y="0"/>
                    <a:pt x="14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62"/>
            <p:cNvSpPr/>
            <p:nvPr/>
          </p:nvSpPr>
          <p:spPr>
            <a:xfrm>
              <a:off x="5187525" y="1464925"/>
              <a:ext cx="89700" cy="65625"/>
            </a:xfrm>
            <a:custGeom>
              <a:avLst/>
              <a:gdLst/>
              <a:ahLst/>
              <a:cxnLst/>
              <a:rect l="l" t="t" r="r" b="b"/>
              <a:pathLst>
                <a:path w="3588" h="2625" extrusionOk="0">
                  <a:moveTo>
                    <a:pt x="1408" y="0"/>
                  </a:moveTo>
                  <a:cubicBezTo>
                    <a:pt x="1269" y="0"/>
                    <a:pt x="1128" y="14"/>
                    <a:pt x="986" y="47"/>
                  </a:cubicBezTo>
                  <a:cubicBezTo>
                    <a:pt x="672" y="118"/>
                    <a:pt x="458" y="304"/>
                    <a:pt x="329" y="533"/>
                  </a:cubicBezTo>
                  <a:cubicBezTo>
                    <a:pt x="1" y="1147"/>
                    <a:pt x="214" y="2105"/>
                    <a:pt x="901" y="2462"/>
                  </a:cubicBezTo>
                  <a:cubicBezTo>
                    <a:pt x="915" y="2462"/>
                    <a:pt x="929" y="2477"/>
                    <a:pt x="944" y="2477"/>
                  </a:cubicBezTo>
                  <a:cubicBezTo>
                    <a:pt x="1030" y="2519"/>
                    <a:pt x="1101" y="2547"/>
                    <a:pt x="1186" y="2562"/>
                  </a:cubicBezTo>
                  <a:cubicBezTo>
                    <a:pt x="1368" y="2606"/>
                    <a:pt x="1549" y="2625"/>
                    <a:pt x="1725" y="2625"/>
                  </a:cubicBezTo>
                  <a:cubicBezTo>
                    <a:pt x="2242" y="2625"/>
                    <a:pt x="2718" y="2464"/>
                    <a:pt x="3059" y="2305"/>
                  </a:cubicBezTo>
                  <a:cubicBezTo>
                    <a:pt x="3388" y="2147"/>
                    <a:pt x="3588" y="2004"/>
                    <a:pt x="3588" y="2004"/>
                  </a:cubicBezTo>
                  <a:lnTo>
                    <a:pt x="3245" y="704"/>
                  </a:lnTo>
                  <a:cubicBezTo>
                    <a:pt x="3245" y="704"/>
                    <a:pt x="3130" y="590"/>
                    <a:pt x="2916" y="475"/>
                  </a:cubicBezTo>
                  <a:cubicBezTo>
                    <a:pt x="2859" y="432"/>
                    <a:pt x="2802" y="403"/>
                    <a:pt x="2745" y="375"/>
                  </a:cubicBezTo>
                  <a:cubicBezTo>
                    <a:pt x="2716" y="361"/>
                    <a:pt x="2673" y="332"/>
                    <a:pt x="2644" y="318"/>
                  </a:cubicBezTo>
                  <a:cubicBezTo>
                    <a:pt x="2559" y="275"/>
                    <a:pt x="2473" y="247"/>
                    <a:pt x="2387" y="203"/>
                  </a:cubicBezTo>
                  <a:cubicBezTo>
                    <a:pt x="2100" y="91"/>
                    <a:pt x="1762" y="0"/>
                    <a:pt x="140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62"/>
            <p:cNvSpPr/>
            <p:nvPr/>
          </p:nvSpPr>
          <p:spPr>
            <a:xfrm>
              <a:off x="5241850" y="1405275"/>
              <a:ext cx="195125" cy="119050"/>
            </a:xfrm>
            <a:custGeom>
              <a:avLst/>
              <a:gdLst/>
              <a:ahLst/>
              <a:cxnLst/>
              <a:rect l="l" t="t" r="r" b="b"/>
              <a:pathLst>
                <a:path w="7805" h="4762" extrusionOk="0">
                  <a:moveTo>
                    <a:pt x="3527" y="1"/>
                  </a:moveTo>
                  <a:cubicBezTo>
                    <a:pt x="2734" y="1"/>
                    <a:pt x="2158" y="102"/>
                    <a:pt x="2158" y="102"/>
                  </a:cubicBezTo>
                  <a:lnTo>
                    <a:pt x="2129" y="788"/>
                  </a:lnTo>
                  <a:lnTo>
                    <a:pt x="2072" y="2118"/>
                  </a:lnTo>
                  <a:lnTo>
                    <a:pt x="2058" y="2433"/>
                  </a:lnTo>
                  <a:cubicBezTo>
                    <a:pt x="1843" y="2373"/>
                    <a:pt x="1642" y="2345"/>
                    <a:pt x="1458" y="2345"/>
                  </a:cubicBezTo>
                  <a:cubicBezTo>
                    <a:pt x="1202" y="2345"/>
                    <a:pt x="977" y="2398"/>
                    <a:pt x="786" y="2490"/>
                  </a:cubicBezTo>
                  <a:cubicBezTo>
                    <a:pt x="658" y="2547"/>
                    <a:pt x="557" y="2618"/>
                    <a:pt x="471" y="2704"/>
                  </a:cubicBezTo>
                  <a:cubicBezTo>
                    <a:pt x="400" y="2761"/>
                    <a:pt x="357" y="2818"/>
                    <a:pt x="300" y="2890"/>
                  </a:cubicBezTo>
                  <a:cubicBezTo>
                    <a:pt x="214" y="3018"/>
                    <a:pt x="143" y="3161"/>
                    <a:pt x="100" y="3304"/>
                  </a:cubicBezTo>
                  <a:cubicBezTo>
                    <a:pt x="0" y="3704"/>
                    <a:pt x="115" y="4148"/>
                    <a:pt x="486" y="4447"/>
                  </a:cubicBezTo>
                  <a:cubicBezTo>
                    <a:pt x="629" y="4562"/>
                    <a:pt x="757" y="4634"/>
                    <a:pt x="886" y="4691"/>
                  </a:cubicBezTo>
                  <a:cubicBezTo>
                    <a:pt x="1016" y="4741"/>
                    <a:pt x="1140" y="4762"/>
                    <a:pt x="1262" y="4762"/>
                  </a:cubicBezTo>
                  <a:cubicBezTo>
                    <a:pt x="1842" y="4762"/>
                    <a:pt x="2380" y="4285"/>
                    <a:pt x="3231" y="4119"/>
                  </a:cubicBezTo>
                  <a:cubicBezTo>
                    <a:pt x="3547" y="4058"/>
                    <a:pt x="3936" y="4040"/>
                    <a:pt x="4357" y="4040"/>
                  </a:cubicBezTo>
                  <a:cubicBezTo>
                    <a:pt x="4525" y="4040"/>
                    <a:pt x="4698" y="4043"/>
                    <a:pt x="4874" y="4047"/>
                  </a:cubicBezTo>
                  <a:cubicBezTo>
                    <a:pt x="4940" y="4047"/>
                    <a:pt x="5007" y="4047"/>
                    <a:pt x="5073" y="4047"/>
                  </a:cubicBezTo>
                  <a:cubicBezTo>
                    <a:pt x="6065" y="4047"/>
                    <a:pt x="7046" y="4034"/>
                    <a:pt x="7461" y="3618"/>
                  </a:cubicBezTo>
                  <a:cubicBezTo>
                    <a:pt x="7747" y="3333"/>
                    <a:pt x="7804" y="2947"/>
                    <a:pt x="7761" y="2576"/>
                  </a:cubicBezTo>
                  <a:cubicBezTo>
                    <a:pt x="7761" y="2504"/>
                    <a:pt x="7747" y="2446"/>
                    <a:pt x="7747" y="2375"/>
                  </a:cubicBezTo>
                  <a:cubicBezTo>
                    <a:pt x="7732" y="2347"/>
                    <a:pt x="7732" y="2318"/>
                    <a:pt x="7732" y="2290"/>
                  </a:cubicBezTo>
                  <a:cubicBezTo>
                    <a:pt x="7633" y="1846"/>
                    <a:pt x="7461" y="1489"/>
                    <a:pt x="7461" y="1489"/>
                  </a:cubicBezTo>
                  <a:cubicBezTo>
                    <a:pt x="7132" y="1060"/>
                    <a:pt x="6718" y="746"/>
                    <a:pt x="6246" y="531"/>
                  </a:cubicBezTo>
                  <a:cubicBezTo>
                    <a:pt x="5366" y="106"/>
                    <a:pt x="4334" y="1"/>
                    <a:pt x="352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2"/>
            <p:cNvSpPr/>
            <p:nvPr/>
          </p:nvSpPr>
          <p:spPr>
            <a:xfrm>
              <a:off x="5133550" y="1405275"/>
              <a:ext cx="302325" cy="130300"/>
            </a:xfrm>
            <a:custGeom>
              <a:avLst/>
              <a:gdLst/>
              <a:ahLst/>
              <a:cxnLst/>
              <a:rect l="l" t="t" r="r" b="b"/>
              <a:pathLst>
                <a:path w="12093" h="5212" extrusionOk="0">
                  <a:moveTo>
                    <a:pt x="7859" y="1"/>
                  </a:moveTo>
                  <a:cubicBezTo>
                    <a:pt x="7066" y="1"/>
                    <a:pt x="6490" y="102"/>
                    <a:pt x="6490" y="102"/>
                  </a:cubicBezTo>
                  <a:lnTo>
                    <a:pt x="6461" y="788"/>
                  </a:lnTo>
                  <a:cubicBezTo>
                    <a:pt x="6061" y="903"/>
                    <a:pt x="5790" y="1060"/>
                    <a:pt x="5747" y="1289"/>
                  </a:cubicBezTo>
                  <a:cubicBezTo>
                    <a:pt x="5632" y="1875"/>
                    <a:pt x="5047" y="2318"/>
                    <a:pt x="4546" y="2589"/>
                  </a:cubicBezTo>
                  <a:cubicBezTo>
                    <a:pt x="4259" y="2477"/>
                    <a:pt x="3921" y="2386"/>
                    <a:pt x="3567" y="2386"/>
                  </a:cubicBezTo>
                  <a:cubicBezTo>
                    <a:pt x="3428" y="2386"/>
                    <a:pt x="3287" y="2400"/>
                    <a:pt x="3145" y="2433"/>
                  </a:cubicBezTo>
                  <a:cubicBezTo>
                    <a:pt x="2831" y="2504"/>
                    <a:pt x="2617" y="2690"/>
                    <a:pt x="2488" y="2919"/>
                  </a:cubicBezTo>
                  <a:cubicBezTo>
                    <a:pt x="2202" y="2804"/>
                    <a:pt x="1845" y="2718"/>
                    <a:pt x="1401" y="2718"/>
                  </a:cubicBezTo>
                  <a:cubicBezTo>
                    <a:pt x="301" y="2718"/>
                    <a:pt x="1" y="4447"/>
                    <a:pt x="944" y="5019"/>
                  </a:cubicBezTo>
                  <a:cubicBezTo>
                    <a:pt x="1180" y="5159"/>
                    <a:pt x="1449" y="5211"/>
                    <a:pt x="1718" y="5211"/>
                  </a:cubicBezTo>
                  <a:cubicBezTo>
                    <a:pt x="2249" y="5211"/>
                    <a:pt x="2785" y="5009"/>
                    <a:pt x="3088" y="4876"/>
                  </a:cubicBezTo>
                  <a:cubicBezTo>
                    <a:pt x="3088" y="4863"/>
                    <a:pt x="3074" y="4848"/>
                    <a:pt x="3060" y="4848"/>
                  </a:cubicBezTo>
                  <a:cubicBezTo>
                    <a:pt x="2859" y="4648"/>
                    <a:pt x="2688" y="4434"/>
                    <a:pt x="2674" y="4148"/>
                  </a:cubicBezTo>
                  <a:cubicBezTo>
                    <a:pt x="2659" y="3833"/>
                    <a:pt x="2874" y="3548"/>
                    <a:pt x="3160" y="3390"/>
                  </a:cubicBezTo>
                  <a:cubicBezTo>
                    <a:pt x="3246" y="3333"/>
                    <a:pt x="3345" y="3290"/>
                    <a:pt x="3446" y="3262"/>
                  </a:cubicBezTo>
                  <a:cubicBezTo>
                    <a:pt x="3565" y="3236"/>
                    <a:pt x="3684" y="3225"/>
                    <a:pt x="3803" y="3225"/>
                  </a:cubicBezTo>
                  <a:cubicBezTo>
                    <a:pt x="4012" y="3225"/>
                    <a:pt x="4222" y="3259"/>
                    <a:pt x="4432" y="3304"/>
                  </a:cubicBezTo>
                  <a:cubicBezTo>
                    <a:pt x="4532" y="3319"/>
                    <a:pt x="4618" y="3347"/>
                    <a:pt x="4704" y="3361"/>
                  </a:cubicBezTo>
                  <a:cubicBezTo>
                    <a:pt x="4718" y="3190"/>
                    <a:pt x="4775" y="3033"/>
                    <a:pt x="4847" y="2875"/>
                  </a:cubicBezTo>
                  <a:cubicBezTo>
                    <a:pt x="4860" y="2833"/>
                    <a:pt x="4889" y="2789"/>
                    <a:pt x="4904" y="2761"/>
                  </a:cubicBezTo>
                  <a:cubicBezTo>
                    <a:pt x="4961" y="2661"/>
                    <a:pt x="5032" y="2576"/>
                    <a:pt x="5118" y="2490"/>
                  </a:cubicBezTo>
                  <a:cubicBezTo>
                    <a:pt x="5218" y="2389"/>
                    <a:pt x="5346" y="2290"/>
                    <a:pt x="5489" y="2218"/>
                  </a:cubicBezTo>
                  <a:cubicBezTo>
                    <a:pt x="5673" y="2131"/>
                    <a:pt x="5888" y="2083"/>
                    <a:pt x="6101" y="2083"/>
                  </a:cubicBezTo>
                  <a:cubicBezTo>
                    <a:pt x="6204" y="2083"/>
                    <a:pt x="6306" y="2095"/>
                    <a:pt x="6404" y="2118"/>
                  </a:cubicBezTo>
                  <a:cubicBezTo>
                    <a:pt x="6562" y="2147"/>
                    <a:pt x="6719" y="2218"/>
                    <a:pt x="6862" y="2303"/>
                  </a:cubicBezTo>
                  <a:cubicBezTo>
                    <a:pt x="7019" y="2404"/>
                    <a:pt x="7176" y="2532"/>
                    <a:pt x="7362" y="2547"/>
                  </a:cubicBezTo>
                  <a:cubicBezTo>
                    <a:pt x="7376" y="2548"/>
                    <a:pt x="7389" y="2549"/>
                    <a:pt x="7402" y="2549"/>
                  </a:cubicBezTo>
                  <a:cubicBezTo>
                    <a:pt x="7681" y="2549"/>
                    <a:pt x="7884" y="2263"/>
                    <a:pt x="8034" y="2018"/>
                  </a:cubicBezTo>
                  <a:cubicBezTo>
                    <a:pt x="8119" y="2233"/>
                    <a:pt x="8234" y="2475"/>
                    <a:pt x="8405" y="2633"/>
                  </a:cubicBezTo>
                  <a:cubicBezTo>
                    <a:pt x="8477" y="2690"/>
                    <a:pt x="8534" y="2718"/>
                    <a:pt x="8620" y="2761"/>
                  </a:cubicBezTo>
                  <a:cubicBezTo>
                    <a:pt x="8698" y="2792"/>
                    <a:pt x="8775" y="2806"/>
                    <a:pt x="8850" y="2806"/>
                  </a:cubicBezTo>
                  <a:cubicBezTo>
                    <a:pt x="9050" y="2806"/>
                    <a:pt x="9236" y="2706"/>
                    <a:pt x="9392" y="2561"/>
                  </a:cubicBezTo>
                  <a:cubicBezTo>
                    <a:pt x="9621" y="2375"/>
                    <a:pt x="9806" y="2103"/>
                    <a:pt x="9949" y="1903"/>
                  </a:cubicBezTo>
                  <a:cubicBezTo>
                    <a:pt x="10206" y="2103"/>
                    <a:pt x="10564" y="2318"/>
                    <a:pt x="10936" y="2461"/>
                  </a:cubicBezTo>
                  <a:cubicBezTo>
                    <a:pt x="11197" y="2558"/>
                    <a:pt x="11472" y="2622"/>
                    <a:pt x="11733" y="2622"/>
                  </a:cubicBezTo>
                  <a:cubicBezTo>
                    <a:pt x="11857" y="2622"/>
                    <a:pt x="11978" y="2608"/>
                    <a:pt x="12093" y="2576"/>
                  </a:cubicBezTo>
                  <a:cubicBezTo>
                    <a:pt x="12093" y="2504"/>
                    <a:pt x="12079" y="2446"/>
                    <a:pt x="12079" y="2375"/>
                  </a:cubicBezTo>
                  <a:cubicBezTo>
                    <a:pt x="12064" y="2347"/>
                    <a:pt x="12064" y="2318"/>
                    <a:pt x="12064" y="2290"/>
                  </a:cubicBezTo>
                  <a:lnTo>
                    <a:pt x="11793" y="588"/>
                  </a:lnTo>
                  <a:cubicBezTo>
                    <a:pt x="11793" y="588"/>
                    <a:pt x="11293" y="546"/>
                    <a:pt x="10578" y="531"/>
                  </a:cubicBezTo>
                  <a:cubicBezTo>
                    <a:pt x="9698" y="106"/>
                    <a:pt x="8666" y="1"/>
                    <a:pt x="7859"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62"/>
            <p:cNvSpPr/>
            <p:nvPr/>
          </p:nvSpPr>
          <p:spPr>
            <a:xfrm>
              <a:off x="5237175" y="995450"/>
              <a:ext cx="198700" cy="466375"/>
            </a:xfrm>
            <a:custGeom>
              <a:avLst/>
              <a:gdLst/>
              <a:ahLst/>
              <a:cxnLst/>
              <a:rect l="l" t="t" r="r" b="b"/>
              <a:pathLst>
                <a:path w="7948" h="18655" extrusionOk="0">
                  <a:moveTo>
                    <a:pt x="1" y="1"/>
                  </a:moveTo>
                  <a:lnTo>
                    <a:pt x="1" y="1"/>
                  </a:lnTo>
                  <a:cubicBezTo>
                    <a:pt x="1" y="1"/>
                    <a:pt x="1245" y="12922"/>
                    <a:pt x="1144" y="18296"/>
                  </a:cubicBezTo>
                  <a:cubicBezTo>
                    <a:pt x="1144" y="18296"/>
                    <a:pt x="1874" y="18239"/>
                    <a:pt x="2631" y="17410"/>
                  </a:cubicBezTo>
                  <a:cubicBezTo>
                    <a:pt x="2631" y="17410"/>
                    <a:pt x="3046" y="17953"/>
                    <a:pt x="3317" y="18296"/>
                  </a:cubicBezTo>
                  <a:cubicBezTo>
                    <a:pt x="3349" y="18339"/>
                    <a:pt x="3385" y="18358"/>
                    <a:pt x="3423" y="18358"/>
                  </a:cubicBezTo>
                  <a:cubicBezTo>
                    <a:pt x="3698" y="18358"/>
                    <a:pt x="4075" y="17339"/>
                    <a:pt x="4075" y="17339"/>
                  </a:cubicBezTo>
                  <a:lnTo>
                    <a:pt x="4975" y="18654"/>
                  </a:lnTo>
                  <a:cubicBezTo>
                    <a:pt x="4975" y="18654"/>
                    <a:pt x="5533" y="18025"/>
                    <a:pt x="5876" y="17267"/>
                  </a:cubicBezTo>
                  <a:cubicBezTo>
                    <a:pt x="5876" y="17267"/>
                    <a:pt x="6776" y="18239"/>
                    <a:pt x="7948" y="18296"/>
                  </a:cubicBezTo>
                  <a:lnTo>
                    <a:pt x="7948" y="18282"/>
                  </a:lnTo>
                  <a:cubicBezTo>
                    <a:pt x="7934" y="17782"/>
                    <a:pt x="7662" y="9291"/>
                    <a:pt x="7491" y="4532"/>
                  </a:cubicBezTo>
                  <a:cubicBezTo>
                    <a:pt x="7462" y="3818"/>
                    <a:pt x="7433" y="3202"/>
                    <a:pt x="7420" y="2703"/>
                  </a:cubicBezTo>
                  <a:cubicBezTo>
                    <a:pt x="7420" y="2703"/>
                    <a:pt x="7251" y="2721"/>
                    <a:pt x="6951" y="2721"/>
                  </a:cubicBezTo>
                  <a:cubicBezTo>
                    <a:pt x="5822" y="2721"/>
                    <a:pt x="2836" y="2462"/>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62"/>
            <p:cNvSpPr/>
            <p:nvPr/>
          </p:nvSpPr>
          <p:spPr>
            <a:xfrm>
              <a:off x="5247550" y="1059425"/>
              <a:ext cx="188325" cy="402400"/>
            </a:xfrm>
            <a:custGeom>
              <a:avLst/>
              <a:gdLst/>
              <a:ahLst/>
              <a:cxnLst/>
              <a:rect l="l" t="t" r="r" b="b"/>
              <a:pathLst>
                <a:path w="7533" h="16096" extrusionOk="0">
                  <a:moveTo>
                    <a:pt x="1530" y="1"/>
                  </a:moveTo>
                  <a:lnTo>
                    <a:pt x="1530" y="1"/>
                  </a:lnTo>
                  <a:cubicBezTo>
                    <a:pt x="1644" y="744"/>
                    <a:pt x="1730" y="1173"/>
                    <a:pt x="1730" y="1173"/>
                  </a:cubicBezTo>
                  <a:cubicBezTo>
                    <a:pt x="872" y="858"/>
                    <a:pt x="644" y="243"/>
                    <a:pt x="644" y="243"/>
                  </a:cubicBezTo>
                  <a:lnTo>
                    <a:pt x="630" y="272"/>
                  </a:lnTo>
                  <a:cubicBezTo>
                    <a:pt x="658" y="500"/>
                    <a:pt x="758" y="700"/>
                    <a:pt x="872" y="872"/>
                  </a:cubicBezTo>
                  <a:cubicBezTo>
                    <a:pt x="929" y="944"/>
                    <a:pt x="987" y="1015"/>
                    <a:pt x="1044" y="1072"/>
                  </a:cubicBezTo>
                  <a:cubicBezTo>
                    <a:pt x="1316" y="1387"/>
                    <a:pt x="1659" y="1558"/>
                    <a:pt x="1730" y="1615"/>
                  </a:cubicBezTo>
                  <a:cubicBezTo>
                    <a:pt x="1873" y="1701"/>
                    <a:pt x="1701" y="2116"/>
                    <a:pt x="1530" y="2416"/>
                  </a:cubicBezTo>
                  <a:cubicBezTo>
                    <a:pt x="1501" y="2473"/>
                    <a:pt x="1459" y="2530"/>
                    <a:pt x="1430" y="2573"/>
                  </a:cubicBezTo>
                  <a:cubicBezTo>
                    <a:pt x="1316" y="2730"/>
                    <a:pt x="1202" y="2831"/>
                    <a:pt x="1044" y="2831"/>
                  </a:cubicBezTo>
                  <a:cubicBezTo>
                    <a:pt x="944" y="2831"/>
                    <a:pt x="815" y="2787"/>
                    <a:pt x="644" y="2688"/>
                  </a:cubicBezTo>
                  <a:cubicBezTo>
                    <a:pt x="458" y="2559"/>
                    <a:pt x="215" y="2359"/>
                    <a:pt x="1" y="2187"/>
                  </a:cubicBezTo>
                  <a:lnTo>
                    <a:pt x="1" y="2187"/>
                  </a:lnTo>
                  <a:cubicBezTo>
                    <a:pt x="329" y="6147"/>
                    <a:pt x="729" y="11693"/>
                    <a:pt x="729" y="15066"/>
                  </a:cubicBezTo>
                  <a:lnTo>
                    <a:pt x="729" y="15737"/>
                  </a:lnTo>
                  <a:cubicBezTo>
                    <a:pt x="729" y="15737"/>
                    <a:pt x="1459" y="15680"/>
                    <a:pt x="2216" y="14851"/>
                  </a:cubicBezTo>
                  <a:cubicBezTo>
                    <a:pt x="2216" y="14851"/>
                    <a:pt x="2631" y="15394"/>
                    <a:pt x="2902" y="15737"/>
                  </a:cubicBezTo>
                  <a:cubicBezTo>
                    <a:pt x="2930" y="15781"/>
                    <a:pt x="2974" y="15794"/>
                    <a:pt x="3003" y="15794"/>
                  </a:cubicBezTo>
                  <a:cubicBezTo>
                    <a:pt x="3288" y="15794"/>
                    <a:pt x="3660" y="14780"/>
                    <a:pt x="3660" y="14780"/>
                  </a:cubicBezTo>
                  <a:lnTo>
                    <a:pt x="4560" y="16095"/>
                  </a:lnTo>
                  <a:cubicBezTo>
                    <a:pt x="4560" y="16095"/>
                    <a:pt x="5118" y="15466"/>
                    <a:pt x="5461" y="14708"/>
                  </a:cubicBezTo>
                  <a:cubicBezTo>
                    <a:pt x="5461" y="14708"/>
                    <a:pt x="6361" y="15680"/>
                    <a:pt x="7533" y="15737"/>
                  </a:cubicBezTo>
                  <a:lnTo>
                    <a:pt x="7533" y="15723"/>
                  </a:lnTo>
                  <a:cubicBezTo>
                    <a:pt x="7419" y="15651"/>
                    <a:pt x="7319" y="15594"/>
                    <a:pt x="7205" y="15537"/>
                  </a:cubicBezTo>
                  <a:cubicBezTo>
                    <a:pt x="6519" y="15165"/>
                    <a:pt x="5718" y="14737"/>
                    <a:pt x="5589" y="13965"/>
                  </a:cubicBezTo>
                  <a:cubicBezTo>
                    <a:pt x="5261" y="14323"/>
                    <a:pt x="4932" y="14666"/>
                    <a:pt x="4603" y="15023"/>
                  </a:cubicBezTo>
                  <a:cubicBezTo>
                    <a:pt x="4432" y="14637"/>
                    <a:pt x="4260" y="14237"/>
                    <a:pt x="4089" y="13850"/>
                  </a:cubicBezTo>
                  <a:cubicBezTo>
                    <a:pt x="3759" y="14222"/>
                    <a:pt x="3431" y="14609"/>
                    <a:pt x="3102" y="14980"/>
                  </a:cubicBezTo>
                  <a:cubicBezTo>
                    <a:pt x="2917" y="14622"/>
                    <a:pt x="2745" y="14266"/>
                    <a:pt x="2559" y="13908"/>
                  </a:cubicBezTo>
                  <a:cubicBezTo>
                    <a:pt x="2302" y="13951"/>
                    <a:pt x="2059" y="13993"/>
                    <a:pt x="1802" y="14037"/>
                  </a:cubicBezTo>
                  <a:cubicBezTo>
                    <a:pt x="1973" y="10420"/>
                    <a:pt x="2031" y="6804"/>
                    <a:pt x="1973" y="3188"/>
                  </a:cubicBezTo>
                  <a:cubicBezTo>
                    <a:pt x="2602" y="3088"/>
                    <a:pt x="3088" y="2416"/>
                    <a:pt x="2988" y="1787"/>
                  </a:cubicBezTo>
                  <a:lnTo>
                    <a:pt x="2988" y="1787"/>
                  </a:lnTo>
                  <a:cubicBezTo>
                    <a:pt x="3019" y="1973"/>
                    <a:pt x="4132" y="2015"/>
                    <a:pt x="5118" y="2015"/>
                  </a:cubicBezTo>
                  <a:cubicBezTo>
                    <a:pt x="5846" y="2015"/>
                    <a:pt x="6504" y="2002"/>
                    <a:pt x="6647" y="1987"/>
                  </a:cubicBezTo>
                  <a:cubicBezTo>
                    <a:pt x="6790" y="1987"/>
                    <a:pt x="6933" y="1973"/>
                    <a:pt x="7076" y="1973"/>
                  </a:cubicBezTo>
                  <a:cubicBezTo>
                    <a:pt x="7062" y="1687"/>
                    <a:pt x="7047" y="1415"/>
                    <a:pt x="7047" y="1158"/>
                  </a:cubicBezTo>
                  <a:cubicBezTo>
                    <a:pt x="6604" y="1144"/>
                    <a:pt x="6189" y="1101"/>
                    <a:pt x="5775" y="1072"/>
                  </a:cubicBezTo>
                  <a:cubicBezTo>
                    <a:pt x="4575" y="944"/>
                    <a:pt x="3517" y="715"/>
                    <a:pt x="2559" y="401"/>
                  </a:cubicBezTo>
                  <a:cubicBezTo>
                    <a:pt x="2202" y="272"/>
                    <a:pt x="1859" y="144"/>
                    <a:pt x="1530"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62"/>
            <p:cNvSpPr/>
            <p:nvPr/>
          </p:nvSpPr>
          <p:spPr>
            <a:xfrm>
              <a:off x="5702100" y="1462425"/>
              <a:ext cx="82000" cy="63125"/>
            </a:xfrm>
            <a:custGeom>
              <a:avLst/>
              <a:gdLst/>
              <a:ahLst/>
              <a:cxnLst/>
              <a:rect l="l" t="t" r="r" b="b"/>
              <a:pathLst>
                <a:path w="3280" h="2525" extrusionOk="0">
                  <a:moveTo>
                    <a:pt x="1851" y="1"/>
                  </a:moveTo>
                  <a:cubicBezTo>
                    <a:pt x="1825" y="1"/>
                    <a:pt x="1799" y="2"/>
                    <a:pt x="1772" y="4"/>
                  </a:cubicBezTo>
                  <a:cubicBezTo>
                    <a:pt x="671" y="89"/>
                    <a:pt x="86" y="747"/>
                    <a:pt x="86" y="747"/>
                  </a:cubicBezTo>
                  <a:lnTo>
                    <a:pt x="0" y="2190"/>
                  </a:lnTo>
                  <a:cubicBezTo>
                    <a:pt x="0" y="2190"/>
                    <a:pt x="729" y="2524"/>
                    <a:pt x="1471" y="2524"/>
                  </a:cubicBezTo>
                  <a:cubicBezTo>
                    <a:pt x="1805" y="2524"/>
                    <a:pt x="2141" y="2457"/>
                    <a:pt x="2415" y="2262"/>
                  </a:cubicBezTo>
                  <a:cubicBezTo>
                    <a:pt x="3280" y="1634"/>
                    <a:pt x="2880" y="1"/>
                    <a:pt x="185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62"/>
            <p:cNvSpPr/>
            <p:nvPr/>
          </p:nvSpPr>
          <p:spPr>
            <a:xfrm>
              <a:off x="5641675" y="1458575"/>
              <a:ext cx="91175" cy="66500"/>
            </a:xfrm>
            <a:custGeom>
              <a:avLst/>
              <a:gdLst/>
              <a:ahLst/>
              <a:cxnLst/>
              <a:rect l="l" t="t" r="r" b="b"/>
              <a:pathLst>
                <a:path w="3647" h="2660" extrusionOk="0">
                  <a:moveTo>
                    <a:pt x="2193" y="1"/>
                  </a:moveTo>
                  <a:cubicBezTo>
                    <a:pt x="1112" y="1"/>
                    <a:pt x="230" y="857"/>
                    <a:pt x="230" y="857"/>
                  </a:cubicBezTo>
                  <a:lnTo>
                    <a:pt x="1" y="2172"/>
                  </a:lnTo>
                  <a:cubicBezTo>
                    <a:pt x="1" y="2172"/>
                    <a:pt x="776" y="2659"/>
                    <a:pt x="1704" y="2659"/>
                  </a:cubicBezTo>
                  <a:cubicBezTo>
                    <a:pt x="1945" y="2659"/>
                    <a:pt x="2195" y="2627"/>
                    <a:pt x="2446" y="2544"/>
                  </a:cubicBezTo>
                  <a:cubicBezTo>
                    <a:pt x="3646" y="2144"/>
                    <a:pt x="3618" y="171"/>
                    <a:pt x="2431" y="15"/>
                  </a:cubicBezTo>
                  <a:cubicBezTo>
                    <a:pt x="2351" y="5"/>
                    <a:pt x="2271" y="1"/>
                    <a:pt x="219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62"/>
            <p:cNvSpPr/>
            <p:nvPr/>
          </p:nvSpPr>
          <p:spPr>
            <a:xfrm>
              <a:off x="5479125" y="1407325"/>
              <a:ext cx="197600" cy="114775"/>
            </a:xfrm>
            <a:custGeom>
              <a:avLst/>
              <a:gdLst/>
              <a:ahLst/>
              <a:cxnLst/>
              <a:rect l="l" t="t" r="r" b="b"/>
              <a:pathLst>
                <a:path w="7904" h="4591" extrusionOk="0">
                  <a:moveTo>
                    <a:pt x="4829" y="0"/>
                  </a:moveTo>
                  <a:cubicBezTo>
                    <a:pt x="4025" y="0"/>
                    <a:pt x="2533" y="103"/>
                    <a:pt x="1372" y="778"/>
                  </a:cubicBezTo>
                  <a:cubicBezTo>
                    <a:pt x="929" y="1036"/>
                    <a:pt x="528" y="1379"/>
                    <a:pt x="229" y="1836"/>
                  </a:cubicBezTo>
                  <a:cubicBezTo>
                    <a:pt x="229" y="1836"/>
                    <a:pt x="71" y="2236"/>
                    <a:pt x="29" y="2707"/>
                  </a:cubicBezTo>
                  <a:lnTo>
                    <a:pt x="29" y="2751"/>
                  </a:lnTo>
                  <a:cubicBezTo>
                    <a:pt x="0" y="3180"/>
                    <a:pt x="57" y="3666"/>
                    <a:pt x="414" y="3965"/>
                  </a:cubicBezTo>
                  <a:cubicBezTo>
                    <a:pt x="672" y="4185"/>
                    <a:pt x="1130" y="4253"/>
                    <a:pt x="1659" y="4253"/>
                  </a:cubicBezTo>
                  <a:cubicBezTo>
                    <a:pt x="1715" y="4253"/>
                    <a:pt x="1772" y="4253"/>
                    <a:pt x="1830" y="4251"/>
                  </a:cubicBezTo>
                  <a:cubicBezTo>
                    <a:pt x="2643" y="4239"/>
                    <a:pt x="3592" y="4093"/>
                    <a:pt x="4315" y="4093"/>
                  </a:cubicBezTo>
                  <a:cubicBezTo>
                    <a:pt x="4442" y="4093"/>
                    <a:pt x="4562" y="4098"/>
                    <a:pt x="4673" y="4108"/>
                  </a:cubicBezTo>
                  <a:cubicBezTo>
                    <a:pt x="5475" y="4197"/>
                    <a:pt x="6034" y="4590"/>
                    <a:pt x="6580" y="4590"/>
                  </a:cubicBezTo>
                  <a:cubicBezTo>
                    <a:pt x="6735" y="4590"/>
                    <a:pt x="6888" y="4559"/>
                    <a:pt x="7046" y="4480"/>
                  </a:cubicBezTo>
                  <a:cubicBezTo>
                    <a:pt x="7175" y="4423"/>
                    <a:pt x="7290" y="4337"/>
                    <a:pt x="7418" y="4222"/>
                  </a:cubicBezTo>
                  <a:cubicBezTo>
                    <a:pt x="7904" y="3765"/>
                    <a:pt x="7875" y="3094"/>
                    <a:pt x="7490" y="2650"/>
                  </a:cubicBezTo>
                  <a:cubicBezTo>
                    <a:pt x="7433" y="2579"/>
                    <a:pt x="7375" y="2522"/>
                    <a:pt x="7303" y="2479"/>
                  </a:cubicBezTo>
                  <a:cubicBezTo>
                    <a:pt x="7084" y="2303"/>
                    <a:pt x="6790" y="2192"/>
                    <a:pt x="6436" y="2192"/>
                  </a:cubicBezTo>
                  <a:cubicBezTo>
                    <a:pt x="6214" y="2192"/>
                    <a:pt x="5968" y="2236"/>
                    <a:pt x="5702" y="2336"/>
                  </a:cubicBezTo>
                  <a:lnTo>
                    <a:pt x="5660" y="2008"/>
                  </a:lnTo>
                  <a:lnTo>
                    <a:pt x="5489" y="706"/>
                  </a:lnTo>
                  <a:lnTo>
                    <a:pt x="5403" y="20"/>
                  </a:lnTo>
                  <a:cubicBezTo>
                    <a:pt x="5403" y="20"/>
                    <a:pt x="5183" y="0"/>
                    <a:pt x="48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62"/>
            <p:cNvSpPr/>
            <p:nvPr/>
          </p:nvSpPr>
          <p:spPr>
            <a:xfrm>
              <a:off x="5479825" y="1422250"/>
              <a:ext cx="209425" cy="53850"/>
            </a:xfrm>
            <a:custGeom>
              <a:avLst/>
              <a:gdLst/>
              <a:ahLst/>
              <a:cxnLst/>
              <a:rect l="l" t="t" r="r" b="b"/>
              <a:pathLst>
                <a:path w="8377" h="2154" extrusionOk="0">
                  <a:moveTo>
                    <a:pt x="4065" y="0"/>
                  </a:moveTo>
                  <a:cubicBezTo>
                    <a:pt x="3152" y="0"/>
                    <a:pt x="2122" y="91"/>
                    <a:pt x="1344" y="181"/>
                  </a:cubicBezTo>
                  <a:cubicBezTo>
                    <a:pt x="630" y="267"/>
                    <a:pt x="129" y="338"/>
                    <a:pt x="129" y="338"/>
                  </a:cubicBezTo>
                  <a:lnTo>
                    <a:pt x="1" y="2110"/>
                  </a:lnTo>
                  <a:lnTo>
                    <a:pt x="1" y="2154"/>
                  </a:lnTo>
                  <a:lnTo>
                    <a:pt x="1859" y="2125"/>
                  </a:lnTo>
                  <a:lnTo>
                    <a:pt x="2559" y="2110"/>
                  </a:lnTo>
                  <a:lnTo>
                    <a:pt x="3130" y="2110"/>
                  </a:lnTo>
                  <a:lnTo>
                    <a:pt x="7004" y="2053"/>
                  </a:lnTo>
                  <a:lnTo>
                    <a:pt x="7462" y="2053"/>
                  </a:lnTo>
                  <a:lnTo>
                    <a:pt x="8377" y="2039"/>
                  </a:lnTo>
                  <a:cubicBezTo>
                    <a:pt x="8377" y="2039"/>
                    <a:pt x="7976" y="1939"/>
                    <a:pt x="7519" y="1739"/>
                  </a:cubicBezTo>
                  <a:cubicBezTo>
                    <a:pt x="7319" y="1653"/>
                    <a:pt x="7090" y="1539"/>
                    <a:pt x="6890" y="1382"/>
                  </a:cubicBezTo>
                  <a:cubicBezTo>
                    <a:pt x="6576" y="1167"/>
                    <a:pt x="6318" y="881"/>
                    <a:pt x="6218" y="538"/>
                  </a:cubicBezTo>
                  <a:cubicBezTo>
                    <a:pt x="6160" y="324"/>
                    <a:pt x="5875" y="181"/>
                    <a:pt x="5461" y="109"/>
                  </a:cubicBezTo>
                  <a:cubicBezTo>
                    <a:pt x="5083" y="31"/>
                    <a:pt x="4594" y="0"/>
                    <a:pt x="406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62"/>
            <p:cNvSpPr/>
            <p:nvPr/>
          </p:nvSpPr>
          <p:spPr>
            <a:xfrm>
              <a:off x="5479125" y="1407325"/>
              <a:ext cx="172950" cy="106350"/>
            </a:xfrm>
            <a:custGeom>
              <a:avLst/>
              <a:gdLst/>
              <a:ahLst/>
              <a:cxnLst/>
              <a:rect l="l" t="t" r="r" b="b"/>
              <a:pathLst>
                <a:path w="6918" h="4254" extrusionOk="0">
                  <a:moveTo>
                    <a:pt x="4829" y="0"/>
                  </a:moveTo>
                  <a:cubicBezTo>
                    <a:pt x="4025" y="0"/>
                    <a:pt x="2533" y="103"/>
                    <a:pt x="1372" y="778"/>
                  </a:cubicBezTo>
                  <a:cubicBezTo>
                    <a:pt x="658" y="864"/>
                    <a:pt x="157" y="935"/>
                    <a:pt x="157" y="935"/>
                  </a:cubicBezTo>
                  <a:lnTo>
                    <a:pt x="29" y="2707"/>
                  </a:lnTo>
                  <a:lnTo>
                    <a:pt x="29" y="2751"/>
                  </a:lnTo>
                  <a:cubicBezTo>
                    <a:pt x="0" y="3180"/>
                    <a:pt x="57" y="3666"/>
                    <a:pt x="414" y="3965"/>
                  </a:cubicBezTo>
                  <a:cubicBezTo>
                    <a:pt x="672" y="4185"/>
                    <a:pt x="1130" y="4253"/>
                    <a:pt x="1659" y="4253"/>
                  </a:cubicBezTo>
                  <a:cubicBezTo>
                    <a:pt x="1715" y="4253"/>
                    <a:pt x="1772" y="4253"/>
                    <a:pt x="1830" y="4251"/>
                  </a:cubicBezTo>
                  <a:cubicBezTo>
                    <a:pt x="1786" y="3737"/>
                    <a:pt x="1772" y="3208"/>
                    <a:pt x="1887" y="2722"/>
                  </a:cubicBezTo>
                  <a:cubicBezTo>
                    <a:pt x="1929" y="2564"/>
                    <a:pt x="1986" y="2408"/>
                    <a:pt x="2058" y="2250"/>
                  </a:cubicBezTo>
                  <a:cubicBezTo>
                    <a:pt x="2243" y="2408"/>
                    <a:pt x="2415" y="2564"/>
                    <a:pt x="2587" y="2707"/>
                  </a:cubicBezTo>
                  <a:cubicBezTo>
                    <a:pt x="2630" y="2751"/>
                    <a:pt x="2659" y="2779"/>
                    <a:pt x="2701" y="2808"/>
                  </a:cubicBezTo>
                  <a:cubicBezTo>
                    <a:pt x="2760" y="2866"/>
                    <a:pt x="2847" y="2934"/>
                    <a:pt x="2931" y="2934"/>
                  </a:cubicBezTo>
                  <a:cubicBezTo>
                    <a:pt x="2950" y="2934"/>
                    <a:pt x="2968" y="2930"/>
                    <a:pt x="2987" y="2922"/>
                  </a:cubicBezTo>
                  <a:cubicBezTo>
                    <a:pt x="3059" y="2894"/>
                    <a:pt x="3101" y="2822"/>
                    <a:pt x="3130" y="2765"/>
                  </a:cubicBezTo>
                  <a:cubicBezTo>
                    <a:pt x="3145" y="2736"/>
                    <a:pt x="3145" y="2722"/>
                    <a:pt x="3158" y="2707"/>
                  </a:cubicBezTo>
                  <a:cubicBezTo>
                    <a:pt x="3345" y="2364"/>
                    <a:pt x="3516" y="2008"/>
                    <a:pt x="3701" y="1665"/>
                  </a:cubicBezTo>
                  <a:cubicBezTo>
                    <a:pt x="3888" y="1950"/>
                    <a:pt x="4088" y="2236"/>
                    <a:pt x="4317" y="2479"/>
                  </a:cubicBezTo>
                  <a:cubicBezTo>
                    <a:pt x="4574" y="2307"/>
                    <a:pt x="4803" y="2078"/>
                    <a:pt x="4959" y="1821"/>
                  </a:cubicBezTo>
                  <a:cubicBezTo>
                    <a:pt x="5203" y="1907"/>
                    <a:pt x="5431" y="1964"/>
                    <a:pt x="5660" y="2008"/>
                  </a:cubicBezTo>
                  <a:cubicBezTo>
                    <a:pt x="5863" y="2050"/>
                    <a:pt x="6057" y="2069"/>
                    <a:pt x="6242" y="2069"/>
                  </a:cubicBezTo>
                  <a:cubicBezTo>
                    <a:pt x="6487" y="2069"/>
                    <a:pt x="6714" y="2036"/>
                    <a:pt x="6918" y="1979"/>
                  </a:cubicBezTo>
                  <a:cubicBezTo>
                    <a:pt x="6604" y="1764"/>
                    <a:pt x="6346" y="1478"/>
                    <a:pt x="6246" y="1135"/>
                  </a:cubicBezTo>
                  <a:cubicBezTo>
                    <a:pt x="6188" y="921"/>
                    <a:pt x="5903" y="778"/>
                    <a:pt x="5489" y="706"/>
                  </a:cubicBezTo>
                  <a:lnTo>
                    <a:pt x="5403" y="20"/>
                  </a:lnTo>
                  <a:cubicBezTo>
                    <a:pt x="5403" y="20"/>
                    <a:pt x="5183" y="0"/>
                    <a:pt x="4829"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62"/>
            <p:cNvSpPr/>
            <p:nvPr/>
          </p:nvSpPr>
          <p:spPr>
            <a:xfrm>
              <a:off x="5459450" y="991175"/>
              <a:ext cx="188350" cy="474925"/>
            </a:xfrm>
            <a:custGeom>
              <a:avLst/>
              <a:gdLst/>
              <a:ahLst/>
              <a:cxnLst/>
              <a:rect l="l" t="t" r="r" b="b"/>
              <a:pathLst>
                <a:path w="7534" h="18997" extrusionOk="0">
                  <a:moveTo>
                    <a:pt x="7176" y="0"/>
                  </a:moveTo>
                  <a:lnTo>
                    <a:pt x="7176" y="0"/>
                  </a:lnTo>
                  <a:cubicBezTo>
                    <a:pt x="4032" y="3198"/>
                    <a:pt x="430" y="3288"/>
                    <a:pt x="36" y="3288"/>
                  </a:cubicBezTo>
                  <a:cubicBezTo>
                    <a:pt x="12" y="3288"/>
                    <a:pt x="0" y="3288"/>
                    <a:pt x="0" y="3288"/>
                  </a:cubicBezTo>
                  <a:lnTo>
                    <a:pt x="0" y="3288"/>
                  </a:lnTo>
                  <a:cubicBezTo>
                    <a:pt x="172" y="7305"/>
                    <a:pt x="758" y="18896"/>
                    <a:pt x="758" y="18896"/>
                  </a:cubicBezTo>
                  <a:cubicBezTo>
                    <a:pt x="1916" y="18724"/>
                    <a:pt x="2745" y="17682"/>
                    <a:pt x="2745" y="17682"/>
                  </a:cubicBezTo>
                  <a:cubicBezTo>
                    <a:pt x="3145" y="18425"/>
                    <a:pt x="3745" y="18997"/>
                    <a:pt x="3745" y="18997"/>
                  </a:cubicBezTo>
                  <a:lnTo>
                    <a:pt x="4532" y="17610"/>
                  </a:lnTo>
                  <a:cubicBezTo>
                    <a:pt x="4532" y="17610"/>
                    <a:pt x="4978" y="18579"/>
                    <a:pt x="5262" y="18579"/>
                  </a:cubicBezTo>
                  <a:cubicBezTo>
                    <a:pt x="5304" y="18579"/>
                    <a:pt x="5342" y="18558"/>
                    <a:pt x="5375" y="18511"/>
                  </a:cubicBezTo>
                  <a:cubicBezTo>
                    <a:pt x="5618" y="18139"/>
                    <a:pt x="5990" y="17552"/>
                    <a:pt x="5990" y="17552"/>
                  </a:cubicBezTo>
                  <a:cubicBezTo>
                    <a:pt x="6804" y="18324"/>
                    <a:pt x="7533" y="18339"/>
                    <a:pt x="7533" y="18339"/>
                  </a:cubicBezTo>
                  <a:lnTo>
                    <a:pt x="7533" y="18311"/>
                  </a:lnTo>
                  <a:cubicBezTo>
                    <a:pt x="7162" y="14608"/>
                    <a:pt x="7133" y="7318"/>
                    <a:pt x="7147" y="3145"/>
                  </a:cubicBezTo>
                  <a:cubicBezTo>
                    <a:pt x="7147" y="1258"/>
                    <a:pt x="7176" y="0"/>
                    <a:pt x="7176"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62"/>
            <p:cNvSpPr/>
            <p:nvPr/>
          </p:nvSpPr>
          <p:spPr>
            <a:xfrm>
              <a:off x="5460150" y="1024750"/>
              <a:ext cx="187650" cy="441350"/>
            </a:xfrm>
            <a:custGeom>
              <a:avLst/>
              <a:gdLst/>
              <a:ahLst/>
              <a:cxnLst/>
              <a:rect l="l" t="t" r="r" b="b"/>
              <a:pathLst>
                <a:path w="7506" h="17654" extrusionOk="0">
                  <a:moveTo>
                    <a:pt x="7134" y="1"/>
                  </a:moveTo>
                  <a:lnTo>
                    <a:pt x="7134" y="1"/>
                  </a:lnTo>
                  <a:cubicBezTo>
                    <a:pt x="5690" y="1445"/>
                    <a:pt x="3546" y="2459"/>
                    <a:pt x="359" y="2560"/>
                  </a:cubicBezTo>
                  <a:lnTo>
                    <a:pt x="1" y="2560"/>
                  </a:lnTo>
                  <a:cubicBezTo>
                    <a:pt x="187" y="7019"/>
                    <a:pt x="730" y="17553"/>
                    <a:pt x="730" y="17553"/>
                  </a:cubicBezTo>
                  <a:cubicBezTo>
                    <a:pt x="1888" y="17381"/>
                    <a:pt x="2717" y="16339"/>
                    <a:pt x="2717" y="16339"/>
                  </a:cubicBezTo>
                  <a:cubicBezTo>
                    <a:pt x="3117" y="17082"/>
                    <a:pt x="3717" y="17654"/>
                    <a:pt x="3717" y="17654"/>
                  </a:cubicBezTo>
                  <a:lnTo>
                    <a:pt x="4504" y="16267"/>
                  </a:lnTo>
                  <a:cubicBezTo>
                    <a:pt x="4504" y="16267"/>
                    <a:pt x="4961" y="17239"/>
                    <a:pt x="5232" y="17239"/>
                  </a:cubicBezTo>
                  <a:cubicBezTo>
                    <a:pt x="5276" y="17239"/>
                    <a:pt x="5304" y="17210"/>
                    <a:pt x="5347" y="17168"/>
                  </a:cubicBezTo>
                  <a:cubicBezTo>
                    <a:pt x="5590" y="16796"/>
                    <a:pt x="5962" y="16209"/>
                    <a:pt x="5962" y="16209"/>
                  </a:cubicBezTo>
                  <a:cubicBezTo>
                    <a:pt x="6776" y="16981"/>
                    <a:pt x="7505" y="16996"/>
                    <a:pt x="7505" y="16996"/>
                  </a:cubicBezTo>
                  <a:lnTo>
                    <a:pt x="7505" y="16968"/>
                  </a:lnTo>
                  <a:cubicBezTo>
                    <a:pt x="6877" y="16552"/>
                    <a:pt x="6333" y="16024"/>
                    <a:pt x="5890" y="15424"/>
                  </a:cubicBezTo>
                  <a:cubicBezTo>
                    <a:pt x="5718" y="15710"/>
                    <a:pt x="5504" y="15981"/>
                    <a:pt x="5247" y="16196"/>
                  </a:cubicBezTo>
                  <a:cubicBezTo>
                    <a:pt x="4946" y="15938"/>
                    <a:pt x="4689" y="15624"/>
                    <a:pt x="4489" y="15281"/>
                  </a:cubicBezTo>
                  <a:lnTo>
                    <a:pt x="3717" y="16653"/>
                  </a:lnTo>
                  <a:cubicBezTo>
                    <a:pt x="3332" y="16053"/>
                    <a:pt x="2960" y="15466"/>
                    <a:pt x="2574" y="14866"/>
                  </a:cubicBezTo>
                  <a:cubicBezTo>
                    <a:pt x="2316" y="15123"/>
                    <a:pt x="1988" y="15309"/>
                    <a:pt x="1645" y="15424"/>
                  </a:cubicBezTo>
                  <a:cubicBezTo>
                    <a:pt x="1745" y="11450"/>
                    <a:pt x="1745" y="7477"/>
                    <a:pt x="1630" y="3503"/>
                  </a:cubicBezTo>
                  <a:cubicBezTo>
                    <a:pt x="3517" y="3402"/>
                    <a:pt x="5461" y="2802"/>
                    <a:pt x="7119" y="1802"/>
                  </a:cubicBezTo>
                  <a:cubicBezTo>
                    <a:pt x="7119" y="1102"/>
                    <a:pt x="7119" y="487"/>
                    <a:pt x="7134"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62"/>
            <p:cNvSpPr/>
            <p:nvPr/>
          </p:nvSpPr>
          <p:spPr>
            <a:xfrm>
              <a:off x="5637050" y="1015825"/>
              <a:ext cx="142600" cy="153625"/>
            </a:xfrm>
            <a:custGeom>
              <a:avLst/>
              <a:gdLst/>
              <a:ahLst/>
              <a:cxnLst/>
              <a:rect l="l" t="t" r="r" b="b"/>
              <a:pathLst>
                <a:path w="5704" h="6145" extrusionOk="0">
                  <a:moveTo>
                    <a:pt x="1401" y="1"/>
                  </a:moveTo>
                  <a:cubicBezTo>
                    <a:pt x="1401" y="1"/>
                    <a:pt x="758" y="801"/>
                    <a:pt x="401" y="2530"/>
                  </a:cubicBezTo>
                  <a:cubicBezTo>
                    <a:pt x="401" y="2530"/>
                    <a:pt x="1" y="3374"/>
                    <a:pt x="758" y="3774"/>
                  </a:cubicBezTo>
                  <a:cubicBezTo>
                    <a:pt x="758" y="3774"/>
                    <a:pt x="443" y="4375"/>
                    <a:pt x="758" y="4617"/>
                  </a:cubicBezTo>
                  <a:cubicBezTo>
                    <a:pt x="1087" y="4846"/>
                    <a:pt x="1358" y="4889"/>
                    <a:pt x="1558" y="5175"/>
                  </a:cubicBezTo>
                  <a:cubicBezTo>
                    <a:pt x="1716" y="5375"/>
                    <a:pt x="1787" y="5732"/>
                    <a:pt x="2116" y="5875"/>
                  </a:cubicBezTo>
                  <a:cubicBezTo>
                    <a:pt x="2180" y="5903"/>
                    <a:pt x="2262" y="5919"/>
                    <a:pt x="2362" y="5919"/>
                  </a:cubicBezTo>
                  <a:cubicBezTo>
                    <a:pt x="2417" y="5919"/>
                    <a:pt x="2478" y="5914"/>
                    <a:pt x="2545" y="5904"/>
                  </a:cubicBezTo>
                  <a:cubicBezTo>
                    <a:pt x="2605" y="5896"/>
                    <a:pt x="2662" y="5892"/>
                    <a:pt x="2715" y="5892"/>
                  </a:cubicBezTo>
                  <a:cubicBezTo>
                    <a:pt x="2953" y="5892"/>
                    <a:pt x="3130" y="5960"/>
                    <a:pt x="3317" y="6018"/>
                  </a:cubicBezTo>
                  <a:cubicBezTo>
                    <a:pt x="3487" y="6084"/>
                    <a:pt x="3663" y="6144"/>
                    <a:pt x="3878" y="6144"/>
                  </a:cubicBezTo>
                  <a:cubicBezTo>
                    <a:pt x="3989" y="6144"/>
                    <a:pt x="4110" y="6129"/>
                    <a:pt x="4245" y="6090"/>
                  </a:cubicBezTo>
                  <a:cubicBezTo>
                    <a:pt x="4788" y="5947"/>
                    <a:pt x="5332" y="4775"/>
                    <a:pt x="5560" y="3502"/>
                  </a:cubicBezTo>
                  <a:cubicBezTo>
                    <a:pt x="5661" y="2974"/>
                    <a:pt x="5703" y="2416"/>
                    <a:pt x="5661" y="1930"/>
                  </a:cubicBezTo>
                  <a:cubicBezTo>
                    <a:pt x="5489" y="287"/>
                    <a:pt x="1401" y="1"/>
                    <a:pt x="1401"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62"/>
            <p:cNvSpPr/>
            <p:nvPr/>
          </p:nvSpPr>
          <p:spPr>
            <a:xfrm>
              <a:off x="5637050" y="1015825"/>
              <a:ext cx="142600" cy="146875"/>
            </a:xfrm>
            <a:custGeom>
              <a:avLst/>
              <a:gdLst/>
              <a:ahLst/>
              <a:cxnLst/>
              <a:rect l="l" t="t" r="r" b="b"/>
              <a:pathLst>
                <a:path w="5704" h="5875" extrusionOk="0">
                  <a:moveTo>
                    <a:pt x="1401" y="1"/>
                  </a:moveTo>
                  <a:cubicBezTo>
                    <a:pt x="1401" y="1"/>
                    <a:pt x="758" y="801"/>
                    <a:pt x="401" y="2530"/>
                  </a:cubicBezTo>
                  <a:cubicBezTo>
                    <a:pt x="401" y="2530"/>
                    <a:pt x="1" y="3374"/>
                    <a:pt x="758" y="3774"/>
                  </a:cubicBezTo>
                  <a:cubicBezTo>
                    <a:pt x="758" y="3774"/>
                    <a:pt x="443" y="4375"/>
                    <a:pt x="758" y="4617"/>
                  </a:cubicBezTo>
                  <a:cubicBezTo>
                    <a:pt x="1087" y="4846"/>
                    <a:pt x="1358" y="4889"/>
                    <a:pt x="1558" y="5175"/>
                  </a:cubicBezTo>
                  <a:cubicBezTo>
                    <a:pt x="1716" y="5375"/>
                    <a:pt x="1787" y="5732"/>
                    <a:pt x="2116" y="5875"/>
                  </a:cubicBezTo>
                  <a:cubicBezTo>
                    <a:pt x="2073" y="5775"/>
                    <a:pt x="2030" y="5675"/>
                    <a:pt x="2015" y="5575"/>
                  </a:cubicBezTo>
                  <a:cubicBezTo>
                    <a:pt x="1987" y="5347"/>
                    <a:pt x="2030" y="5089"/>
                    <a:pt x="1887" y="4889"/>
                  </a:cubicBezTo>
                  <a:cubicBezTo>
                    <a:pt x="1730" y="4661"/>
                    <a:pt x="1387" y="4617"/>
                    <a:pt x="1244" y="4388"/>
                  </a:cubicBezTo>
                  <a:cubicBezTo>
                    <a:pt x="1015" y="4032"/>
                    <a:pt x="1415" y="3588"/>
                    <a:pt x="1830" y="3474"/>
                  </a:cubicBezTo>
                  <a:cubicBezTo>
                    <a:pt x="2244" y="3374"/>
                    <a:pt x="2716" y="3403"/>
                    <a:pt x="3045" y="3145"/>
                  </a:cubicBezTo>
                  <a:cubicBezTo>
                    <a:pt x="3174" y="3060"/>
                    <a:pt x="3273" y="2917"/>
                    <a:pt x="3431" y="2917"/>
                  </a:cubicBezTo>
                  <a:cubicBezTo>
                    <a:pt x="3437" y="2916"/>
                    <a:pt x="3444" y="2916"/>
                    <a:pt x="3450" y="2916"/>
                  </a:cubicBezTo>
                  <a:cubicBezTo>
                    <a:pt x="3652" y="2916"/>
                    <a:pt x="3764" y="3149"/>
                    <a:pt x="3931" y="3274"/>
                  </a:cubicBezTo>
                  <a:cubicBezTo>
                    <a:pt x="4101" y="3424"/>
                    <a:pt x="4307" y="3455"/>
                    <a:pt x="4517" y="3455"/>
                  </a:cubicBezTo>
                  <a:cubicBezTo>
                    <a:pt x="4608" y="3455"/>
                    <a:pt x="4699" y="3449"/>
                    <a:pt x="4788" y="3445"/>
                  </a:cubicBezTo>
                  <a:cubicBezTo>
                    <a:pt x="4889" y="3435"/>
                    <a:pt x="4990" y="3425"/>
                    <a:pt x="5086" y="3425"/>
                  </a:cubicBezTo>
                  <a:cubicBezTo>
                    <a:pt x="5126" y="3425"/>
                    <a:pt x="5165" y="3427"/>
                    <a:pt x="5203" y="3431"/>
                  </a:cubicBezTo>
                  <a:cubicBezTo>
                    <a:pt x="5318" y="3431"/>
                    <a:pt x="5446" y="3474"/>
                    <a:pt x="5560" y="3502"/>
                  </a:cubicBezTo>
                  <a:cubicBezTo>
                    <a:pt x="5661" y="2974"/>
                    <a:pt x="5703" y="2416"/>
                    <a:pt x="5661" y="1930"/>
                  </a:cubicBezTo>
                  <a:cubicBezTo>
                    <a:pt x="5489" y="287"/>
                    <a:pt x="1401" y="1"/>
                    <a:pt x="140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62"/>
            <p:cNvSpPr/>
            <p:nvPr/>
          </p:nvSpPr>
          <p:spPr>
            <a:xfrm>
              <a:off x="5600950" y="530825"/>
              <a:ext cx="199425" cy="557925"/>
            </a:xfrm>
            <a:custGeom>
              <a:avLst/>
              <a:gdLst/>
              <a:ahLst/>
              <a:cxnLst/>
              <a:rect l="l" t="t" r="r" b="b"/>
              <a:pathLst>
                <a:path w="7977" h="22317" extrusionOk="0">
                  <a:moveTo>
                    <a:pt x="133" y="1"/>
                  </a:moveTo>
                  <a:cubicBezTo>
                    <a:pt x="47" y="1"/>
                    <a:pt x="0" y="4"/>
                    <a:pt x="0" y="4"/>
                  </a:cubicBezTo>
                  <a:cubicBezTo>
                    <a:pt x="2345" y="6422"/>
                    <a:pt x="1731" y="16527"/>
                    <a:pt x="1702" y="18500"/>
                  </a:cubicBezTo>
                  <a:cubicBezTo>
                    <a:pt x="1673" y="20472"/>
                    <a:pt x="1401" y="22216"/>
                    <a:pt x="1401" y="22216"/>
                  </a:cubicBezTo>
                  <a:cubicBezTo>
                    <a:pt x="2274" y="21802"/>
                    <a:pt x="2760" y="20730"/>
                    <a:pt x="2760" y="20730"/>
                  </a:cubicBezTo>
                  <a:cubicBezTo>
                    <a:pt x="3103" y="21359"/>
                    <a:pt x="3389" y="22317"/>
                    <a:pt x="3389" y="22317"/>
                  </a:cubicBezTo>
                  <a:cubicBezTo>
                    <a:pt x="4218" y="21945"/>
                    <a:pt x="4847" y="21173"/>
                    <a:pt x="4847" y="21173"/>
                  </a:cubicBezTo>
                  <a:cubicBezTo>
                    <a:pt x="5361" y="22059"/>
                    <a:pt x="5990" y="22317"/>
                    <a:pt x="5990" y="22317"/>
                  </a:cubicBezTo>
                  <a:lnTo>
                    <a:pt x="6562" y="21488"/>
                  </a:lnTo>
                  <a:lnTo>
                    <a:pt x="7976" y="22317"/>
                  </a:lnTo>
                  <a:cubicBezTo>
                    <a:pt x="7962" y="22302"/>
                    <a:pt x="7890" y="22174"/>
                    <a:pt x="7805" y="21974"/>
                  </a:cubicBezTo>
                  <a:cubicBezTo>
                    <a:pt x="7648" y="21616"/>
                    <a:pt x="7419" y="21044"/>
                    <a:pt x="7262" y="20459"/>
                  </a:cubicBezTo>
                  <a:cubicBezTo>
                    <a:pt x="7004" y="19487"/>
                    <a:pt x="7334" y="10753"/>
                    <a:pt x="5861" y="5222"/>
                  </a:cubicBezTo>
                  <a:cubicBezTo>
                    <a:pt x="5676" y="4521"/>
                    <a:pt x="5447" y="3907"/>
                    <a:pt x="5175" y="3377"/>
                  </a:cubicBezTo>
                  <a:cubicBezTo>
                    <a:pt x="3575" y="189"/>
                    <a:pt x="773" y="1"/>
                    <a:pt x="133"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62"/>
            <p:cNvSpPr/>
            <p:nvPr/>
          </p:nvSpPr>
          <p:spPr>
            <a:xfrm>
              <a:off x="5635975" y="535575"/>
              <a:ext cx="164400" cy="553175"/>
            </a:xfrm>
            <a:custGeom>
              <a:avLst/>
              <a:gdLst/>
              <a:ahLst/>
              <a:cxnLst/>
              <a:rect l="l" t="t" r="r" b="b"/>
              <a:pathLst>
                <a:path w="6576" h="22127" extrusionOk="0">
                  <a:moveTo>
                    <a:pt x="29" y="0"/>
                  </a:moveTo>
                  <a:lnTo>
                    <a:pt x="29" y="0"/>
                  </a:lnTo>
                  <a:cubicBezTo>
                    <a:pt x="72" y="429"/>
                    <a:pt x="115" y="815"/>
                    <a:pt x="158" y="1186"/>
                  </a:cubicBezTo>
                  <a:cubicBezTo>
                    <a:pt x="2616" y="3917"/>
                    <a:pt x="2759" y="7618"/>
                    <a:pt x="2887" y="9505"/>
                  </a:cubicBezTo>
                  <a:cubicBezTo>
                    <a:pt x="3030" y="11620"/>
                    <a:pt x="3088" y="16181"/>
                    <a:pt x="444" y="19196"/>
                  </a:cubicBezTo>
                  <a:cubicBezTo>
                    <a:pt x="387" y="19268"/>
                    <a:pt x="315" y="19325"/>
                    <a:pt x="258" y="19396"/>
                  </a:cubicBezTo>
                  <a:cubicBezTo>
                    <a:pt x="215" y="20197"/>
                    <a:pt x="143" y="20911"/>
                    <a:pt x="86" y="21383"/>
                  </a:cubicBezTo>
                  <a:cubicBezTo>
                    <a:pt x="29" y="21784"/>
                    <a:pt x="0" y="22026"/>
                    <a:pt x="0" y="22026"/>
                  </a:cubicBezTo>
                  <a:cubicBezTo>
                    <a:pt x="873" y="21612"/>
                    <a:pt x="1359" y="20540"/>
                    <a:pt x="1359" y="20540"/>
                  </a:cubicBezTo>
                  <a:cubicBezTo>
                    <a:pt x="1702" y="21169"/>
                    <a:pt x="1988" y="22127"/>
                    <a:pt x="1988" y="22127"/>
                  </a:cubicBezTo>
                  <a:cubicBezTo>
                    <a:pt x="2817" y="21755"/>
                    <a:pt x="3446" y="20983"/>
                    <a:pt x="3446" y="20983"/>
                  </a:cubicBezTo>
                  <a:cubicBezTo>
                    <a:pt x="3960" y="21869"/>
                    <a:pt x="4589" y="22127"/>
                    <a:pt x="4589" y="22127"/>
                  </a:cubicBezTo>
                  <a:lnTo>
                    <a:pt x="5161" y="21298"/>
                  </a:lnTo>
                  <a:lnTo>
                    <a:pt x="6575" y="22127"/>
                  </a:lnTo>
                  <a:cubicBezTo>
                    <a:pt x="6561" y="22112"/>
                    <a:pt x="6489" y="21984"/>
                    <a:pt x="6404" y="21784"/>
                  </a:cubicBezTo>
                  <a:lnTo>
                    <a:pt x="5075" y="20583"/>
                  </a:lnTo>
                  <a:cubicBezTo>
                    <a:pt x="4946" y="20898"/>
                    <a:pt x="4746" y="21183"/>
                    <a:pt x="4488" y="21412"/>
                  </a:cubicBezTo>
                  <a:lnTo>
                    <a:pt x="3545" y="20311"/>
                  </a:lnTo>
                  <a:cubicBezTo>
                    <a:pt x="3160" y="20583"/>
                    <a:pt x="2788" y="20840"/>
                    <a:pt x="2402" y="21111"/>
                  </a:cubicBezTo>
                  <a:cubicBezTo>
                    <a:pt x="2474" y="20440"/>
                    <a:pt x="2030" y="19825"/>
                    <a:pt x="1973" y="19154"/>
                  </a:cubicBezTo>
                  <a:cubicBezTo>
                    <a:pt x="1902" y="18396"/>
                    <a:pt x="2302" y="17681"/>
                    <a:pt x="2602" y="16981"/>
                  </a:cubicBezTo>
                  <a:cubicBezTo>
                    <a:pt x="3431" y="14965"/>
                    <a:pt x="3402" y="12707"/>
                    <a:pt x="3360" y="10520"/>
                  </a:cubicBezTo>
                  <a:cubicBezTo>
                    <a:pt x="3331" y="8805"/>
                    <a:pt x="3288" y="7075"/>
                    <a:pt x="2902" y="5403"/>
                  </a:cubicBezTo>
                  <a:cubicBezTo>
                    <a:pt x="2802" y="4975"/>
                    <a:pt x="2674" y="4517"/>
                    <a:pt x="2731" y="4074"/>
                  </a:cubicBezTo>
                  <a:cubicBezTo>
                    <a:pt x="2817" y="3559"/>
                    <a:pt x="3202" y="3159"/>
                    <a:pt x="3602" y="3159"/>
                  </a:cubicBezTo>
                  <a:cubicBezTo>
                    <a:pt x="3659" y="3159"/>
                    <a:pt x="3717" y="3174"/>
                    <a:pt x="3774" y="3187"/>
                  </a:cubicBezTo>
                  <a:cubicBezTo>
                    <a:pt x="2731" y="1100"/>
                    <a:pt x="1159" y="300"/>
                    <a:pt x="2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62"/>
            <p:cNvSpPr/>
            <p:nvPr/>
          </p:nvSpPr>
          <p:spPr>
            <a:xfrm>
              <a:off x="5134975" y="479450"/>
              <a:ext cx="578200" cy="609500"/>
            </a:xfrm>
            <a:custGeom>
              <a:avLst/>
              <a:gdLst/>
              <a:ahLst/>
              <a:cxnLst/>
              <a:rect l="l" t="t" r="r" b="b"/>
              <a:pathLst>
                <a:path w="23128" h="24380" extrusionOk="0">
                  <a:moveTo>
                    <a:pt x="10572" y="0"/>
                  </a:moveTo>
                  <a:cubicBezTo>
                    <a:pt x="10508" y="0"/>
                    <a:pt x="10443" y="0"/>
                    <a:pt x="10378" y="1"/>
                  </a:cubicBezTo>
                  <a:cubicBezTo>
                    <a:pt x="5604" y="44"/>
                    <a:pt x="1016" y="2316"/>
                    <a:pt x="172" y="8535"/>
                  </a:cubicBezTo>
                  <a:cubicBezTo>
                    <a:pt x="44" y="9421"/>
                    <a:pt x="1" y="10378"/>
                    <a:pt x="44" y="11422"/>
                  </a:cubicBezTo>
                  <a:cubicBezTo>
                    <a:pt x="287" y="17668"/>
                    <a:pt x="2116" y="21913"/>
                    <a:pt x="7020" y="23585"/>
                  </a:cubicBezTo>
                  <a:cubicBezTo>
                    <a:pt x="8579" y="24118"/>
                    <a:pt x="10457" y="24380"/>
                    <a:pt x="12688" y="24380"/>
                  </a:cubicBezTo>
                  <a:cubicBezTo>
                    <a:pt x="12910" y="24380"/>
                    <a:pt x="13136" y="24377"/>
                    <a:pt x="13366" y="24372"/>
                  </a:cubicBezTo>
                  <a:cubicBezTo>
                    <a:pt x="16810" y="24271"/>
                    <a:pt x="19040" y="23085"/>
                    <a:pt x="20484" y="21441"/>
                  </a:cubicBezTo>
                  <a:cubicBezTo>
                    <a:pt x="23128" y="18426"/>
                    <a:pt x="23070" y="13865"/>
                    <a:pt x="22927" y="11750"/>
                  </a:cubicBezTo>
                  <a:cubicBezTo>
                    <a:pt x="22785" y="9492"/>
                    <a:pt x="22599" y="4660"/>
                    <a:pt x="18497" y="1960"/>
                  </a:cubicBezTo>
                  <a:cubicBezTo>
                    <a:pt x="16699" y="780"/>
                    <a:pt x="14171" y="0"/>
                    <a:pt x="10572"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62"/>
            <p:cNvSpPr/>
            <p:nvPr/>
          </p:nvSpPr>
          <p:spPr>
            <a:xfrm>
              <a:off x="5625250" y="887900"/>
              <a:ext cx="50425" cy="61850"/>
            </a:xfrm>
            <a:custGeom>
              <a:avLst/>
              <a:gdLst/>
              <a:ahLst/>
              <a:cxnLst/>
              <a:rect l="l" t="t" r="r" b="b"/>
              <a:pathLst>
                <a:path w="2017" h="2474" extrusionOk="0">
                  <a:moveTo>
                    <a:pt x="858" y="1"/>
                  </a:moveTo>
                  <a:cubicBezTo>
                    <a:pt x="330" y="1"/>
                    <a:pt x="58" y="615"/>
                    <a:pt x="29" y="1244"/>
                  </a:cubicBezTo>
                  <a:cubicBezTo>
                    <a:pt x="0" y="1859"/>
                    <a:pt x="229" y="2473"/>
                    <a:pt x="701" y="2473"/>
                  </a:cubicBezTo>
                  <a:cubicBezTo>
                    <a:pt x="759" y="2473"/>
                    <a:pt x="801" y="2473"/>
                    <a:pt x="844" y="2459"/>
                  </a:cubicBezTo>
                  <a:cubicBezTo>
                    <a:pt x="2016" y="2187"/>
                    <a:pt x="1944" y="287"/>
                    <a:pt x="1087" y="29"/>
                  </a:cubicBezTo>
                  <a:cubicBezTo>
                    <a:pt x="1016" y="15"/>
                    <a:pt x="930" y="1"/>
                    <a:pt x="858"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62"/>
            <p:cNvSpPr/>
            <p:nvPr/>
          </p:nvSpPr>
          <p:spPr>
            <a:xfrm>
              <a:off x="5655625" y="838950"/>
              <a:ext cx="35050" cy="37900"/>
            </a:xfrm>
            <a:custGeom>
              <a:avLst/>
              <a:gdLst/>
              <a:ahLst/>
              <a:cxnLst/>
              <a:rect l="l" t="t" r="r" b="b"/>
              <a:pathLst>
                <a:path w="1402" h="1516" extrusionOk="0">
                  <a:moveTo>
                    <a:pt x="672" y="0"/>
                  </a:moveTo>
                  <a:cubicBezTo>
                    <a:pt x="358" y="0"/>
                    <a:pt x="129" y="372"/>
                    <a:pt x="72" y="758"/>
                  </a:cubicBezTo>
                  <a:cubicBezTo>
                    <a:pt x="1" y="1130"/>
                    <a:pt x="129" y="1515"/>
                    <a:pt x="516" y="1515"/>
                  </a:cubicBezTo>
                  <a:cubicBezTo>
                    <a:pt x="1373" y="1501"/>
                    <a:pt x="1402" y="329"/>
                    <a:pt x="901" y="57"/>
                  </a:cubicBezTo>
                  <a:cubicBezTo>
                    <a:pt x="830" y="15"/>
                    <a:pt x="744" y="0"/>
                    <a:pt x="672"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62"/>
            <p:cNvSpPr/>
            <p:nvPr/>
          </p:nvSpPr>
          <p:spPr>
            <a:xfrm>
              <a:off x="5608800" y="830375"/>
              <a:ext cx="29000" cy="28600"/>
            </a:xfrm>
            <a:custGeom>
              <a:avLst/>
              <a:gdLst/>
              <a:ahLst/>
              <a:cxnLst/>
              <a:rect l="l" t="t" r="r" b="b"/>
              <a:pathLst>
                <a:path w="1160" h="1144" extrusionOk="0">
                  <a:moveTo>
                    <a:pt x="359" y="0"/>
                  </a:moveTo>
                  <a:cubicBezTo>
                    <a:pt x="187" y="0"/>
                    <a:pt x="58" y="286"/>
                    <a:pt x="30" y="572"/>
                  </a:cubicBezTo>
                  <a:cubicBezTo>
                    <a:pt x="1" y="858"/>
                    <a:pt x="87" y="1143"/>
                    <a:pt x="330" y="1143"/>
                  </a:cubicBezTo>
                  <a:cubicBezTo>
                    <a:pt x="359" y="1143"/>
                    <a:pt x="387" y="1143"/>
                    <a:pt x="430" y="1130"/>
                  </a:cubicBezTo>
                  <a:cubicBezTo>
                    <a:pt x="1059" y="943"/>
                    <a:pt x="1159" y="286"/>
                    <a:pt x="430" y="15"/>
                  </a:cubicBezTo>
                  <a:cubicBezTo>
                    <a:pt x="401" y="0"/>
                    <a:pt x="387" y="0"/>
                    <a:pt x="359"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62"/>
            <p:cNvSpPr/>
            <p:nvPr/>
          </p:nvSpPr>
          <p:spPr>
            <a:xfrm>
              <a:off x="5598800" y="960425"/>
              <a:ext cx="31475" cy="26475"/>
            </a:xfrm>
            <a:custGeom>
              <a:avLst/>
              <a:gdLst/>
              <a:ahLst/>
              <a:cxnLst/>
              <a:rect l="l" t="t" r="r" b="b"/>
              <a:pathLst>
                <a:path w="1259" h="1059" extrusionOk="0">
                  <a:moveTo>
                    <a:pt x="601" y="1"/>
                  </a:moveTo>
                  <a:cubicBezTo>
                    <a:pt x="1" y="1"/>
                    <a:pt x="115" y="1059"/>
                    <a:pt x="530" y="1059"/>
                  </a:cubicBezTo>
                  <a:cubicBezTo>
                    <a:pt x="559" y="1059"/>
                    <a:pt x="572" y="1059"/>
                    <a:pt x="601" y="1045"/>
                  </a:cubicBezTo>
                  <a:cubicBezTo>
                    <a:pt x="1073" y="930"/>
                    <a:pt x="1259" y="1"/>
                    <a:pt x="601"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62"/>
            <p:cNvSpPr/>
            <p:nvPr/>
          </p:nvSpPr>
          <p:spPr>
            <a:xfrm>
              <a:off x="5285775" y="1059050"/>
              <a:ext cx="25750" cy="10400"/>
            </a:xfrm>
            <a:custGeom>
              <a:avLst/>
              <a:gdLst/>
              <a:ahLst/>
              <a:cxnLst/>
              <a:rect l="l" t="t" r="r" b="b"/>
              <a:pathLst>
                <a:path w="1030" h="416" extrusionOk="0">
                  <a:moveTo>
                    <a:pt x="1" y="1"/>
                  </a:moveTo>
                  <a:lnTo>
                    <a:pt x="1" y="16"/>
                  </a:lnTo>
                  <a:cubicBezTo>
                    <a:pt x="97" y="58"/>
                    <a:pt x="195" y="98"/>
                    <a:pt x="295" y="138"/>
                  </a:cubicBezTo>
                  <a:lnTo>
                    <a:pt x="295" y="138"/>
                  </a:lnTo>
                  <a:cubicBezTo>
                    <a:pt x="195" y="95"/>
                    <a:pt x="97" y="49"/>
                    <a:pt x="1" y="1"/>
                  </a:cubicBezTo>
                  <a:close/>
                  <a:moveTo>
                    <a:pt x="295" y="138"/>
                  </a:moveTo>
                  <a:lnTo>
                    <a:pt x="295" y="138"/>
                  </a:lnTo>
                  <a:cubicBezTo>
                    <a:pt x="519" y="236"/>
                    <a:pt x="750" y="322"/>
                    <a:pt x="988" y="401"/>
                  </a:cubicBezTo>
                  <a:cubicBezTo>
                    <a:pt x="988" y="401"/>
                    <a:pt x="988" y="401"/>
                    <a:pt x="989" y="401"/>
                  </a:cubicBezTo>
                  <a:lnTo>
                    <a:pt x="989" y="401"/>
                  </a:lnTo>
                  <a:cubicBezTo>
                    <a:pt x="751" y="315"/>
                    <a:pt x="520" y="229"/>
                    <a:pt x="295" y="138"/>
                  </a:cubicBezTo>
                  <a:close/>
                  <a:moveTo>
                    <a:pt x="989" y="401"/>
                  </a:moveTo>
                  <a:cubicBezTo>
                    <a:pt x="1002" y="406"/>
                    <a:pt x="1016" y="411"/>
                    <a:pt x="1030" y="416"/>
                  </a:cubicBezTo>
                  <a:cubicBezTo>
                    <a:pt x="1017" y="402"/>
                    <a:pt x="1002" y="401"/>
                    <a:pt x="989" y="401"/>
                  </a:cubicBez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62"/>
            <p:cNvSpPr/>
            <p:nvPr/>
          </p:nvSpPr>
          <p:spPr>
            <a:xfrm>
              <a:off x="5423700" y="1088350"/>
              <a:ext cx="36475" cy="400"/>
            </a:xfrm>
            <a:custGeom>
              <a:avLst/>
              <a:gdLst/>
              <a:ahLst/>
              <a:cxnLst/>
              <a:rect l="l" t="t" r="r" b="b"/>
              <a:pathLst>
                <a:path w="1459" h="16" extrusionOk="0">
                  <a:moveTo>
                    <a:pt x="1" y="1"/>
                  </a:moveTo>
                  <a:lnTo>
                    <a:pt x="1" y="1"/>
                  </a:lnTo>
                  <a:cubicBezTo>
                    <a:pt x="330" y="16"/>
                    <a:pt x="687" y="16"/>
                    <a:pt x="1045" y="16"/>
                  </a:cubicBezTo>
                  <a:lnTo>
                    <a:pt x="1459" y="16"/>
                  </a:lnTo>
                  <a:lnTo>
                    <a:pt x="1459" y="16"/>
                  </a:lnTo>
                  <a:lnTo>
                    <a:pt x="1045" y="16"/>
                  </a:lnTo>
                  <a:cubicBezTo>
                    <a:pt x="687" y="16"/>
                    <a:pt x="330" y="16"/>
                    <a:pt x="1" y="1"/>
                  </a:cubicBezTo>
                  <a:close/>
                </a:path>
              </a:pathLst>
            </a:custGeom>
            <a:solidFill>
              <a:srgbClr val="D2CB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62"/>
            <p:cNvSpPr/>
            <p:nvPr/>
          </p:nvSpPr>
          <p:spPr>
            <a:xfrm>
              <a:off x="5391925" y="1086225"/>
              <a:ext cx="31800" cy="2150"/>
            </a:xfrm>
            <a:custGeom>
              <a:avLst/>
              <a:gdLst/>
              <a:ahLst/>
              <a:cxnLst/>
              <a:rect l="l" t="t" r="r" b="b"/>
              <a:pathLst>
                <a:path w="1272" h="86" extrusionOk="0">
                  <a:moveTo>
                    <a:pt x="0" y="0"/>
                  </a:moveTo>
                  <a:cubicBezTo>
                    <a:pt x="414" y="29"/>
                    <a:pt x="829" y="72"/>
                    <a:pt x="1272" y="86"/>
                  </a:cubicBezTo>
                  <a:lnTo>
                    <a:pt x="1272" y="86"/>
                  </a:lnTo>
                  <a:cubicBezTo>
                    <a:pt x="829" y="72"/>
                    <a:pt x="414" y="29"/>
                    <a:pt x="0" y="0"/>
                  </a:cubicBez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62"/>
            <p:cNvSpPr/>
            <p:nvPr/>
          </p:nvSpPr>
          <p:spPr>
            <a:xfrm>
              <a:off x="5460150" y="1088725"/>
              <a:ext cx="8975" cy="25"/>
            </a:xfrm>
            <a:custGeom>
              <a:avLst/>
              <a:gdLst/>
              <a:ahLst/>
              <a:cxnLst/>
              <a:rect l="l" t="t" r="r" b="b"/>
              <a:pathLst>
                <a:path w="359" h="1" extrusionOk="0">
                  <a:moveTo>
                    <a:pt x="359" y="1"/>
                  </a:moveTo>
                  <a:lnTo>
                    <a:pt x="1" y="1"/>
                  </a:lnTo>
                  <a:lnTo>
                    <a:pt x="1" y="1"/>
                  </a:lnTo>
                  <a:close/>
                </a:path>
              </a:pathLst>
            </a:custGeom>
            <a:solidFill>
              <a:srgbClr val="5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62"/>
            <p:cNvSpPr/>
            <p:nvPr/>
          </p:nvSpPr>
          <p:spPr>
            <a:xfrm>
              <a:off x="5256475" y="483025"/>
              <a:ext cx="390600" cy="605725"/>
            </a:xfrm>
            <a:custGeom>
              <a:avLst/>
              <a:gdLst/>
              <a:ahLst/>
              <a:cxnLst/>
              <a:rect l="l" t="t" r="r" b="b"/>
              <a:pathLst>
                <a:path w="15624" h="24229" extrusionOk="0">
                  <a:moveTo>
                    <a:pt x="3617" y="1"/>
                  </a:moveTo>
                  <a:cubicBezTo>
                    <a:pt x="2331" y="187"/>
                    <a:pt x="1102" y="559"/>
                    <a:pt x="1" y="1144"/>
                  </a:cubicBezTo>
                  <a:cubicBezTo>
                    <a:pt x="715" y="3017"/>
                    <a:pt x="973" y="5690"/>
                    <a:pt x="1030" y="8434"/>
                  </a:cubicBezTo>
                  <a:cubicBezTo>
                    <a:pt x="1045" y="9434"/>
                    <a:pt x="1045" y="10435"/>
                    <a:pt x="1030" y="11407"/>
                  </a:cubicBezTo>
                  <a:cubicBezTo>
                    <a:pt x="1473" y="14852"/>
                    <a:pt x="1373" y="19697"/>
                    <a:pt x="2160" y="23442"/>
                  </a:cubicBezTo>
                  <a:cubicBezTo>
                    <a:pt x="2173" y="23442"/>
                    <a:pt x="2188" y="23442"/>
                    <a:pt x="2202" y="23457"/>
                  </a:cubicBezTo>
                  <a:cubicBezTo>
                    <a:pt x="3160" y="23771"/>
                    <a:pt x="4218" y="24000"/>
                    <a:pt x="5418" y="24128"/>
                  </a:cubicBezTo>
                  <a:cubicBezTo>
                    <a:pt x="5832" y="24157"/>
                    <a:pt x="6247" y="24200"/>
                    <a:pt x="6690" y="24214"/>
                  </a:cubicBezTo>
                  <a:cubicBezTo>
                    <a:pt x="7019" y="24229"/>
                    <a:pt x="7376" y="24229"/>
                    <a:pt x="7734" y="24229"/>
                  </a:cubicBezTo>
                  <a:lnTo>
                    <a:pt x="8506" y="24229"/>
                  </a:lnTo>
                  <a:cubicBezTo>
                    <a:pt x="11950" y="24128"/>
                    <a:pt x="14180" y="22942"/>
                    <a:pt x="15624" y="21298"/>
                  </a:cubicBezTo>
                  <a:lnTo>
                    <a:pt x="15624" y="21298"/>
                  </a:lnTo>
                  <a:cubicBezTo>
                    <a:pt x="14037" y="22142"/>
                    <a:pt x="12079" y="22299"/>
                    <a:pt x="10235" y="22313"/>
                  </a:cubicBezTo>
                  <a:lnTo>
                    <a:pt x="9920" y="22313"/>
                  </a:lnTo>
                  <a:cubicBezTo>
                    <a:pt x="8963" y="22313"/>
                    <a:pt x="8005" y="22256"/>
                    <a:pt x="7134" y="21856"/>
                  </a:cubicBezTo>
                  <a:cubicBezTo>
                    <a:pt x="6347" y="21484"/>
                    <a:pt x="5704" y="20869"/>
                    <a:pt x="5118" y="20212"/>
                  </a:cubicBezTo>
                  <a:cubicBezTo>
                    <a:pt x="4403" y="19411"/>
                    <a:pt x="3717" y="18540"/>
                    <a:pt x="3360" y="17539"/>
                  </a:cubicBezTo>
                  <a:cubicBezTo>
                    <a:pt x="2760" y="15910"/>
                    <a:pt x="3017" y="14123"/>
                    <a:pt x="3160" y="12407"/>
                  </a:cubicBezTo>
                  <a:cubicBezTo>
                    <a:pt x="3303" y="10564"/>
                    <a:pt x="3303" y="8691"/>
                    <a:pt x="3160" y="6848"/>
                  </a:cubicBezTo>
                  <a:cubicBezTo>
                    <a:pt x="3046" y="5518"/>
                    <a:pt x="2903" y="4075"/>
                    <a:pt x="3589" y="2960"/>
                  </a:cubicBezTo>
                  <a:cubicBezTo>
                    <a:pt x="3574" y="2516"/>
                    <a:pt x="3574" y="2045"/>
                    <a:pt x="3574" y="1602"/>
                  </a:cubicBezTo>
                  <a:cubicBezTo>
                    <a:pt x="3574" y="1030"/>
                    <a:pt x="3589" y="473"/>
                    <a:pt x="3617" y="1"/>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62"/>
            <p:cNvSpPr/>
            <p:nvPr/>
          </p:nvSpPr>
          <p:spPr>
            <a:xfrm>
              <a:off x="5275775" y="768175"/>
              <a:ext cx="34700" cy="300925"/>
            </a:xfrm>
            <a:custGeom>
              <a:avLst/>
              <a:gdLst/>
              <a:ahLst/>
              <a:cxnLst/>
              <a:rect l="l" t="t" r="r" b="b"/>
              <a:pathLst>
                <a:path w="1388" h="12037" extrusionOk="0">
                  <a:moveTo>
                    <a:pt x="258" y="1"/>
                  </a:moveTo>
                  <a:cubicBezTo>
                    <a:pt x="215" y="2231"/>
                    <a:pt x="101" y="4318"/>
                    <a:pt x="58" y="5861"/>
                  </a:cubicBezTo>
                  <a:cubicBezTo>
                    <a:pt x="0" y="8363"/>
                    <a:pt x="215" y="10435"/>
                    <a:pt x="401" y="11636"/>
                  </a:cubicBezTo>
                  <a:cubicBezTo>
                    <a:pt x="715" y="11794"/>
                    <a:pt x="1044" y="11922"/>
                    <a:pt x="1388" y="12036"/>
                  </a:cubicBezTo>
                  <a:cubicBezTo>
                    <a:pt x="601" y="8291"/>
                    <a:pt x="701" y="3446"/>
                    <a:pt x="258" y="1"/>
                  </a:cubicBezTo>
                  <a:close/>
                </a:path>
              </a:pathLst>
            </a:custGeom>
            <a:solidFill>
              <a:srgbClr val="582C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62"/>
            <p:cNvSpPr/>
            <p:nvPr/>
          </p:nvSpPr>
          <p:spPr>
            <a:xfrm>
              <a:off x="5117125" y="1042275"/>
              <a:ext cx="177250" cy="121350"/>
            </a:xfrm>
            <a:custGeom>
              <a:avLst/>
              <a:gdLst/>
              <a:ahLst/>
              <a:cxnLst/>
              <a:rect l="l" t="t" r="r" b="b"/>
              <a:pathLst>
                <a:path w="7090" h="4854" extrusionOk="0">
                  <a:moveTo>
                    <a:pt x="587" y="1"/>
                  </a:moveTo>
                  <a:cubicBezTo>
                    <a:pt x="587" y="1"/>
                    <a:pt x="72" y="801"/>
                    <a:pt x="44" y="2530"/>
                  </a:cubicBezTo>
                  <a:cubicBezTo>
                    <a:pt x="0" y="4274"/>
                    <a:pt x="501" y="4660"/>
                    <a:pt x="1144" y="4717"/>
                  </a:cubicBezTo>
                  <a:lnTo>
                    <a:pt x="1172" y="4717"/>
                  </a:lnTo>
                  <a:cubicBezTo>
                    <a:pt x="1208" y="4720"/>
                    <a:pt x="1242" y="4721"/>
                    <a:pt x="1275" y="4721"/>
                  </a:cubicBezTo>
                  <a:cubicBezTo>
                    <a:pt x="1805" y="4721"/>
                    <a:pt x="1944" y="4417"/>
                    <a:pt x="1944" y="4417"/>
                  </a:cubicBezTo>
                  <a:cubicBezTo>
                    <a:pt x="1944" y="4417"/>
                    <a:pt x="2173" y="4803"/>
                    <a:pt x="2759" y="4846"/>
                  </a:cubicBezTo>
                  <a:cubicBezTo>
                    <a:pt x="2780" y="4847"/>
                    <a:pt x="2801" y="4847"/>
                    <a:pt x="2821" y="4847"/>
                  </a:cubicBezTo>
                  <a:cubicBezTo>
                    <a:pt x="3367" y="4847"/>
                    <a:pt x="3659" y="4489"/>
                    <a:pt x="3659" y="4489"/>
                  </a:cubicBezTo>
                  <a:cubicBezTo>
                    <a:pt x="3659" y="4489"/>
                    <a:pt x="3830" y="4854"/>
                    <a:pt x="4317" y="4854"/>
                  </a:cubicBezTo>
                  <a:cubicBezTo>
                    <a:pt x="4357" y="4854"/>
                    <a:pt x="4401" y="4851"/>
                    <a:pt x="4446" y="4846"/>
                  </a:cubicBezTo>
                  <a:cubicBezTo>
                    <a:pt x="5032" y="4775"/>
                    <a:pt x="4403" y="2987"/>
                    <a:pt x="4732" y="2430"/>
                  </a:cubicBezTo>
                  <a:lnTo>
                    <a:pt x="4732" y="2430"/>
                  </a:lnTo>
                  <a:cubicBezTo>
                    <a:pt x="4732" y="2431"/>
                    <a:pt x="5460" y="3102"/>
                    <a:pt x="5861" y="3374"/>
                  </a:cubicBezTo>
                  <a:cubicBezTo>
                    <a:pt x="6027" y="3477"/>
                    <a:pt x="6155" y="3523"/>
                    <a:pt x="6260" y="3523"/>
                  </a:cubicBezTo>
                  <a:cubicBezTo>
                    <a:pt x="6418" y="3523"/>
                    <a:pt x="6528" y="3422"/>
                    <a:pt x="6647" y="3259"/>
                  </a:cubicBezTo>
                  <a:cubicBezTo>
                    <a:pt x="6676" y="3216"/>
                    <a:pt x="6718" y="3159"/>
                    <a:pt x="6747" y="3102"/>
                  </a:cubicBezTo>
                  <a:cubicBezTo>
                    <a:pt x="6918" y="2802"/>
                    <a:pt x="7090" y="2387"/>
                    <a:pt x="6947" y="2301"/>
                  </a:cubicBezTo>
                  <a:cubicBezTo>
                    <a:pt x="6876" y="2244"/>
                    <a:pt x="6533" y="2073"/>
                    <a:pt x="6261" y="1758"/>
                  </a:cubicBezTo>
                  <a:cubicBezTo>
                    <a:pt x="6204" y="1701"/>
                    <a:pt x="6146" y="1630"/>
                    <a:pt x="6089" y="1558"/>
                  </a:cubicBezTo>
                  <a:cubicBezTo>
                    <a:pt x="5889" y="1258"/>
                    <a:pt x="5746" y="887"/>
                    <a:pt x="5861" y="429"/>
                  </a:cubicBezTo>
                  <a:lnTo>
                    <a:pt x="587" y="1"/>
                  </a:ln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62"/>
            <p:cNvSpPr/>
            <p:nvPr/>
          </p:nvSpPr>
          <p:spPr>
            <a:xfrm>
              <a:off x="5117125" y="1042275"/>
              <a:ext cx="152250" cy="117950"/>
            </a:xfrm>
            <a:custGeom>
              <a:avLst/>
              <a:gdLst/>
              <a:ahLst/>
              <a:cxnLst/>
              <a:rect l="l" t="t" r="r" b="b"/>
              <a:pathLst>
                <a:path w="6090" h="4718" extrusionOk="0">
                  <a:moveTo>
                    <a:pt x="587" y="1"/>
                  </a:moveTo>
                  <a:cubicBezTo>
                    <a:pt x="587" y="1"/>
                    <a:pt x="72" y="801"/>
                    <a:pt x="44" y="2530"/>
                  </a:cubicBezTo>
                  <a:cubicBezTo>
                    <a:pt x="0" y="4274"/>
                    <a:pt x="501" y="4660"/>
                    <a:pt x="1144" y="4717"/>
                  </a:cubicBezTo>
                  <a:lnTo>
                    <a:pt x="1172" y="4717"/>
                  </a:lnTo>
                  <a:cubicBezTo>
                    <a:pt x="758" y="3974"/>
                    <a:pt x="901" y="2945"/>
                    <a:pt x="1559" y="2387"/>
                  </a:cubicBezTo>
                  <a:cubicBezTo>
                    <a:pt x="1816" y="2173"/>
                    <a:pt x="2159" y="2002"/>
                    <a:pt x="2287" y="1701"/>
                  </a:cubicBezTo>
                  <a:cubicBezTo>
                    <a:pt x="2402" y="2087"/>
                    <a:pt x="2802" y="2387"/>
                    <a:pt x="3217" y="2387"/>
                  </a:cubicBezTo>
                  <a:cubicBezTo>
                    <a:pt x="3617" y="2387"/>
                    <a:pt x="4017" y="2087"/>
                    <a:pt x="4132" y="1701"/>
                  </a:cubicBezTo>
                  <a:cubicBezTo>
                    <a:pt x="4252" y="2046"/>
                    <a:pt x="4611" y="2215"/>
                    <a:pt x="4980" y="2215"/>
                  </a:cubicBezTo>
                  <a:cubicBezTo>
                    <a:pt x="5177" y="2215"/>
                    <a:pt x="5377" y="2167"/>
                    <a:pt x="5546" y="2073"/>
                  </a:cubicBezTo>
                  <a:cubicBezTo>
                    <a:pt x="5790" y="1945"/>
                    <a:pt x="5961" y="1758"/>
                    <a:pt x="6089" y="1558"/>
                  </a:cubicBezTo>
                  <a:cubicBezTo>
                    <a:pt x="5889" y="1258"/>
                    <a:pt x="5746" y="887"/>
                    <a:pt x="5861" y="429"/>
                  </a:cubicBezTo>
                  <a:lnTo>
                    <a:pt x="587" y="1"/>
                  </a:ln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62"/>
            <p:cNvSpPr/>
            <p:nvPr/>
          </p:nvSpPr>
          <p:spPr>
            <a:xfrm>
              <a:off x="5263625" y="1086225"/>
              <a:ext cx="30750" cy="33600"/>
            </a:xfrm>
            <a:custGeom>
              <a:avLst/>
              <a:gdLst/>
              <a:ahLst/>
              <a:cxnLst/>
              <a:rect l="l" t="t" r="r" b="b"/>
              <a:pathLst>
                <a:path w="1230" h="1344" extrusionOk="0">
                  <a:moveTo>
                    <a:pt x="401" y="0"/>
                  </a:moveTo>
                  <a:cubicBezTo>
                    <a:pt x="258" y="215"/>
                    <a:pt x="1" y="672"/>
                    <a:pt x="115" y="815"/>
                  </a:cubicBezTo>
                  <a:cubicBezTo>
                    <a:pt x="215" y="943"/>
                    <a:pt x="559" y="1216"/>
                    <a:pt x="887" y="1344"/>
                  </a:cubicBezTo>
                  <a:cubicBezTo>
                    <a:pt x="1058" y="1044"/>
                    <a:pt x="1230" y="629"/>
                    <a:pt x="1087" y="543"/>
                  </a:cubicBezTo>
                  <a:cubicBezTo>
                    <a:pt x="1016" y="486"/>
                    <a:pt x="673" y="315"/>
                    <a:pt x="40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62"/>
            <p:cNvSpPr/>
            <p:nvPr/>
          </p:nvSpPr>
          <p:spPr>
            <a:xfrm>
              <a:off x="5099250" y="511625"/>
              <a:ext cx="191550" cy="577125"/>
            </a:xfrm>
            <a:custGeom>
              <a:avLst/>
              <a:gdLst/>
              <a:ahLst/>
              <a:cxnLst/>
              <a:rect l="l" t="t" r="r" b="b"/>
              <a:pathLst>
                <a:path w="7662" h="23085" extrusionOk="0">
                  <a:moveTo>
                    <a:pt x="6290" y="0"/>
                  </a:moveTo>
                  <a:cubicBezTo>
                    <a:pt x="6290" y="0"/>
                    <a:pt x="1302" y="301"/>
                    <a:pt x="658" y="5790"/>
                  </a:cubicBezTo>
                  <a:cubicBezTo>
                    <a:pt x="1" y="11278"/>
                    <a:pt x="1201" y="18025"/>
                    <a:pt x="1030" y="19654"/>
                  </a:cubicBezTo>
                  <a:cubicBezTo>
                    <a:pt x="873" y="21284"/>
                    <a:pt x="158" y="22370"/>
                    <a:pt x="158" y="22370"/>
                  </a:cubicBezTo>
                  <a:cubicBezTo>
                    <a:pt x="158" y="22370"/>
                    <a:pt x="987" y="22313"/>
                    <a:pt x="1959" y="21555"/>
                  </a:cubicBezTo>
                  <a:lnTo>
                    <a:pt x="2230" y="23085"/>
                  </a:lnTo>
                  <a:lnTo>
                    <a:pt x="3231" y="21884"/>
                  </a:lnTo>
                  <a:lnTo>
                    <a:pt x="4075" y="23085"/>
                  </a:lnTo>
                  <a:lnTo>
                    <a:pt x="5161" y="22041"/>
                  </a:lnTo>
                  <a:lnTo>
                    <a:pt x="5761" y="23085"/>
                  </a:lnTo>
                  <a:lnTo>
                    <a:pt x="6019" y="22799"/>
                  </a:lnTo>
                  <a:lnTo>
                    <a:pt x="6576" y="22155"/>
                  </a:lnTo>
                  <a:cubicBezTo>
                    <a:pt x="6576" y="22155"/>
                    <a:pt x="6804" y="22770"/>
                    <a:pt x="7662" y="23085"/>
                  </a:cubicBezTo>
                  <a:cubicBezTo>
                    <a:pt x="7662" y="23085"/>
                    <a:pt x="7019" y="20197"/>
                    <a:pt x="7119" y="16123"/>
                  </a:cubicBezTo>
                  <a:cubicBezTo>
                    <a:pt x="7191" y="13908"/>
                    <a:pt x="7391" y="10549"/>
                    <a:pt x="7319" y="7290"/>
                  </a:cubicBezTo>
                  <a:cubicBezTo>
                    <a:pt x="7262" y="4546"/>
                    <a:pt x="7004" y="1873"/>
                    <a:pt x="6290"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62"/>
            <p:cNvSpPr/>
            <p:nvPr/>
          </p:nvSpPr>
          <p:spPr>
            <a:xfrm>
              <a:off x="5256475" y="511625"/>
              <a:ext cx="25750" cy="182250"/>
            </a:xfrm>
            <a:custGeom>
              <a:avLst/>
              <a:gdLst/>
              <a:ahLst/>
              <a:cxnLst/>
              <a:rect l="l" t="t" r="r" b="b"/>
              <a:pathLst>
                <a:path w="1030" h="7290" extrusionOk="0">
                  <a:moveTo>
                    <a:pt x="1" y="0"/>
                  </a:moveTo>
                  <a:lnTo>
                    <a:pt x="1" y="0"/>
                  </a:lnTo>
                  <a:cubicBezTo>
                    <a:pt x="715" y="1873"/>
                    <a:pt x="973" y="4546"/>
                    <a:pt x="1030" y="7290"/>
                  </a:cubicBezTo>
                  <a:lnTo>
                    <a:pt x="1030" y="7290"/>
                  </a:lnTo>
                  <a:cubicBezTo>
                    <a:pt x="973" y="4546"/>
                    <a:pt x="715" y="1873"/>
                    <a:pt x="1" y="0"/>
                  </a:cubicBezTo>
                  <a:close/>
                </a:path>
              </a:pathLst>
            </a:custGeom>
            <a:solidFill>
              <a:srgbClr val="582C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62"/>
            <p:cNvSpPr/>
            <p:nvPr/>
          </p:nvSpPr>
          <p:spPr>
            <a:xfrm>
              <a:off x="5103200" y="511625"/>
              <a:ext cx="179025" cy="577125"/>
            </a:xfrm>
            <a:custGeom>
              <a:avLst/>
              <a:gdLst/>
              <a:ahLst/>
              <a:cxnLst/>
              <a:rect l="l" t="t" r="r" b="b"/>
              <a:pathLst>
                <a:path w="7161" h="23085" extrusionOk="0">
                  <a:moveTo>
                    <a:pt x="6132" y="0"/>
                  </a:moveTo>
                  <a:cubicBezTo>
                    <a:pt x="6132" y="0"/>
                    <a:pt x="1144" y="301"/>
                    <a:pt x="500" y="5790"/>
                  </a:cubicBezTo>
                  <a:cubicBezTo>
                    <a:pt x="357" y="6990"/>
                    <a:pt x="300" y="8233"/>
                    <a:pt x="300" y="9491"/>
                  </a:cubicBezTo>
                  <a:cubicBezTo>
                    <a:pt x="300" y="13608"/>
                    <a:pt x="887" y="17653"/>
                    <a:pt x="887" y="19268"/>
                  </a:cubicBezTo>
                  <a:cubicBezTo>
                    <a:pt x="887" y="19426"/>
                    <a:pt x="887" y="19554"/>
                    <a:pt x="872" y="19654"/>
                  </a:cubicBezTo>
                  <a:cubicBezTo>
                    <a:pt x="715" y="21284"/>
                    <a:pt x="0" y="22370"/>
                    <a:pt x="0" y="22370"/>
                  </a:cubicBezTo>
                  <a:cubicBezTo>
                    <a:pt x="0" y="22370"/>
                    <a:pt x="829" y="22313"/>
                    <a:pt x="1801" y="21555"/>
                  </a:cubicBezTo>
                  <a:lnTo>
                    <a:pt x="2072" y="23085"/>
                  </a:lnTo>
                  <a:lnTo>
                    <a:pt x="3073" y="21884"/>
                  </a:lnTo>
                  <a:lnTo>
                    <a:pt x="3917" y="23085"/>
                  </a:lnTo>
                  <a:lnTo>
                    <a:pt x="5003" y="22041"/>
                  </a:lnTo>
                  <a:lnTo>
                    <a:pt x="5603" y="23085"/>
                  </a:lnTo>
                  <a:lnTo>
                    <a:pt x="5861" y="22799"/>
                  </a:lnTo>
                  <a:cubicBezTo>
                    <a:pt x="5661" y="22298"/>
                    <a:pt x="5432" y="21812"/>
                    <a:pt x="5175" y="21326"/>
                  </a:cubicBezTo>
                  <a:cubicBezTo>
                    <a:pt x="4803" y="21770"/>
                    <a:pt x="4359" y="22155"/>
                    <a:pt x="3888" y="22498"/>
                  </a:cubicBezTo>
                  <a:cubicBezTo>
                    <a:pt x="3688" y="22027"/>
                    <a:pt x="3473" y="21541"/>
                    <a:pt x="3259" y="21069"/>
                  </a:cubicBezTo>
                  <a:cubicBezTo>
                    <a:pt x="3073" y="21412"/>
                    <a:pt x="2773" y="21713"/>
                    <a:pt x="2415" y="21884"/>
                  </a:cubicBezTo>
                  <a:cubicBezTo>
                    <a:pt x="2430" y="21498"/>
                    <a:pt x="2373" y="21097"/>
                    <a:pt x="2244" y="20726"/>
                  </a:cubicBezTo>
                  <a:cubicBezTo>
                    <a:pt x="2144" y="20826"/>
                    <a:pt x="2015" y="20897"/>
                    <a:pt x="1872" y="20897"/>
                  </a:cubicBezTo>
                  <a:cubicBezTo>
                    <a:pt x="1844" y="20897"/>
                    <a:pt x="1815" y="20884"/>
                    <a:pt x="1786" y="20884"/>
                  </a:cubicBezTo>
                  <a:cubicBezTo>
                    <a:pt x="2487" y="19554"/>
                    <a:pt x="2358" y="17968"/>
                    <a:pt x="2272" y="16466"/>
                  </a:cubicBezTo>
                  <a:cubicBezTo>
                    <a:pt x="2087" y="13222"/>
                    <a:pt x="2259" y="9977"/>
                    <a:pt x="2587" y="6762"/>
                  </a:cubicBezTo>
                  <a:cubicBezTo>
                    <a:pt x="2659" y="6118"/>
                    <a:pt x="2730" y="5460"/>
                    <a:pt x="3016" y="4889"/>
                  </a:cubicBezTo>
                  <a:cubicBezTo>
                    <a:pt x="3302" y="4317"/>
                    <a:pt x="3831" y="3817"/>
                    <a:pt x="4460" y="3745"/>
                  </a:cubicBezTo>
                  <a:cubicBezTo>
                    <a:pt x="4517" y="3731"/>
                    <a:pt x="4574" y="3731"/>
                    <a:pt x="4631" y="3731"/>
                  </a:cubicBezTo>
                  <a:cubicBezTo>
                    <a:pt x="5632" y="3731"/>
                    <a:pt x="6389" y="4746"/>
                    <a:pt x="6747" y="5704"/>
                  </a:cubicBezTo>
                  <a:cubicBezTo>
                    <a:pt x="6932" y="6204"/>
                    <a:pt x="7061" y="6747"/>
                    <a:pt x="7161" y="7290"/>
                  </a:cubicBezTo>
                  <a:cubicBezTo>
                    <a:pt x="7104" y="4546"/>
                    <a:pt x="6846" y="1873"/>
                    <a:pt x="6132"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62"/>
            <p:cNvSpPr/>
            <p:nvPr/>
          </p:nvSpPr>
          <p:spPr>
            <a:xfrm>
              <a:off x="5631325" y="460475"/>
              <a:ext cx="44500" cy="64075"/>
            </a:xfrm>
            <a:custGeom>
              <a:avLst/>
              <a:gdLst/>
              <a:ahLst/>
              <a:cxnLst/>
              <a:rect l="l" t="t" r="r" b="b"/>
              <a:pathLst>
                <a:path w="1780" h="2563" extrusionOk="0">
                  <a:moveTo>
                    <a:pt x="547" y="1"/>
                  </a:moveTo>
                  <a:cubicBezTo>
                    <a:pt x="250" y="1"/>
                    <a:pt x="1" y="155"/>
                    <a:pt x="1" y="417"/>
                  </a:cubicBezTo>
                  <a:cubicBezTo>
                    <a:pt x="1" y="1061"/>
                    <a:pt x="115" y="2561"/>
                    <a:pt x="115" y="2561"/>
                  </a:cubicBezTo>
                  <a:cubicBezTo>
                    <a:pt x="141" y="2562"/>
                    <a:pt x="166" y="2562"/>
                    <a:pt x="190" y="2562"/>
                  </a:cubicBezTo>
                  <a:cubicBezTo>
                    <a:pt x="1321" y="2562"/>
                    <a:pt x="1780" y="1597"/>
                    <a:pt x="1444" y="660"/>
                  </a:cubicBezTo>
                  <a:cubicBezTo>
                    <a:pt x="1277" y="198"/>
                    <a:pt x="882" y="1"/>
                    <a:pt x="547"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62"/>
            <p:cNvSpPr/>
            <p:nvPr/>
          </p:nvSpPr>
          <p:spPr>
            <a:xfrm>
              <a:off x="5639925" y="476975"/>
              <a:ext cx="21300" cy="24725"/>
            </a:xfrm>
            <a:custGeom>
              <a:avLst/>
              <a:gdLst/>
              <a:ahLst/>
              <a:cxnLst/>
              <a:rect l="l" t="t" r="r" b="b"/>
              <a:pathLst>
                <a:path w="852" h="989" extrusionOk="0">
                  <a:moveTo>
                    <a:pt x="437" y="0"/>
                  </a:moveTo>
                  <a:cubicBezTo>
                    <a:pt x="434" y="0"/>
                    <a:pt x="431" y="0"/>
                    <a:pt x="429" y="0"/>
                  </a:cubicBezTo>
                  <a:cubicBezTo>
                    <a:pt x="100" y="14"/>
                    <a:pt x="0" y="929"/>
                    <a:pt x="429" y="986"/>
                  </a:cubicBezTo>
                  <a:cubicBezTo>
                    <a:pt x="440" y="988"/>
                    <a:pt x="451" y="988"/>
                    <a:pt x="462" y="988"/>
                  </a:cubicBezTo>
                  <a:cubicBezTo>
                    <a:pt x="852" y="988"/>
                    <a:pt x="792" y="0"/>
                    <a:pt x="43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62"/>
            <p:cNvSpPr/>
            <p:nvPr/>
          </p:nvSpPr>
          <p:spPr>
            <a:xfrm>
              <a:off x="5343325" y="294575"/>
              <a:ext cx="308975" cy="398725"/>
            </a:xfrm>
            <a:custGeom>
              <a:avLst/>
              <a:gdLst/>
              <a:ahLst/>
              <a:cxnLst/>
              <a:rect l="l" t="t" r="r" b="b"/>
              <a:pathLst>
                <a:path w="12359" h="15949" extrusionOk="0">
                  <a:moveTo>
                    <a:pt x="8637" y="0"/>
                  </a:moveTo>
                  <a:cubicBezTo>
                    <a:pt x="8293" y="0"/>
                    <a:pt x="7768" y="73"/>
                    <a:pt x="6989" y="278"/>
                  </a:cubicBezTo>
                  <a:cubicBezTo>
                    <a:pt x="5089" y="792"/>
                    <a:pt x="4216" y="2164"/>
                    <a:pt x="4216" y="2164"/>
                  </a:cubicBezTo>
                  <a:cubicBezTo>
                    <a:pt x="4331" y="1322"/>
                    <a:pt x="5375" y="664"/>
                    <a:pt x="5175" y="335"/>
                  </a:cubicBezTo>
                  <a:cubicBezTo>
                    <a:pt x="5160" y="306"/>
                    <a:pt x="5131" y="293"/>
                    <a:pt x="5103" y="293"/>
                  </a:cubicBezTo>
                  <a:cubicBezTo>
                    <a:pt x="5080" y="288"/>
                    <a:pt x="5054" y="286"/>
                    <a:pt x="5024" y="286"/>
                  </a:cubicBezTo>
                  <a:cubicBezTo>
                    <a:pt x="4315" y="286"/>
                    <a:pt x="1496" y="1545"/>
                    <a:pt x="1030" y="2765"/>
                  </a:cubicBezTo>
                  <a:cubicBezTo>
                    <a:pt x="500" y="4123"/>
                    <a:pt x="258" y="5652"/>
                    <a:pt x="143" y="7525"/>
                  </a:cubicBezTo>
                  <a:cubicBezTo>
                    <a:pt x="1" y="9711"/>
                    <a:pt x="186" y="13671"/>
                    <a:pt x="601" y="13814"/>
                  </a:cubicBezTo>
                  <a:cubicBezTo>
                    <a:pt x="634" y="13825"/>
                    <a:pt x="669" y="13830"/>
                    <a:pt x="705" y="13830"/>
                  </a:cubicBezTo>
                  <a:cubicBezTo>
                    <a:pt x="1140" y="13830"/>
                    <a:pt x="1773" y="13100"/>
                    <a:pt x="1773" y="13099"/>
                  </a:cubicBezTo>
                  <a:lnTo>
                    <a:pt x="1773" y="13099"/>
                  </a:lnTo>
                  <a:cubicBezTo>
                    <a:pt x="1773" y="13700"/>
                    <a:pt x="1358" y="14557"/>
                    <a:pt x="1773" y="14786"/>
                  </a:cubicBezTo>
                  <a:cubicBezTo>
                    <a:pt x="1831" y="14816"/>
                    <a:pt x="1911" y="14829"/>
                    <a:pt x="2006" y="14829"/>
                  </a:cubicBezTo>
                  <a:cubicBezTo>
                    <a:pt x="2588" y="14829"/>
                    <a:pt x="3731" y="14342"/>
                    <a:pt x="3731" y="14342"/>
                  </a:cubicBezTo>
                  <a:cubicBezTo>
                    <a:pt x="3731" y="14342"/>
                    <a:pt x="3784" y="15949"/>
                    <a:pt x="4216" y="15949"/>
                  </a:cubicBezTo>
                  <a:cubicBezTo>
                    <a:pt x="4230" y="15949"/>
                    <a:pt x="4245" y="15947"/>
                    <a:pt x="4260" y="15943"/>
                  </a:cubicBezTo>
                  <a:cubicBezTo>
                    <a:pt x="4731" y="15829"/>
                    <a:pt x="5789" y="14758"/>
                    <a:pt x="5789" y="14758"/>
                  </a:cubicBezTo>
                  <a:cubicBezTo>
                    <a:pt x="5789" y="14758"/>
                    <a:pt x="6423" y="15940"/>
                    <a:pt x="6880" y="15940"/>
                  </a:cubicBezTo>
                  <a:cubicBezTo>
                    <a:pt x="6918" y="15940"/>
                    <a:pt x="6955" y="15932"/>
                    <a:pt x="6989" y="15915"/>
                  </a:cubicBezTo>
                  <a:cubicBezTo>
                    <a:pt x="7447" y="15701"/>
                    <a:pt x="7561" y="14700"/>
                    <a:pt x="7561" y="14700"/>
                  </a:cubicBezTo>
                  <a:cubicBezTo>
                    <a:pt x="7561" y="14700"/>
                    <a:pt x="9010" y="15555"/>
                    <a:pt x="9548" y="15555"/>
                  </a:cubicBezTo>
                  <a:cubicBezTo>
                    <a:pt x="9600" y="15555"/>
                    <a:pt x="9644" y="15547"/>
                    <a:pt x="9677" y="15529"/>
                  </a:cubicBezTo>
                  <a:cubicBezTo>
                    <a:pt x="10034" y="15343"/>
                    <a:pt x="9677" y="14314"/>
                    <a:pt x="9677" y="14314"/>
                  </a:cubicBezTo>
                  <a:lnTo>
                    <a:pt x="9677" y="14314"/>
                  </a:lnTo>
                  <a:cubicBezTo>
                    <a:pt x="10172" y="14778"/>
                    <a:pt x="11010" y="15024"/>
                    <a:pt x="11461" y="15024"/>
                  </a:cubicBezTo>
                  <a:cubicBezTo>
                    <a:pt x="11622" y="15024"/>
                    <a:pt x="11733" y="14993"/>
                    <a:pt x="11763" y="14929"/>
                  </a:cubicBezTo>
                  <a:cubicBezTo>
                    <a:pt x="11878" y="14672"/>
                    <a:pt x="11521" y="13557"/>
                    <a:pt x="11521" y="13557"/>
                  </a:cubicBezTo>
                  <a:lnTo>
                    <a:pt x="11521" y="13557"/>
                  </a:lnTo>
                  <a:cubicBezTo>
                    <a:pt x="11727" y="13597"/>
                    <a:pt x="11885" y="13618"/>
                    <a:pt x="12004" y="13618"/>
                  </a:cubicBezTo>
                  <a:cubicBezTo>
                    <a:pt x="12313" y="13618"/>
                    <a:pt x="12359" y="13476"/>
                    <a:pt x="12307" y="13157"/>
                  </a:cubicBezTo>
                  <a:cubicBezTo>
                    <a:pt x="12264" y="12913"/>
                    <a:pt x="12164" y="12556"/>
                    <a:pt x="12064" y="12070"/>
                  </a:cubicBezTo>
                  <a:cubicBezTo>
                    <a:pt x="11821" y="10712"/>
                    <a:pt x="11607" y="8997"/>
                    <a:pt x="11563" y="5867"/>
                  </a:cubicBezTo>
                  <a:cubicBezTo>
                    <a:pt x="11522" y="2846"/>
                    <a:pt x="9964" y="2793"/>
                    <a:pt x="9854" y="2793"/>
                  </a:cubicBezTo>
                  <a:cubicBezTo>
                    <a:pt x="9850" y="2793"/>
                    <a:pt x="9848" y="2793"/>
                    <a:pt x="9848" y="2793"/>
                  </a:cubicBezTo>
                  <a:cubicBezTo>
                    <a:pt x="10206" y="2050"/>
                    <a:pt x="10763" y="2021"/>
                    <a:pt x="11292" y="1879"/>
                  </a:cubicBezTo>
                  <a:cubicBezTo>
                    <a:pt x="11821" y="1750"/>
                    <a:pt x="11620" y="1322"/>
                    <a:pt x="10220" y="1250"/>
                  </a:cubicBezTo>
                  <a:cubicBezTo>
                    <a:pt x="10151" y="1245"/>
                    <a:pt x="10081" y="1243"/>
                    <a:pt x="10009" y="1243"/>
                  </a:cubicBezTo>
                  <a:cubicBezTo>
                    <a:pt x="8628" y="1243"/>
                    <a:pt x="6833" y="1993"/>
                    <a:pt x="6833" y="1993"/>
                  </a:cubicBezTo>
                  <a:cubicBezTo>
                    <a:pt x="7519" y="521"/>
                    <a:pt x="9162" y="493"/>
                    <a:pt x="9219" y="278"/>
                  </a:cubicBezTo>
                  <a:cubicBezTo>
                    <a:pt x="9253" y="151"/>
                    <a:pt x="9132" y="0"/>
                    <a:pt x="8637" y="0"/>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62"/>
            <p:cNvSpPr/>
            <p:nvPr/>
          </p:nvSpPr>
          <p:spPr>
            <a:xfrm>
              <a:off x="5345825" y="301500"/>
              <a:ext cx="305550" cy="391675"/>
            </a:xfrm>
            <a:custGeom>
              <a:avLst/>
              <a:gdLst/>
              <a:ahLst/>
              <a:cxnLst/>
              <a:rect l="l" t="t" r="r" b="b"/>
              <a:pathLst>
                <a:path w="12222" h="15667" extrusionOk="0">
                  <a:moveTo>
                    <a:pt x="4932" y="1"/>
                  </a:moveTo>
                  <a:cubicBezTo>
                    <a:pt x="4217" y="1"/>
                    <a:pt x="1401" y="1273"/>
                    <a:pt x="930" y="2488"/>
                  </a:cubicBezTo>
                  <a:cubicBezTo>
                    <a:pt x="400" y="3846"/>
                    <a:pt x="158" y="5375"/>
                    <a:pt x="43" y="7248"/>
                  </a:cubicBezTo>
                  <a:cubicBezTo>
                    <a:pt x="15" y="7719"/>
                    <a:pt x="0" y="8277"/>
                    <a:pt x="0" y="8863"/>
                  </a:cubicBezTo>
                  <a:cubicBezTo>
                    <a:pt x="0" y="10978"/>
                    <a:pt x="186" y="13437"/>
                    <a:pt x="501" y="13537"/>
                  </a:cubicBezTo>
                  <a:cubicBezTo>
                    <a:pt x="543" y="13551"/>
                    <a:pt x="572" y="13551"/>
                    <a:pt x="600" y="13551"/>
                  </a:cubicBezTo>
                  <a:cubicBezTo>
                    <a:pt x="1029" y="13551"/>
                    <a:pt x="1673" y="12823"/>
                    <a:pt x="1673" y="12822"/>
                  </a:cubicBezTo>
                  <a:lnTo>
                    <a:pt x="1673" y="12822"/>
                  </a:lnTo>
                  <a:cubicBezTo>
                    <a:pt x="1673" y="13223"/>
                    <a:pt x="1487" y="13737"/>
                    <a:pt x="1487" y="14109"/>
                  </a:cubicBezTo>
                  <a:cubicBezTo>
                    <a:pt x="1487" y="14294"/>
                    <a:pt x="1530" y="14437"/>
                    <a:pt x="1673" y="14509"/>
                  </a:cubicBezTo>
                  <a:cubicBezTo>
                    <a:pt x="1730" y="14538"/>
                    <a:pt x="1816" y="14551"/>
                    <a:pt x="1915" y="14551"/>
                  </a:cubicBezTo>
                  <a:cubicBezTo>
                    <a:pt x="2502" y="14551"/>
                    <a:pt x="3631" y="14065"/>
                    <a:pt x="3631" y="14065"/>
                  </a:cubicBezTo>
                  <a:cubicBezTo>
                    <a:pt x="3631" y="14065"/>
                    <a:pt x="3688" y="15666"/>
                    <a:pt x="4116" y="15666"/>
                  </a:cubicBezTo>
                  <a:lnTo>
                    <a:pt x="4160" y="15666"/>
                  </a:lnTo>
                  <a:cubicBezTo>
                    <a:pt x="4631" y="15552"/>
                    <a:pt x="5689" y="14481"/>
                    <a:pt x="5689" y="14481"/>
                  </a:cubicBezTo>
                  <a:cubicBezTo>
                    <a:pt x="5689" y="14481"/>
                    <a:pt x="6333" y="15666"/>
                    <a:pt x="6790" y="15666"/>
                  </a:cubicBezTo>
                  <a:cubicBezTo>
                    <a:pt x="6819" y="15666"/>
                    <a:pt x="6861" y="15653"/>
                    <a:pt x="6889" y="15638"/>
                  </a:cubicBezTo>
                  <a:cubicBezTo>
                    <a:pt x="7347" y="15424"/>
                    <a:pt x="7461" y="14423"/>
                    <a:pt x="7461" y="14423"/>
                  </a:cubicBezTo>
                  <a:cubicBezTo>
                    <a:pt x="7461" y="14423"/>
                    <a:pt x="8919" y="15281"/>
                    <a:pt x="9449" y="15281"/>
                  </a:cubicBezTo>
                  <a:cubicBezTo>
                    <a:pt x="9491" y="15281"/>
                    <a:pt x="9534" y="15266"/>
                    <a:pt x="9577" y="15252"/>
                  </a:cubicBezTo>
                  <a:cubicBezTo>
                    <a:pt x="9691" y="15195"/>
                    <a:pt x="9734" y="15037"/>
                    <a:pt x="9734" y="14852"/>
                  </a:cubicBezTo>
                  <a:cubicBezTo>
                    <a:pt x="9734" y="14494"/>
                    <a:pt x="9577" y="14037"/>
                    <a:pt x="9577" y="14037"/>
                  </a:cubicBezTo>
                  <a:lnTo>
                    <a:pt x="9577" y="14037"/>
                  </a:lnTo>
                  <a:cubicBezTo>
                    <a:pt x="10063" y="14509"/>
                    <a:pt x="10892" y="14752"/>
                    <a:pt x="11349" y="14752"/>
                  </a:cubicBezTo>
                  <a:cubicBezTo>
                    <a:pt x="11520" y="14752"/>
                    <a:pt x="11635" y="14709"/>
                    <a:pt x="11663" y="14652"/>
                  </a:cubicBezTo>
                  <a:cubicBezTo>
                    <a:pt x="11678" y="14609"/>
                    <a:pt x="11692" y="14566"/>
                    <a:pt x="11692" y="14509"/>
                  </a:cubicBezTo>
                  <a:cubicBezTo>
                    <a:pt x="11692" y="14123"/>
                    <a:pt x="11421" y="13280"/>
                    <a:pt x="11421" y="13280"/>
                  </a:cubicBezTo>
                  <a:lnTo>
                    <a:pt x="11421" y="13280"/>
                  </a:lnTo>
                  <a:cubicBezTo>
                    <a:pt x="11621" y="13322"/>
                    <a:pt x="11778" y="13337"/>
                    <a:pt x="11907" y="13337"/>
                  </a:cubicBezTo>
                  <a:cubicBezTo>
                    <a:pt x="12136" y="13337"/>
                    <a:pt x="12221" y="13265"/>
                    <a:pt x="12221" y="13080"/>
                  </a:cubicBezTo>
                  <a:cubicBezTo>
                    <a:pt x="12221" y="13023"/>
                    <a:pt x="12221" y="12951"/>
                    <a:pt x="12207" y="12880"/>
                  </a:cubicBezTo>
                  <a:cubicBezTo>
                    <a:pt x="12149" y="12908"/>
                    <a:pt x="12092" y="12951"/>
                    <a:pt x="12035" y="12965"/>
                  </a:cubicBezTo>
                  <a:cubicBezTo>
                    <a:pt x="11936" y="13008"/>
                    <a:pt x="11835" y="13023"/>
                    <a:pt x="11749" y="13023"/>
                  </a:cubicBezTo>
                  <a:cubicBezTo>
                    <a:pt x="11507" y="13023"/>
                    <a:pt x="11278" y="12922"/>
                    <a:pt x="11120" y="12750"/>
                  </a:cubicBezTo>
                  <a:lnTo>
                    <a:pt x="11120" y="12750"/>
                  </a:lnTo>
                  <a:cubicBezTo>
                    <a:pt x="11164" y="13379"/>
                    <a:pt x="11221" y="13995"/>
                    <a:pt x="11263" y="14623"/>
                  </a:cubicBezTo>
                  <a:cubicBezTo>
                    <a:pt x="10720" y="14280"/>
                    <a:pt x="10177" y="13937"/>
                    <a:pt x="9634" y="13608"/>
                  </a:cubicBezTo>
                  <a:cubicBezTo>
                    <a:pt x="9563" y="13551"/>
                    <a:pt x="9477" y="13509"/>
                    <a:pt x="9391" y="13509"/>
                  </a:cubicBezTo>
                  <a:cubicBezTo>
                    <a:pt x="9363" y="13509"/>
                    <a:pt x="9334" y="13522"/>
                    <a:pt x="9319" y="13522"/>
                  </a:cubicBezTo>
                  <a:cubicBezTo>
                    <a:pt x="9205" y="13579"/>
                    <a:pt x="9176" y="13737"/>
                    <a:pt x="9176" y="13865"/>
                  </a:cubicBezTo>
                  <a:cubicBezTo>
                    <a:pt x="9163" y="14223"/>
                    <a:pt x="9163" y="14580"/>
                    <a:pt x="9148" y="14938"/>
                  </a:cubicBezTo>
                  <a:lnTo>
                    <a:pt x="7476" y="13823"/>
                  </a:lnTo>
                  <a:cubicBezTo>
                    <a:pt x="7290" y="14195"/>
                    <a:pt x="7104" y="14551"/>
                    <a:pt x="6918" y="14923"/>
                  </a:cubicBezTo>
                  <a:cubicBezTo>
                    <a:pt x="6889" y="14995"/>
                    <a:pt x="6819" y="15081"/>
                    <a:pt x="6733" y="15081"/>
                  </a:cubicBezTo>
                  <a:lnTo>
                    <a:pt x="6718" y="15081"/>
                  </a:lnTo>
                  <a:cubicBezTo>
                    <a:pt x="6661" y="15081"/>
                    <a:pt x="6618" y="15024"/>
                    <a:pt x="6590" y="14967"/>
                  </a:cubicBezTo>
                  <a:cubicBezTo>
                    <a:pt x="6333" y="14566"/>
                    <a:pt x="6060" y="14166"/>
                    <a:pt x="5803" y="13751"/>
                  </a:cubicBezTo>
                  <a:cubicBezTo>
                    <a:pt x="5403" y="14294"/>
                    <a:pt x="4860" y="14738"/>
                    <a:pt x="4246" y="15024"/>
                  </a:cubicBezTo>
                  <a:cubicBezTo>
                    <a:pt x="4217" y="14652"/>
                    <a:pt x="4160" y="14294"/>
                    <a:pt x="4059" y="13951"/>
                  </a:cubicBezTo>
                  <a:cubicBezTo>
                    <a:pt x="4017" y="13808"/>
                    <a:pt x="3960" y="13665"/>
                    <a:pt x="3845" y="13579"/>
                  </a:cubicBezTo>
                  <a:cubicBezTo>
                    <a:pt x="3788" y="13551"/>
                    <a:pt x="3731" y="13522"/>
                    <a:pt x="3659" y="13522"/>
                  </a:cubicBezTo>
                  <a:cubicBezTo>
                    <a:pt x="3502" y="13522"/>
                    <a:pt x="3345" y="13637"/>
                    <a:pt x="3173" y="13751"/>
                  </a:cubicBezTo>
                  <a:cubicBezTo>
                    <a:pt x="3002" y="13865"/>
                    <a:pt x="2816" y="13980"/>
                    <a:pt x="2630" y="13980"/>
                  </a:cubicBezTo>
                  <a:lnTo>
                    <a:pt x="2616" y="13980"/>
                  </a:lnTo>
                  <a:cubicBezTo>
                    <a:pt x="2245" y="13951"/>
                    <a:pt x="2073" y="13509"/>
                    <a:pt x="2102" y="13137"/>
                  </a:cubicBezTo>
                  <a:cubicBezTo>
                    <a:pt x="2115" y="12779"/>
                    <a:pt x="2230" y="12394"/>
                    <a:pt x="2087" y="12064"/>
                  </a:cubicBezTo>
                  <a:cubicBezTo>
                    <a:pt x="2058" y="12051"/>
                    <a:pt x="2030" y="12051"/>
                    <a:pt x="2001" y="12051"/>
                  </a:cubicBezTo>
                  <a:cubicBezTo>
                    <a:pt x="1844" y="12051"/>
                    <a:pt x="1701" y="12108"/>
                    <a:pt x="1559" y="12179"/>
                  </a:cubicBezTo>
                  <a:cubicBezTo>
                    <a:pt x="1401" y="12236"/>
                    <a:pt x="1258" y="12308"/>
                    <a:pt x="1130" y="12308"/>
                  </a:cubicBezTo>
                  <a:cubicBezTo>
                    <a:pt x="1058" y="12308"/>
                    <a:pt x="987" y="12279"/>
                    <a:pt x="930" y="12236"/>
                  </a:cubicBezTo>
                  <a:cubicBezTo>
                    <a:pt x="787" y="12136"/>
                    <a:pt x="743" y="11965"/>
                    <a:pt x="715" y="11793"/>
                  </a:cubicBezTo>
                  <a:cubicBezTo>
                    <a:pt x="457" y="10206"/>
                    <a:pt x="572" y="8577"/>
                    <a:pt x="715" y="6976"/>
                  </a:cubicBezTo>
                  <a:cubicBezTo>
                    <a:pt x="858" y="5432"/>
                    <a:pt x="1044" y="3860"/>
                    <a:pt x="1744" y="2488"/>
                  </a:cubicBezTo>
                  <a:cubicBezTo>
                    <a:pt x="2316" y="1401"/>
                    <a:pt x="3302" y="429"/>
                    <a:pt x="4532" y="101"/>
                  </a:cubicBezTo>
                  <a:cubicBezTo>
                    <a:pt x="4688" y="58"/>
                    <a:pt x="4846" y="44"/>
                    <a:pt x="5003" y="16"/>
                  </a:cubicBezTo>
                  <a:cubicBezTo>
                    <a:pt x="4974" y="1"/>
                    <a:pt x="4960" y="1"/>
                    <a:pt x="4932" y="1"/>
                  </a:cubicBezTo>
                  <a:close/>
                </a:path>
              </a:pathLst>
            </a:custGeom>
            <a:solidFill>
              <a:srgbClr val="5C2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62"/>
            <p:cNvSpPr/>
            <p:nvPr/>
          </p:nvSpPr>
          <p:spPr>
            <a:xfrm>
              <a:off x="5306750" y="460475"/>
              <a:ext cx="51225" cy="73750"/>
            </a:xfrm>
            <a:custGeom>
              <a:avLst/>
              <a:gdLst/>
              <a:ahLst/>
              <a:cxnLst/>
              <a:rect l="l" t="t" r="r" b="b"/>
              <a:pathLst>
                <a:path w="2049" h="2950" extrusionOk="0">
                  <a:moveTo>
                    <a:pt x="1421" y="0"/>
                  </a:moveTo>
                  <a:cubicBezTo>
                    <a:pt x="1035" y="0"/>
                    <a:pt x="581" y="229"/>
                    <a:pt x="391" y="760"/>
                  </a:cubicBezTo>
                  <a:cubicBezTo>
                    <a:pt x="0" y="1834"/>
                    <a:pt x="522" y="2949"/>
                    <a:pt x="1809" y="2949"/>
                  </a:cubicBezTo>
                  <a:cubicBezTo>
                    <a:pt x="1841" y="2949"/>
                    <a:pt x="1873" y="2949"/>
                    <a:pt x="1906" y="2947"/>
                  </a:cubicBezTo>
                  <a:cubicBezTo>
                    <a:pt x="1906" y="2947"/>
                    <a:pt x="2049" y="1232"/>
                    <a:pt x="2049" y="489"/>
                  </a:cubicBezTo>
                  <a:cubicBezTo>
                    <a:pt x="2049" y="180"/>
                    <a:pt x="1762" y="0"/>
                    <a:pt x="142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62"/>
            <p:cNvSpPr/>
            <p:nvPr/>
          </p:nvSpPr>
          <p:spPr>
            <a:xfrm>
              <a:off x="5323475" y="479450"/>
              <a:ext cx="24500" cy="28675"/>
            </a:xfrm>
            <a:custGeom>
              <a:avLst/>
              <a:gdLst/>
              <a:ahLst/>
              <a:cxnLst/>
              <a:rect l="l" t="t" r="r" b="b"/>
              <a:pathLst>
                <a:path w="980" h="1147" extrusionOk="0">
                  <a:moveTo>
                    <a:pt x="473" y="1"/>
                  </a:moveTo>
                  <a:cubicBezTo>
                    <a:pt x="74" y="1"/>
                    <a:pt x="0" y="1146"/>
                    <a:pt x="447" y="1146"/>
                  </a:cubicBezTo>
                  <a:cubicBezTo>
                    <a:pt x="458" y="1146"/>
                    <a:pt x="469" y="1146"/>
                    <a:pt x="480" y="1144"/>
                  </a:cubicBezTo>
                  <a:cubicBezTo>
                    <a:pt x="980" y="1073"/>
                    <a:pt x="880" y="16"/>
                    <a:pt x="480" y="1"/>
                  </a:cubicBezTo>
                  <a:cubicBezTo>
                    <a:pt x="478" y="1"/>
                    <a:pt x="475" y="1"/>
                    <a:pt x="473"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62"/>
            <p:cNvSpPr/>
            <p:nvPr/>
          </p:nvSpPr>
          <p:spPr>
            <a:xfrm>
              <a:off x="5359775" y="429100"/>
              <a:ext cx="290500" cy="210325"/>
            </a:xfrm>
            <a:custGeom>
              <a:avLst/>
              <a:gdLst/>
              <a:ahLst/>
              <a:cxnLst/>
              <a:rect l="l" t="t" r="r" b="b"/>
              <a:pathLst>
                <a:path w="11620" h="8413" extrusionOk="0">
                  <a:moveTo>
                    <a:pt x="8344" y="0"/>
                  </a:moveTo>
                  <a:cubicBezTo>
                    <a:pt x="7128" y="0"/>
                    <a:pt x="6480" y="802"/>
                    <a:pt x="6273" y="802"/>
                  </a:cubicBezTo>
                  <a:cubicBezTo>
                    <a:pt x="6269" y="802"/>
                    <a:pt x="6265" y="801"/>
                    <a:pt x="6261" y="800"/>
                  </a:cubicBezTo>
                  <a:cubicBezTo>
                    <a:pt x="5940" y="758"/>
                    <a:pt x="5349" y="93"/>
                    <a:pt x="4158" y="93"/>
                  </a:cubicBezTo>
                  <a:cubicBezTo>
                    <a:pt x="3755" y="93"/>
                    <a:pt x="3283" y="169"/>
                    <a:pt x="2729" y="372"/>
                  </a:cubicBezTo>
                  <a:cubicBezTo>
                    <a:pt x="242" y="1272"/>
                    <a:pt x="0" y="5159"/>
                    <a:pt x="1643" y="7046"/>
                  </a:cubicBezTo>
                  <a:cubicBezTo>
                    <a:pt x="2452" y="7962"/>
                    <a:pt x="4110" y="8413"/>
                    <a:pt x="5790" y="8413"/>
                  </a:cubicBezTo>
                  <a:cubicBezTo>
                    <a:pt x="6575" y="8413"/>
                    <a:pt x="7365" y="8314"/>
                    <a:pt x="8075" y="8119"/>
                  </a:cubicBezTo>
                  <a:cubicBezTo>
                    <a:pt x="8976" y="7861"/>
                    <a:pt x="9733" y="7461"/>
                    <a:pt x="10205" y="6903"/>
                  </a:cubicBezTo>
                  <a:cubicBezTo>
                    <a:pt x="11620" y="5245"/>
                    <a:pt x="11077" y="1744"/>
                    <a:pt x="9790" y="500"/>
                  </a:cubicBezTo>
                  <a:cubicBezTo>
                    <a:pt x="9577" y="300"/>
                    <a:pt x="9348" y="157"/>
                    <a:pt x="9104" y="100"/>
                  </a:cubicBezTo>
                  <a:cubicBezTo>
                    <a:pt x="8829" y="30"/>
                    <a:pt x="8576" y="0"/>
                    <a:pt x="8344"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62"/>
            <p:cNvSpPr/>
            <p:nvPr/>
          </p:nvSpPr>
          <p:spPr>
            <a:xfrm>
              <a:off x="5359775" y="429100"/>
              <a:ext cx="244775" cy="210325"/>
            </a:xfrm>
            <a:custGeom>
              <a:avLst/>
              <a:gdLst/>
              <a:ahLst/>
              <a:cxnLst/>
              <a:rect l="l" t="t" r="r" b="b"/>
              <a:pathLst>
                <a:path w="9791" h="8413" extrusionOk="0">
                  <a:moveTo>
                    <a:pt x="8344" y="0"/>
                  </a:moveTo>
                  <a:cubicBezTo>
                    <a:pt x="7128" y="0"/>
                    <a:pt x="6480" y="802"/>
                    <a:pt x="6273" y="802"/>
                  </a:cubicBezTo>
                  <a:cubicBezTo>
                    <a:pt x="6269" y="802"/>
                    <a:pt x="6265" y="801"/>
                    <a:pt x="6261" y="800"/>
                  </a:cubicBezTo>
                  <a:cubicBezTo>
                    <a:pt x="5940" y="758"/>
                    <a:pt x="5349" y="93"/>
                    <a:pt x="4158" y="93"/>
                  </a:cubicBezTo>
                  <a:cubicBezTo>
                    <a:pt x="3755" y="93"/>
                    <a:pt x="3283" y="169"/>
                    <a:pt x="2729" y="372"/>
                  </a:cubicBezTo>
                  <a:cubicBezTo>
                    <a:pt x="242" y="1272"/>
                    <a:pt x="0" y="5159"/>
                    <a:pt x="1643" y="7046"/>
                  </a:cubicBezTo>
                  <a:cubicBezTo>
                    <a:pt x="2452" y="7962"/>
                    <a:pt x="4110" y="8413"/>
                    <a:pt x="5790" y="8413"/>
                  </a:cubicBezTo>
                  <a:cubicBezTo>
                    <a:pt x="6575" y="8413"/>
                    <a:pt x="7365" y="8314"/>
                    <a:pt x="8075" y="8119"/>
                  </a:cubicBezTo>
                  <a:lnTo>
                    <a:pt x="8075" y="8119"/>
                  </a:lnTo>
                  <a:cubicBezTo>
                    <a:pt x="7529" y="8218"/>
                    <a:pt x="6976" y="8269"/>
                    <a:pt x="6422" y="8269"/>
                  </a:cubicBezTo>
                  <a:cubicBezTo>
                    <a:pt x="5699" y="8269"/>
                    <a:pt x="4977" y="8182"/>
                    <a:pt x="4273" y="8004"/>
                  </a:cubicBezTo>
                  <a:cubicBezTo>
                    <a:pt x="3273" y="7761"/>
                    <a:pt x="2258" y="7290"/>
                    <a:pt x="1658" y="6432"/>
                  </a:cubicBezTo>
                  <a:cubicBezTo>
                    <a:pt x="1372" y="6032"/>
                    <a:pt x="1201" y="5560"/>
                    <a:pt x="1100" y="5074"/>
                  </a:cubicBezTo>
                  <a:cubicBezTo>
                    <a:pt x="800" y="3745"/>
                    <a:pt x="1043" y="2230"/>
                    <a:pt x="1973" y="1243"/>
                  </a:cubicBezTo>
                  <a:cubicBezTo>
                    <a:pt x="2526" y="646"/>
                    <a:pt x="3356" y="303"/>
                    <a:pt x="4159" y="303"/>
                  </a:cubicBezTo>
                  <a:cubicBezTo>
                    <a:pt x="4702" y="303"/>
                    <a:pt x="5234" y="460"/>
                    <a:pt x="5660" y="800"/>
                  </a:cubicBezTo>
                  <a:cubicBezTo>
                    <a:pt x="5817" y="915"/>
                    <a:pt x="5975" y="1071"/>
                    <a:pt x="6175" y="1100"/>
                  </a:cubicBezTo>
                  <a:cubicBezTo>
                    <a:pt x="6192" y="1102"/>
                    <a:pt x="6209" y="1103"/>
                    <a:pt x="6225" y="1103"/>
                  </a:cubicBezTo>
                  <a:cubicBezTo>
                    <a:pt x="6449" y="1103"/>
                    <a:pt x="6660" y="933"/>
                    <a:pt x="6846" y="800"/>
                  </a:cubicBezTo>
                  <a:cubicBezTo>
                    <a:pt x="7387" y="423"/>
                    <a:pt x="7956" y="267"/>
                    <a:pt x="8527" y="267"/>
                  </a:cubicBezTo>
                  <a:cubicBezTo>
                    <a:pt x="8951" y="267"/>
                    <a:pt x="9376" y="353"/>
                    <a:pt x="9790" y="500"/>
                  </a:cubicBezTo>
                  <a:cubicBezTo>
                    <a:pt x="9577" y="300"/>
                    <a:pt x="9348" y="157"/>
                    <a:pt x="9104" y="100"/>
                  </a:cubicBezTo>
                  <a:cubicBezTo>
                    <a:pt x="8829" y="30"/>
                    <a:pt x="8576" y="0"/>
                    <a:pt x="8344"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62"/>
            <p:cNvSpPr/>
            <p:nvPr/>
          </p:nvSpPr>
          <p:spPr>
            <a:xfrm>
              <a:off x="5530200" y="558425"/>
              <a:ext cx="29325" cy="20825"/>
            </a:xfrm>
            <a:custGeom>
              <a:avLst/>
              <a:gdLst/>
              <a:ahLst/>
              <a:cxnLst/>
              <a:rect l="l" t="t" r="r" b="b"/>
              <a:pathLst>
                <a:path w="1173" h="833" extrusionOk="0">
                  <a:moveTo>
                    <a:pt x="815" y="1"/>
                  </a:moveTo>
                  <a:cubicBezTo>
                    <a:pt x="779" y="1"/>
                    <a:pt x="741" y="10"/>
                    <a:pt x="701" y="30"/>
                  </a:cubicBezTo>
                  <a:cubicBezTo>
                    <a:pt x="486" y="129"/>
                    <a:pt x="286" y="259"/>
                    <a:pt x="101" y="387"/>
                  </a:cubicBezTo>
                  <a:cubicBezTo>
                    <a:pt x="58" y="415"/>
                    <a:pt x="0" y="459"/>
                    <a:pt x="0" y="516"/>
                  </a:cubicBezTo>
                  <a:cubicBezTo>
                    <a:pt x="0" y="544"/>
                    <a:pt x="15" y="573"/>
                    <a:pt x="29" y="602"/>
                  </a:cubicBezTo>
                  <a:cubicBezTo>
                    <a:pt x="72" y="687"/>
                    <a:pt x="130" y="773"/>
                    <a:pt x="229" y="815"/>
                  </a:cubicBezTo>
                  <a:cubicBezTo>
                    <a:pt x="260" y="828"/>
                    <a:pt x="290" y="832"/>
                    <a:pt x="321" y="832"/>
                  </a:cubicBezTo>
                  <a:cubicBezTo>
                    <a:pt x="362" y="832"/>
                    <a:pt x="403" y="824"/>
                    <a:pt x="444" y="815"/>
                  </a:cubicBezTo>
                  <a:cubicBezTo>
                    <a:pt x="673" y="758"/>
                    <a:pt x="901" y="659"/>
                    <a:pt x="1087" y="487"/>
                  </a:cubicBezTo>
                  <a:cubicBezTo>
                    <a:pt x="1115" y="459"/>
                    <a:pt x="1159" y="430"/>
                    <a:pt x="1159" y="387"/>
                  </a:cubicBezTo>
                  <a:cubicBezTo>
                    <a:pt x="1172" y="329"/>
                    <a:pt x="1144" y="272"/>
                    <a:pt x="1102" y="230"/>
                  </a:cubicBezTo>
                  <a:cubicBezTo>
                    <a:pt x="1024" y="99"/>
                    <a:pt x="931" y="1"/>
                    <a:pt x="815"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62"/>
            <p:cNvSpPr/>
            <p:nvPr/>
          </p:nvSpPr>
          <p:spPr>
            <a:xfrm>
              <a:off x="5422275" y="494475"/>
              <a:ext cx="65450" cy="40375"/>
            </a:xfrm>
            <a:custGeom>
              <a:avLst/>
              <a:gdLst/>
              <a:ahLst/>
              <a:cxnLst/>
              <a:rect l="l" t="t" r="r" b="b"/>
              <a:pathLst>
                <a:path w="2618" h="1615" extrusionOk="0">
                  <a:moveTo>
                    <a:pt x="359" y="0"/>
                  </a:moveTo>
                  <a:cubicBezTo>
                    <a:pt x="1" y="301"/>
                    <a:pt x="216" y="1086"/>
                    <a:pt x="515" y="1372"/>
                  </a:cubicBezTo>
                  <a:cubicBezTo>
                    <a:pt x="630" y="1487"/>
                    <a:pt x="787" y="1544"/>
                    <a:pt x="944" y="1572"/>
                  </a:cubicBezTo>
                  <a:cubicBezTo>
                    <a:pt x="1064" y="1600"/>
                    <a:pt x="1183" y="1615"/>
                    <a:pt x="1301" y="1615"/>
                  </a:cubicBezTo>
                  <a:cubicBezTo>
                    <a:pt x="1492" y="1615"/>
                    <a:pt x="1677" y="1575"/>
                    <a:pt x="1845" y="1487"/>
                  </a:cubicBezTo>
                  <a:cubicBezTo>
                    <a:pt x="2303" y="1244"/>
                    <a:pt x="2474" y="686"/>
                    <a:pt x="2617" y="158"/>
                  </a:cubicBezTo>
                  <a:cubicBezTo>
                    <a:pt x="1859" y="143"/>
                    <a:pt x="1087" y="0"/>
                    <a:pt x="359"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62"/>
            <p:cNvSpPr/>
            <p:nvPr/>
          </p:nvSpPr>
          <p:spPr>
            <a:xfrm>
              <a:off x="5559875" y="497700"/>
              <a:ext cx="47200" cy="28500"/>
            </a:xfrm>
            <a:custGeom>
              <a:avLst/>
              <a:gdLst/>
              <a:ahLst/>
              <a:cxnLst/>
              <a:rect l="l" t="t" r="r" b="b"/>
              <a:pathLst>
                <a:path w="1888" h="1140" extrusionOk="0">
                  <a:moveTo>
                    <a:pt x="0" y="0"/>
                  </a:moveTo>
                  <a:cubicBezTo>
                    <a:pt x="43" y="386"/>
                    <a:pt x="128" y="786"/>
                    <a:pt x="443" y="1001"/>
                  </a:cubicBezTo>
                  <a:cubicBezTo>
                    <a:pt x="586" y="1099"/>
                    <a:pt x="755" y="1139"/>
                    <a:pt x="929" y="1139"/>
                  </a:cubicBezTo>
                  <a:cubicBezTo>
                    <a:pt x="981" y="1139"/>
                    <a:pt x="1034" y="1136"/>
                    <a:pt x="1087" y="1129"/>
                  </a:cubicBezTo>
                  <a:cubicBezTo>
                    <a:pt x="1201" y="1115"/>
                    <a:pt x="1329" y="1087"/>
                    <a:pt x="1415" y="1015"/>
                  </a:cubicBezTo>
                  <a:cubicBezTo>
                    <a:pt x="1658" y="829"/>
                    <a:pt x="1887" y="286"/>
                    <a:pt x="1643" y="43"/>
                  </a:cubicBezTo>
                  <a:cubicBezTo>
                    <a:pt x="1433" y="20"/>
                    <a:pt x="1216" y="15"/>
                    <a:pt x="996" y="15"/>
                  </a:cubicBezTo>
                  <a:cubicBezTo>
                    <a:pt x="846" y="15"/>
                    <a:pt x="694" y="17"/>
                    <a:pt x="543" y="17"/>
                  </a:cubicBezTo>
                  <a:cubicBezTo>
                    <a:pt x="361" y="17"/>
                    <a:pt x="179" y="14"/>
                    <a:pt x="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62"/>
            <p:cNvSpPr/>
            <p:nvPr/>
          </p:nvSpPr>
          <p:spPr>
            <a:xfrm>
              <a:off x="5542350" y="453875"/>
              <a:ext cx="71500" cy="32400"/>
            </a:xfrm>
            <a:custGeom>
              <a:avLst/>
              <a:gdLst/>
              <a:ahLst/>
              <a:cxnLst/>
              <a:rect l="l" t="t" r="r" b="b"/>
              <a:pathLst>
                <a:path w="2860" h="1296" extrusionOk="0">
                  <a:moveTo>
                    <a:pt x="331" y="0"/>
                  </a:moveTo>
                  <a:cubicBezTo>
                    <a:pt x="273" y="0"/>
                    <a:pt x="215" y="3"/>
                    <a:pt x="158" y="10"/>
                  </a:cubicBezTo>
                  <a:cubicBezTo>
                    <a:pt x="115" y="324"/>
                    <a:pt x="58" y="638"/>
                    <a:pt x="0" y="938"/>
                  </a:cubicBezTo>
                  <a:cubicBezTo>
                    <a:pt x="72" y="967"/>
                    <a:pt x="143" y="967"/>
                    <a:pt x="215" y="967"/>
                  </a:cubicBezTo>
                  <a:cubicBezTo>
                    <a:pt x="1087" y="982"/>
                    <a:pt x="2001" y="967"/>
                    <a:pt x="2788" y="1296"/>
                  </a:cubicBezTo>
                  <a:cubicBezTo>
                    <a:pt x="2817" y="1239"/>
                    <a:pt x="2845" y="1182"/>
                    <a:pt x="2859" y="1124"/>
                  </a:cubicBezTo>
                  <a:cubicBezTo>
                    <a:pt x="2402" y="696"/>
                    <a:pt x="1873" y="366"/>
                    <a:pt x="1302" y="195"/>
                  </a:cubicBezTo>
                  <a:cubicBezTo>
                    <a:pt x="997" y="97"/>
                    <a:pt x="662" y="0"/>
                    <a:pt x="33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62"/>
            <p:cNvSpPr/>
            <p:nvPr/>
          </p:nvSpPr>
          <p:spPr>
            <a:xfrm>
              <a:off x="5416925" y="445150"/>
              <a:ext cx="81850" cy="38625"/>
            </a:xfrm>
            <a:custGeom>
              <a:avLst/>
              <a:gdLst/>
              <a:ahLst/>
              <a:cxnLst/>
              <a:rect l="l" t="t" r="r" b="b"/>
              <a:pathLst>
                <a:path w="3274" h="1545" extrusionOk="0">
                  <a:moveTo>
                    <a:pt x="3073" y="1"/>
                  </a:moveTo>
                  <a:cubicBezTo>
                    <a:pt x="2645" y="1"/>
                    <a:pt x="2174" y="144"/>
                    <a:pt x="1773" y="287"/>
                  </a:cubicBezTo>
                  <a:cubicBezTo>
                    <a:pt x="1116" y="530"/>
                    <a:pt x="516" y="887"/>
                    <a:pt x="1" y="1373"/>
                  </a:cubicBezTo>
                  <a:lnTo>
                    <a:pt x="87" y="1544"/>
                  </a:lnTo>
                  <a:cubicBezTo>
                    <a:pt x="987" y="1130"/>
                    <a:pt x="2031" y="1073"/>
                    <a:pt x="3031" y="973"/>
                  </a:cubicBezTo>
                  <a:cubicBezTo>
                    <a:pt x="3102" y="959"/>
                    <a:pt x="3203" y="959"/>
                    <a:pt x="3274" y="930"/>
                  </a:cubicBezTo>
                  <a:cubicBezTo>
                    <a:pt x="3203" y="616"/>
                    <a:pt x="3131" y="315"/>
                    <a:pt x="3073"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62"/>
            <p:cNvSpPr/>
            <p:nvPr/>
          </p:nvSpPr>
          <p:spPr>
            <a:xfrm>
              <a:off x="5429800" y="495825"/>
              <a:ext cx="21475" cy="22325"/>
            </a:xfrm>
            <a:custGeom>
              <a:avLst/>
              <a:gdLst/>
              <a:ahLst/>
              <a:cxnLst/>
              <a:rect l="l" t="t" r="r" b="b"/>
              <a:pathLst>
                <a:path w="859" h="893" extrusionOk="0">
                  <a:moveTo>
                    <a:pt x="440" y="1"/>
                  </a:moveTo>
                  <a:cubicBezTo>
                    <a:pt x="427" y="1"/>
                    <a:pt x="414" y="2"/>
                    <a:pt x="401" y="3"/>
                  </a:cubicBezTo>
                  <a:cubicBezTo>
                    <a:pt x="157" y="32"/>
                    <a:pt x="1" y="232"/>
                    <a:pt x="1" y="476"/>
                  </a:cubicBezTo>
                  <a:cubicBezTo>
                    <a:pt x="13" y="702"/>
                    <a:pt x="214" y="892"/>
                    <a:pt x="416" y="892"/>
                  </a:cubicBezTo>
                  <a:cubicBezTo>
                    <a:pt x="430" y="892"/>
                    <a:pt x="444" y="891"/>
                    <a:pt x="458" y="890"/>
                  </a:cubicBezTo>
                  <a:cubicBezTo>
                    <a:pt x="700" y="876"/>
                    <a:pt x="858" y="676"/>
                    <a:pt x="858" y="418"/>
                  </a:cubicBezTo>
                  <a:cubicBezTo>
                    <a:pt x="844" y="204"/>
                    <a:pt x="641" y="1"/>
                    <a:pt x="44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62"/>
            <p:cNvSpPr/>
            <p:nvPr/>
          </p:nvSpPr>
          <p:spPr>
            <a:xfrm>
              <a:off x="5561300" y="500350"/>
              <a:ext cx="23950" cy="21500"/>
            </a:xfrm>
            <a:custGeom>
              <a:avLst/>
              <a:gdLst/>
              <a:ahLst/>
              <a:cxnLst/>
              <a:rect l="l" t="t" r="r" b="b"/>
              <a:pathLst>
                <a:path w="958" h="860" extrusionOk="0">
                  <a:moveTo>
                    <a:pt x="494" y="0"/>
                  </a:moveTo>
                  <a:cubicBezTo>
                    <a:pt x="330" y="0"/>
                    <a:pt x="175" y="105"/>
                    <a:pt x="100" y="266"/>
                  </a:cubicBezTo>
                  <a:cubicBezTo>
                    <a:pt x="0" y="466"/>
                    <a:pt x="100" y="737"/>
                    <a:pt x="300" y="823"/>
                  </a:cubicBezTo>
                  <a:cubicBezTo>
                    <a:pt x="354" y="848"/>
                    <a:pt x="409" y="860"/>
                    <a:pt x="462" y="860"/>
                  </a:cubicBezTo>
                  <a:cubicBezTo>
                    <a:pt x="623" y="860"/>
                    <a:pt x="772" y="755"/>
                    <a:pt x="858" y="594"/>
                  </a:cubicBezTo>
                  <a:cubicBezTo>
                    <a:pt x="958" y="394"/>
                    <a:pt x="858" y="123"/>
                    <a:pt x="658" y="37"/>
                  </a:cubicBezTo>
                  <a:cubicBezTo>
                    <a:pt x="604" y="12"/>
                    <a:pt x="548" y="0"/>
                    <a:pt x="49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62"/>
            <p:cNvSpPr/>
            <p:nvPr/>
          </p:nvSpPr>
          <p:spPr>
            <a:xfrm>
              <a:off x="5500900" y="570600"/>
              <a:ext cx="21825" cy="33825"/>
            </a:xfrm>
            <a:custGeom>
              <a:avLst/>
              <a:gdLst/>
              <a:ahLst/>
              <a:cxnLst/>
              <a:rect l="l" t="t" r="r" b="b"/>
              <a:pathLst>
                <a:path w="873" h="1353" extrusionOk="0">
                  <a:moveTo>
                    <a:pt x="873" y="0"/>
                  </a:moveTo>
                  <a:cubicBezTo>
                    <a:pt x="816" y="29"/>
                    <a:pt x="772" y="43"/>
                    <a:pt x="715" y="71"/>
                  </a:cubicBezTo>
                  <a:cubicBezTo>
                    <a:pt x="444" y="200"/>
                    <a:pt x="229" y="386"/>
                    <a:pt x="29" y="601"/>
                  </a:cubicBezTo>
                  <a:cubicBezTo>
                    <a:pt x="15" y="614"/>
                    <a:pt x="15" y="614"/>
                    <a:pt x="0" y="614"/>
                  </a:cubicBezTo>
                  <a:cubicBezTo>
                    <a:pt x="0" y="658"/>
                    <a:pt x="29" y="700"/>
                    <a:pt x="58" y="729"/>
                  </a:cubicBezTo>
                  <a:cubicBezTo>
                    <a:pt x="244" y="957"/>
                    <a:pt x="458" y="1172"/>
                    <a:pt x="701" y="1344"/>
                  </a:cubicBezTo>
                  <a:cubicBezTo>
                    <a:pt x="714" y="1350"/>
                    <a:pt x="726" y="1353"/>
                    <a:pt x="738" y="1353"/>
                  </a:cubicBezTo>
                  <a:cubicBezTo>
                    <a:pt x="781" y="1353"/>
                    <a:pt x="816" y="1317"/>
                    <a:pt x="816" y="1272"/>
                  </a:cubicBezTo>
                  <a:cubicBezTo>
                    <a:pt x="801" y="1058"/>
                    <a:pt x="816" y="700"/>
                    <a:pt x="816" y="629"/>
                  </a:cubicBezTo>
                  <a:cubicBezTo>
                    <a:pt x="816" y="414"/>
                    <a:pt x="844" y="200"/>
                    <a:pt x="873"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62"/>
            <p:cNvSpPr/>
            <p:nvPr/>
          </p:nvSpPr>
          <p:spPr>
            <a:xfrm>
              <a:off x="5567350" y="552350"/>
              <a:ext cx="28625" cy="27400"/>
            </a:xfrm>
            <a:custGeom>
              <a:avLst/>
              <a:gdLst/>
              <a:ahLst/>
              <a:cxnLst/>
              <a:rect l="l" t="t" r="r" b="b"/>
              <a:pathLst>
                <a:path w="1145" h="1096" extrusionOk="0">
                  <a:moveTo>
                    <a:pt x="1059" y="1"/>
                  </a:moveTo>
                  <a:cubicBezTo>
                    <a:pt x="873" y="16"/>
                    <a:pt x="702" y="29"/>
                    <a:pt x="515" y="73"/>
                  </a:cubicBezTo>
                  <a:cubicBezTo>
                    <a:pt x="376" y="96"/>
                    <a:pt x="237" y="119"/>
                    <a:pt x="98" y="119"/>
                  </a:cubicBezTo>
                  <a:cubicBezTo>
                    <a:pt x="66" y="119"/>
                    <a:pt x="33" y="118"/>
                    <a:pt x="1" y="115"/>
                  </a:cubicBezTo>
                  <a:lnTo>
                    <a:pt x="1" y="115"/>
                  </a:lnTo>
                  <a:cubicBezTo>
                    <a:pt x="16" y="130"/>
                    <a:pt x="16" y="144"/>
                    <a:pt x="29" y="144"/>
                  </a:cubicBezTo>
                  <a:cubicBezTo>
                    <a:pt x="187" y="287"/>
                    <a:pt x="344" y="429"/>
                    <a:pt x="502" y="587"/>
                  </a:cubicBezTo>
                  <a:cubicBezTo>
                    <a:pt x="544" y="644"/>
                    <a:pt x="788" y="902"/>
                    <a:pt x="931" y="1058"/>
                  </a:cubicBezTo>
                  <a:cubicBezTo>
                    <a:pt x="943" y="1084"/>
                    <a:pt x="967" y="1095"/>
                    <a:pt x="991" y="1095"/>
                  </a:cubicBezTo>
                  <a:cubicBezTo>
                    <a:pt x="1021" y="1095"/>
                    <a:pt x="1051" y="1077"/>
                    <a:pt x="1059" y="1045"/>
                  </a:cubicBezTo>
                  <a:cubicBezTo>
                    <a:pt x="1116" y="744"/>
                    <a:pt x="1144" y="444"/>
                    <a:pt x="1131" y="144"/>
                  </a:cubicBezTo>
                  <a:cubicBezTo>
                    <a:pt x="1131" y="101"/>
                    <a:pt x="1116" y="58"/>
                    <a:pt x="1087" y="16"/>
                  </a:cubicBezTo>
                  <a:cubicBezTo>
                    <a:pt x="1087" y="16"/>
                    <a:pt x="1073" y="1"/>
                    <a:pt x="105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62"/>
            <p:cNvSpPr/>
            <p:nvPr/>
          </p:nvSpPr>
          <p:spPr>
            <a:xfrm>
              <a:off x="5430525" y="491600"/>
              <a:ext cx="57900" cy="8775"/>
            </a:xfrm>
            <a:custGeom>
              <a:avLst/>
              <a:gdLst/>
              <a:ahLst/>
              <a:cxnLst/>
              <a:rect l="l" t="t" r="r" b="b"/>
              <a:pathLst>
                <a:path w="2316" h="351" extrusionOk="0">
                  <a:moveTo>
                    <a:pt x="29" y="1"/>
                  </a:moveTo>
                  <a:lnTo>
                    <a:pt x="0" y="144"/>
                  </a:lnTo>
                  <a:cubicBezTo>
                    <a:pt x="647" y="279"/>
                    <a:pt x="1316" y="350"/>
                    <a:pt x="1979" y="350"/>
                  </a:cubicBezTo>
                  <a:cubicBezTo>
                    <a:pt x="2091" y="350"/>
                    <a:pt x="2204" y="348"/>
                    <a:pt x="2316" y="344"/>
                  </a:cubicBezTo>
                  <a:lnTo>
                    <a:pt x="2316" y="201"/>
                  </a:lnTo>
                  <a:cubicBezTo>
                    <a:pt x="2204" y="205"/>
                    <a:pt x="2092" y="207"/>
                    <a:pt x="1981" y="207"/>
                  </a:cubicBezTo>
                  <a:cubicBezTo>
                    <a:pt x="1324" y="207"/>
                    <a:pt x="676" y="136"/>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62"/>
            <p:cNvSpPr/>
            <p:nvPr/>
          </p:nvSpPr>
          <p:spPr>
            <a:xfrm>
              <a:off x="5557725" y="495900"/>
              <a:ext cx="44675" cy="5000"/>
            </a:xfrm>
            <a:custGeom>
              <a:avLst/>
              <a:gdLst/>
              <a:ahLst/>
              <a:cxnLst/>
              <a:rect l="l" t="t" r="r" b="b"/>
              <a:pathLst>
                <a:path w="1787" h="200" extrusionOk="0">
                  <a:moveTo>
                    <a:pt x="14" y="0"/>
                  </a:moveTo>
                  <a:lnTo>
                    <a:pt x="1" y="143"/>
                  </a:lnTo>
                  <a:cubicBezTo>
                    <a:pt x="310" y="181"/>
                    <a:pt x="624" y="199"/>
                    <a:pt x="940" y="199"/>
                  </a:cubicBezTo>
                  <a:cubicBezTo>
                    <a:pt x="1221" y="199"/>
                    <a:pt x="1504" y="185"/>
                    <a:pt x="1787" y="158"/>
                  </a:cubicBezTo>
                  <a:lnTo>
                    <a:pt x="1773" y="15"/>
                  </a:lnTo>
                  <a:cubicBezTo>
                    <a:pt x="1497" y="42"/>
                    <a:pt x="1220" y="56"/>
                    <a:pt x="944" y="56"/>
                  </a:cubicBezTo>
                  <a:cubicBezTo>
                    <a:pt x="634" y="56"/>
                    <a:pt x="325" y="38"/>
                    <a:pt x="1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62"/>
            <p:cNvSpPr/>
            <p:nvPr/>
          </p:nvSpPr>
          <p:spPr>
            <a:xfrm>
              <a:off x="5491600" y="510150"/>
              <a:ext cx="55425" cy="40075"/>
            </a:xfrm>
            <a:custGeom>
              <a:avLst/>
              <a:gdLst/>
              <a:ahLst/>
              <a:cxnLst/>
              <a:rect l="l" t="t" r="r" b="b"/>
              <a:pathLst>
                <a:path w="2217" h="1603" extrusionOk="0">
                  <a:moveTo>
                    <a:pt x="1756" y="1"/>
                  </a:moveTo>
                  <a:cubicBezTo>
                    <a:pt x="1597" y="1"/>
                    <a:pt x="1437" y="81"/>
                    <a:pt x="1331" y="188"/>
                  </a:cubicBezTo>
                  <a:cubicBezTo>
                    <a:pt x="1273" y="259"/>
                    <a:pt x="1216" y="345"/>
                    <a:pt x="1173" y="446"/>
                  </a:cubicBezTo>
                  <a:cubicBezTo>
                    <a:pt x="1012" y="209"/>
                    <a:pt x="731" y="48"/>
                    <a:pt x="444" y="48"/>
                  </a:cubicBezTo>
                  <a:cubicBezTo>
                    <a:pt x="401" y="48"/>
                    <a:pt x="358" y="52"/>
                    <a:pt x="315" y="59"/>
                  </a:cubicBezTo>
                  <a:cubicBezTo>
                    <a:pt x="258" y="59"/>
                    <a:pt x="216" y="74"/>
                    <a:pt x="159" y="116"/>
                  </a:cubicBezTo>
                  <a:cubicBezTo>
                    <a:pt x="115" y="145"/>
                    <a:pt x="86" y="202"/>
                    <a:pt x="58" y="274"/>
                  </a:cubicBezTo>
                  <a:cubicBezTo>
                    <a:pt x="1" y="488"/>
                    <a:pt x="115" y="688"/>
                    <a:pt x="216" y="860"/>
                  </a:cubicBezTo>
                  <a:cubicBezTo>
                    <a:pt x="401" y="1160"/>
                    <a:pt x="616" y="1446"/>
                    <a:pt x="959" y="1532"/>
                  </a:cubicBezTo>
                  <a:lnTo>
                    <a:pt x="1001" y="1303"/>
                  </a:lnTo>
                  <a:cubicBezTo>
                    <a:pt x="759" y="1246"/>
                    <a:pt x="587" y="989"/>
                    <a:pt x="430" y="732"/>
                  </a:cubicBezTo>
                  <a:cubicBezTo>
                    <a:pt x="344" y="602"/>
                    <a:pt x="258" y="459"/>
                    <a:pt x="287" y="331"/>
                  </a:cubicBezTo>
                  <a:cubicBezTo>
                    <a:pt x="301" y="317"/>
                    <a:pt x="301" y="303"/>
                    <a:pt x="301" y="303"/>
                  </a:cubicBezTo>
                  <a:cubicBezTo>
                    <a:pt x="315" y="303"/>
                    <a:pt x="315" y="303"/>
                    <a:pt x="344" y="288"/>
                  </a:cubicBezTo>
                  <a:cubicBezTo>
                    <a:pt x="370" y="285"/>
                    <a:pt x="397" y="283"/>
                    <a:pt x="423" y="283"/>
                  </a:cubicBezTo>
                  <a:cubicBezTo>
                    <a:pt x="726" y="283"/>
                    <a:pt x="1022" y="500"/>
                    <a:pt x="1087" y="789"/>
                  </a:cubicBezTo>
                  <a:lnTo>
                    <a:pt x="1188" y="1246"/>
                  </a:lnTo>
                  <a:lnTo>
                    <a:pt x="1316" y="789"/>
                  </a:lnTo>
                  <a:cubicBezTo>
                    <a:pt x="1359" y="646"/>
                    <a:pt x="1401" y="474"/>
                    <a:pt x="1516" y="345"/>
                  </a:cubicBezTo>
                  <a:cubicBezTo>
                    <a:pt x="1568" y="283"/>
                    <a:pt x="1664" y="236"/>
                    <a:pt x="1751" y="236"/>
                  </a:cubicBezTo>
                  <a:cubicBezTo>
                    <a:pt x="1785" y="236"/>
                    <a:pt x="1817" y="243"/>
                    <a:pt x="1845" y="259"/>
                  </a:cubicBezTo>
                  <a:cubicBezTo>
                    <a:pt x="1945" y="317"/>
                    <a:pt x="1973" y="474"/>
                    <a:pt x="1959" y="602"/>
                  </a:cubicBezTo>
                  <a:cubicBezTo>
                    <a:pt x="1945" y="917"/>
                    <a:pt x="1759" y="1218"/>
                    <a:pt x="1602" y="1475"/>
                  </a:cubicBezTo>
                  <a:lnTo>
                    <a:pt x="1802" y="1603"/>
                  </a:lnTo>
                  <a:cubicBezTo>
                    <a:pt x="1973" y="1317"/>
                    <a:pt x="2173" y="989"/>
                    <a:pt x="2202" y="617"/>
                  </a:cubicBezTo>
                  <a:cubicBezTo>
                    <a:pt x="2217" y="374"/>
                    <a:pt x="2131" y="160"/>
                    <a:pt x="1973" y="59"/>
                  </a:cubicBezTo>
                  <a:cubicBezTo>
                    <a:pt x="1905" y="18"/>
                    <a:pt x="1831" y="1"/>
                    <a:pt x="175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62"/>
            <p:cNvSpPr/>
            <p:nvPr/>
          </p:nvSpPr>
          <p:spPr>
            <a:xfrm>
              <a:off x="5498750" y="549875"/>
              <a:ext cx="96175" cy="38950"/>
            </a:xfrm>
            <a:custGeom>
              <a:avLst/>
              <a:gdLst/>
              <a:ahLst/>
              <a:cxnLst/>
              <a:rect l="l" t="t" r="r" b="b"/>
              <a:pathLst>
                <a:path w="3847" h="1558" extrusionOk="0">
                  <a:moveTo>
                    <a:pt x="3831" y="0"/>
                  </a:moveTo>
                  <a:cubicBezTo>
                    <a:pt x="3460" y="0"/>
                    <a:pt x="3103" y="29"/>
                    <a:pt x="2745" y="100"/>
                  </a:cubicBezTo>
                  <a:cubicBezTo>
                    <a:pt x="1731" y="286"/>
                    <a:pt x="772" y="757"/>
                    <a:pt x="1" y="1472"/>
                  </a:cubicBezTo>
                  <a:cubicBezTo>
                    <a:pt x="29" y="1500"/>
                    <a:pt x="73" y="1529"/>
                    <a:pt x="101" y="1558"/>
                  </a:cubicBezTo>
                  <a:cubicBezTo>
                    <a:pt x="1102" y="654"/>
                    <a:pt x="2401" y="156"/>
                    <a:pt x="3735" y="156"/>
                  </a:cubicBezTo>
                  <a:cubicBezTo>
                    <a:pt x="3772" y="156"/>
                    <a:pt x="3809" y="156"/>
                    <a:pt x="3846" y="157"/>
                  </a:cubicBezTo>
                  <a:cubicBezTo>
                    <a:pt x="3846" y="100"/>
                    <a:pt x="3831" y="57"/>
                    <a:pt x="3831"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5" name="Google Shape;2375;p62"/>
          <p:cNvGrpSpPr/>
          <p:nvPr/>
        </p:nvGrpSpPr>
        <p:grpSpPr>
          <a:xfrm>
            <a:off x="5672792" y="2687633"/>
            <a:ext cx="1264635" cy="1382409"/>
            <a:chOff x="6212200" y="306875"/>
            <a:chExt cx="930700" cy="1017375"/>
          </a:xfrm>
        </p:grpSpPr>
        <p:sp>
          <p:nvSpPr>
            <p:cNvPr id="2376" name="Google Shape;2376;p62"/>
            <p:cNvSpPr/>
            <p:nvPr/>
          </p:nvSpPr>
          <p:spPr>
            <a:xfrm>
              <a:off x="6411050" y="538425"/>
              <a:ext cx="549950" cy="572400"/>
            </a:xfrm>
            <a:custGeom>
              <a:avLst/>
              <a:gdLst/>
              <a:ahLst/>
              <a:cxnLst/>
              <a:rect l="l" t="t" r="r" b="b"/>
              <a:pathLst>
                <a:path w="21998" h="22896" extrusionOk="0">
                  <a:moveTo>
                    <a:pt x="10587" y="1"/>
                  </a:moveTo>
                  <a:cubicBezTo>
                    <a:pt x="10333" y="1"/>
                    <a:pt x="10072" y="5"/>
                    <a:pt x="9805" y="15"/>
                  </a:cubicBezTo>
                  <a:cubicBezTo>
                    <a:pt x="6760" y="129"/>
                    <a:pt x="3802" y="1101"/>
                    <a:pt x="1973" y="3546"/>
                  </a:cubicBezTo>
                  <a:cubicBezTo>
                    <a:pt x="729" y="5204"/>
                    <a:pt x="0" y="7533"/>
                    <a:pt x="128" y="10735"/>
                  </a:cubicBezTo>
                  <a:cubicBezTo>
                    <a:pt x="400" y="17925"/>
                    <a:pt x="2201" y="22384"/>
                    <a:pt x="9434" y="22855"/>
                  </a:cubicBezTo>
                  <a:cubicBezTo>
                    <a:pt x="9849" y="22881"/>
                    <a:pt x="10284" y="22896"/>
                    <a:pt x="10735" y="22896"/>
                  </a:cubicBezTo>
                  <a:cubicBezTo>
                    <a:pt x="11060" y="22896"/>
                    <a:pt x="11394" y="22888"/>
                    <a:pt x="11734" y="22870"/>
                  </a:cubicBezTo>
                  <a:cubicBezTo>
                    <a:pt x="21612" y="22499"/>
                    <a:pt x="21997" y="16353"/>
                    <a:pt x="21583" y="11035"/>
                  </a:cubicBezTo>
                  <a:cubicBezTo>
                    <a:pt x="21360" y="8048"/>
                    <a:pt x="21273" y="1"/>
                    <a:pt x="10587"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62"/>
            <p:cNvSpPr/>
            <p:nvPr/>
          </p:nvSpPr>
          <p:spPr>
            <a:xfrm>
              <a:off x="6443200" y="773550"/>
              <a:ext cx="28950" cy="37925"/>
            </a:xfrm>
            <a:custGeom>
              <a:avLst/>
              <a:gdLst/>
              <a:ahLst/>
              <a:cxnLst/>
              <a:rect l="l" t="t" r="r" b="b"/>
              <a:pathLst>
                <a:path w="1158" h="1517" extrusionOk="0">
                  <a:moveTo>
                    <a:pt x="687" y="1"/>
                  </a:moveTo>
                  <a:cubicBezTo>
                    <a:pt x="144" y="15"/>
                    <a:pt x="1" y="1459"/>
                    <a:pt x="687" y="1516"/>
                  </a:cubicBezTo>
                  <a:lnTo>
                    <a:pt x="715" y="1516"/>
                  </a:lnTo>
                  <a:cubicBezTo>
                    <a:pt x="1030" y="1516"/>
                    <a:pt x="1158" y="1144"/>
                    <a:pt x="1129" y="758"/>
                  </a:cubicBezTo>
                  <a:cubicBezTo>
                    <a:pt x="1115" y="386"/>
                    <a:pt x="944" y="1"/>
                    <a:pt x="687"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62"/>
            <p:cNvSpPr/>
            <p:nvPr/>
          </p:nvSpPr>
          <p:spPr>
            <a:xfrm>
              <a:off x="6488950" y="805350"/>
              <a:ext cx="28600" cy="19700"/>
            </a:xfrm>
            <a:custGeom>
              <a:avLst/>
              <a:gdLst/>
              <a:ahLst/>
              <a:cxnLst/>
              <a:rect l="l" t="t" r="r" b="b"/>
              <a:pathLst>
                <a:path w="1144" h="788" extrusionOk="0">
                  <a:moveTo>
                    <a:pt x="443" y="0"/>
                  </a:moveTo>
                  <a:cubicBezTo>
                    <a:pt x="229" y="0"/>
                    <a:pt x="71" y="201"/>
                    <a:pt x="42" y="401"/>
                  </a:cubicBezTo>
                  <a:cubicBezTo>
                    <a:pt x="0" y="601"/>
                    <a:pt x="71" y="787"/>
                    <a:pt x="315" y="787"/>
                  </a:cubicBezTo>
                  <a:cubicBezTo>
                    <a:pt x="357" y="787"/>
                    <a:pt x="414" y="787"/>
                    <a:pt x="471" y="772"/>
                  </a:cubicBezTo>
                  <a:cubicBezTo>
                    <a:pt x="1144" y="601"/>
                    <a:pt x="957" y="29"/>
                    <a:pt x="471" y="0"/>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62"/>
            <p:cNvSpPr/>
            <p:nvPr/>
          </p:nvSpPr>
          <p:spPr>
            <a:xfrm>
              <a:off x="6473225" y="744600"/>
              <a:ext cx="42175" cy="34700"/>
            </a:xfrm>
            <a:custGeom>
              <a:avLst/>
              <a:gdLst/>
              <a:ahLst/>
              <a:cxnLst/>
              <a:rect l="l" t="t" r="r" b="b"/>
              <a:pathLst>
                <a:path w="1687" h="1388" extrusionOk="0">
                  <a:moveTo>
                    <a:pt x="686" y="1"/>
                  </a:moveTo>
                  <a:cubicBezTo>
                    <a:pt x="214" y="1"/>
                    <a:pt x="0" y="344"/>
                    <a:pt x="14" y="702"/>
                  </a:cubicBezTo>
                  <a:cubicBezTo>
                    <a:pt x="29" y="1045"/>
                    <a:pt x="257" y="1388"/>
                    <a:pt x="700" y="1388"/>
                  </a:cubicBezTo>
                  <a:lnTo>
                    <a:pt x="715" y="1388"/>
                  </a:lnTo>
                  <a:cubicBezTo>
                    <a:pt x="1630" y="1388"/>
                    <a:pt x="1687" y="29"/>
                    <a:pt x="715" y="1"/>
                  </a:cubicBezTo>
                  <a:close/>
                </a:path>
              </a:pathLst>
            </a:custGeom>
            <a:solidFill>
              <a:srgbClr val="6F3B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62"/>
            <p:cNvSpPr/>
            <p:nvPr/>
          </p:nvSpPr>
          <p:spPr>
            <a:xfrm>
              <a:off x="6483575" y="580600"/>
              <a:ext cx="465975" cy="530300"/>
            </a:xfrm>
            <a:custGeom>
              <a:avLst/>
              <a:gdLst/>
              <a:ahLst/>
              <a:cxnLst/>
              <a:rect l="l" t="t" r="r" b="b"/>
              <a:pathLst>
                <a:path w="18639" h="21212" extrusionOk="0">
                  <a:moveTo>
                    <a:pt x="1058" y="0"/>
                  </a:moveTo>
                  <a:cubicBezTo>
                    <a:pt x="815" y="157"/>
                    <a:pt x="600" y="315"/>
                    <a:pt x="372" y="500"/>
                  </a:cubicBezTo>
                  <a:cubicBezTo>
                    <a:pt x="301" y="829"/>
                    <a:pt x="172" y="1258"/>
                    <a:pt x="0" y="1729"/>
                  </a:cubicBezTo>
                  <a:cubicBezTo>
                    <a:pt x="257" y="1687"/>
                    <a:pt x="501" y="1658"/>
                    <a:pt x="715" y="1630"/>
                  </a:cubicBezTo>
                  <a:cubicBezTo>
                    <a:pt x="886" y="1630"/>
                    <a:pt x="1044" y="1615"/>
                    <a:pt x="1201" y="1601"/>
                  </a:cubicBezTo>
                  <a:cubicBezTo>
                    <a:pt x="1158" y="1129"/>
                    <a:pt x="1101" y="572"/>
                    <a:pt x="1058" y="0"/>
                  </a:cubicBezTo>
                  <a:close/>
                  <a:moveTo>
                    <a:pt x="14751" y="143"/>
                  </a:moveTo>
                  <a:cubicBezTo>
                    <a:pt x="14537" y="315"/>
                    <a:pt x="14294" y="414"/>
                    <a:pt x="14036" y="414"/>
                  </a:cubicBezTo>
                  <a:cubicBezTo>
                    <a:pt x="14379" y="3259"/>
                    <a:pt x="14808" y="3803"/>
                    <a:pt x="15094" y="4317"/>
                  </a:cubicBezTo>
                  <a:cubicBezTo>
                    <a:pt x="15123" y="4359"/>
                    <a:pt x="15137" y="4388"/>
                    <a:pt x="15137" y="4431"/>
                  </a:cubicBezTo>
                  <a:cubicBezTo>
                    <a:pt x="15137" y="4546"/>
                    <a:pt x="14980" y="4617"/>
                    <a:pt x="14737" y="4617"/>
                  </a:cubicBezTo>
                  <a:cubicBezTo>
                    <a:pt x="14251" y="4617"/>
                    <a:pt x="13436" y="4359"/>
                    <a:pt x="12965" y="3803"/>
                  </a:cubicBezTo>
                  <a:lnTo>
                    <a:pt x="12965" y="3803"/>
                  </a:lnTo>
                  <a:cubicBezTo>
                    <a:pt x="12965" y="3803"/>
                    <a:pt x="13022" y="4274"/>
                    <a:pt x="13022" y="4660"/>
                  </a:cubicBezTo>
                  <a:cubicBezTo>
                    <a:pt x="13022" y="4760"/>
                    <a:pt x="13022" y="4845"/>
                    <a:pt x="13007" y="4917"/>
                  </a:cubicBezTo>
                  <a:cubicBezTo>
                    <a:pt x="13893" y="6389"/>
                    <a:pt x="14366" y="8205"/>
                    <a:pt x="14566" y="9934"/>
                  </a:cubicBezTo>
                  <a:cubicBezTo>
                    <a:pt x="14579" y="10149"/>
                    <a:pt x="14608" y="10363"/>
                    <a:pt x="14623" y="10591"/>
                  </a:cubicBezTo>
                  <a:cubicBezTo>
                    <a:pt x="14780" y="10591"/>
                    <a:pt x="14937" y="10606"/>
                    <a:pt x="15109" y="10606"/>
                  </a:cubicBezTo>
                  <a:cubicBezTo>
                    <a:pt x="15480" y="10606"/>
                    <a:pt x="15852" y="10578"/>
                    <a:pt x="16209" y="10520"/>
                  </a:cubicBezTo>
                  <a:cubicBezTo>
                    <a:pt x="16452" y="10477"/>
                    <a:pt x="16681" y="10435"/>
                    <a:pt x="16895" y="10391"/>
                  </a:cubicBezTo>
                  <a:cubicBezTo>
                    <a:pt x="17996" y="10163"/>
                    <a:pt x="18639" y="9019"/>
                    <a:pt x="18253" y="7961"/>
                  </a:cubicBezTo>
                  <a:cubicBezTo>
                    <a:pt x="18082" y="7504"/>
                    <a:pt x="17882" y="7033"/>
                    <a:pt x="17667" y="6646"/>
                  </a:cubicBezTo>
                  <a:cubicBezTo>
                    <a:pt x="17038" y="5503"/>
                    <a:pt x="15681" y="2444"/>
                    <a:pt x="15223" y="801"/>
                  </a:cubicBezTo>
                  <a:cubicBezTo>
                    <a:pt x="15195" y="672"/>
                    <a:pt x="15151" y="544"/>
                    <a:pt x="15137" y="429"/>
                  </a:cubicBezTo>
                  <a:cubicBezTo>
                    <a:pt x="15008" y="329"/>
                    <a:pt x="14880" y="243"/>
                    <a:pt x="14751" y="143"/>
                  </a:cubicBezTo>
                  <a:close/>
                  <a:moveTo>
                    <a:pt x="6676" y="21111"/>
                  </a:moveTo>
                  <a:cubicBezTo>
                    <a:pt x="6632" y="21126"/>
                    <a:pt x="6590" y="21140"/>
                    <a:pt x="6533" y="21168"/>
                  </a:cubicBezTo>
                  <a:cubicBezTo>
                    <a:pt x="6962" y="21197"/>
                    <a:pt x="7404" y="21212"/>
                    <a:pt x="7876" y="21212"/>
                  </a:cubicBezTo>
                  <a:cubicBezTo>
                    <a:pt x="8119" y="21212"/>
                    <a:pt x="8376" y="21197"/>
                    <a:pt x="8633" y="21197"/>
                  </a:cubicBezTo>
                  <a:lnTo>
                    <a:pt x="7047" y="21183"/>
                  </a:lnTo>
                  <a:cubicBezTo>
                    <a:pt x="7047" y="21183"/>
                    <a:pt x="7061" y="21168"/>
                    <a:pt x="7076" y="21140"/>
                  </a:cubicBezTo>
                  <a:cubicBezTo>
                    <a:pt x="6962" y="21140"/>
                    <a:pt x="6819" y="21126"/>
                    <a:pt x="6676" y="21111"/>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62"/>
            <p:cNvSpPr/>
            <p:nvPr/>
          </p:nvSpPr>
          <p:spPr>
            <a:xfrm>
              <a:off x="6455350" y="1144400"/>
              <a:ext cx="169750" cy="146800"/>
            </a:xfrm>
            <a:custGeom>
              <a:avLst/>
              <a:gdLst/>
              <a:ahLst/>
              <a:cxnLst/>
              <a:rect l="l" t="t" r="r" b="b"/>
              <a:pathLst>
                <a:path w="6790" h="5872" extrusionOk="0">
                  <a:moveTo>
                    <a:pt x="3738" y="1"/>
                  </a:moveTo>
                  <a:cubicBezTo>
                    <a:pt x="1304" y="1"/>
                    <a:pt x="157" y="1662"/>
                    <a:pt x="157" y="1662"/>
                  </a:cubicBezTo>
                  <a:cubicBezTo>
                    <a:pt x="744" y="2348"/>
                    <a:pt x="1144" y="2847"/>
                    <a:pt x="1316" y="3091"/>
                  </a:cubicBezTo>
                  <a:cubicBezTo>
                    <a:pt x="1386" y="3177"/>
                    <a:pt x="1430" y="3234"/>
                    <a:pt x="1430" y="3234"/>
                  </a:cubicBezTo>
                  <a:cubicBezTo>
                    <a:pt x="1043" y="3348"/>
                    <a:pt x="700" y="3577"/>
                    <a:pt x="458" y="3848"/>
                  </a:cubicBezTo>
                  <a:cubicBezTo>
                    <a:pt x="100" y="4292"/>
                    <a:pt x="1" y="4863"/>
                    <a:pt x="458" y="5449"/>
                  </a:cubicBezTo>
                  <a:cubicBezTo>
                    <a:pt x="629" y="5664"/>
                    <a:pt x="815" y="5778"/>
                    <a:pt x="1015" y="5835"/>
                  </a:cubicBezTo>
                  <a:cubicBezTo>
                    <a:pt x="1105" y="5860"/>
                    <a:pt x="1198" y="5872"/>
                    <a:pt x="1294" y="5872"/>
                  </a:cubicBezTo>
                  <a:cubicBezTo>
                    <a:pt x="1963" y="5872"/>
                    <a:pt x="2774" y="5310"/>
                    <a:pt x="3574" y="4835"/>
                  </a:cubicBezTo>
                  <a:cubicBezTo>
                    <a:pt x="4203" y="4448"/>
                    <a:pt x="5118" y="4077"/>
                    <a:pt x="5789" y="3619"/>
                  </a:cubicBezTo>
                  <a:cubicBezTo>
                    <a:pt x="6389" y="3219"/>
                    <a:pt x="6789" y="2776"/>
                    <a:pt x="6675" y="2218"/>
                  </a:cubicBezTo>
                  <a:cubicBezTo>
                    <a:pt x="6433" y="1046"/>
                    <a:pt x="5375" y="232"/>
                    <a:pt x="5375" y="232"/>
                  </a:cubicBezTo>
                  <a:cubicBezTo>
                    <a:pt x="4776" y="69"/>
                    <a:pt x="4230" y="1"/>
                    <a:pt x="373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62"/>
            <p:cNvSpPr/>
            <p:nvPr/>
          </p:nvSpPr>
          <p:spPr>
            <a:xfrm>
              <a:off x="6419925" y="1240250"/>
              <a:ext cx="71175" cy="61050"/>
            </a:xfrm>
            <a:custGeom>
              <a:avLst/>
              <a:gdLst/>
              <a:ahLst/>
              <a:cxnLst/>
              <a:rect l="l" t="t" r="r" b="b"/>
              <a:pathLst>
                <a:path w="2847" h="2442" extrusionOk="0">
                  <a:moveTo>
                    <a:pt x="1588" y="1"/>
                  </a:moveTo>
                  <a:cubicBezTo>
                    <a:pt x="1" y="1"/>
                    <a:pt x="85" y="1937"/>
                    <a:pt x="731" y="2272"/>
                  </a:cubicBezTo>
                  <a:cubicBezTo>
                    <a:pt x="979" y="2392"/>
                    <a:pt x="1207" y="2441"/>
                    <a:pt x="1414" y="2441"/>
                  </a:cubicBezTo>
                  <a:cubicBezTo>
                    <a:pt x="2340" y="2441"/>
                    <a:pt x="2847" y="1458"/>
                    <a:pt x="2847" y="1458"/>
                  </a:cubicBezTo>
                  <a:lnTo>
                    <a:pt x="2418" y="143"/>
                  </a:lnTo>
                  <a:cubicBezTo>
                    <a:pt x="2102" y="44"/>
                    <a:pt x="1826" y="1"/>
                    <a:pt x="158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62"/>
            <p:cNvSpPr/>
            <p:nvPr/>
          </p:nvSpPr>
          <p:spPr>
            <a:xfrm>
              <a:off x="6383825" y="1263125"/>
              <a:ext cx="71175" cy="61050"/>
            </a:xfrm>
            <a:custGeom>
              <a:avLst/>
              <a:gdLst/>
              <a:ahLst/>
              <a:cxnLst/>
              <a:rect l="l" t="t" r="r" b="b"/>
              <a:pathLst>
                <a:path w="2847" h="2442" extrusionOk="0">
                  <a:moveTo>
                    <a:pt x="1588" y="1"/>
                  </a:moveTo>
                  <a:cubicBezTo>
                    <a:pt x="1" y="1"/>
                    <a:pt x="85" y="1937"/>
                    <a:pt x="731" y="2272"/>
                  </a:cubicBezTo>
                  <a:cubicBezTo>
                    <a:pt x="979" y="2392"/>
                    <a:pt x="1207" y="2441"/>
                    <a:pt x="1414" y="2441"/>
                  </a:cubicBezTo>
                  <a:cubicBezTo>
                    <a:pt x="2341" y="2441"/>
                    <a:pt x="2847" y="1458"/>
                    <a:pt x="2847" y="1458"/>
                  </a:cubicBezTo>
                  <a:lnTo>
                    <a:pt x="2418" y="143"/>
                  </a:lnTo>
                  <a:cubicBezTo>
                    <a:pt x="2101" y="44"/>
                    <a:pt x="1826" y="1"/>
                    <a:pt x="158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62"/>
            <p:cNvSpPr/>
            <p:nvPr/>
          </p:nvSpPr>
          <p:spPr>
            <a:xfrm>
              <a:off x="6459275" y="1144400"/>
              <a:ext cx="165825" cy="90500"/>
            </a:xfrm>
            <a:custGeom>
              <a:avLst/>
              <a:gdLst/>
              <a:ahLst/>
              <a:cxnLst/>
              <a:rect l="l" t="t" r="r" b="b"/>
              <a:pathLst>
                <a:path w="6633" h="3620" extrusionOk="0">
                  <a:moveTo>
                    <a:pt x="3581" y="1"/>
                  </a:moveTo>
                  <a:cubicBezTo>
                    <a:pt x="1147" y="1"/>
                    <a:pt x="0" y="1662"/>
                    <a:pt x="0" y="1662"/>
                  </a:cubicBezTo>
                  <a:cubicBezTo>
                    <a:pt x="587" y="2348"/>
                    <a:pt x="987" y="2847"/>
                    <a:pt x="1159" y="3091"/>
                  </a:cubicBezTo>
                  <a:cubicBezTo>
                    <a:pt x="1359" y="2933"/>
                    <a:pt x="1544" y="2733"/>
                    <a:pt x="1715" y="2433"/>
                  </a:cubicBezTo>
                  <a:cubicBezTo>
                    <a:pt x="1787" y="2304"/>
                    <a:pt x="1873" y="2148"/>
                    <a:pt x="2016" y="2090"/>
                  </a:cubicBezTo>
                  <a:cubicBezTo>
                    <a:pt x="2056" y="2075"/>
                    <a:pt x="2096" y="2069"/>
                    <a:pt x="2136" y="2069"/>
                  </a:cubicBezTo>
                  <a:cubicBezTo>
                    <a:pt x="2209" y="2069"/>
                    <a:pt x="2280" y="2091"/>
                    <a:pt x="2344" y="2119"/>
                  </a:cubicBezTo>
                  <a:cubicBezTo>
                    <a:pt x="3004" y="2351"/>
                    <a:pt x="3592" y="2911"/>
                    <a:pt x="4248" y="2911"/>
                  </a:cubicBezTo>
                  <a:cubicBezTo>
                    <a:pt x="4318" y="2911"/>
                    <a:pt x="4388" y="2905"/>
                    <a:pt x="4460" y="2891"/>
                  </a:cubicBezTo>
                  <a:cubicBezTo>
                    <a:pt x="4603" y="2476"/>
                    <a:pt x="4746" y="2062"/>
                    <a:pt x="4875" y="1647"/>
                  </a:cubicBezTo>
                  <a:cubicBezTo>
                    <a:pt x="5132" y="2304"/>
                    <a:pt x="5375" y="2962"/>
                    <a:pt x="5632" y="3619"/>
                  </a:cubicBezTo>
                  <a:cubicBezTo>
                    <a:pt x="6232" y="3219"/>
                    <a:pt x="6632" y="2776"/>
                    <a:pt x="6518" y="2218"/>
                  </a:cubicBezTo>
                  <a:cubicBezTo>
                    <a:pt x="6276" y="1046"/>
                    <a:pt x="5218" y="232"/>
                    <a:pt x="5218" y="232"/>
                  </a:cubicBezTo>
                  <a:cubicBezTo>
                    <a:pt x="4619" y="69"/>
                    <a:pt x="4073" y="1"/>
                    <a:pt x="3581"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62"/>
            <p:cNvSpPr/>
            <p:nvPr/>
          </p:nvSpPr>
          <p:spPr>
            <a:xfrm>
              <a:off x="6212200" y="951700"/>
              <a:ext cx="459725" cy="272850"/>
            </a:xfrm>
            <a:custGeom>
              <a:avLst/>
              <a:gdLst/>
              <a:ahLst/>
              <a:cxnLst/>
              <a:rect l="l" t="t" r="r" b="b"/>
              <a:pathLst>
                <a:path w="18389" h="10914" extrusionOk="0">
                  <a:moveTo>
                    <a:pt x="4729" y="1"/>
                  </a:moveTo>
                  <a:cubicBezTo>
                    <a:pt x="1418" y="1"/>
                    <a:pt x="1" y="1335"/>
                    <a:pt x="535" y="4095"/>
                  </a:cubicBezTo>
                  <a:cubicBezTo>
                    <a:pt x="1236" y="7782"/>
                    <a:pt x="6582" y="8541"/>
                    <a:pt x="8054" y="9012"/>
                  </a:cubicBezTo>
                  <a:cubicBezTo>
                    <a:pt x="9126" y="9341"/>
                    <a:pt x="9984" y="10212"/>
                    <a:pt x="10355" y="10656"/>
                  </a:cubicBezTo>
                  <a:cubicBezTo>
                    <a:pt x="10498" y="10813"/>
                    <a:pt x="10569" y="10913"/>
                    <a:pt x="10569" y="10913"/>
                  </a:cubicBezTo>
                  <a:cubicBezTo>
                    <a:pt x="10569" y="10913"/>
                    <a:pt x="11370" y="9641"/>
                    <a:pt x="11370" y="8926"/>
                  </a:cubicBezTo>
                  <a:cubicBezTo>
                    <a:pt x="11370" y="8926"/>
                    <a:pt x="13428" y="9469"/>
                    <a:pt x="14057" y="9926"/>
                  </a:cubicBezTo>
                  <a:cubicBezTo>
                    <a:pt x="14057" y="9926"/>
                    <a:pt x="14015" y="8826"/>
                    <a:pt x="13586" y="7940"/>
                  </a:cubicBezTo>
                  <a:lnTo>
                    <a:pt x="13586" y="7940"/>
                  </a:lnTo>
                  <a:cubicBezTo>
                    <a:pt x="13586" y="7940"/>
                    <a:pt x="15444" y="8255"/>
                    <a:pt x="15844" y="8626"/>
                  </a:cubicBezTo>
                  <a:cubicBezTo>
                    <a:pt x="15844" y="8626"/>
                    <a:pt x="15686" y="7168"/>
                    <a:pt x="15272" y="6368"/>
                  </a:cubicBezTo>
                  <a:cubicBezTo>
                    <a:pt x="15212" y="6247"/>
                    <a:pt x="15582" y="6208"/>
                    <a:pt x="16087" y="6208"/>
                  </a:cubicBezTo>
                  <a:cubicBezTo>
                    <a:pt x="17012" y="6208"/>
                    <a:pt x="18388" y="6339"/>
                    <a:pt x="18388" y="6339"/>
                  </a:cubicBezTo>
                  <a:cubicBezTo>
                    <a:pt x="18388" y="6339"/>
                    <a:pt x="16344" y="3624"/>
                    <a:pt x="12656" y="1794"/>
                  </a:cubicBezTo>
                  <a:cubicBezTo>
                    <a:pt x="11499" y="1222"/>
                    <a:pt x="10184" y="736"/>
                    <a:pt x="8711" y="450"/>
                  </a:cubicBezTo>
                  <a:cubicBezTo>
                    <a:pt x="7171" y="152"/>
                    <a:pt x="5843" y="1"/>
                    <a:pt x="4729"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62"/>
            <p:cNvSpPr/>
            <p:nvPr/>
          </p:nvSpPr>
          <p:spPr>
            <a:xfrm>
              <a:off x="6409250" y="996550"/>
              <a:ext cx="256575" cy="228000"/>
            </a:xfrm>
            <a:custGeom>
              <a:avLst/>
              <a:gdLst/>
              <a:ahLst/>
              <a:cxnLst/>
              <a:rect l="l" t="t" r="r" b="b"/>
              <a:pathLst>
                <a:path w="10263" h="9120" extrusionOk="0">
                  <a:moveTo>
                    <a:pt x="4774" y="0"/>
                  </a:moveTo>
                  <a:lnTo>
                    <a:pt x="4774" y="0"/>
                  </a:lnTo>
                  <a:cubicBezTo>
                    <a:pt x="5117" y="443"/>
                    <a:pt x="5332" y="986"/>
                    <a:pt x="5246" y="1529"/>
                  </a:cubicBezTo>
                  <a:cubicBezTo>
                    <a:pt x="4488" y="1515"/>
                    <a:pt x="3788" y="1144"/>
                    <a:pt x="3059" y="929"/>
                  </a:cubicBezTo>
                  <a:cubicBezTo>
                    <a:pt x="2559" y="772"/>
                    <a:pt x="2045" y="700"/>
                    <a:pt x="1515" y="700"/>
                  </a:cubicBezTo>
                  <a:cubicBezTo>
                    <a:pt x="1016" y="700"/>
                    <a:pt x="501" y="772"/>
                    <a:pt x="0" y="915"/>
                  </a:cubicBezTo>
                  <a:cubicBezTo>
                    <a:pt x="1058" y="1529"/>
                    <a:pt x="2230" y="1915"/>
                    <a:pt x="3288" y="2516"/>
                  </a:cubicBezTo>
                  <a:cubicBezTo>
                    <a:pt x="4360" y="3116"/>
                    <a:pt x="5346" y="3987"/>
                    <a:pt x="5675" y="5159"/>
                  </a:cubicBezTo>
                  <a:cubicBezTo>
                    <a:pt x="5346" y="5117"/>
                    <a:pt x="4989" y="5060"/>
                    <a:pt x="4660" y="5003"/>
                  </a:cubicBezTo>
                  <a:lnTo>
                    <a:pt x="4660" y="5003"/>
                  </a:lnTo>
                  <a:cubicBezTo>
                    <a:pt x="4903" y="5731"/>
                    <a:pt x="5146" y="6446"/>
                    <a:pt x="5389" y="7160"/>
                  </a:cubicBezTo>
                  <a:cubicBezTo>
                    <a:pt x="4488" y="6760"/>
                    <a:pt x="3545" y="6461"/>
                    <a:pt x="2573" y="6274"/>
                  </a:cubicBezTo>
                  <a:lnTo>
                    <a:pt x="2573" y="6274"/>
                  </a:lnTo>
                  <a:cubicBezTo>
                    <a:pt x="2802" y="7118"/>
                    <a:pt x="2674" y="7989"/>
                    <a:pt x="2473" y="8862"/>
                  </a:cubicBezTo>
                  <a:cubicBezTo>
                    <a:pt x="2616" y="9019"/>
                    <a:pt x="2687" y="9119"/>
                    <a:pt x="2687" y="9119"/>
                  </a:cubicBezTo>
                  <a:cubicBezTo>
                    <a:pt x="2687" y="9119"/>
                    <a:pt x="3488" y="7847"/>
                    <a:pt x="3488" y="7132"/>
                  </a:cubicBezTo>
                  <a:cubicBezTo>
                    <a:pt x="3488" y="7132"/>
                    <a:pt x="5546" y="7675"/>
                    <a:pt x="6175" y="8132"/>
                  </a:cubicBezTo>
                  <a:cubicBezTo>
                    <a:pt x="6175" y="8132"/>
                    <a:pt x="6133" y="7032"/>
                    <a:pt x="5704" y="6146"/>
                  </a:cubicBezTo>
                  <a:lnTo>
                    <a:pt x="5704" y="6146"/>
                  </a:lnTo>
                  <a:cubicBezTo>
                    <a:pt x="5704" y="6146"/>
                    <a:pt x="7562" y="6461"/>
                    <a:pt x="7962" y="6832"/>
                  </a:cubicBezTo>
                  <a:cubicBezTo>
                    <a:pt x="7962" y="6832"/>
                    <a:pt x="7804" y="5374"/>
                    <a:pt x="7390" y="4574"/>
                  </a:cubicBezTo>
                  <a:lnTo>
                    <a:pt x="7390" y="4545"/>
                  </a:lnTo>
                  <a:cubicBezTo>
                    <a:pt x="7390" y="4445"/>
                    <a:pt x="7733" y="4416"/>
                    <a:pt x="8191" y="4416"/>
                  </a:cubicBezTo>
                  <a:cubicBezTo>
                    <a:pt x="8791" y="4416"/>
                    <a:pt x="9563" y="4460"/>
                    <a:pt x="10049" y="4502"/>
                  </a:cubicBezTo>
                  <a:cubicBezTo>
                    <a:pt x="10091" y="4460"/>
                    <a:pt x="10163" y="4374"/>
                    <a:pt x="10263" y="4245"/>
                  </a:cubicBezTo>
                  <a:cubicBezTo>
                    <a:pt x="9620" y="3488"/>
                    <a:pt x="7719" y="1458"/>
                    <a:pt x="4774"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62"/>
            <p:cNvSpPr/>
            <p:nvPr/>
          </p:nvSpPr>
          <p:spPr>
            <a:xfrm>
              <a:off x="6411400" y="1017600"/>
              <a:ext cx="178225" cy="84600"/>
            </a:xfrm>
            <a:custGeom>
              <a:avLst/>
              <a:gdLst/>
              <a:ahLst/>
              <a:cxnLst/>
              <a:rect l="l" t="t" r="r" b="b"/>
              <a:pathLst>
                <a:path w="7129" h="3384" extrusionOk="0">
                  <a:moveTo>
                    <a:pt x="0" y="1"/>
                  </a:moveTo>
                  <a:lnTo>
                    <a:pt x="0" y="1"/>
                  </a:lnTo>
                  <a:cubicBezTo>
                    <a:pt x="329" y="29"/>
                    <a:pt x="657" y="87"/>
                    <a:pt x="987" y="144"/>
                  </a:cubicBezTo>
                  <a:cubicBezTo>
                    <a:pt x="657" y="73"/>
                    <a:pt x="329" y="29"/>
                    <a:pt x="0" y="1"/>
                  </a:cubicBezTo>
                  <a:close/>
                  <a:moveTo>
                    <a:pt x="987" y="144"/>
                  </a:moveTo>
                  <a:lnTo>
                    <a:pt x="987" y="144"/>
                  </a:lnTo>
                  <a:cubicBezTo>
                    <a:pt x="1315" y="216"/>
                    <a:pt x="1644" y="302"/>
                    <a:pt x="1972" y="387"/>
                  </a:cubicBezTo>
                  <a:cubicBezTo>
                    <a:pt x="2616" y="573"/>
                    <a:pt x="3245" y="801"/>
                    <a:pt x="3859" y="1087"/>
                  </a:cubicBezTo>
                  <a:cubicBezTo>
                    <a:pt x="4459" y="1373"/>
                    <a:pt x="5060" y="1702"/>
                    <a:pt x="5603" y="2088"/>
                  </a:cubicBezTo>
                  <a:cubicBezTo>
                    <a:pt x="5875" y="2274"/>
                    <a:pt x="6146" y="2488"/>
                    <a:pt x="6403" y="2703"/>
                  </a:cubicBezTo>
                  <a:cubicBezTo>
                    <a:pt x="6659" y="2915"/>
                    <a:pt x="6901" y="3142"/>
                    <a:pt x="7128" y="3384"/>
                  </a:cubicBezTo>
                  <a:lnTo>
                    <a:pt x="7128" y="3384"/>
                  </a:lnTo>
                  <a:cubicBezTo>
                    <a:pt x="6901" y="3142"/>
                    <a:pt x="6659" y="2915"/>
                    <a:pt x="6418" y="2688"/>
                  </a:cubicBezTo>
                  <a:cubicBezTo>
                    <a:pt x="6161" y="2474"/>
                    <a:pt x="5889" y="2274"/>
                    <a:pt x="5618" y="2074"/>
                  </a:cubicBezTo>
                  <a:cubicBezTo>
                    <a:pt x="5060" y="1687"/>
                    <a:pt x="4474" y="1359"/>
                    <a:pt x="3859" y="1073"/>
                  </a:cubicBezTo>
                  <a:cubicBezTo>
                    <a:pt x="3259" y="787"/>
                    <a:pt x="2616" y="559"/>
                    <a:pt x="1972" y="372"/>
                  </a:cubicBezTo>
                  <a:cubicBezTo>
                    <a:pt x="1644" y="287"/>
                    <a:pt x="1330" y="201"/>
                    <a:pt x="987" y="144"/>
                  </a:cubicBezTo>
                  <a:close/>
                </a:path>
              </a:pathLst>
            </a:custGeom>
            <a:solidFill>
              <a:srgbClr val="3A1B1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62"/>
            <p:cNvSpPr/>
            <p:nvPr/>
          </p:nvSpPr>
          <p:spPr>
            <a:xfrm>
              <a:off x="6703350" y="1144400"/>
              <a:ext cx="170450" cy="146800"/>
            </a:xfrm>
            <a:custGeom>
              <a:avLst/>
              <a:gdLst/>
              <a:ahLst/>
              <a:cxnLst/>
              <a:rect l="l" t="t" r="r" b="b"/>
              <a:pathLst>
                <a:path w="6818" h="5872" extrusionOk="0">
                  <a:moveTo>
                    <a:pt x="3180" y="1"/>
                  </a:moveTo>
                  <a:cubicBezTo>
                    <a:pt x="2688" y="1"/>
                    <a:pt x="2143" y="69"/>
                    <a:pt x="1544" y="232"/>
                  </a:cubicBezTo>
                  <a:cubicBezTo>
                    <a:pt x="1544" y="232"/>
                    <a:pt x="1014" y="646"/>
                    <a:pt x="614" y="1290"/>
                  </a:cubicBezTo>
                  <a:cubicBezTo>
                    <a:pt x="458" y="1561"/>
                    <a:pt x="315" y="1875"/>
                    <a:pt x="243" y="2218"/>
                  </a:cubicBezTo>
                  <a:cubicBezTo>
                    <a:pt x="0" y="3390"/>
                    <a:pt x="2173" y="4120"/>
                    <a:pt x="3345" y="4835"/>
                  </a:cubicBezTo>
                  <a:cubicBezTo>
                    <a:pt x="4157" y="5310"/>
                    <a:pt x="4958" y="5872"/>
                    <a:pt x="5624" y="5872"/>
                  </a:cubicBezTo>
                  <a:cubicBezTo>
                    <a:pt x="5720" y="5872"/>
                    <a:pt x="5813" y="5860"/>
                    <a:pt x="5903" y="5835"/>
                  </a:cubicBezTo>
                  <a:cubicBezTo>
                    <a:pt x="6103" y="5778"/>
                    <a:pt x="6289" y="5664"/>
                    <a:pt x="6461" y="5449"/>
                  </a:cubicBezTo>
                  <a:cubicBezTo>
                    <a:pt x="6760" y="5063"/>
                    <a:pt x="6818" y="4663"/>
                    <a:pt x="6718" y="4320"/>
                  </a:cubicBezTo>
                  <a:cubicBezTo>
                    <a:pt x="6675" y="4149"/>
                    <a:pt x="6575" y="3991"/>
                    <a:pt x="6461" y="3848"/>
                  </a:cubicBezTo>
                  <a:cubicBezTo>
                    <a:pt x="6217" y="3577"/>
                    <a:pt x="5874" y="3348"/>
                    <a:pt x="5489" y="3234"/>
                  </a:cubicBezTo>
                  <a:cubicBezTo>
                    <a:pt x="5489" y="3234"/>
                    <a:pt x="5946" y="2619"/>
                    <a:pt x="6760" y="1662"/>
                  </a:cubicBezTo>
                  <a:cubicBezTo>
                    <a:pt x="6760" y="1662"/>
                    <a:pt x="5614" y="1"/>
                    <a:pt x="318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62"/>
            <p:cNvSpPr/>
            <p:nvPr/>
          </p:nvSpPr>
          <p:spPr>
            <a:xfrm>
              <a:off x="6840550" y="1240150"/>
              <a:ext cx="66125" cy="61225"/>
            </a:xfrm>
            <a:custGeom>
              <a:avLst/>
              <a:gdLst/>
              <a:ahLst/>
              <a:cxnLst/>
              <a:rect l="l" t="t" r="r" b="b"/>
              <a:pathLst>
                <a:path w="2645" h="2449" extrusionOk="0">
                  <a:moveTo>
                    <a:pt x="1246" y="1"/>
                  </a:moveTo>
                  <a:cubicBezTo>
                    <a:pt x="1160" y="1"/>
                    <a:pt x="1069" y="6"/>
                    <a:pt x="973" y="18"/>
                  </a:cubicBezTo>
                  <a:cubicBezTo>
                    <a:pt x="830" y="46"/>
                    <a:pt x="658" y="75"/>
                    <a:pt x="487" y="132"/>
                  </a:cubicBezTo>
                  <a:cubicBezTo>
                    <a:pt x="472" y="132"/>
                    <a:pt x="458" y="147"/>
                    <a:pt x="430" y="147"/>
                  </a:cubicBezTo>
                  <a:lnTo>
                    <a:pt x="1" y="1462"/>
                  </a:lnTo>
                  <a:cubicBezTo>
                    <a:pt x="1" y="1462"/>
                    <a:pt x="144" y="1748"/>
                    <a:pt x="415" y="2005"/>
                  </a:cubicBezTo>
                  <a:cubicBezTo>
                    <a:pt x="664" y="2240"/>
                    <a:pt x="1007" y="2449"/>
                    <a:pt x="1443" y="2449"/>
                  </a:cubicBezTo>
                  <a:cubicBezTo>
                    <a:pt x="1457" y="2449"/>
                    <a:pt x="1472" y="2448"/>
                    <a:pt x="1487" y="2448"/>
                  </a:cubicBezTo>
                  <a:cubicBezTo>
                    <a:pt x="1644" y="2434"/>
                    <a:pt x="1816" y="2405"/>
                    <a:pt x="2002" y="2320"/>
                  </a:cubicBezTo>
                  <a:cubicBezTo>
                    <a:pt x="2030" y="2305"/>
                    <a:pt x="2073" y="2291"/>
                    <a:pt x="2116" y="2276"/>
                  </a:cubicBezTo>
                  <a:cubicBezTo>
                    <a:pt x="2459" y="2091"/>
                    <a:pt x="2645" y="1476"/>
                    <a:pt x="2516" y="933"/>
                  </a:cubicBezTo>
                  <a:cubicBezTo>
                    <a:pt x="2388" y="433"/>
                    <a:pt x="2006" y="1"/>
                    <a:pt x="12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62"/>
            <p:cNvSpPr/>
            <p:nvPr/>
          </p:nvSpPr>
          <p:spPr>
            <a:xfrm>
              <a:off x="6876625" y="1263200"/>
              <a:ext cx="71375" cy="61050"/>
            </a:xfrm>
            <a:custGeom>
              <a:avLst/>
              <a:gdLst/>
              <a:ahLst/>
              <a:cxnLst/>
              <a:rect l="l" t="t" r="r" b="b"/>
              <a:pathLst>
                <a:path w="2855" h="2442" extrusionOk="0">
                  <a:moveTo>
                    <a:pt x="1276" y="1"/>
                  </a:moveTo>
                  <a:cubicBezTo>
                    <a:pt x="1211" y="1"/>
                    <a:pt x="1144" y="4"/>
                    <a:pt x="1073" y="11"/>
                  </a:cubicBezTo>
                  <a:cubicBezTo>
                    <a:pt x="902" y="26"/>
                    <a:pt x="716" y="54"/>
                    <a:pt x="515" y="111"/>
                  </a:cubicBezTo>
                  <a:cubicBezTo>
                    <a:pt x="487" y="125"/>
                    <a:pt x="458" y="140"/>
                    <a:pt x="430" y="140"/>
                  </a:cubicBezTo>
                  <a:lnTo>
                    <a:pt x="1" y="1455"/>
                  </a:lnTo>
                  <a:cubicBezTo>
                    <a:pt x="1" y="1455"/>
                    <a:pt x="16" y="1483"/>
                    <a:pt x="44" y="1526"/>
                  </a:cubicBezTo>
                  <a:cubicBezTo>
                    <a:pt x="73" y="1583"/>
                    <a:pt x="130" y="1669"/>
                    <a:pt x="216" y="1783"/>
                  </a:cubicBezTo>
                  <a:cubicBezTo>
                    <a:pt x="446" y="2066"/>
                    <a:pt x="861" y="2441"/>
                    <a:pt x="1432" y="2441"/>
                  </a:cubicBezTo>
                  <a:cubicBezTo>
                    <a:pt x="1640" y="2441"/>
                    <a:pt x="1868" y="2391"/>
                    <a:pt x="2116" y="2269"/>
                  </a:cubicBezTo>
                  <a:cubicBezTo>
                    <a:pt x="2775" y="1939"/>
                    <a:pt x="2854" y="1"/>
                    <a:pt x="127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62"/>
            <p:cNvSpPr/>
            <p:nvPr/>
          </p:nvSpPr>
          <p:spPr>
            <a:xfrm>
              <a:off x="6718700" y="1144400"/>
              <a:ext cx="229300" cy="179850"/>
            </a:xfrm>
            <a:custGeom>
              <a:avLst/>
              <a:gdLst/>
              <a:ahLst/>
              <a:cxnLst/>
              <a:rect l="l" t="t" r="r" b="b"/>
              <a:pathLst>
                <a:path w="9172" h="7194" extrusionOk="0">
                  <a:moveTo>
                    <a:pt x="2566" y="1"/>
                  </a:moveTo>
                  <a:cubicBezTo>
                    <a:pt x="2074" y="1"/>
                    <a:pt x="1529" y="69"/>
                    <a:pt x="930" y="232"/>
                  </a:cubicBezTo>
                  <a:cubicBezTo>
                    <a:pt x="930" y="232"/>
                    <a:pt x="400" y="646"/>
                    <a:pt x="0" y="1290"/>
                  </a:cubicBezTo>
                  <a:cubicBezTo>
                    <a:pt x="658" y="1161"/>
                    <a:pt x="1387" y="846"/>
                    <a:pt x="1715" y="690"/>
                  </a:cubicBezTo>
                  <a:lnTo>
                    <a:pt x="1715" y="690"/>
                  </a:lnTo>
                  <a:cubicBezTo>
                    <a:pt x="1658" y="1347"/>
                    <a:pt x="1601" y="2018"/>
                    <a:pt x="1559" y="2676"/>
                  </a:cubicBezTo>
                  <a:cubicBezTo>
                    <a:pt x="2401" y="2419"/>
                    <a:pt x="3231" y="2161"/>
                    <a:pt x="4074" y="1890"/>
                  </a:cubicBezTo>
                  <a:lnTo>
                    <a:pt x="4074" y="1890"/>
                  </a:lnTo>
                  <a:cubicBezTo>
                    <a:pt x="4017" y="2348"/>
                    <a:pt x="3960" y="2790"/>
                    <a:pt x="3888" y="3248"/>
                  </a:cubicBezTo>
                  <a:cubicBezTo>
                    <a:pt x="4389" y="3491"/>
                    <a:pt x="4875" y="3720"/>
                    <a:pt x="5361" y="3962"/>
                  </a:cubicBezTo>
                  <a:cubicBezTo>
                    <a:pt x="5532" y="4048"/>
                    <a:pt x="5704" y="4120"/>
                    <a:pt x="5860" y="4206"/>
                  </a:cubicBezTo>
                  <a:cubicBezTo>
                    <a:pt x="5946" y="4248"/>
                    <a:pt x="6018" y="4277"/>
                    <a:pt x="6104" y="4320"/>
                  </a:cubicBezTo>
                  <a:cubicBezTo>
                    <a:pt x="6375" y="4477"/>
                    <a:pt x="6647" y="4648"/>
                    <a:pt x="6832" y="4863"/>
                  </a:cubicBezTo>
                  <a:cubicBezTo>
                    <a:pt x="6947" y="5006"/>
                    <a:pt x="7033" y="5149"/>
                    <a:pt x="7076" y="5321"/>
                  </a:cubicBezTo>
                  <a:cubicBezTo>
                    <a:pt x="7118" y="5549"/>
                    <a:pt x="7090" y="5792"/>
                    <a:pt x="6975" y="5992"/>
                  </a:cubicBezTo>
                  <a:cubicBezTo>
                    <a:pt x="6947" y="6049"/>
                    <a:pt x="6904" y="6106"/>
                    <a:pt x="6876" y="6150"/>
                  </a:cubicBezTo>
                  <a:lnTo>
                    <a:pt x="6533" y="6535"/>
                  </a:lnTo>
                  <a:cubicBezTo>
                    <a:pt x="6763" y="6818"/>
                    <a:pt x="7178" y="7193"/>
                    <a:pt x="7749" y="7193"/>
                  </a:cubicBezTo>
                  <a:cubicBezTo>
                    <a:pt x="7957" y="7193"/>
                    <a:pt x="8185" y="7143"/>
                    <a:pt x="8433" y="7021"/>
                  </a:cubicBezTo>
                  <a:cubicBezTo>
                    <a:pt x="9092" y="6691"/>
                    <a:pt x="9171" y="4753"/>
                    <a:pt x="7593" y="4753"/>
                  </a:cubicBezTo>
                  <a:cubicBezTo>
                    <a:pt x="7528" y="4753"/>
                    <a:pt x="7461" y="4756"/>
                    <a:pt x="7390" y="4763"/>
                  </a:cubicBezTo>
                  <a:cubicBezTo>
                    <a:pt x="7262" y="4263"/>
                    <a:pt x="6880" y="3831"/>
                    <a:pt x="6120" y="3831"/>
                  </a:cubicBezTo>
                  <a:cubicBezTo>
                    <a:pt x="6034" y="3831"/>
                    <a:pt x="5943" y="3836"/>
                    <a:pt x="5847" y="3848"/>
                  </a:cubicBezTo>
                  <a:cubicBezTo>
                    <a:pt x="5603" y="3577"/>
                    <a:pt x="5260" y="3348"/>
                    <a:pt x="4875" y="3234"/>
                  </a:cubicBezTo>
                  <a:cubicBezTo>
                    <a:pt x="4875" y="3234"/>
                    <a:pt x="5332" y="2619"/>
                    <a:pt x="6146" y="1662"/>
                  </a:cubicBezTo>
                  <a:cubicBezTo>
                    <a:pt x="6146" y="1662"/>
                    <a:pt x="5000" y="1"/>
                    <a:pt x="2566"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62"/>
            <p:cNvSpPr/>
            <p:nvPr/>
          </p:nvSpPr>
          <p:spPr>
            <a:xfrm>
              <a:off x="6659750" y="951800"/>
              <a:ext cx="459825" cy="272750"/>
            </a:xfrm>
            <a:custGeom>
              <a:avLst/>
              <a:gdLst/>
              <a:ahLst/>
              <a:cxnLst/>
              <a:rect l="l" t="t" r="r" b="b"/>
              <a:pathLst>
                <a:path w="18393" h="10910" extrusionOk="0">
                  <a:moveTo>
                    <a:pt x="13667" y="1"/>
                  </a:moveTo>
                  <a:cubicBezTo>
                    <a:pt x="12653" y="1"/>
                    <a:pt x="11460" y="126"/>
                    <a:pt x="10091" y="374"/>
                  </a:cubicBezTo>
                  <a:cubicBezTo>
                    <a:pt x="9962" y="389"/>
                    <a:pt x="9819" y="418"/>
                    <a:pt x="9676" y="446"/>
                  </a:cubicBezTo>
                  <a:cubicBezTo>
                    <a:pt x="3559" y="1632"/>
                    <a:pt x="0" y="6335"/>
                    <a:pt x="0" y="6335"/>
                  </a:cubicBezTo>
                  <a:lnTo>
                    <a:pt x="2087" y="6349"/>
                  </a:lnTo>
                  <a:lnTo>
                    <a:pt x="3116" y="6364"/>
                  </a:lnTo>
                  <a:cubicBezTo>
                    <a:pt x="2844" y="6650"/>
                    <a:pt x="2701" y="7136"/>
                    <a:pt x="2630" y="7565"/>
                  </a:cubicBezTo>
                  <a:cubicBezTo>
                    <a:pt x="2545" y="8121"/>
                    <a:pt x="2545" y="8622"/>
                    <a:pt x="2545" y="8622"/>
                  </a:cubicBezTo>
                  <a:lnTo>
                    <a:pt x="2545" y="8622"/>
                  </a:lnTo>
                  <a:cubicBezTo>
                    <a:pt x="2945" y="8251"/>
                    <a:pt x="4803" y="7936"/>
                    <a:pt x="4803" y="7936"/>
                  </a:cubicBezTo>
                  <a:lnTo>
                    <a:pt x="4803" y="7936"/>
                  </a:lnTo>
                  <a:cubicBezTo>
                    <a:pt x="4388" y="8822"/>
                    <a:pt x="4346" y="9922"/>
                    <a:pt x="4346" y="9922"/>
                  </a:cubicBezTo>
                  <a:cubicBezTo>
                    <a:pt x="4517" y="9794"/>
                    <a:pt x="4803" y="9665"/>
                    <a:pt x="5131" y="9522"/>
                  </a:cubicBezTo>
                  <a:cubicBezTo>
                    <a:pt x="5960" y="9194"/>
                    <a:pt x="7033" y="8922"/>
                    <a:pt x="7033" y="8922"/>
                  </a:cubicBezTo>
                  <a:cubicBezTo>
                    <a:pt x="7033" y="9637"/>
                    <a:pt x="7818" y="10909"/>
                    <a:pt x="7818" y="10909"/>
                  </a:cubicBezTo>
                  <a:cubicBezTo>
                    <a:pt x="7818" y="10909"/>
                    <a:pt x="8876" y="9465"/>
                    <a:pt x="10349" y="9008"/>
                  </a:cubicBezTo>
                  <a:cubicBezTo>
                    <a:pt x="11807" y="8537"/>
                    <a:pt x="17152" y="7778"/>
                    <a:pt x="17867" y="4091"/>
                  </a:cubicBezTo>
                  <a:cubicBezTo>
                    <a:pt x="18392" y="1334"/>
                    <a:pt x="16975" y="1"/>
                    <a:pt x="13667"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62"/>
            <p:cNvSpPr/>
            <p:nvPr/>
          </p:nvSpPr>
          <p:spPr>
            <a:xfrm>
              <a:off x="6788025" y="953650"/>
              <a:ext cx="320900" cy="270900"/>
            </a:xfrm>
            <a:custGeom>
              <a:avLst/>
              <a:gdLst/>
              <a:ahLst/>
              <a:cxnLst/>
              <a:rect l="l" t="t" r="r" b="b"/>
              <a:pathLst>
                <a:path w="12836" h="10836" extrusionOk="0">
                  <a:moveTo>
                    <a:pt x="9834" y="1"/>
                  </a:moveTo>
                  <a:cubicBezTo>
                    <a:pt x="9291" y="372"/>
                    <a:pt x="8677" y="643"/>
                    <a:pt x="8004" y="801"/>
                  </a:cubicBezTo>
                  <a:cubicBezTo>
                    <a:pt x="8376" y="916"/>
                    <a:pt x="8719" y="1072"/>
                    <a:pt x="9048" y="1272"/>
                  </a:cubicBezTo>
                  <a:cubicBezTo>
                    <a:pt x="9863" y="1787"/>
                    <a:pt x="10506" y="2659"/>
                    <a:pt x="10506" y="3616"/>
                  </a:cubicBezTo>
                  <a:cubicBezTo>
                    <a:pt x="10491" y="5217"/>
                    <a:pt x="9077" y="5947"/>
                    <a:pt x="7919" y="6690"/>
                  </a:cubicBezTo>
                  <a:cubicBezTo>
                    <a:pt x="6775" y="7433"/>
                    <a:pt x="5603" y="8005"/>
                    <a:pt x="4417" y="8676"/>
                  </a:cubicBezTo>
                  <a:cubicBezTo>
                    <a:pt x="4059" y="8891"/>
                    <a:pt x="3716" y="9105"/>
                    <a:pt x="3331" y="9248"/>
                  </a:cubicBezTo>
                  <a:cubicBezTo>
                    <a:pt x="3288" y="9263"/>
                    <a:pt x="3259" y="9277"/>
                    <a:pt x="3217" y="9277"/>
                  </a:cubicBezTo>
                  <a:cubicBezTo>
                    <a:pt x="3202" y="9277"/>
                    <a:pt x="3188" y="9263"/>
                    <a:pt x="3173" y="9263"/>
                  </a:cubicBezTo>
                  <a:cubicBezTo>
                    <a:pt x="3116" y="9234"/>
                    <a:pt x="3087" y="9177"/>
                    <a:pt x="3059" y="9120"/>
                  </a:cubicBezTo>
                  <a:cubicBezTo>
                    <a:pt x="2887" y="8676"/>
                    <a:pt x="2731" y="8047"/>
                    <a:pt x="2416" y="7704"/>
                  </a:cubicBezTo>
                  <a:cubicBezTo>
                    <a:pt x="1644" y="8177"/>
                    <a:pt x="715" y="8806"/>
                    <a:pt x="0" y="9448"/>
                  </a:cubicBezTo>
                  <a:cubicBezTo>
                    <a:pt x="829" y="9120"/>
                    <a:pt x="1902" y="8848"/>
                    <a:pt x="1902" y="8848"/>
                  </a:cubicBezTo>
                  <a:cubicBezTo>
                    <a:pt x="1902" y="9563"/>
                    <a:pt x="2687" y="10835"/>
                    <a:pt x="2687" y="10835"/>
                  </a:cubicBezTo>
                  <a:cubicBezTo>
                    <a:pt x="2687" y="10835"/>
                    <a:pt x="3745" y="9391"/>
                    <a:pt x="5218" y="8934"/>
                  </a:cubicBezTo>
                  <a:cubicBezTo>
                    <a:pt x="6676" y="8463"/>
                    <a:pt x="12021" y="7704"/>
                    <a:pt x="12736" y="4017"/>
                  </a:cubicBezTo>
                  <a:cubicBezTo>
                    <a:pt x="12807" y="3645"/>
                    <a:pt x="12836" y="3288"/>
                    <a:pt x="12836" y="2974"/>
                  </a:cubicBezTo>
                  <a:cubicBezTo>
                    <a:pt x="12836" y="1259"/>
                    <a:pt x="11835" y="272"/>
                    <a:pt x="9834"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62"/>
            <p:cNvSpPr/>
            <p:nvPr/>
          </p:nvSpPr>
          <p:spPr>
            <a:xfrm>
              <a:off x="6742075" y="1017600"/>
              <a:ext cx="178550" cy="84575"/>
            </a:xfrm>
            <a:custGeom>
              <a:avLst/>
              <a:gdLst/>
              <a:ahLst/>
              <a:cxnLst/>
              <a:rect l="l" t="t" r="r" b="b"/>
              <a:pathLst>
                <a:path w="7142" h="3383" extrusionOk="0">
                  <a:moveTo>
                    <a:pt x="7141" y="1"/>
                  </a:moveTo>
                  <a:cubicBezTo>
                    <a:pt x="6798" y="29"/>
                    <a:pt x="6469" y="73"/>
                    <a:pt x="6141" y="144"/>
                  </a:cubicBezTo>
                  <a:cubicBezTo>
                    <a:pt x="6469" y="87"/>
                    <a:pt x="6798" y="29"/>
                    <a:pt x="7141" y="1"/>
                  </a:cubicBezTo>
                  <a:close/>
                  <a:moveTo>
                    <a:pt x="6141" y="144"/>
                  </a:moveTo>
                  <a:cubicBezTo>
                    <a:pt x="5812" y="201"/>
                    <a:pt x="5484" y="287"/>
                    <a:pt x="5154" y="372"/>
                  </a:cubicBezTo>
                  <a:cubicBezTo>
                    <a:pt x="4512" y="559"/>
                    <a:pt x="3883" y="787"/>
                    <a:pt x="3267" y="1073"/>
                  </a:cubicBezTo>
                  <a:cubicBezTo>
                    <a:pt x="2653" y="1359"/>
                    <a:pt x="2067" y="1687"/>
                    <a:pt x="1524" y="2074"/>
                  </a:cubicBezTo>
                  <a:cubicBezTo>
                    <a:pt x="1238" y="2274"/>
                    <a:pt x="981" y="2474"/>
                    <a:pt x="723" y="2688"/>
                  </a:cubicBezTo>
                  <a:cubicBezTo>
                    <a:pt x="468" y="2915"/>
                    <a:pt x="228" y="3141"/>
                    <a:pt x="1" y="3382"/>
                  </a:cubicBezTo>
                  <a:lnTo>
                    <a:pt x="1" y="3382"/>
                  </a:lnTo>
                  <a:cubicBezTo>
                    <a:pt x="228" y="3141"/>
                    <a:pt x="468" y="2915"/>
                    <a:pt x="723" y="2703"/>
                  </a:cubicBezTo>
                  <a:cubicBezTo>
                    <a:pt x="981" y="2488"/>
                    <a:pt x="1253" y="2274"/>
                    <a:pt x="1524" y="2088"/>
                  </a:cubicBezTo>
                  <a:cubicBezTo>
                    <a:pt x="2082" y="1702"/>
                    <a:pt x="2667" y="1373"/>
                    <a:pt x="3267" y="1087"/>
                  </a:cubicBezTo>
                  <a:cubicBezTo>
                    <a:pt x="3883" y="801"/>
                    <a:pt x="4512" y="573"/>
                    <a:pt x="5154" y="387"/>
                  </a:cubicBezTo>
                  <a:cubicBezTo>
                    <a:pt x="5484" y="302"/>
                    <a:pt x="5812" y="216"/>
                    <a:pt x="6141" y="144"/>
                  </a:cubicBezTo>
                  <a:close/>
                </a:path>
              </a:pathLst>
            </a:custGeom>
            <a:solidFill>
              <a:srgbClr val="3A1B1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62"/>
            <p:cNvSpPr/>
            <p:nvPr/>
          </p:nvSpPr>
          <p:spPr>
            <a:xfrm>
              <a:off x="6711925" y="1016550"/>
              <a:ext cx="197600" cy="124375"/>
            </a:xfrm>
            <a:custGeom>
              <a:avLst/>
              <a:gdLst/>
              <a:ahLst/>
              <a:cxnLst/>
              <a:rect l="l" t="t" r="r" b="b"/>
              <a:pathLst>
                <a:path w="7904" h="4975" extrusionOk="0">
                  <a:moveTo>
                    <a:pt x="7347" y="186"/>
                  </a:moveTo>
                  <a:lnTo>
                    <a:pt x="7347" y="186"/>
                  </a:lnTo>
                  <a:cubicBezTo>
                    <a:pt x="7018" y="258"/>
                    <a:pt x="6690" y="344"/>
                    <a:pt x="6360" y="429"/>
                  </a:cubicBezTo>
                  <a:cubicBezTo>
                    <a:pt x="5718" y="615"/>
                    <a:pt x="5089" y="843"/>
                    <a:pt x="4473" y="1129"/>
                  </a:cubicBezTo>
                  <a:cubicBezTo>
                    <a:pt x="3873" y="1415"/>
                    <a:pt x="3288" y="1744"/>
                    <a:pt x="2730" y="2130"/>
                  </a:cubicBezTo>
                  <a:cubicBezTo>
                    <a:pt x="2459" y="2316"/>
                    <a:pt x="2187" y="2530"/>
                    <a:pt x="1929" y="2745"/>
                  </a:cubicBezTo>
                  <a:cubicBezTo>
                    <a:pt x="1674" y="2957"/>
                    <a:pt x="1434" y="3183"/>
                    <a:pt x="1207" y="3424"/>
                  </a:cubicBezTo>
                  <a:lnTo>
                    <a:pt x="1207" y="3424"/>
                  </a:lnTo>
                  <a:cubicBezTo>
                    <a:pt x="1434" y="3183"/>
                    <a:pt x="1674" y="2957"/>
                    <a:pt x="1929" y="2730"/>
                  </a:cubicBezTo>
                  <a:cubicBezTo>
                    <a:pt x="2187" y="2516"/>
                    <a:pt x="2444" y="2316"/>
                    <a:pt x="2730" y="2116"/>
                  </a:cubicBezTo>
                  <a:cubicBezTo>
                    <a:pt x="3273" y="1729"/>
                    <a:pt x="3859" y="1401"/>
                    <a:pt x="4473" y="1115"/>
                  </a:cubicBezTo>
                  <a:cubicBezTo>
                    <a:pt x="5089" y="829"/>
                    <a:pt x="5718" y="601"/>
                    <a:pt x="6360" y="414"/>
                  </a:cubicBezTo>
                  <a:cubicBezTo>
                    <a:pt x="6690" y="329"/>
                    <a:pt x="7018" y="243"/>
                    <a:pt x="7347" y="186"/>
                  </a:cubicBezTo>
                  <a:close/>
                  <a:moveTo>
                    <a:pt x="7904" y="0"/>
                  </a:moveTo>
                  <a:lnTo>
                    <a:pt x="7904" y="0"/>
                  </a:lnTo>
                  <a:cubicBezTo>
                    <a:pt x="5445" y="271"/>
                    <a:pt x="2916" y="972"/>
                    <a:pt x="1157" y="2701"/>
                  </a:cubicBezTo>
                  <a:cubicBezTo>
                    <a:pt x="801" y="3044"/>
                    <a:pt x="386" y="3402"/>
                    <a:pt x="0" y="3759"/>
                  </a:cubicBezTo>
                  <a:lnTo>
                    <a:pt x="1029" y="3774"/>
                  </a:lnTo>
                  <a:cubicBezTo>
                    <a:pt x="757" y="4060"/>
                    <a:pt x="614" y="4546"/>
                    <a:pt x="543" y="4975"/>
                  </a:cubicBezTo>
                  <a:lnTo>
                    <a:pt x="543" y="4975"/>
                  </a:lnTo>
                  <a:cubicBezTo>
                    <a:pt x="1458" y="4117"/>
                    <a:pt x="2187" y="3044"/>
                    <a:pt x="3202" y="2316"/>
                  </a:cubicBezTo>
                  <a:cubicBezTo>
                    <a:pt x="3759" y="1916"/>
                    <a:pt x="4374" y="1630"/>
                    <a:pt x="5003" y="1344"/>
                  </a:cubicBezTo>
                  <a:lnTo>
                    <a:pt x="7576" y="143"/>
                  </a:lnTo>
                  <a:lnTo>
                    <a:pt x="7576" y="143"/>
                  </a:lnTo>
                  <a:cubicBezTo>
                    <a:pt x="7551" y="148"/>
                    <a:pt x="7525" y="153"/>
                    <a:pt x="7498" y="158"/>
                  </a:cubicBezTo>
                  <a:lnTo>
                    <a:pt x="7498" y="158"/>
                  </a:lnTo>
                  <a:cubicBezTo>
                    <a:pt x="7534" y="150"/>
                    <a:pt x="7569" y="140"/>
                    <a:pt x="7604" y="129"/>
                  </a:cubicBezTo>
                  <a:lnTo>
                    <a:pt x="7904" y="0"/>
                  </a:ln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62"/>
            <p:cNvSpPr/>
            <p:nvPr/>
          </p:nvSpPr>
          <p:spPr>
            <a:xfrm>
              <a:off x="6742075" y="1019750"/>
              <a:ext cx="159975" cy="82425"/>
            </a:xfrm>
            <a:custGeom>
              <a:avLst/>
              <a:gdLst/>
              <a:ahLst/>
              <a:cxnLst/>
              <a:rect l="l" t="t" r="r" b="b"/>
              <a:pathLst>
                <a:path w="6399" h="3297" extrusionOk="0">
                  <a:moveTo>
                    <a:pt x="6398" y="1"/>
                  </a:moveTo>
                  <a:cubicBezTo>
                    <a:pt x="6363" y="12"/>
                    <a:pt x="6328" y="22"/>
                    <a:pt x="6292" y="30"/>
                  </a:cubicBezTo>
                  <a:lnTo>
                    <a:pt x="6292" y="30"/>
                  </a:lnTo>
                  <a:cubicBezTo>
                    <a:pt x="6319" y="25"/>
                    <a:pt x="6345" y="20"/>
                    <a:pt x="6370" y="15"/>
                  </a:cubicBezTo>
                  <a:cubicBezTo>
                    <a:pt x="6383" y="15"/>
                    <a:pt x="6383" y="15"/>
                    <a:pt x="6398" y="1"/>
                  </a:cubicBezTo>
                  <a:close/>
                  <a:moveTo>
                    <a:pt x="6292" y="30"/>
                  </a:moveTo>
                  <a:cubicBezTo>
                    <a:pt x="6241" y="39"/>
                    <a:pt x="6188" y="49"/>
                    <a:pt x="6141" y="58"/>
                  </a:cubicBezTo>
                  <a:cubicBezTo>
                    <a:pt x="6191" y="50"/>
                    <a:pt x="6242" y="41"/>
                    <a:pt x="6292" y="30"/>
                  </a:cubicBezTo>
                  <a:close/>
                  <a:moveTo>
                    <a:pt x="6141" y="58"/>
                  </a:moveTo>
                  <a:cubicBezTo>
                    <a:pt x="5812" y="115"/>
                    <a:pt x="5484" y="201"/>
                    <a:pt x="5154" y="286"/>
                  </a:cubicBezTo>
                  <a:cubicBezTo>
                    <a:pt x="4512" y="473"/>
                    <a:pt x="3883" y="701"/>
                    <a:pt x="3267" y="987"/>
                  </a:cubicBezTo>
                  <a:cubicBezTo>
                    <a:pt x="2653" y="1273"/>
                    <a:pt x="2067" y="1601"/>
                    <a:pt x="1524" y="1988"/>
                  </a:cubicBezTo>
                  <a:cubicBezTo>
                    <a:pt x="1238" y="2188"/>
                    <a:pt x="981" y="2388"/>
                    <a:pt x="723" y="2602"/>
                  </a:cubicBezTo>
                  <a:cubicBezTo>
                    <a:pt x="468" y="2829"/>
                    <a:pt x="228" y="3055"/>
                    <a:pt x="1" y="3296"/>
                  </a:cubicBezTo>
                  <a:lnTo>
                    <a:pt x="1" y="3296"/>
                  </a:lnTo>
                  <a:cubicBezTo>
                    <a:pt x="228" y="3055"/>
                    <a:pt x="468" y="2829"/>
                    <a:pt x="723" y="2617"/>
                  </a:cubicBezTo>
                  <a:cubicBezTo>
                    <a:pt x="981" y="2402"/>
                    <a:pt x="1253" y="2188"/>
                    <a:pt x="1524" y="2002"/>
                  </a:cubicBezTo>
                  <a:cubicBezTo>
                    <a:pt x="2082" y="1616"/>
                    <a:pt x="2667" y="1287"/>
                    <a:pt x="3267" y="1001"/>
                  </a:cubicBezTo>
                  <a:cubicBezTo>
                    <a:pt x="3883" y="715"/>
                    <a:pt x="4512" y="487"/>
                    <a:pt x="5154" y="301"/>
                  </a:cubicBezTo>
                  <a:cubicBezTo>
                    <a:pt x="5484" y="216"/>
                    <a:pt x="5812" y="130"/>
                    <a:pt x="6141" y="58"/>
                  </a:cubicBezTo>
                  <a:close/>
                </a:path>
              </a:pathLst>
            </a:custGeom>
            <a:solidFill>
              <a:srgbClr val="31161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62"/>
            <p:cNvSpPr/>
            <p:nvPr/>
          </p:nvSpPr>
          <p:spPr>
            <a:xfrm>
              <a:off x="6667950" y="805575"/>
              <a:ext cx="190850" cy="157450"/>
            </a:xfrm>
            <a:custGeom>
              <a:avLst/>
              <a:gdLst/>
              <a:ahLst/>
              <a:cxnLst/>
              <a:rect l="l" t="t" r="r" b="b"/>
              <a:pathLst>
                <a:path w="7634" h="6298" extrusionOk="0">
                  <a:moveTo>
                    <a:pt x="3105" y="1"/>
                  </a:moveTo>
                  <a:cubicBezTo>
                    <a:pt x="2942" y="1"/>
                    <a:pt x="2751" y="35"/>
                    <a:pt x="2588" y="92"/>
                  </a:cubicBezTo>
                  <a:cubicBezTo>
                    <a:pt x="2402" y="163"/>
                    <a:pt x="2259" y="264"/>
                    <a:pt x="2230" y="378"/>
                  </a:cubicBezTo>
                  <a:cubicBezTo>
                    <a:pt x="2173" y="678"/>
                    <a:pt x="2802" y="1722"/>
                    <a:pt x="2716" y="1792"/>
                  </a:cubicBezTo>
                  <a:cubicBezTo>
                    <a:pt x="2699" y="1809"/>
                    <a:pt x="2652" y="1817"/>
                    <a:pt x="2584" y="1817"/>
                  </a:cubicBezTo>
                  <a:cubicBezTo>
                    <a:pt x="2308" y="1817"/>
                    <a:pt x="1686" y="1693"/>
                    <a:pt x="1330" y="1579"/>
                  </a:cubicBezTo>
                  <a:cubicBezTo>
                    <a:pt x="1127" y="1517"/>
                    <a:pt x="884" y="1440"/>
                    <a:pt x="671" y="1440"/>
                  </a:cubicBezTo>
                  <a:cubicBezTo>
                    <a:pt x="435" y="1440"/>
                    <a:pt x="233" y="1534"/>
                    <a:pt x="158" y="1850"/>
                  </a:cubicBezTo>
                  <a:cubicBezTo>
                    <a:pt x="1" y="2450"/>
                    <a:pt x="187" y="2636"/>
                    <a:pt x="559" y="2793"/>
                  </a:cubicBezTo>
                  <a:cubicBezTo>
                    <a:pt x="930" y="2965"/>
                    <a:pt x="2345" y="3265"/>
                    <a:pt x="2345" y="3265"/>
                  </a:cubicBezTo>
                  <a:lnTo>
                    <a:pt x="2259" y="3408"/>
                  </a:lnTo>
                  <a:cubicBezTo>
                    <a:pt x="2259" y="3408"/>
                    <a:pt x="1414" y="3376"/>
                    <a:pt x="796" y="3376"/>
                  </a:cubicBezTo>
                  <a:cubicBezTo>
                    <a:pt x="487" y="3376"/>
                    <a:pt x="234" y="3384"/>
                    <a:pt x="172" y="3408"/>
                  </a:cubicBezTo>
                  <a:cubicBezTo>
                    <a:pt x="1" y="3479"/>
                    <a:pt x="29" y="4451"/>
                    <a:pt x="172" y="4637"/>
                  </a:cubicBezTo>
                  <a:cubicBezTo>
                    <a:pt x="330" y="4838"/>
                    <a:pt x="2230" y="4809"/>
                    <a:pt x="2287" y="4895"/>
                  </a:cubicBezTo>
                  <a:cubicBezTo>
                    <a:pt x="2345" y="4966"/>
                    <a:pt x="2287" y="5181"/>
                    <a:pt x="2145" y="5181"/>
                  </a:cubicBezTo>
                  <a:cubicBezTo>
                    <a:pt x="2016" y="5181"/>
                    <a:pt x="444" y="5181"/>
                    <a:pt x="330" y="5323"/>
                  </a:cubicBezTo>
                  <a:cubicBezTo>
                    <a:pt x="229" y="5452"/>
                    <a:pt x="358" y="5952"/>
                    <a:pt x="444" y="6109"/>
                  </a:cubicBezTo>
                  <a:cubicBezTo>
                    <a:pt x="507" y="6249"/>
                    <a:pt x="1353" y="6298"/>
                    <a:pt x="2013" y="6298"/>
                  </a:cubicBezTo>
                  <a:cubicBezTo>
                    <a:pt x="2099" y="6298"/>
                    <a:pt x="2181" y="6297"/>
                    <a:pt x="2259" y="6295"/>
                  </a:cubicBezTo>
                  <a:cubicBezTo>
                    <a:pt x="2445" y="6281"/>
                    <a:pt x="3259" y="6281"/>
                    <a:pt x="4174" y="6267"/>
                  </a:cubicBezTo>
                  <a:cubicBezTo>
                    <a:pt x="4904" y="6252"/>
                    <a:pt x="5704" y="6223"/>
                    <a:pt x="6304" y="6166"/>
                  </a:cubicBezTo>
                  <a:cubicBezTo>
                    <a:pt x="7633" y="6052"/>
                    <a:pt x="6461" y="2007"/>
                    <a:pt x="6461" y="2007"/>
                  </a:cubicBezTo>
                  <a:cubicBezTo>
                    <a:pt x="6461" y="2007"/>
                    <a:pt x="4660" y="1850"/>
                    <a:pt x="4374" y="1607"/>
                  </a:cubicBezTo>
                  <a:cubicBezTo>
                    <a:pt x="4103" y="1364"/>
                    <a:pt x="3646" y="220"/>
                    <a:pt x="3402" y="64"/>
                  </a:cubicBezTo>
                  <a:cubicBezTo>
                    <a:pt x="3335" y="20"/>
                    <a:pt x="3228" y="1"/>
                    <a:pt x="3105"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62"/>
            <p:cNvSpPr/>
            <p:nvPr/>
          </p:nvSpPr>
          <p:spPr>
            <a:xfrm>
              <a:off x="6732650" y="805575"/>
              <a:ext cx="126150" cy="156675"/>
            </a:xfrm>
            <a:custGeom>
              <a:avLst/>
              <a:gdLst/>
              <a:ahLst/>
              <a:cxnLst/>
              <a:rect l="l" t="t" r="r" b="b"/>
              <a:pathLst>
                <a:path w="5046" h="6267" extrusionOk="0">
                  <a:moveTo>
                    <a:pt x="517" y="1"/>
                  </a:moveTo>
                  <a:cubicBezTo>
                    <a:pt x="354" y="1"/>
                    <a:pt x="163" y="35"/>
                    <a:pt x="0" y="92"/>
                  </a:cubicBezTo>
                  <a:cubicBezTo>
                    <a:pt x="872" y="578"/>
                    <a:pt x="671" y="2221"/>
                    <a:pt x="1630" y="2479"/>
                  </a:cubicBezTo>
                  <a:cubicBezTo>
                    <a:pt x="1603" y="2474"/>
                    <a:pt x="1577" y="2472"/>
                    <a:pt x="1552" y="2472"/>
                  </a:cubicBezTo>
                  <a:cubicBezTo>
                    <a:pt x="1162" y="2472"/>
                    <a:pt x="879" y="2961"/>
                    <a:pt x="986" y="3351"/>
                  </a:cubicBezTo>
                  <a:cubicBezTo>
                    <a:pt x="1100" y="3765"/>
                    <a:pt x="1487" y="4051"/>
                    <a:pt x="1858" y="4266"/>
                  </a:cubicBezTo>
                  <a:cubicBezTo>
                    <a:pt x="1715" y="4623"/>
                    <a:pt x="1043" y="4565"/>
                    <a:pt x="972" y="4952"/>
                  </a:cubicBezTo>
                  <a:cubicBezTo>
                    <a:pt x="957" y="5038"/>
                    <a:pt x="972" y="5137"/>
                    <a:pt x="1014" y="5223"/>
                  </a:cubicBezTo>
                  <a:cubicBezTo>
                    <a:pt x="1144" y="5609"/>
                    <a:pt x="1329" y="5952"/>
                    <a:pt x="1586" y="6267"/>
                  </a:cubicBezTo>
                  <a:cubicBezTo>
                    <a:pt x="2316" y="6252"/>
                    <a:pt x="3116" y="6223"/>
                    <a:pt x="3716" y="6166"/>
                  </a:cubicBezTo>
                  <a:cubicBezTo>
                    <a:pt x="5045" y="6052"/>
                    <a:pt x="3873" y="2007"/>
                    <a:pt x="3873" y="2007"/>
                  </a:cubicBezTo>
                  <a:cubicBezTo>
                    <a:pt x="3873" y="2007"/>
                    <a:pt x="2072" y="1850"/>
                    <a:pt x="1786" y="1607"/>
                  </a:cubicBezTo>
                  <a:cubicBezTo>
                    <a:pt x="1515" y="1364"/>
                    <a:pt x="1058" y="220"/>
                    <a:pt x="814" y="64"/>
                  </a:cubicBezTo>
                  <a:cubicBezTo>
                    <a:pt x="747" y="20"/>
                    <a:pt x="640" y="1"/>
                    <a:pt x="517" y="1"/>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2"/>
            <p:cNvSpPr/>
            <p:nvPr/>
          </p:nvSpPr>
          <p:spPr>
            <a:xfrm>
              <a:off x="6731225" y="813200"/>
              <a:ext cx="18225" cy="22200"/>
            </a:xfrm>
            <a:custGeom>
              <a:avLst/>
              <a:gdLst/>
              <a:ahLst/>
              <a:cxnLst/>
              <a:rect l="l" t="t" r="r" b="b"/>
              <a:pathLst>
                <a:path w="729" h="888" extrusionOk="0">
                  <a:moveTo>
                    <a:pt x="300" y="1"/>
                  </a:moveTo>
                  <a:cubicBezTo>
                    <a:pt x="271" y="1"/>
                    <a:pt x="242" y="16"/>
                    <a:pt x="214" y="30"/>
                  </a:cubicBezTo>
                  <a:cubicBezTo>
                    <a:pt x="157" y="44"/>
                    <a:pt x="86" y="73"/>
                    <a:pt x="42" y="144"/>
                  </a:cubicBezTo>
                  <a:cubicBezTo>
                    <a:pt x="29" y="172"/>
                    <a:pt x="29" y="216"/>
                    <a:pt x="29" y="244"/>
                  </a:cubicBezTo>
                  <a:cubicBezTo>
                    <a:pt x="0" y="458"/>
                    <a:pt x="71" y="673"/>
                    <a:pt x="200" y="830"/>
                  </a:cubicBezTo>
                  <a:cubicBezTo>
                    <a:pt x="214" y="859"/>
                    <a:pt x="229" y="873"/>
                    <a:pt x="257" y="887"/>
                  </a:cubicBezTo>
                  <a:lnTo>
                    <a:pt x="357" y="887"/>
                  </a:lnTo>
                  <a:cubicBezTo>
                    <a:pt x="486" y="859"/>
                    <a:pt x="614" y="830"/>
                    <a:pt x="728" y="773"/>
                  </a:cubicBezTo>
                  <a:cubicBezTo>
                    <a:pt x="629" y="487"/>
                    <a:pt x="500" y="201"/>
                    <a:pt x="300"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2"/>
            <p:cNvSpPr/>
            <p:nvPr/>
          </p:nvSpPr>
          <p:spPr>
            <a:xfrm>
              <a:off x="6738700" y="811450"/>
              <a:ext cx="16125" cy="21075"/>
            </a:xfrm>
            <a:custGeom>
              <a:avLst/>
              <a:gdLst/>
              <a:ahLst/>
              <a:cxnLst/>
              <a:rect l="l" t="t" r="r" b="b"/>
              <a:pathLst>
                <a:path w="645" h="843" extrusionOk="0">
                  <a:moveTo>
                    <a:pt x="301" y="0"/>
                  </a:moveTo>
                  <a:cubicBezTo>
                    <a:pt x="286" y="0"/>
                    <a:pt x="273" y="0"/>
                    <a:pt x="258" y="14"/>
                  </a:cubicBezTo>
                  <a:cubicBezTo>
                    <a:pt x="172" y="14"/>
                    <a:pt x="86" y="42"/>
                    <a:pt x="1" y="71"/>
                  </a:cubicBezTo>
                  <a:cubicBezTo>
                    <a:pt x="201" y="271"/>
                    <a:pt x="330" y="557"/>
                    <a:pt x="429" y="843"/>
                  </a:cubicBezTo>
                  <a:cubicBezTo>
                    <a:pt x="458" y="843"/>
                    <a:pt x="473" y="829"/>
                    <a:pt x="501" y="829"/>
                  </a:cubicBezTo>
                  <a:cubicBezTo>
                    <a:pt x="530" y="814"/>
                    <a:pt x="572" y="800"/>
                    <a:pt x="587" y="772"/>
                  </a:cubicBezTo>
                  <a:cubicBezTo>
                    <a:pt x="644" y="728"/>
                    <a:pt x="644" y="643"/>
                    <a:pt x="644" y="572"/>
                  </a:cubicBezTo>
                  <a:cubicBezTo>
                    <a:pt x="616" y="357"/>
                    <a:pt x="559" y="0"/>
                    <a:pt x="30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2"/>
            <p:cNvSpPr/>
            <p:nvPr/>
          </p:nvSpPr>
          <p:spPr>
            <a:xfrm>
              <a:off x="6681525" y="846800"/>
              <a:ext cx="18600" cy="26125"/>
            </a:xfrm>
            <a:custGeom>
              <a:avLst/>
              <a:gdLst/>
              <a:ahLst/>
              <a:cxnLst/>
              <a:rect l="l" t="t" r="r" b="b"/>
              <a:pathLst>
                <a:path w="744" h="1045" extrusionOk="0">
                  <a:moveTo>
                    <a:pt x="244" y="1"/>
                  </a:moveTo>
                  <a:cubicBezTo>
                    <a:pt x="172" y="1"/>
                    <a:pt x="101" y="29"/>
                    <a:pt x="29" y="58"/>
                  </a:cubicBezTo>
                  <a:cubicBezTo>
                    <a:pt x="44" y="101"/>
                    <a:pt x="73" y="143"/>
                    <a:pt x="73" y="201"/>
                  </a:cubicBezTo>
                  <a:cubicBezTo>
                    <a:pt x="172" y="572"/>
                    <a:pt x="130" y="787"/>
                    <a:pt x="1" y="944"/>
                  </a:cubicBezTo>
                  <a:cubicBezTo>
                    <a:pt x="58" y="959"/>
                    <a:pt x="130" y="987"/>
                    <a:pt x="187" y="1016"/>
                  </a:cubicBezTo>
                  <a:cubicBezTo>
                    <a:pt x="244" y="1030"/>
                    <a:pt x="301" y="1044"/>
                    <a:pt x="359" y="1044"/>
                  </a:cubicBezTo>
                  <a:lnTo>
                    <a:pt x="416" y="1044"/>
                  </a:lnTo>
                  <a:cubicBezTo>
                    <a:pt x="487" y="1016"/>
                    <a:pt x="544" y="972"/>
                    <a:pt x="572" y="915"/>
                  </a:cubicBezTo>
                  <a:cubicBezTo>
                    <a:pt x="601" y="844"/>
                    <a:pt x="630" y="787"/>
                    <a:pt x="644" y="715"/>
                  </a:cubicBezTo>
                  <a:lnTo>
                    <a:pt x="687" y="544"/>
                  </a:lnTo>
                  <a:cubicBezTo>
                    <a:pt x="715" y="444"/>
                    <a:pt x="744" y="330"/>
                    <a:pt x="687" y="229"/>
                  </a:cubicBezTo>
                  <a:cubicBezTo>
                    <a:pt x="658" y="158"/>
                    <a:pt x="587" y="101"/>
                    <a:pt x="515" y="73"/>
                  </a:cubicBezTo>
                  <a:cubicBezTo>
                    <a:pt x="429" y="29"/>
                    <a:pt x="330" y="1"/>
                    <a:pt x="244"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2"/>
            <p:cNvSpPr/>
            <p:nvPr/>
          </p:nvSpPr>
          <p:spPr>
            <a:xfrm>
              <a:off x="6684400" y="895050"/>
              <a:ext cx="12150" cy="22900"/>
            </a:xfrm>
            <a:custGeom>
              <a:avLst/>
              <a:gdLst/>
              <a:ahLst/>
              <a:cxnLst/>
              <a:rect l="l" t="t" r="r" b="b"/>
              <a:pathLst>
                <a:path w="486" h="916" extrusionOk="0">
                  <a:moveTo>
                    <a:pt x="186" y="1"/>
                  </a:moveTo>
                  <a:cubicBezTo>
                    <a:pt x="129" y="1"/>
                    <a:pt x="86" y="14"/>
                    <a:pt x="29" y="14"/>
                  </a:cubicBezTo>
                  <a:cubicBezTo>
                    <a:pt x="72" y="258"/>
                    <a:pt x="72" y="672"/>
                    <a:pt x="0" y="915"/>
                  </a:cubicBezTo>
                  <a:cubicBezTo>
                    <a:pt x="86" y="915"/>
                    <a:pt x="158" y="915"/>
                    <a:pt x="229" y="901"/>
                  </a:cubicBezTo>
                  <a:cubicBezTo>
                    <a:pt x="301" y="901"/>
                    <a:pt x="387" y="901"/>
                    <a:pt x="415" y="843"/>
                  </a:cubicBezTo>
                  <a:cubicBezTo>
                    <a:pt x="429" y="815"/>
                    <a:pt x="444" y="773"/>
                    <a:pt x="444" y="729"/>
                  </a:cubicBezTo>
                  <a:cubicBezTo>
                    <a:pt x="429" y="558"/>
                    <a:pt x="486" y="258"/>
                    <a:pt x="387" y="100"/>
                  </a:cubicBezTo>
                  <a:cubicBezTo>
                    <a:pt x="358" y="29"/>
                    <a:pt x="272" y="1"/>
                    <a:pt x="186"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2"/>
            <p:cNvSpPr/>
            <p:nvPr/>
          </p:nvSpPr>
          <p:spPr>
            <a:xfrm>
              <a:off x="6682625" y="939375"/>
              <a:ext cx="15025" cy="16450"/>
            </a:xfrm>
            <a:custGeom>
              <a:avLst/>
              <a:gdLst/>
              <a:ahLst/>
              <a:cxnLst/>
              <a:rect l="l" t="t" r="r" b="b"/>
              <a:pathLst>
                <a:path w="601" h="658" extrusionOk="0">
                  <a:moveTo>
                    <a:pt x="343" y="0"/>
                  </a:moveTo>
                  <a:cubicBezTo>
                    <a:pt x="300" y="0"/>
                    <a:pt x="257" y="14"/>
                    <a:pt x="200" y="29"/>
                  </a:cubicBezTo>
                  <a:cubicBezTo>
                    <a:pt x="157" y="29"/>
                    <a:pt x="128" y="42"/>
                    <a:pt x="100" y="71"/>
                  </a:cubicBezTo>
                  <a:cubicBezTo>
                    <a:pt x="71" y="100"/>
                    <a:pt x="57" y="128"/>
                    <a:pt x="42" y="172"/>
                  </a:cubicBezTo>
                  <a:cubicBezTo>
                    <a:pt x="0" y="315"/>
                    <a:pt x="14" y="471"/>
                    <a:pt x="86" y="614"/>
                  </a:cubicBezTo>
                  <a:cubicBezTo>
                    <a:pt x="86" y="629"/>
                    <a:pt x="86" y="643"/>
                    <a:pt x="100" y="658"/>
                  </a:cubicBezTo>
                  <a:lnTo>
                    <a:pt x="357" y="658"/>
                  </a:lnTo>
                  <a:cubicBezTo>
                    <a:pt x="385" y="658"/>
                    <a:pt x="429" y="658"/>
                    <a:pt x="458" y="643"/>
                  </a:cubicBezTo>
                  <a:cubicBezTo>
                    <a:pt x="600" y="572"/>
                    <a:pt x="557" y="328"/>
                    <a:pt x="528" y="200"/>
                  </a:cubicBezTo>
                  <a:cubicBezTo>
                    <a:pt x="500" y="57"/>
                    <a:pt x="443" y="0"/>
                    <a:pt x="343"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2"/>
            <p:cNvSpPr/>
            <p:nvPr/>
          </p:nvSpPr>
          <p:spPr>
            <a:xfrm>
              <a:off x="6777300" y="590900"/>
              <a:ext cx="365600" cy="404950"/>
            </a:xfrm>
            <a:custGeom>
              <a:avLst/>
              <a:gdLst/>
              <a:ahLst/>
              <a:cxnLst/>
              <a:rect l="l" t="t" r="r" b="b"/>
              <a:pathLst>
                <a:path w="14624" h="16198" extrusionOk="0">
                  <a:moveTo>
                    <a:pt x="3458" y="1"/>
                  </a:moveTo>
                  <a:cubicBezTo>
                    <a:pt x="3412" y="1"/>
                    <a:pt x="3388" y="2"/>
                    <a:pt x="3388" y="2"/>
                  </a:cubicBezTo>
                  <a:cubicBezTo>
                    <a:pt x="3402" y="117"/>
                    <a:pt x="3431" y="246"/>
                    <a:pt x="3474" y="389"/>
                  </a:cubicBezTo>
                  <a:cubicBezTo>
                    <a:pt x="3932" y="2032"/>
                    <a:pt x="5289" y="5091"/>
                    <a:pt x="5918" y="6234"/>
                  </a:cubicBezTo>
                  <a:cubicBezTo>
                    <a:pt x="6133" y="6621"/>
                    <a:pt x="6333" y="7092"/>
                    <a:pt x="6504" y="7549"/>
                  </a:cubicBezTo>
                  <a:cubicBezTo>
                    <a:pt x="6890" y="8607"/>
                    <a:pt x="6247" y="9751"/>
                    <a:pt x="5146" y="9979"/>
                  </a:cubicBezTo>
                  <a:cubicBezTo>
                    <a:pt x="4932" y="10023"/>
                    <a:pt x="4703" y="10065"/>
                    <a:pt x="4460" y="10108"/>
                  </a:cubicBezTo>
                  <a:cubicBezTo>
                    <a:pt x="4106" y="10168"/>
                    <a:pt x="3731" y="10192"/>
                    <a:pt x="3357" y="10192"/>
                  </a:cubicBezTo>
                  <a:cubicBezTo>
                    <a:pt x="1860" y="10192"/>
                    <a:pt x="387" y="9808"/>
                    <a:pt x="387" y="9808"/>
                  </a:cubicBezTo>
                  <a:lnTo>
                    <a:pt x="387" y="9808"/>
                  </a:lnTo>
                  <a:cubicBezTo>
                    <a:pt x="629" y="10537"/>
                    <a:pt x="1515" y="11023"/>
                    <a:pt x="1515" y="11023"/>
                  </a:cubicBezTo>
                  <a:cubicBezTo>
                    <a:pt x="887" y="11637"/>
                    <a:pt x="0" y="11752"/>
                    <a:pt x="0" y="11752"/>
                  </a:cubicBezTo>
                  <a:cubicBezTo>
                    <a:pt x="486" y="12424"/>
                    <a:pt x="1515" y="12724"/>
                    <a:pt x="1515" y="12724"/>
                  </a:cubicBezTo>
                  <a:cubicBezTo>
                    <a:pt x="458" y="13339"/>
                    <a:pt x="0" y="13696"/>
                    <a:pt x="0" y="13696"/>
                  </a:cubicBezTo>
                  <a:cubicBezTo>
                    <a:pt x="658" y="14124"/>
                    <a:pt x="1788" y="14368"/>
                    <a:pt x="1788" y="14368"/>
                  </a:cubicBezTo>
                  <a:cubicBezTo>
                    <a:pt x="858" y="14911"/>
                    <a:pt x="715" y="15954"/>
                    <a:pt x="701" y="16154"/>
                  </a:cubicBezTo>
                  <a:lnTo>
                    <a:pt x="701" y="16197"/>
                  </a:lnTo>
                  <a:cubicBezTo>
                    <a:pt x="701" y="16197"/>
                    <a:pt x="2760" y="15525"/>
                    <a:pt x="7162" y="15468"/>
                  </a:cubicBezTo>
                  <a:cubicBezTo>
                    <a:pt x="11578" y="15411"/>
                    <a:pt x="14623" y="10594"/>
                    <a:pt x="10949" y="5177"/>
                  </a:cubicBezTo>
                  <a:cubicBezTo>
                    <a:pt x="7563" y="195"/>
                    <a:pt x="3994" y="1"/>
                    <a:pt x="345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2"/>
            <p:cNvSpPr/>
            <p:nvPr/>
          </p:nvSpPr>
          <p:spPr>
            <a:xfrm>
              <a:off x="6794825" y="590950"/>
              <a:ext cx="296950" cy="404900"/>
            </a:xfrm>
            <a:custGeom>
              <a:avLst/>
              <a:gdLst/>
              <a:ahLst/>
              <a:cxnLst/>
              <a:rect l="l" t="t" r="r" b="b"/>
              <a:pathLst>
                <a:path w="11878" h="16196" extrusionOk="0">
                  <a:moveTo>
                    <a:pt x="2687" y="0"/>
                  </a:moveTo>
                  <a:cubicBezTo>
                    <a:pt x="2701" y="115"/>
                    <a:pt x="2730" y="244"/>
                    <a:pt x="2773" y="387"/>
                  </a:cubicBezTo>
                  <a:cubicBezTo>
                    <a:pt x="3159" y="572"/>
                    <a:pt x="3545" y="730"/>
                    <a:pt x="3888" y="930"/>
                  </a:cubicBezTo>
                  <a:cubicBezTo>
                    <a:pt x="5918" y="2188"/>
                    <a:pt x="7532" y="4103"/>
                    <a:pt x="8418" y="6318"/>
                  </a:cubicBezTo>
                  <a:cubicBezTo>
                    <a:pt x="8819" y="7347"/>
                    <a:pt x="9076" y="8477"/>
                    <a:pt x="8919" y="9577"/>
                  </a:cubicBezTo>
                  <a:cubicBezTo>
                    <a:pt x="8590" y="11950"/>
                    <a:pt x="6404" y="13722"/>
                    <a:pt x="4073" y="14294"/>
                  </a:cubicBezTo>
                  <a:cubicBezTo>
                    <a:pt x="3316" y="14480"/>
                    <a:pt x="2530" y="14566"/>
                    <a:pt x="1830" y="14866"/>
                  </a:cubicBezTo>
                  <a:cubicBezTo>
                    <a:pt x="1129" y="15151"/>
                    <a:pt x="543" y="15637"/>
                    <a:pt x="0" y="16152"/>
                  </a:cubicBezTo>
                  <a:lnTo>
                    <a:pt x="0" y="16195"/>
                  </a:lnTo>
                  <a:cubicBezTo>
                    <a:pt x="0" y="16195"/>
                    <a:pt x="2059" y="15523"/>
                    <a:pt x="6461" y="15466"/>
                  </a:cubicBezTo>
                  <a:cubicBezTo>
                    <a:pt x="9491" y="15424"/>
                    <a:pt x="11877" y="13137"/>
                    <a:pt x="11877" y="9949"/>
                  </a:cubicBezTo>
                  <a:cubicBezTo>
                    <a:pt x="11877" y="8506"/>
                    <a:pt x="11392" y="6876"/>
                    <a:pt x="10248" y="5175"/>
                  </a:cubicBezTo>
                  <a:cubicBezTo>
                    <a:pt x="6861" y="200"/>
                    <a:pt x="3301" y="0"/>
                    <a:pt x="2745"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2"/>
            <p:cNvSpPr/>
            <p:nvPr/>
          </p:nvSpPr>
          <p:spPr>
            <a:xfrm>
              <a:off x="6496425" y="805575"/>
              <a:ext cx="190850" cy="157450"/>
            </a:xfrm>
            <a:custGeom>
              <a:avLst/>
              <a:gdLst/>
              <a:ahLst/>
              <a:cxnLst/>
              <a:rect l="l" t="t" r="r" b="b"/>
              <a:pathLst>
                <a:path w="7634" h="6298" extrusionOk="0">
                  <a:moveTo>
                    <a:pt x="4518" y="0"/>
                  </a:moveTo>
                  <a:cubicBezTo>
                    <a:pt x="4397" y="0"/>
                    <a:pt x="4294" y="20"/>
                    <a:pt x="4232" y="64"/>
                  </a:cubicBezTo>
                  <a:cubicBezTo>
                    <a:pt x="4018" y="206"/>
                    <a:pt x="3618" y="1164"/>
                    <a:pt x="3332" y="1521"/>
                  </a:cubicBezTo>
                  <a:cubicBezTo>
                    <a:pt x="3303" y="1564"/>
                    <a:pt x="3274" y="1579"/>
                    <a:pt x="3260" y="1607"/>
                  </a:cubicBezTo>
                  <a:cubicBezTo>
                    <a:pt x="2974" y="1850"/>
                    <a:pt x="1173" y="2007"/>
                    <a:pt x="1173" y="2007"/>
                  </a:cubicBezTo>
                  <a:cubicBezTo>
                    <a:pt x="1173" y="2007"/>
                    <a:pt x="1" y="6052"/>
                    <a:pt x="1331" y="6166"/>
                  </a:cubicBezTo>
                  <a:cubicBezTo>
                    <a:pt x="1830" y="6210"/>
                    <a:pt x="2459" y="6238"/>
                    <a:pt x="3074" y="6252"/>
                  </a:cubicBezTo>
                  <a:cubicBezTo>
                    <a:pt x="4146" y="6281"/>
                    <a:pt x="5175" y="6281"/>
                    <a:pt x="5375" y="6295"/>
                  </a:cubicBezTo>
                  <a:cubicBezTo>
                    <a:pt x="5454" y="6297"/>
                    <a:pt x="5538" y="6298"/>
                    <a:pt x="5625" y="6298"/>
                  </a:cubicBezTo>
                  <a:cubicBezTo>
                    <a:pt x="6292" y="6298"/>
                    <a:pt x="7127" y="6249"/>
                    <a:pt x="7191" y="6109"/>
                  </a:cubicBezTo>
                  <a:cubicBezTo>
                    <a:pt x="7277" y="5952"/>
                    <a:pt x="7405" y="5452"/>
                    <a:pt x="7305" y="5323"/>
                  </a:cubicBezTo>
                  <a:cubicBezTo>
                    <a:pt x="7191" y="5181"/>
                    <a:pt x="5619" y="5181"/>
                    <a:pt x="5489" y="5181"/>
                  </a:cubicBezTo>
                  <a:cubicBezTo>
                    <a:pt x="5346" y="5181"/>
                    <a:pt x="5289" y="4966"/>
                    <a:pt x="5346" y="4895"/>
                  </a:cubicBezTo>
                  <a:cubicBezTo>
                    <a:pt x="5404" y="4809"/>
                    <a:pt x="7305" y="4838"/>
                    <a:pt x="7462" y="4637"/>
                  </a:cubicBezTo>
                  <a:cubicBezTo>
                    <a:pt x="7605" y="4451"/>
                    <a:pt x="7633" y="3479"/>
                    <a:pt x="7462" y="3408"/>
                  </a:cubicBezTo>
                  <a:cubicBezTo>
                    <a:pt x="7400" y="3384"/>
                    <a:pt x="7148" y="3376"/>
                    <a:pt x="6838" y="3376"/>
                  </a:cubicBezTo>
                  <a:cubicBezTo>
                    <a:pt x="6220" y="3376"/>
                    <a:pt x="5375" y="3408"/>
                    <a:pt x="5375" y="3408"/>
                  </a:cubicBezTo>
                  <a:lnTo>
                    <a:pt x="5289" y="3265"/>
                  </a:lnTo>
                  <a:cubicBezTo>
                    <a:pt x="5289" y="3265"/>
                    <a:pt x="6705" y="2965"/>
                    <a:pt x="7077" y="2793"/>
                  </a:cubicBezTo>
                  <a:cubicBezTo>
                    <a:pt x="7448" y="2636"/>
                    <a:pt x="7633" y="2450"/>
                    <a:pt x="7477" y="1850"/>
                  </a:cubicBezTo>
                  <a:cubicBezTo>
                    <a:pt x="7402" y="1534"/>
                    <a:pt x="7201" y="1440"/>
                    <a:pt x="6964" y="1440"/>
                  </a:cubicBezTo>
                  <a:cubicBezTo>
                    <a:pt x="6751" y="1440"/>
                    <a:pt x="6508" y="1517"/>
                    <a:pt x="6305" y="1579"/>
                  </a:cubicBezTo>
                  <a:cubicBezTo>
                    <a:pt x="5949" y="1693"/>
                    <a:pt x="5326" y="1817"/>
                    <a:pt x="5050" y="1817"/>
                  </a:cubicBezTo>
                  <a:cubicBezTo>
                    <a:pt x="4982" y="1817"/>
                    <a:pt x="4935" y="1809"/>
                    <a:pt x="4918" y="1792"/>
                  </a:cubicBezTo>
                  <a:cubicBezTo>
                    <a:pt x="4832" y="1722"/>
                    <a:pt x="5461" y="678"/>
                    <a:pt x="5404" y="378"/>
                  </a:cubicBezTo>
                  <a:cubicBezTo>
                    <a:pt x="5361" y="165"/>
                    <a:pt x="4868" y="0"/>
                    <a:pt x="4518"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2"/>
            <p:cNvSpPr/>
            <p:nvPr/>
          </p:nvSpPr>
          <p:spPr>
            <a:xfrm>
              <a:off x="6496425" y="843600"/>
              <a:ext cx="102600" cy="118275"/>
            </a:xfrm>
            <a:custGeom>
              <a:avLst/>
              <a:gdLst/>
              <a:ahLst/>
              <a:cxnLst/>
              <a:rect l="l" t="t" r="r" b="b"/>
              <a:pathLst>
                <a:path w="4104" h="4731" extrusionOk="0">
                  <a:moveTo>
                    <a:pt x="3332" y="0"/>
                  </a:moveTo>
                  <a:cubicBezTo>
                    <a:pt x="3303" y="43"/>
                    <a:pt x="3274" y="58"/>
                    <a:pt x="3260" y="86"/>
                  </a:cubicBezTo>
                  <a:cubicBezTo>
                    <a:pt x="2974" y="329"/>
                    <a:pt x="1173" y="486"/>
                    <a:pt x="1173" y="486"/>
                  </a:cubicBezTo>
                  <a:cubicBezTo>
                    <a:pt x="1173" y="486"/>
                    <a:pt x="1" y="4531"/>
                    <a:pt x="1331" y="4645"/>
                  </a:cubicBezTo>
                  <a:cubicBezTo>
                    <a:pt x="1830" y="4689"/>
                    <a:pt x="2459" y="4717"/>
                    <a:pt x="3074" y="4731"/>
                  </a:cubicBezTo>
                  <a:cubicBezTo>
                    <a:pt x="3288" y="4489"/>
                    <a:pt x="3503" y="4245"/>
                    <a:pt x="3717" y="4016"/>
                  </a:cubicBezTo>
                  <a:cubicBezTo>
                    <a:pt x="3818" y="3902"/>
                    <a:pt x="3903" y="3802"/>
                    <a:pt x="3946" y="3673"/>
                  </a:cubicBezTo>
                  <a:cubicBezTo>
                    <a:pt x="4103" y="3202"/>
                    <a:pt x="3560" y="2816"/>
                    <a:pt x="3103" y="2630"/>
                  </a:cubicBezTo>
                  <a:cubicBezTo>
                    <a:pt x="3475" y="2415"/>
                    <a:pt x="3789" y="2116"/>
                    <a:pt x="4046" y="1773"/>
                  </a:cubicBezTo>
                  <a:cubicBezTo>
                    <a:pt x="3760" y="1386"/>
                    <a:pt x="3360" y="1100"/>
                    <a:pt x="2917" y="944"/>
                  </a:cubicBezTo>
                  <a:cubicBezTo>
                    <a:pt x="3059" y="614"/>
                    <a:pt x="3217" y="300"/>
                    <a:pt x="333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2"/>
            <p:cNvSpPr/>
            <p:nvPr/>
          </p:nvSpPr>
          <p:spPr>
            <a:xfrm>
              <a:off x="6600425" y="811450"/>
              <a:ext cx="23625" cy="23950"/>
            </a:xfrm>
            <a:custGeom>
              <a:avLst/>
              <a:gdLst/>
              <a:ahLst/>
              <a:cxnLst/>
              <a:rect l="l" t="t" r="r" b="b"/>
              <a:pathLst>
                <a:path w="945" h="958" extrusionOk="0">
                  <a:moveTo>
                    <a:pt x="344" y="0"/>
                  </a:moveTo>
                  <a:cubicBezTo>
                    <a:pt x="86" y="0"/>
                    <a:pt x="29" y="357"/>
                    <a:pt x="14" y="572"/>
                  </a:cubicBezTo>
                  <a:cubicBezTo>
                    <a:pt x="1" y="643"/>
                    <a:pt x="1" y="728"/>
                    <a:pt x="58" y="772"/>
                  </a:cubicBezTo>
                  <a:cubicBezTo>
                    <a:pt x="86" y="800"/>
                    <a:pt x="115" y="814"/>
                    <a:pt x="144" y="829"/>
                  </a:cubicBezTo>
                  <a:cubicBezTo>
                    <a:pt x="287" y="886"/>
                    <a:pt x="429" y="929"/>
                    <a:pt x="586" y="957"/>
                  </a:cubicBezTo>
                  <a:lnTo>
                    <a:pt x="687" y="957"/>
                  </a:lnTo>
                  <a:cubicBezTo>
                    <a:pt x="715" y="943"/>
                    <a:pt x="729" y="929"/>
                    <a:pt x="744" y="900"/>
                  </a:cubicBezTo>
                  <a:cubicBezTo>
                    <a:pt x="872" y="743"/>
                    <a:pt x="944" y="528"/>
                    <a:pt x="929" y="314"/>
                  </a:cubicBezTo>
                  <a:cubicBezTo>
                    <a:pt x="915" y="286"/>
                    <a:pt x="915" y="242"/>
                    <a:pt x="901" y="214"/>
                  </a:cubicBezTo>
                  <a:cubicBezTo>
                    <a:pt x="858" y="143"/>
                    <a:pt x="786" y="114"/>
                    <a:pt x="729" y="100"/>
                  </a:cubicBezTo>
                  <a:cubicBezTo>
                    <a:pt x="615" y="57"/>
                    <a:pt x="500" y="29"/>
                    <a:pt x="386" y="14"/>
                  </a:cubicBezTo>
                  <a:cubicBezTo>
                    <a:pt x="372" y="0"/>
                    <a:pt x="357" y="0"/>
                    <a:pt x="344"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62"/>
            <p:cNvSpPr/>
            <p:nvPr/>
          </p:nvSpPr>
          <p:spPr>
            <a:xfrm>
              <a:off x="6655075" y="846800"/>
              <a:ext cx="24325" cy="26125"/>
            </a:xfrm>
            <a:custGeom>
              <a:avLst/>
              <a:gdLst/>
              <a:ahLst/>
              <a:cxnLst/>
              <a:rect l="l" t="t" r="r" b="b"/>
              <a:pathLst>
                <a:path w="973" h="1045" extrusionOk="0">
                  <a:moveTo>
                    <a:pt x="502" y="1"/>
                  </a:moveTo>
                  <a:cubicBezTo>
                    <a:pt x="416" y="1"/>
                    <a:pt x="330" y="29"/>
                    <a:pt x="230" y="73"/>
                  </a:cubicBezTo>
                  <a:cubicBezTo>
                    <a:pt x="159" y="101"/>
                    <a:pt x="87" y="158"/>
                    <a:pt x="58" y="229"/>
                  </a:cubicBezTo>
                  <a:cubicBezTo>
                    <a:pt x="1" y="330"/>
                    <a:pt x="30" y="444"/>
                    <a:pt x="58" y="544"/>
                  </a:cubicBezTo>
                  <a:lnTo>
                    <a:pt x="102" y="715"/>
                  </a:lnTo>
                  <a:cubicBezTo>
                    <a:pt x="115" y="787"/>
                    <a:pt x="144" y="844"/>
                    <a:pt x="172" y="915"/>
                  </a:cubicBezTo>
                  <a:cubicBezTo>
                    <a:pt x="201" y="972"/>
                    <a:pt x="258" y="1016"/>
                    <a:pt x="330" y="1044"/>
                  </a:cubicBezTo>
                  <a:lnTo>
                    <a:pt x="387" y="1044"/>
                  </a:lnTo>
                  <a:cubicBezTo>
                    <a:pt x="445" y="1044"/>
                    <a:pt x="502" y="1030"/>
                    <a:pt x="559" y="1016"/>
                  </a:cubicBezTo>
                  <a:lnTo>
                    <a:pt x="773" y="930"/>
                  </a:lnTo>
                  <a:cubicBezTo>
                    <a:pt x="816" y="915"/>
                    <a:pt x="873" y="902"/>
                    <a:pt x="916" y="858"/>
                  </a:cubicBezTo>
                  <a:cubicBezTo>
                    <a:pt x="973" y="801"/>
                    <a:pt x="973" y="701"/>
                    <a:pt x="973" y="616"/>
                  </a:cubicBezTo>
                  <a:cubicBezTo>
                    <a:pt x="959" y="501"/>
                    <a:pt x="944" y="372"/>
                    <a:pt x="887" y="273"/>
                  </a:cubicBezTo>
                  <a:cubicBezTo>
                    <a:pt x="801" y="86"/>
                    <a:pt x="658" y="1"/>
                    <a:pt x="502"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62"/>
            <p:cNvSpPr/>
            <p:nvPr/>
          </p:nvSpPr>
          <p:spPr>
            <a:xfrm>
              <a:off x="6658650" y="895050"/>
              <a:ext cx="20425" cy="22900"/>
            </a:xfrm>
            <a:custGeom>
              <a:avLst/>
              <a:gdLst/>
              <a:ahLst/>
              <a:cxnLst/>
              <a:rect l="l" t="t" r="r" b="b"/>
              <a:pathLst>
                <a:path w="817" h="916" extrusionOk="0">
                  <a:moveTo>
                    <a:pt x="302" y="1"/>
                  </a:moveTo>
                  <a:cubicBezTo>
                    <a:pt x="216" y="1"/>
                    <a:pt x="130" y="29"/>
                    <a:pt x="102" y="100"/>
                  </a:cubicBezTo>
                  <a:cubicBezTo>
                    <a:pt x="1" y="258"/>
                    <a:pt x="58" y="558"/>
                    <a:pt x="58" y="729"/>
                  </a:cubicBezTo>
                  <a:cubicBezTo>
                    <a:pt x="58" y="773"/>
                    <a:pt x="58" y="815"/>
                    <a:pt x="73" y="843"/>
                  </a:cubicBezTo>
                  <a:cubicBezTo>
                    <a:pt x="102" y="901"/>
                    <a:pt x="187" y="901"/>
                    <a:pt x="258" y="901"/>
                  </a:cubicBezTo>
                  <a:cubicBezTo>
                    <a:pt x="373" y="915"/>
                    <a:pt x="473" y="915"/>
                    <a:pt x="588" y="915"/>
                  </a:cubicBezTo>
                  <a:cubicBezTo>
                    <a:pt x="616" y="915"/>
                    <a:pt x="658" y="901"/>
                    <a:pt x="687" y="887"/>
                  </a:cubicBezTo>
                  <a:cubicBezTo>
                    <a:pt x="744" y="858"/>
                    <a:pt x="759" y="786"/>
                    <a:pt x="759" y="729"/>
                  </a:cubicBezTo>
                  <a:lnTo>
                    <a:pt x="801" y="386"/>
                  </a:lnTo>
                  <a:cubicBezTo>
                    <a:pt x="816" y="329"/>
                    <a:pt x="816" y="272"/>
                    <a:pt x="816" y="201"/>
                  </a:cubicBezTo>
                  <a:cubicBezTo>
                    <a:pt x="801" y="172"/>
                    <a:pt x="801" y="129"/>
                    <a:pt x="773" y="100"/>
                  </a:cubicBezTo>
                  <a:cubicBezTo>
                    <a:pt x="730" y="58"/>
                    <a:pt x="673" y="43"/>
                    <a:pt x="616" y="43"/>
                  </a:cubicBezTo>
                  <a:cubicBezTo>
                    <a:pt x="530" y="29"/>
                    <a:pt x="401" y="1"/>
                    <a:pt x="302" y="1"/>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2"/>
            <p:cNvSpPr/>
            <p:nvPr/>
          </p:nvSpPr>
          <p:spPr>
            <a:xfrm>
              <a:off x="6657600" y="939375"/>
              <a:ext cx="15025" cy="16450"/>
            </a:xfrm>
            <a:custGeom>
              <a:avLst/>
              <a:gdLst/>
              <a:ahLst/>
              <a:cxnLst/>
              <a:rect l="l" t="t" r="r" b="b"/>
              <a:pathLst>
                <a:path w="601" h="658" extrusionOk="0">
                  <a:moveTo>
                    <a:pt x="258" y="0"/>
                  </a:moveTo>
                  <a:cubicBezTo>
                    <a:pt x="157" y="0"/>
                    <a:pt x="100" y="57"/>
                    <a:pt x="71" y="200"/>
                  </a:cubicBezTo>
                  <a:cubicBezTo>
                    <a:pt x="43" y="328"/>
                    <a:pt x="1" y="572"/>
                    <a:pt x="144" y="643"/>
                  </a:cubicBezTo>
                  <a:cubicBezTo>
                    <a:pt x="172" y="658"/>
                    <a:pt x="214" y="658"/>
                    <a:pt x="243" y="658"/>
                  </a:cubicBezTo>
                  <a:lnTo>
                    <a:pt x="500" y="658"/>
                  </a:lnTo>
                  <a:cubicBezTo>
                    <a:pt x="515" y="643"/>
                    <a:pt x="515" y="629"/>
                    <a:pt x="529" y="614"/>
                  </a:cubicBezTo>
                  <a:cubicBezTo>
                    <a:pt x="586" y="471"/>
                    <a:pt x="601" y="315"/>
                    <a:pt x="557" y="172"/>
                  </a:cubicBezTo>
                  <a:cubicBezTo>
                    <a:pt x="544" y="128"/>
                    <a:pt x="529" y="100"/>
                    <a:pt x="500" y="71"/>
                  </a:cubicBezTo>
                  <a:cubicBezTo>
                    <a:pt x="472" y="42"/>
                    <a:pt x="443" y="29"/>
                    <a:pt x="401" y="29"/>
                  </a:cubicBezTo>
                  <a:cubicBezTo>
                    <a:pt x="344" y="14"/>
                    <a:pt x="300" y="0"/>
                    <a:pt x="258" y="0"/>
                  </a:cubicBezTo>
                  <a:close/>
                </a:path>
              </a:pathLst>
            </a:custGeom>
            <a:solidFill>
              <a:srgbClr val="DF85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2"/>
            <p:cNvSpPr/>
            <p:nvPr/>
          </p:nvSpPr>
          <p:spPr>
            <a:xfrm>
              <a:off x="6212375" y="590900"/>
              <a:ext cx="365550" cy="404950"/>
            </a:xfrm>
            <a:custGeom>
              <a:avLst/>
              <a:gdLst/>
              <a:ahLst/>
              <a:cxnLst/>
              <a:rect l="l" t="t" r="r" b="b"/>
              <a:pathLst>
                <a:path w="14622" h="16198" extrusionOk="0">
                  <a:moveTo>
                    <a:pt x="11175" y="1"/>
                  </a:moveTo>
                  <a:cubicBezTo>
                    <a:pt x="10862" y="1"/>
                    <a:pt x="9579" y="65"/>
                    <a:pt x="7919" y="1032"/>
                  </a:cubicBezTo>
                  <a:cubicBezTo>
                    <a:pt x="6646" y="1761"/>
                    <a:pt x="5146" y="3019"/>
                    <a:pt x="3673" y="5177"/>
                  </a:cubicBezTo>
                  <a:cubicBezTo>
                    <a:pt x="0" y="10594"/>
                    <a:pt x="3044" y="15411"/>
                    <a:pt x="7461" y="15468"/>
                  </a:cubicBezTo>
                  <a:cubicBezTo>
                    <a:pt x="10320" y="15511"/>
                    <a:pt x="12178" y="15797"/>
                    <a:pt x="13135" y="15997"/>
                  </a:cubicBezTo>
                  <a:cubicBezTo>
                    <a:pt x="13665" y="16112"/>
                    <a:pt x="13922" y="16197"/>
                    <a:pt x="13922" y="16197"/>
                  </a:cubicBezTo>
                  <a:cubicBezTo>
                    <a:pt x="13922" y="16197"/>
                    <a:pt x="13878" y="14982"/>
                    <a:pt x="12836" y="14368"/>
                  </a:cubicBezTo>
                  <a:cubicBezTo>
                    <a:pt x="12836" y="14368"/>
                    <a:pt x="13964" y="14124"/>
                    <a:pt x="14622" y="13696"/>
                  </a:cubicBezTo>
                  <a:cubicBezTo>
                    <a:pt x="14622" y="13696"/>
                    <a:pt x="14164" y="13339"/>
                    <a:pt x="13107" y="12724"/>
                  </a:cubicBezTo>
                  <a:cubicBezTo>
                    <a:pt x="13107" y="12724"/>
                    <a:pt x="14136" y="12424"/>
                    <a:pt x="14622" y="11752"/>
                  </a:cubicBezTo>
                  <a:cubicBezTo>
                    <a:pt x="14622" y="11752"/>
                    <a:pt x="13735" y="11637"/>
                    <a:pt x="13107" y="11023"/>
                  </a:cubicBezTo>
                  <a:cubicBezTo>
                    <a:pt x="13107" y="11023"/>
                    <a:pt x="13993" y="10537"/>
                    <a:pt x="14236" y="9808"/>
                  </a:cubicBezTo>
                  <a:lnTo>
                    <a:pt x="14236" y="9808"/>
                  </a:lnTo>
                  <a:cubicBezTo>
                    <a:pt x="14236" y="9808"/>
                    <a:pt x="12762" y="10192"/>
                    <a:pt x="11265" y="10192"/>
                  </a:cubicBezTo>
                  <a:cubicBezTo>
                    <a:pt x="10891" y="10192"/>
                    <a:pt x="10516" y="10168"/>
                    <a:pt x="10162" y="10108"/>
                  </a:cubicBezTo>
                  <a:cubicBezTo>
                    <a:pt x="9920" y="10065"/>
                    <a:pt x="9691" y="10023"/>
                    <a:pt x="9476" y="9979"/>
                  </a:cubicBezTo>
                  <a:cubicBezTo>
                    <a:pt x="8376" y="9751"/>
                    <a:pt x="7732" y="8607"/>
                    <a:pt x="8119" y="7549"/>
                  </a:cubicBezTo>
                  <a:cubicBezTo>
                    <a:pt x="8290" y="7092"/>
                    <a:pt x="8490" y="6621"/>
                    <a:pt x="8704" y="6234"/>
                  </a:cubicBezTo>
                  <a:cubicBezTo>
                    <a:pt x="9390" y="5005"/>
                    <a:pt x="10920" y="1504"/>
                    <a:pt x="11248" y="2"/>
                  </a:cubicBezTo>
                  <a:cubicBezTo>
                    <a:pt x="11248" y="2"/>
                    <a:pt x="11223" y="1"/>
                    <a:pt x="1117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2"/>
            <p:cNvSpPr/>
            <p:nvPr/>
          </p:nvSpPr>
          <p:spPr>
            <a:xfrm>
              <a:off x="6366350" y="590950"/>
              <a:ext cx="211575" cy="404900"/>
            </a:xfrm>
            <a:custGeom>
              <a:avLst/>
              <a:gdLst/>
              <a:ahLst/>
              <a:cxnLst/>
              <a:rect l="l" t="t" r="r" b="b"/>
              <a:pathLst>
                <a:path w="8463" h="16196" extrusionOk="0">
                  <a:moveTo>
                    <a:pt x="5004" y="0"/>
                  </a:moveTo>
                  <a:cubicBezTo>
                    <a:pt x="4704" y="0"/>
                    <a:pt x="3418" y="58"/>
                    <a:pt x="1760" y="1030"/>
                  </a:cubicBezTo>
                  <a:cubicBezTo>
                    <a:pt x="1802" y="1016"/>
                    <a:pt x="1859" y="1016"/>
                    <a:pt x="1903" y="1016"/>
                  </a:cubicBezTo>
                  <a:cubicBezTo>
                    <a:pt x="2345" y="1016"/>
                    <a:pt x="2717" y="1159"/>
                    <a:pt x="2831" y="1716"/>
                  </a:cubicBezTo>
                  <a:cubicBezTo>
                    <a:pt x="2903" y="2102"/>
                    <a:pt x="2659" y="2487"/>
                    <a:pt x="2431" y="2802"/>
                  </a:cubicBezTo>
                  <a:cubicBezTo>
                    <a:pt x="1116" y="4704"/>
                    <a:pt x="1" y="6976"/>
                    <a:pt x="416" y="9249"/>
                  </a:cubicBezTo>
                  <a:cubicBezTo>
                    <a:pt x="487" y="9592"/>
                    <a:pt x="588" y="9949"/>
                    <a:pt x="801" y="10235"/>
                  </a:cubicBezTo>
                  <a:cubicBezTo>
                    <a:pt x="1188" y="10793"/>
                    <a:pt x="1916" y="11050"/>
                    <a:pt x="2602" y="11107"/>
                  </a:cubicBezTo>
                  <a:cubicBezTo>
                    <a:pt x="2874" y="11136"/>
                    <a:pt x="3160" y="11149"/>
                    <a:pt x="3431" y="11149"/>
                  </a:cubicBezTo>
                  <a:lnTo>
                    <a:pt x="3789" y="11149"/>
                  </a:lnTo>
                  <a:cubicBezTo>
                    <a:pt x="4089" y="11149"/>
                    <a:pt x="4375" y="11149"/>
                    <a:pt x="4661" y="11178"/>
                  </a:cubicBezTo>
                  <a:cubicBezTo>
                    <a:pt x="5518" y="11278"/>
                    <a:pt x="6347" y="11607"/>
                    <a:pt x="7033" y="12136"/>
                  </a:cubicBezTo>
                  <a:cubicBezTo>
                    <a:pt x="6677" y="12336"/>
                    <a:pt x="6290" y="12521"/>
                    <a:pt x="5905" y="12679"/>
                  </a:cubicBezTo>
                  <a:cubicBezTo>
                    <a:pt x="6347" y="13036"/>
                    <a:pt x="6877" y="13308"/>
                    <a:pt x="7420" y="13480"/>
                  </a:cubicBezTo>
                  <a:cubicBezTo>
                    <a:pt x="6648" y="13623"/>
                    <a:pt x="5890" y="13823"/>
                    <a:pt x="5161" y="14094"/>
                  </a:cubicBezTo>
                  <a:cubicBezTo>
                    <a:pt x="5775" y="14337"/>
                    <a:pt x="6319" y="14795"/>
                    <a:pt x="6662" y="15366"/>
                  </a:cubicBezTo>
                  <a:cubicBezTo>
                    <a:pt x="6791" y="15567"/>
                    <a:pt x="6890" y="15780"/>
                    <a:pt x="6976" y="15995"/>
                  </a:cubicBezTo>
                  <a:cubicBezTo>
                    <a:pt x="7506" y="16110"/>
                    <a:pt x="7763" y="16195"/>
                    <a:pt x="7763" y="16195"/>
                  </a:cubicBezTo>
                  <a:cubicBezTo>
                    <a:pt x="7763" y="16195"/>
                    <a:pt x="7719" y="14980"/>
                    <a:pt x="6677" y="14366"/>
                  </a:cubicBezTo>
                  <a:cubicBezTo>
                    <a:pt x="6677" y="14366"/>
                    <a:pt x="7805" y="14122"/>
                    <a:pt x="8463" y="13694"/>
                  </a:cubicBezTo>
                  <a:cubicBezTo>
                    <a:pt x="8463" y="13694"/>
                    <a:pt x="8005" y="13337"/>
                    <a:pt x="6948" y="12722"/>
                  </a:cubicBezTo>
                  <a:cubicBezTo>
                    <a:pt x="6948" y="12722"/>
                    <a:pt x="7977" y="12422"/>
                    <a:pt x="8463" y="11750"/>
                  </a:cubicBezTo>
                  <a:cubicBezTo>
                    <a:pt x="8463" y="11750"/>
                    <a:pt x="7576" y="11635"/>
                    <a:pt x="6948" y="11021"/>
                  </a:cubicBezTo>
                  <a:cubicBezTo>
                    <a:pt x="6948" y="11021"/>
                    <a:pt x="7834" y="10535"/>
                    <a:pt x="8077" y="9806"/>
                  </a:cubicBezTo>
                  <a:lnTo>
                    <a:pt x="8077" y="9806"/>
                  </a:lnTo>
                  <a:cubicBezTo>
                    <a:pt x="8077" y="9806"/>
                    <a:pt x="6604" y="10192"/>
                    <a:pt x="5118" y="10192"/>
                  </a:cubicBezTo>
                  <a:cubicBezTo>
                    <a:pt x="4733" y="10192"/>
                    <a:pt x="4361" y="10164"/>
                    <a:pt x="4003" y="10106"/>
                  </a:cubicBezTo>
                  <a:cubicBezTo>
                    <a:pt x="3761" y="10063"/>
                    <a:pt x="3532" y="10021"/>
                    <a:pt x="3317" y="9977"/>
                  </a:cubicBezTo>
                  <a:cubicBezTo>
                    <a:pt x="2602" y="9834"/>
                    <a:pt x="2088" y="9306"/>
                    <a:pt x="1916" y="8677"/>
                  </a:cubicBezTo>
                  <a:cubicBezTo>
                    <a:pt x="1874" y="8519"/>
                    <a:pt x="1845" y="8348"/>
                    <a:pt x="1845" y="8191"/>
                  </a:cubicBezTo>
                  <a:cubicBezTo>
                    <a:pt x="1845" y="7976"/>
                    <a:pt x="1888" y="7762"/>
                    <a:pt x="1960" y="7547"/>
                  </a:cubicBezTo>
                  <a:cubicBezTo>
                    <a:pt x="2131" y="7090"/>
                    <a:pt x="2331" y="6619"/>
                    <a:pt x="2545" y="6232"/>
                  </a:cubicBezTo>
                  <a:cubicBezTo>
                    <a:pt x="3231" y="5003"/>
                    <a:pt x="4761" y="1502"/>
                    <a:pt x="508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2"/>
            <p:cNvSpPr/>
            <p:nvPr/>
          </p:nvSpPr>
          <p:spPr>
            <a:xfrm>
              <a:off x="6457075" y="514950"/>
              <a:ext cx="56900" cy="75900"/>
            </a:xfrm>
            <a:custGeom>
              <a:avLst/>
              <a:gdLst/>
              <a:ahLst/>
              <a:cxnLst/>
              <a:rect l="l" t="t" r="r" b="b"/>
              <a:pathLst>
                <a:path w="2276" h="3036" extrusionOk="0">
                  <a:moveTo>
                    <a:pt x="1410" y="1"/>
                  </a:moveTo>
                  <a:cubicBezTo>
                    <a:pt x="1102" y="1"/>
                    <a:pt x="773" y="128"/>
                    <a:pt x="532" y="553"/>
                  </a:cubicBezTo>
                  <a:cubicBezTo>
                    <a:pt x="0" y="1503"/>
                    <a:pt x="915" y="3036"/>
                    <a:pt x="1896" y="3036"/>
                  </a:cubicBezTo>
                  <a:cubicBezTo>
                    <a:pt x="2022" y="3036"/>
                    <a:pt x="2150" y="3010"/>
                    <a:pt x="2276" y="2955"/>
                  </a:cubicBezTo>
                  <a:lnTo>
                    <a:pt x="2276" y="282"/>
                  </a:lnTo>
                  <a:cubicBezTo>
                    <a:pt x="2276" y="282"/>
                    <a:pt x="1867" y="1"/>
                    <a:pt x="1410"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2"/>
            <p:cNvSpPr/>
            <p:nvPr/>
          </p:nvSpPr>
          <p:spPr>
            <a:xfrm>
              <a:off x="6479825" y="538775"/>
              <a:ext cx="25525" cy="28500"/>
            </a:xfrm>
            <a:custGeom>
              <a:avLst/>
              <a:gdLst/>
              <a:ahLst/>
              <a:cxnLst/>
              <a:rect l="l" t="t" r="r" b="b"/>
              <a:pathLst>
                <a:path w="1021" h="1140" extrusionOk="0">
                  <a:moveTo>
                    <a:pt x="431" y="0"/>
                  </a:moveTo>
                  <a:cubicBezTo>
                    <a:pt x="428" y="0"/>
                    <a:pt x="425" y="0"/>
                    <a:pt x="422" y="1"/>
                  </a:cubicBezTo>
                  <a:cubicBezTo>
                    <a:pt x="0" y="15"/>
                    <a:pt x="316" y="1140"/>
                    <a:pt x="643" y="1140"/>
                  </a:cubicBezTo>
                  <a:cubicBezTo>
                    <a:pt x="660" y="1140"/>
                    <a:pt x="676" y="1137"/>
                    <a:pt x="693" y="1130"/>
                  </a:cubicBezTo>
                  <a:cubicBezTo>
                    <a:pt x="1020" y="1002"/>
                    <a:pt x="867" y="0"/>
                    <a:pt x="43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2"/>
            <p:cNvSpPr/>
            <p:nvPr/>
          </p:nvSpPr>
          <p:spPr>
            <a:xfrm>
              <a:off x="6824825" y="514950"/>
              <a:ext cx="56925" cy="75900"/>
            </a:xfrm>
            <a:custGeom>
              <a:avLst/>
              <a:gdLst/>
              <a:ahLst/>
              <a:cxnLst/>
              <a:rect l="l" t="t" r="r" b="b"/>
              <a:pathLst>
                <a:path w="2277" h="3036" extrusionOk="0">
                  <a:moveTo>
                    <a:pt x="873" y="1"/>
                  </a:moveTo>
                  <a:cubicBezTo>
                    <a:pt x="415" y="1"/>
                    <a:pt x="1" y="282"/>
                    <a:pt x="1" y="282"/>
                  </a:cubicBezTo>
                  <a:lnTo>
                    <a:pt x="1" y="2955"/>
                  </a:lnTo>
                  <a:cubicBezTo>
                    <a:pt x="128" y="3010"/>
                    <a:pt x="257" y="3036"/>
                    <a:pt x="385" y="3036"/>
                  </a:cubicBezTo>
                  <a:cubicBezTo>
                    <a:pt x="1373" y="3036"/>
                    <a:pt x="2276" y="1503"/>
                    <a:pt x="1745" y="553"/>
                  </a:cubicBezTo>
                  <a:cubicBezTo>
                    <a:pt x="1509" y="128"/>
                    <a:pt x="1181" y="1"/>
                    <a:pt x="87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62"/>
            <p:cNvSpPr/>
            <p:nvPr/>
          </p:nvSpPr>
          <p:spPr>
            <a:xfrm>
              <a:off x="6833475" y="538775"/>
              <a:ext cx="25500" cy="28500"/>
            </a:xfrm>
            <a:custGeom>
              <a:avLst/>
              <a:gdLst/>
              <a:ahLst/>
              <a:cxnLst/>
              <a:rect l="l" t="t" r="r" b="b"/>
              <a:pathLst>
                <a:path w="1020" h="1140" extrusionOk="0">
                  <a:moveTo>
                    <a:pt x="603" y="0"/>
                  </a:moveTo>
                  <a:cubicBezTo>
                    <a:pt x="167" y="0"/>
                    <a:pt x="0" y="1002"/>
                    <a:pt x="341" y="1130"/>
                  </a:cubicBezTo>
                  <a:cubicBezTo>
                    <a:pt x="358" y="1137"/>
                    <a:pt x="375" y="1140"/>
                    <a:pt x="391" y="1140"/>
                  </a:cubicBezTo>
                  <a:cubicBezTo>
                    <a:pt x="717" y="1140"/>
                    <a:pt x="1020" y="15"/>
                    <a:pt x="612" y="1"/>
                  </a:cubicBezTo>
                  <a:cubicBezTo>
                    <a:pt x="609" y="0"/>
                    <a:pt x="606" y="0"/>
                    <a:pt x="60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62"/>
            <p:cNvSpPr/>
            <p:nvPr/>
          </p:nvSpPr>
          <p:spPr>
            <a:xfrm>
              <a:off x="6491800" y="306875"/>
              <a:ext cx="372025" cy="439900"/>
            </a:xfrm>
            <a:custGeom>
              <a:avLst/>
              <a:gdLst/>
              <a:ahLst/>
              <a:cxnLst/>
              <a:rect l="l" t="t" r="r" b="b"/>
              <a:pathLst>
                <a:path w="14881" h="17596" extrusionOk="0">
                  <a:moveTo>
                    <a:pt x="8691" y="1"/>
                  </a:moveTo>
                  <a:cubicBezTo>
                    <a:pt x="8419" y="1"/>
                    <a:pt x="8319" y="129"/>
                    <a:pt x="8504" y="357"/>
                  </a:cubicBezTo>
                  <a:cubicBezTo>
                    <a:pt x="9091" y="1087"/>
                    <a:pt x="9276" y="2002"/>
                    <a:pt x="9276" y="2002"/>
                  </a:cubicBezTo>
                  <a:cubicBezTo>
                    <a:pt x="8133" y="720"/>
                    <a:pt x="6479" y="166"/>
                    <a:pt x="5751" y="166"/>
                  </a:cubicBezTo>
                  <a:cubicBezTo>
                    <a:pt x="5424" y="166"/>
                    <a:pt x="5283" y="278"/>
                    <a:pt x="5461" y="487"/>
                  </a:cubicBezTo>
                  <a:cubicBezTo>
                    <a:pt x="6004" y="1129"/>
                    <a:pt x="6275" y="1987"/>
                    <a:pt x="6303" y="2044"/>
                  </a:cubicBezTo>
                  <a:cubicBezTo>
                    <a:pt x="5690" y="1093"/>
                    <a:pt x="4074" y="618"/>
                    <a:pt x="3393" y="618"/>
                  </a:cubicBezTo>
                  <a:cubicBezTo>
                    <a:pt x="3122" y="618"/>
                    <a:pt x="2999" y="693"/>
                    <a:pt x="3145" y="843"/>
                  </a:cubicBezTo>
                  <a:cubicBezTo>
                    <a:pt x="3660" y="1373"/>
                    <a:pt x="4003" y="2288"/>
                    <a:pt x="4003" y="2288"/>
                  </a:cubicBezTo>
                  <a:cubicBezTo>
                    <a:pt x="4003" y="2288"/>
                    <a:pt x="3999" y="2287"/>
                    <a:pt x="3992" y="2287"/>
                  </a:cubicBezTo>
                  <a:cubicBezTo>
                    <a:pt x="3855" y="2287"/>
                    <a:pt x="2400" y="2339"/>
                    <a:pt x="1230" y="4503"/>
                  </a:cubicBezTo>
                  <a:cubicBezTo>
                    <a:pt x="0" y="6761"/>
                    <a:pt x="958" y="12621"/>
                    <a:pt x="1015" y="14123"/>
                  </a:cubicBezTo>
                  <a:cubicBezTo>
                    <a:pt x="1072" y="15380"/>
                    <a:pt x="472" y="15966"/>
                    <a:pt x="472" y="16223"/>
                  </a:cubicBezTo>
                  <a:cubicBezTo>
                    <a:pt x="486" y="16295"/>
                    <a:pt x="529" y="16338"/>
                    <a:pt x="658" y="16366"/>
                  </a:cubicBezTo>
                  <a:cubicBezTo>
                    <a:pt x="689" y="16373"/>
                    <a:pt x="721" y="16376"/>
                    <a:pt x="756" y="16376"/>
                  </a:cubicBezTo>
                  <a:cubicBezTo>
                    <a:pt x="1364" y="16376"/>
                    <a:pt x="2516" y="15352"/>
                    <a:pt x="2516" y="15352"/>
                  </a:cubicBezTo>
                  <a:lnTo>
                    <a:pt x="2516" y="15352"/>
                  </a:lnTo>
                  <a:cubicBezTo>
                    <a:pt x="2865" y="16506"/>
                    <a:pt x="2509" y="17596"/>
                    <a:pt x="2960" y="17596"/>
                  </a:cubicBezTo>
                  <a:cubicBezTo>
                    <a:pt x="2989" y="17596"/>
                    <a:pt x="3022" y="17591"/>
                    <a:pt x="3059" y="17582"/>
                  </a:cubicBezTo>
                  <a:cubicBezTo>
                    <a:pt x="3660" y="17424"/>
                    <a:pt x="5103" y="15651"/>
                    <a:pt x="5103" y="15651"/>
                  </a:cubicBezTo>
                  <a:cubicBezTo>
                    <a:pt x="5347" y="16492"/>
                    <a:pt x="5167" y="17577"/>
                    <a:pt x="5416" y="17577"/>
                  </a:cubicBezTo>
                  <a:cubicBezTo>
                    <a:pt x="5429" y="17577"/>
                    <a:pt x="5444" y="17573"/>
                    <a:pt x="5461" y="17567"/>
                  </a:cubicBezTo>
                  <a:cubicBezTo>
                    <a:pt x="5775" y="17439"/>
                    <a:pt x="6932" y="16038"/>
                    <a:pt x="6932" y="16038"/>
                  </a:cubicBezTo>
                  <a:cubicBezTo>
                    <a:pt x="7181" y="16356"/>
                    <a:pt x="7471" y="17571"/>
                    <a:pt x="7709" y="17571"/>
                  </a:cubicBezTo>
                  <a:cubicBezTo>
                    <a:pt x="7717" y="17571"/>
                    <a:pt x="7725" y="17570"/>
                    <a:pt x="7733" y="17567"/>
                  </a:cubicBezTo>
                  <a:cubicBezTo>
                    <a:pt x="7976" y="17481"/>
                    <a:pt x="8805" y="15994"/>
                    <a:pt x="9048" y="15823"/>
                  </a:cubicBezTo>
                  <a:cubicBezTo>
                    <a:pt x="9058" y="15815"/>
                    <a:pt x="9071" y="15811"/>
                    <a:pt x="9085" y="15811"/>
                  </a:cubicBezTo>
                  <a:cubicBezTo>
                    <a:pt x="9216" y="15811"/>
                    <a:pt x="9474" y="16162"/>
                    <a:pt x="9720" y="16524"/>
                  </a:cubicBezTo>
                  <a:cubicBezTo>
                    <a:pt x="9973" y="16878"/>
                    <a:pt x="10226" y="17243"/>
                    <a:pt x="10360" y="17243"/>
                  </a:cubicBezTo>
                  <a:cubicBezTo>
                    <a:pt x="10377" y="17243"/>
                    <a:pt x="10393" y="17237"/>
                    <a:pt x="10406" y="17224"/>
                  </a:cubicBezTo>
                  <a:cubicBezTo>
                    <a:pt x="10635" y="17010"/>
                    <a:pt x="10963" y="14923"/>
                    <a:pt x="10963" y="14923"/>
                  </a:cubicBezTo>
                  <a:cubicBezTo>
                    <a:pt x="10963" y="14923"/>
                    <a:pt x="12296" y="16059"/>
                    <a:pt x="12588" y="16059"/>
                  </a:cubicBezTo>
                  <a:cubicBezTo>
                    <a:pt x="12610" y="16059"/>
                    <a:pt x="12627" y="16052"/>
                    <a:pt x="12636" y="16038"/>
                  </a:cubicBezTo>
                  <a:cubicBezTo>
                    <a:pt x="12764" y="15823"/>
                    <a:pt x="12636" y="14752"/>
                    <a:pt x="12636" y="14752"/>
                  </a:cubicBezTo>
                  <a:lnTo>
                    <a:pt x="12636" y="14752"/>
                  </a:lnTo>
                  <a:cubicBezTo>
                    <a:pt x="13110" y="15305"/>
                    <a:pt x="13920" y="15567"/>
                    <a:pt x="14404" y="15567"/>
                  </a:cubicBezTo>
                  <a:cubicBezTo>
                    <a:pt x="14706" y="15567"/>
                    <a:pt x="14881" y="15464"/>
                    <a:pt x="14765" y="15266"/>
                  </a:cubicBezTo>
                  <a:cubicBezTo>
                    <a:pt x="14479" y="14752"/>
                    <a:pt x="14050" y="14193"/>
                    <a:pt x="13707" y="11278"/>
                  </a:cubicBezTo>
                  <a:cubicBezTo>
                    <a:pt x="13364" y="8362"/>
                    <a:pt x="14079" y="4746"/>
                    <a:pt x="11763" y="1916"/>
                  </a:cubicBezTo>
                  <a:cubicBezTo>
                    <a:pt x="10663" y="558"/>
                    <a:pt x="9263" y="1"/>
                    <a:pt x="869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2"/>
            <p:cNvSpPr/>
            <p:nvPr/>
          </p:nvSpPr>
          <p:spPr>
            <a:xfrm>
              <a:off x="6503575" y="306875"/>
              <a:ext cx="358450" cy="439900"/>
            </a:xfrm>
            <a:custGeom>
              <a:avLst/>
              <a:gdLst/>
              <a:ahLst/>
              <a:cxnLst/>
              <a:rect l="l" t="t" r="r" b="b"/>
              <a:pathLst>
                <a:path w="14338" h="17596" extrusionOk="0">
                  <a:moveTo>
                    <a:pt x="8220" y="1"/>
                  </a:moveTo>
                  <a:cubicBezTo>
                    <a:pt x="9649" y="558"/>
                    <a:pt x="10892" y="2888"/>
                    <a:pt x="11378" y="4203"/>
                  </a:cubicBezTo>
                  <a:cubicBezTo>
                    <a:pt x="11635" y="4931"/>
                    <a:pt x="11765" y="5703"/>
                    <a:pt x="11879" y="6461"/>
                  </a:cubicBezTo>
                  <a:cubicBezTo>
                    <a:pt x="12350" y="9377"/>
                    <a:pt x="12807" y="12293"/>
                    <a:pt x="13265" y="15209"/>
                  </a:cubicBezTo>
                  <a:cubicBezTo>
                    <a:pt x="12651" y="14980"/>
                    <a:pt x="12064" y="14666"/>
                    <a:pt x="11550" y="14251"/>
                  </a:cubicBezTo>
                  <a:lnTo>
                    <a:pt x="11550" y="14251"/>
                  </a:lnTo>
                  <a:cubicBezTo>
                    <a:pt x="11565" y="14651"/>
                    <a:pt x="11578" y="15037"/>
                    <a:pt x="11607" y="15423"/>
                  </a:cubicBezTo>
                  <a:cubicBezTo>
                    <a:pt x="11121" y="14894"/>
                    <a:pt x="10564" y="14422"/>
                    <a:pt x="9977" y="14022"/>
                  </a:cubicBezTo>
                  <a:cubicBezTo>
                    <a:pt x="9777" y="14679"/>
                    <a:pt x="9678" y="15366"/>
                    <a:pt x="9678" y="16052"/>
                  </a:cubicBezTo>
                  <a:cubicBezTo>
                    <a:pt x="9206" y="15909"/>
                    <a:pt x="9278" y="15009"/>
                    <a:pt x="8792" y="14965"/>
                  </a:cubicBezTo>
                  <a:lnTo>
                    <a:pt x="8763" y="14965"/>
                  </a:lnTo>
                  <a:cubicBezTo>
                    <a:pt x="8534" y="14965"/>
                    <a:pt x="8377" y="15180"/>
                    <a:pt x="8248" y="15366"/>
                  </a:cubicBezTo>
                  <a:cubicBezTo>
                    <a:pt x="7934" y="15823"/>
                    <a:pt x="7633" y="16267"/>
                    <a:pt x="7334" y="16724"/>
                  </a:cubicBezTo>
                  <a:lnTo>
                    <a:pt x="6219" y="15180"/>
                  </a:lnTo>
                  <a:cubicBezTo>
                    <a:pt x="5947" y="15666"/>
                    <a:pt x="5676" y="16137"/>
                    <a:pt x="5390" y="16623"/>
                  </a:cubicBezTo>
                  <a:cubicBezTo>
                    <a:pt x="5333" y="16195"/>
                    <a:pt x="5232" y="15794"/>
                    <a:pt x="5104" y="15380"/>
                  </a:cubicBezTo>
                  <a:cubicBezTo>
                    <a:pt x="5047" y="15209"/>
                    <a:pt x="4918" y="15009"/>
                    <a:pt x="4746" y="15009"/>
                  </a:cubicBezTo>
                  <a:lnTo>
                    <a:pt x="4717" y="15009"/>
                  </a:lnTo>
                  <a:cubicBezTo>
                    <a:pt x="4618" y="15023"/>
                    <a:pt x="4546" y="15095"/>
                    <a:pt x="4489" y="15165"/>
                  </a:cubicBezTo>
                  <a:cubicBezTo>
                    <a:pt x="3917" y="15794"/>
                    <a:pt x="3345" y="16438"/>
                    <a:pt x="2760" y="17067"/>
                  </a:cubicBezTo>
                  <a:cubicBezTo>
                    <a:pt x="2645" y="16195"/>
                    <a:pt x="2402" y="15337"/>
                    <a:pt x="2045" y="14523"/>
                  </a:cubicBezTo>
                  <a:cubicBezTo>
                    <a:pt x="1744" y="15394"/>
                    <a:pt x="887" y="15895"/>
                    <a:pt x="1" y="16223"/>
                  </a:cubicBezTo>
                  <a:cubicBezTo>
                    <a:pt x="15" y="16295"/>
                    <a:pt x="58" y="16338"/>
                    <a:pt x="187" y="16366"/>
                  </a:cubicBezTo>
                  <a:cubicBezTo>
                    <a:pt x="216" y="16381"/>
                    <a:pt x="244" y="16381"/>
                    <a:pt x="273" y="16381"/>
                  </a:cubicBezTo>
                  <a:cubicBezTo>
                    <a:pt x="887" y="16381"/>
                    <a:pt x="2045" y="15352"/>
                    <a:pt x="2045" y="15352"/>
                  </a:cubicBezTo>
                  <a:cubicBezTo>
                    <a:pt x="2402" y="16509"/>
                    <a:pt x="2045" y="17595"/>
                    <a:pt x="2488" y="17595"/>
                  </a:cubicBezTo>
                  <a:cubicBezTo>
                    <a:pt x="2516" y="17595"/>
                    <a:pt x="2560" y="17582"/>
                    <a:pt x="2588" y="17582"/>
                  </a:cubicBezTo>
                  <a:cubicBezTo>
                    <a:pt x="3189" y="17424"/>
                    <a:pt x="4632" y="15651"/>
                    <a:pt x="4632" y="15651"/>
                  </a:cubicBezTo>
                  <a:cubicBezTo>
                    <a:pt x="4875" y="16495"/>
                    <a:pt x="4704" y="17582"/>
                    <a:pt x="4946" y="17582"/>
                  </a:cubicBezTo>
                  <a:cubicBezTo>
                    <a:pt x="4961" y="17582"/>
                    <a:pt x="4975" y="17567"/>
                    <a:pt x="4990" y="17567"/>
                  </a:cubicBezTo>
                  <a:cubicBezTo>
                    <a:pt x="5304" y="17439"/>
                    <a:pt x="6461" y="16038"/>
                    <a:pt x="6461" y="16038"/>
                  </a:cubicBezTo>
                  <a:cubicBezTo>
                    <a:pt x="6718" y="16366"/>
                    <a:pt x="7004" y="17567"/>
                    <a:pt x="7233" y="17567"/>
                  </a:cubicBezTo>
                  <a:lnTo>
                    <a:pt x="7262" y="17567"/>
                  </a:lnTo>
                  <a:cubicBezTo>
                    <a:pt x="7505" y="17481"/>
                    <a:pt x="8334" y="15994"/>
                    <a:pt x="8577" y="15823"/>
                  </a:cubicBezTo>
                  <a:cubicBezTo>
                    <a:pt x="8591" y="15809"/>
                    <a:pt x="8605" y="15809"/>
                    <a:pt x="8620" y="15809"/>
                  </a:cubicBezTo>
                  <a:cubicBezTo>
                    <a:pt x="8748" y="15809"/>
                    <a:pt x="8992" y="16166"/>
                    <a:pt x="9249" y="16524"/>
                  </a:cubicBezTo>
                  <a:cubicBezTo>
                    <a:pt x="9506" y="16881"/>
                    <a:pt x="9749" y="17239"/>
                    <a:pt x="9892" y="17239"/>
                  </a:cubicBezTo>
                  <a:cubicBezTo>
                    <a:pt x="9906" y="17239"/>
                    <a:pt x="9920" y="17239"/>
                    <a:pt x="9935" y="17224"/>
                  </a:cubicBezTo>
                  <a:cubicBezTo>
                    <a:pt x="10164" y="17010"/>
                    <a:pt x="10492" y="14923"/>
                    <a:pt x="10492" y="14923"/>
                  </a:cubicBezTo>
                  <a:cubicBezTo>
                    <a:pt x="10492" y="14923"/>
                    <a:pt x="11822" y="16052"/>
                    <a:pt x="12121" y="16052"/>
                  </a:cubicBezTo>
                  <a:cubicBezTo>
                    <a:pt x="12150" y="16052"/>
                    <a:pt x="12165" y="16052"/>
                    <a:pt x="12165" y="16038"/>
                  </a:cubicBezTo>
                  <a:cubicBezTo>
                    <a:pt x="12207" y="15966"/>
                    <a:pt x="12222" y="15794"/>
                    <a:pt x="12222" y="15609"/>
                  </a:cubicBezTo>
                  <a:cubicBezTo>
                    <a:pt x="12222" y="15223"/>
                    <a:pt x="12165" y="14752"/>
                    <a:pt x="12165" y="14752"/>
                  </a:cubicBezTo>
                  <a:lnTo>
                    <a:pt x="12165" y="14752"/>
                  </a:lnTo>
                  <a:cubicBezTo>
                    <a:pt x="12636" y="15308"/>
                    <a:pt x="13451" y="15566"/>
                    <a:pt x="13937" y="15566"/>
                  </a:cubicBezTo>
                  <a:cubicBezTo>
                    <a:pt x="14180" y="15566"/>
                    <a:pt x="14337" y="15495"/>
                    <a:pt x="14337" y="15380"/>
                  </a:cubicBezTo>
                  <a:cubicBezTo>
                    <a:pt x="14337" y="15337"/>
                    <a:pt x="14323" y="15308"/>
                    <a:pt x="14294" y="15266"/>
                  </a:cubicBezTo>
                  <a:cubicBezTo>
                    <a:pt x="14008" y="14752"/>
                    <a:pt x="13579" y="14208"/>
                    <a:pt x="13236" y="11363"/>
                  </a:cubicBezTo>
                  <a:lnTo>
                    <a:pt x="13236" y="11278"/>
                  </a:lnTo>
                  <a:cubicBezTo>
                    <a:pt x="13137" y="10391"/>
                    <a:pt x="13122" y="9434"/>
                    <a:pt x="13108" y="8462"/>
                  </a:cubicBezTo>
                  <a:cubicBezTo>
                    <a:pt x="13051" y="6233"/>
                    <a:pt x="12908" y="3888"/>
                    <a:pt x="11292" y="1916"/>
                  </a:cubicBezTo>
                  <a:cubicBezTo>
                    <a:pt x="10192" y="572"/>
                    <a:pt x="8805" y="1"/>
                    <a:pt x="8220" y="1"/>
                  </a:cubicBezTo>
                  <a:close/>
                </a:path>
              </a:pathLst>
            </a:custGeom>
            <a:solidFill>
              <a:srgbClr val="5C2F2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2"/>
            <p:cNvSpPr/>
            <p:nvPr/>
          </p:nvSpPr>
          <p:spPr>
            <a:xfrm>
              <a:off x="6536450" y="444725"/>
              <a:ext cx="282700" cy="192700"/>
            </a:xfrm>
            <a:custGeom>
              <a:avLst/>
              <a:gdLst/>
              <a:ahLst/>
              <a:cxnLst/>
              <a:rect l="l" t="t" r="r" b="b"/>
              <a:pathLst>
                <a:path w="11308" h="7708" extrusionOk="0">
                  <a:moveTo>
                    <a:pt x="8206" y="0"/>
                  </a:moveTo>
                  <a:cubicBezTo>
                    <a:pt x="7723" y="0"/>
                    <a:pt x="7233" y="173"/>
                    <a:pt x="6747" y="404"/>
                  </a:cubicBezTo>
                  <a:cubicBezTo>
                    <a:pt x="6305" y="609"/>
                    <a:pt x="5942" y="687"/>
                    <a:pt x="5593" y="687"/>
                  </a:cubicBezTo>
                  <a:cubicBezTo>
                    <a:pt x="4997" y="687"/>
                    <a:pt x="4442" y="460"/>
                    <a:pt x="3603" y="261"/>
                  </a:cubicBezTo>
                  <a:cubicBezTo>
                    <a:pt x="3270" y="182"/>
                    <a:pt x="2958" y="141"/>
                    <a:pt x="2669" y="141"/>
                  </a:cubicBezTo>
                  <a:cubicBezTo>
                    <a:pt x="1814" y="141"/>
                    <a:pt x="1153" y="492"/>
                    <a:pt x="715" y="1218"/>
                  </a:cubicBezTo>
                  <a:cubicBezTo>
                    <a:pt x="444" y="1691"/>
                    <a:pt x="258" y="2305"/>
                    <a:pt x="172" y="3091"/>
                  </a:cubicBezTo>
                  <a:cubicBezTo>
                    <a:pt x="1" y="4721"/>
                    <a:pt x="601" y="6278"/>
                    <a:pt x="2417" y="7107"/>
                  </a:cubicBezTo>
                  <a:cubicBezTo>
                    <a:pt x="3246" y="7479"/>
                    <a:pt x="4346" y="7708"/>
                    <a:pt x="5747" y="7708"/>
                  </a:cubicBezTo>
                  <a:cubicBezTo>
                    <a:pt x="11292" y="7708"/>
                    <a:pt x="11307" y="3291"/>
                    <a:pt x="10263" y="1490"/>
                  </a:cubicBezTo>
                  <a:cubicBezTo>
                    <a:pt x="9616" y="375"/>
                    <a:pt x="8919" y="0"/>
                    <a:pt x="820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2"/>
            <p:cNvSpPr/>
            <p:nvPr/>
          </p:nvSpPr>
          <p:spPr>
            <a:xfrm>
              <a:off x="6554325" y="444725"/>
              <a:ext cx="264825" cy="192700"/>
            </a:xfrm>
            <a:custGeom>
              <a:avLst/>
              <a:gdLst/>
              <a:ahLst/>
              <a:cxnLst/>
              <a:rect l="l" t="t" r="r" b="b"/>
              <a:pathLst>
                <a:path w="10593" h="7708" extrusionOk="0">
                  <a:moveTo>
                    <a:pt x="7491" y="0"/>
                  </a:moveTo>
                  <a:cubicBezTo>
                    <a:pt x="7008" y="0"/>
                    <a:pt x="6518" y="173"/>
                    <a:pt x="6032" y="404"/>
                  </a:cubicBezTo>
                  <a:cubicBezTo>
                    <a:pt x="5590" y="609"/>
                    <a:pt x="5227" y="687"/>
                    <a:pt x="4878" y="687"/>
                  </a:cubicBezTo>
                  <a:cubicBezTo>
                    <a:pt x="4282" y="687"/>
                    <a:pt x="3727" y="460"/>
                    <a:pt x="2888" y="261"/>
                  </a:cubicBezTo>
                  <a:cubicBezTo>
                    <a:pt x="2555" y="182"/>
                    <a:pt x="2243" y="141"/>
                    <a:pt x="1954" y="141"/>
                  </a:cubicBezTo>
                  <a:cubicBezTo>
                    <a:pt x="1099" y="141"/>
                    <a:pt x="438" y="492"/>
                    <a:pt x="0" y="1218"/>
                  </a:cubicBezTo>
                  <a:cubicBezTo>
                    <a:pt x="129" y="1176"/>
                    <a:pt x="258" y="1104"/>
                    <a:pt x="400" y="1018"/>
                  </a:cubicBezTo>
                  <a:cubicBezTo>
                    <a:pt x="926" y="703"/>
                    <a:pt x="1298" y="516"/>
                    <a:pt x="1765" y="516"/>
                  </a:cubicBezTo>
                  <a:cubicBezTo>
                    <a:pt x="1996" y="516"/>
                    <a:pt x="2251" y="562"/>
                    <a:pt x="2559" y="661"/>
                  </a:cubicBezTo>
                  <a:cubicBezTo>
                    <a:pt x="3202" y="847"/>
                    <a:pt x="3831" y="1075"/>
                    <a:pt x="4503" y="1147"/>
                  </a:cubicBezTo>
                  <a:cubicBezTo>
                    <a:pt x="4622" y="1160"/>
                    <a:pt x="4743" y="1167"/>
                    <a:pt x="4865" y="1167"/>
                  </a:cubicBezTo>
                  <a:cubicBezTo>
                    <a:pt x="5414" y="1167"/>
                    <a:pt x="5971" y="1029"/>
                    <a:pt x="6404" y="690"/>
                  </a:cubicBezTo>
                  <a:cubicBezTo>
                    <a:pt x="6518" y="604"/>
                    <a:pt x="6647" y="475"/>
                    <a:pt x="6804" y="461"/>
                  </a:cubicBezTo>
                  <a:cubicBezTo>
                    <a:pt x="6828" y="456"/>
                    <a:pt x="6852" y="454"/>
                    <a:pt x="6876" y="454"/>
                  </a:cubicBezTo>
                  <a:cubicBezTo>
                    <a:pt x="6981" y="454"/>
                    <a:pt x="7083" y="498"/>
                    <a:pt x="7176" y="532"/>
                  </a:cubicBezTo>
                  <a:cubicBezTo>
                    <a:pt x="8963" y="1319"/>
                    <a:pt x="10335" y="3705"/>
                    <a:pt x="9205" y="5535"/>
                  </a:cubicBezTo>
                  <a:cubicBezTo>
                    <a:pt x="9091" y="5735"/>
                    <a:pt x="8948" y="5893"/>
                    <a:pt x="8791" y="6049"/>
                  </a:cubicBezTo>
                  <a:cubicBezTo>
                    <a:pt x="8040" y="6815"/>
                    <a:pt x="7005" y="7308"/>
                    <a:pt x="5937" y="7308"/>
                  </a:cubicBezTo>
                  <a:cubicBezTo>
                    <a:pt x="5907" y="7308"/>
                    <a:pt x="5877" y="7308"/>
                    <a:pt x="5847" y="7307"/>
                  </a:cubicBezTo>
                  <a:cubicBezTo>
                    <a:pt x="5756" y="7306"/>
                    <a:pt x="5666" y="7305"/>
                    <a:pt x="5577" y="7305"/>
                  </a:cubicBezTo>
                  <a:cubicBezTo>
                    <a:pt x="4921" y="7305"/>
                    <a:pt x="4297" y="7347"/>
                    <a:pt x="3678" y="7347"/>
                  </a:cubicBezTo>
                  <a:cubicBezTo>
                    <a:pt x="3024" y="7347"/>
                    <a:pt x="2376" y="7300"/>
                    <a:pt x="1702" y="7107"/>
                  </a:cubicBezTo>
                  <a:lnTo>
                    <a:pt x="1702" y="7107"/>
                  </a:lnTo>
                  <a:cubicBezTo>
                    <a:pt x="2531" y="7479"/>
                    <a:pt x="3631" y="7708"/>
                    <a:pt x="5032" y="7708"/>
                  </a:cubicBezTo>
                  <a:cubicBezTo>
                    <a:pt x="10577" y="7708"/>
                    <a:pt x="10592" y="3291"/>
                    <a:pt x="9548" y="1490"/>
                  </a:cubicBezTo>
                  <a:cubicBezTo>
                    <a:pt x="8901" y="375"/>
                    <a:pt x="8204" y="0"/>
                    <a:pt x="7491"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62"/>
            <p:cNvSpPr/>
            <p:nvPr/>
          </p:nvSpPr>
          <p:spPr>
            <a:xfrm>
              <a:off x="6630450" y="578050"/>
              <a:ext cx="29325" cy="20800"/>
            </a:xfrm>
            <a:custGeom>
              <a:avLst/>
              <a:gdLst/>
              <a:ahLst/>
              <a:cxnLst/>
              <a:rect l="l" t="t" r="r" b="b"/>
              <a:pathLst>
                <a:path w="1173" h="832" extrusionOk="0">
                  <a:moveTo>
                    <a:pt x="320" y="0"/>
                  </a:moveTo>
                  <a:cubicBezTo>
                    <a:pt x="290" y="0"/>
                    <a:pt x="259" y="5"/>
                    <a:pt x="229" y="17"/>
                  </a:cubicBezTo>
                  <a:cubicBezTo>
                    <a:pt x="128" y="59"/>
                    <a:pt x="71" y="145"/>
                    <a:pt x="29" y="231"/>
                  </a:cubicBezTo>
                  <a:cubicBezTo>
                    <a:pt x="14" y="259"/>
                    <a:pt x="0" y="288"/>
                    <a:pt x="0" y="316"/>
                  </a:cubicBezTo>
                  <a:cubicBezTo>
                    <a:pt x="0" y="373"/>
                    <a:pt x="57" y="417"/>
                    <a:pt x="100" y="445"/>
                  </a:cubicBezTo>
                  <a:cubicBezTo>
                    <a:pt x="286" y="574"/>
                    <a:pt x="486" y="703"/>
                    <a:pt x="700" y="802"/>
                  </a:cubicBezTo>
                  <a:cubicBezTo>
                    <a:pt x="740" y="822"/>
                    <a:pt x="777" y="831"/>
                    <a:pt x="812" y="831"/>
                  </a:cubicBezTo>
                  <a:cubicBezTo>
                    <a:pt x="925" y="831"/>
                    <a:pt x="1013" y="734"/>
                    <a:pt x="1100" y="602"/>
                  </a:cubicBezTo>
                  <a:cubicBezTo>
                    <a:pt x="1144" y="560"/>
                    <a:pt x="1172" y="503"/>
                    <a:pt x="1157" y="445"/>
                  </a:cubicBezTo>
                  <a:cubicBezTo>
                    <a:pt x="1144" y="402"/>
                    <a:pt x="1115" y="373"/>
                    <a:pt x="1087" y="345"/>
                  </a:cubicBezTo>
                  <a:cubicBezTo>
                    <a:pt x="900" y="173"/>
                    <a:pt x="672" y="74"/>
                    <a:pt x="443" y="17"/>
                  </a:cubicBezTo>
                  <a:cubicBezTo>
                    <a:pt x="402" y="8"/>
                    <a:pt x="361" y="0"/>
                    <a:pt x="320"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62"/>
            <p:cNvSpPr/>
            <p:nvPr/>
          </p:nvSpPr>
          <p:spPr>
            <a:xfrm>
              <a:off x="6576850" y="507700"/>
              <a:ext cx="65400" cy="40375"/>
            </a:xfrm>
            <a:custGeom>
              <a:avLst/>
              <a:gdLst/>
              <a:ahLst/>
              <a:cxnLst/>
              <a:rect l="l" t="t" r="r" b="b"/>
              <a:pathLst>
                <a:path w="2616" h="1615" extrusionOk="0">
                  <a:moveTo>
                    <a:pt x="357" y="1"/>
                  </a:moveTo>
                  <a:cubicBezTo>
                    <a:pt x="0" y="300"/>
                    <a:pt x="214" y="1087"/>
                    <a:pt x="515" y="1373"/>
                  </a:cubicBezTo>
                  <a:cubicBezTo>
                    <a:pt x="629" y="1487"/>
                    <a:pt x="801" y="1544"/>
                    <a:pt x="957" y="1573"/>
                  </a:cubicBezTo>
                  <a:cubicBezTo>
                    <a:pt x="1072" y="1600"/>
                    <a:pt x="1188" y="1615"/>
                    <a:pt x="1304" y="1615"/>
                  </a:cubicBezTo>
                  <a:cubicBezTo>
                    <a:pt x="1491" y="1615"/>
                    <a:pt x="1676" y="1576"/>
                    <a:pt x="1844" y="1487"/>
                  </a:cubicBezTo>
                  <a:cubicBezTo>
                    <a:pt x="2301" y="1244"/>
                    <a:pt x="2487" y="687"/>
                    <a:pt x="2615" y="157"/>
                  </a:cubicBezTo>
                  <a:cubicBezTo>
                    <a:pt x="1858" y="144"/>
                    <a:pt x="1087" y="1"/>
                    <a:pt x="357"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2"/>
            <p:cNvSpPr/>
            <p:nvPr/>
          </p:nvSpPr>
          <p:spPr>
            <a:xfrm>
              <a:off x="6714400" y="510900"/>
              <a:ext cx="47200" cy="28525"/>
            </a:xfrm>
            <a:custGeom>
              <a:avLst/>
              <a:gdLst/>
              <a:ahLst/>
              <a:cxnLst/>
              <a:rect l="l" t="t" r="r" b="b"/>
              <a:pathLst>
                <a:path w="1888" h="1141" extrusionOk="0">
                  <a:moveTo>
                    <a:pt x="1" y="1"/>
                  </a:moveTo>
                  <a:lnTo>
                    <a:pt x="1" y="1"/>
                  </a:lnTo>
                  <a:cubicBezTo>
                    <a:pt x="58" y="387"/>
                    <a:pt x="144" y="787"/>
                    <a:pt x="444" y="1001"/>
                  </a:cubicBezTo>
                  <a:cubicBezTo>
                    <a:pt x="587" y="1101"/>
                    <a:pt x="755" y="1141"/>
                    <a:pt x="930" y="1141"/>
                  </a:cubicBezTo>
                  <a:cubicBezTo>
                    <a:pt x="982" y="1141"/>
                    <a:pt x="1034" y="1137"/>
                    <a:pt x="1087" y="1130"/>
                  </a:cubicBezTo>
                  <a:cubicBezTo>
                    <a:pt x="1201" y="1116"/>
                    <a:pt x="1331" y="1087"/>
                    <a:pt x="1416" y="1016"/>
                  </a:cubicBezTo>
                  <a:cubicBezTo>
                    <a:pt x="1659" y="830"/>
                    <a:pt x="1887" y="287"/>
                    <a:pt x="1659" y="44"/>
                  </a:cubicBezTo>
                  <a:cubicBezTo>
                    <a:pt x="1441" y="21"/>
                    <a:pt x="1218" y="17"/>
                    <a:pt x="994" y="17"/>
                  </a:cubicBezTo>
                  <a:cubicBezTo>
                    <a:pt x="849" y="17"/>
                    <a:pt x="704" y="19"/>
                    <a:pt x="559" y="19"/>
                  </a:cubicBezTo>
                  <a:cubicBezTo>
                    <a:pt x="371" y="19"/>
                    <a:pt x="184" y="15"/>
                    <a:pt x="1"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2"/>
            <p:cNvSpPr/>
            <p:nvPr/>
          </p:nvSpPr>
          <p:spPr>
            <a:xfrm>
              <a:off x="6696900" y="467075"/>
              <a:ext cx="71500" cy="32425"/>
            </a:xfrm>
            <a:custGeom>
              <a:avLst/>
              <a:gdLst/>
              <a:ahLst/>
              <a:cxnLst/>
              <a:rect l="l" t="t" r="r" b="b"/>
              <a:pathLst>
                <a:path w="2860" h="1297" extrusionOk="0">
                  <a:moveTo>
                    <a:pt x="337" y="1"/>
                  </a:moveTo>
                  <a:cubicBezTo>
                    <a:pt x="282" y="1"/>
                    <a:pt x="227" y="4"/>
                    <a:pt x="172" y="10"/>
                  </a:cubicBezTo>
                  <a:cubicBezTo>
                    <a:pt x="115" y="324"/>
                    <a:pt x="58" y="639"/>
                    <a:pt x="1" y="939"/>
                  </a:cubicBezTo>
                  <a:cubicBezTo>
                    <a:pt x="72" y="968"/>
                    <a:pt x="144" y="968"/>
                    <a:pt x="215" y="968"/>
                  </a:cubicBezTo>
                  <a:cubicBezTo>
                    <a:pt x="1087" y="997"/>
                    <a:pt x="2002" y="968"/>
                    <a:pt x="2802" y="1296"/>
                  </a:cubicBezTo>
                  <a:cubicBezTo>
                    <a:pt x="2816" y="1239"/>
                    <a:pt x="2845" y="1182"/>
                    <a:pt x="2860" y="1125"/>
                  </a:cubicBezTo>
                  <a:cubicBezTo>
                    <a:pt x="2416" y="696"/>
                    <a:pt x="1873" y="368"/>
                    <a:pt x="1301" y="196"/>
                  </a:cubicBezTo>
                  <a:cubicBezTo>
                    <a:pt x="1008" y="99"/>
                    <a:pt x="663" y="1"/>
                    <a:pt x="337"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2"/>
            <p:cNvSpPr/>
            <p:nvPr/>
          </p:nvSpPr>
          <p:spPr>
            <a:xfrm>
              <a:off x="6571475" y="458400"/>
              <a:ext cx="81875" cy="38600"/>
            </a:xfrm>
            <a:custGeom>
              <a:avLst/>
              <a:gdLst/>
              <a:ahLst/>
              <a:cxnLst/>
              <a:rect l="l" t="t" r="r" b="b"/>
              <a:pathLst>
                <a:path w="3275" h="1544" extrusionOk="0">
                  <a:moveTo>
                    <a:pt x="3074" y="0"/>
                  </a:moveTo>
                  <a:cubicBezTo>
                    <a:pt x="2645" y="0"/>
                    <a:pt x="2173" y="143"/>
                    <a:pt x="1773" y="286"/>
                  </a:cubicBezTo>
                  <a:cubicBezTo>
                    <a:pt x="1130" y="528"/>
                    <a:pt x="515" y="886"/>
                    <a:pt x="0" y="1372"/>
                  </a:cubicBezTo>
                  <a:lnTo>
                    <a:pt x="86" y="1544"/>
                  </a:lnTo>
                  <a:cubicBezTo>
                    <a:pt x="987" y="1129"/>
                    <a:pt x="2030" y="1072"/>
                    <a:pt x="3031" y="972"/>
                  </a:cubicBezTo>
                  <a:cubicBezTo>
                    <a:pt x="3116" y="957"/>
                    <a:pt x="3202" y="957"/>
                    <a:pt x="3274" y="929"/>
                  </a:cubicBezTo>
                  <a:cubicBezTo>
                    <a:pt x="3202" y="614"/>
                    <a:pt x="3131" y="315"/>
                    <a:pt x="307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2"/>
            <p:cNvSpPr/>
            <p:nvPr/>
          </p:nvSpPr>
          <p:spPr>
            <a:xfrm>
              <a:off x="6584325" y="509075"/>
              <a:ext cx="21475" cy="22600"/>
            </a:xfrm>
            <a:custGeom>
              <a:avLst/>
              <a:gdLst/>
              <a:ahLst/>
              <a:cxnLst/>
              <a:rect l="l" t="t" r="r" b="b"/>
              <a:pathLst>
                <a:path w="859" h="904" extrusionOk="0">
                  <a:moveTo>
                    <a:pt x="440" y="0"/>
                  </a:moveTo>
                  <a:cubicBezTo>
                    <a:pt x="427" y="0"/>
                    <a:pt x="414" y="1"/>
                    <a:pt x="401" y="3"/>
                  </a:cubicBezTo>
                  <a:cubicBezTo>
                    <a:pt x="172" y="31"/>
                    <a:pt x="1" y="231"/>
                    <a:pt x="16" y="474"/>
                  </a:cubicBezTo>
                  <a:cubicBezTo>
                    <a:pt x="16" y="709"/>
                    <a:pt x="229" y="903"/>
                    <a:pt x="436" y="903"/>
                  </a:cubicBezTo>
                  <a:cubicBezTo>
                    <a:pt x="443" y="903"/>
                    <a:pt x="451" y="903"/>
                    <a:pt x="458" y="903"/>
                  </a:cubicBezTo>
                  <a:cubicBezTo>
                    <a:pt x="702" y="874"/>
                    <a:pt x="858" y="674"/>
                    <a:pt x="858" y="417"/>
                  </a:cubicBezTo>
                  <a:cubicBezTo>
                    <a:pt x="846" y="202"/>
                    <a:pt x="643" y="0"/>
                    <a:pt x="440"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62"/>
            <p:cNvSpPr/>
            <p:nvPr/>
          </p:nvSpPr>
          <p:spPr>
            <a:xfrm>
              <a:off x="6715825" y="513575"/>
              <a:ext cx="24000" cy="21500"/>
            </a:xfrm>
            <a:custGeom>
              <a:avLst/>
              <a:gdLst/>
              <a:ahLst/>
              <a:cxnLst/>
              <a:rect l="l" t="t" r="r" b="b"/>
              <a:pathLst>
                <a:path w="960" h="860" extrusionOk="0">
                  <a:moveTo>
                    <a:pt x="496" y="0"/>
                  </a:moveTo>
                  <a:cubicBezTo>
                    <a:pt x="332" y="0"/>
                    <a:pt x="176" y="105"/>
                    <a:pt x="101" y="265"/>
                  </a:cubicBezTo>
                  <a:cubicBezTo>
                    <a:pt x="1" y="465"/>
                    <a:pt x="101" y="738"/>
                    <a:pt x="302" y="823"/>
                  </a:cubicBezTo>
                  <a:cubicBezTo>
                    <a:pt x="355" y="848"/>
                    <a:pt x="409" y="860"/>
                    <a:pt x="462" y="860"/>
                  </a:cubicBezTo>
                  <a:cubicBezTo>
                    <a:pt x="622" y="860"/>
                    <a:pt x="773" y="755"/>
                    <a:pt x="858" y="595"/>
                  </a:cubicBezTo>
                  <a:cubicBezTo>
                    <a:pt x="959" y="394"/>
                    <a:pt x="858" y="122"/>
                    <a:pt x="658" y="37"/>
                  </a:cubicBezTo>
                  <a:cubicBezTo>
                    <a:pt x="605" y="12"/>
                    <a:pt x="550" y="0"/>
                    <a:pt x="496"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62"/>
            <p:cNvSpPr/>
            <p:nvPr/>
          </p:nvSpPr>
          <p:spPr>
            <a:xfrm>
              <a:off x="6601150" y="552850"/>
              <a:ext cx="21800" cy="33825"/>
            </a:xfrm>
            <a:custGeom>
              <a:avLst/>
              <a:gdLst/>
              <a:ahLst/>
              <a:cxnLst/>
              <a:rect l="l" t="t" r="r" b="b"/>
              <a:pathLst>
                <a:path w="872" h="1353" extrusionOk="0">
                  <a:moveTo>
                    <a:pt x="737" y="0"/>
                  </a:moveTo>
                  <a:cubicBezTo>
                    <a:pt x="725" y="0"/>
                    <a:pt x="712" y="3"/>
                    <a:pt x="700" y="9"/>
                  </a:cubicBezTo>
                  <a:cubicBezTo>
                    <a:pt x="458" y="181"/>
                    <a:pt x="243" y="396"/>
                    <a:pt x="57" y="624"/>
                  </a:cubicBezTo>
                  <a:cubicBezTo>
                    <a:pt x="29" y="653"/>
                    <a:pt x="0" y="695"/>
                    <a:pt x="0" y="739"/>
                  </a:cubicBezTo>
                  <a:cubicBezTo>
                    <a:pt x="14" y="739"/>
                    <a:pt x="14" y="739"/>
                    <a:pt x="29" y="753"/>
                  </a:cubicBezTo>
                  <a:cubicBezTo>
                    <a:pt x="229" y="968"/>
                    <a:pt x="443" y="1153"/>
                    <a:pt x="715" y="1282"/>
                  </a:cubicBezTo>
                  <a:cubicBezTo>
                    <a:pt x="772" y="1311"/>
                    <a:pt x="814" y="1324"/>
                    <a:pt x="872" y="1353"/>
                  </a:cubicBezTo>
                  <a:cubicBezTo>
                    <a:pt x="843" y="1153"/>
                    <a:pt x="814" y="939"/>
                    <a:pt x="814" y="724"/>
                  </a:cubicBezTo>
                  <a:cubicBezTo>
                    <a:pt x="814" y="653"/>
                    <a:pt x="801" y="295"/>
                    <a:pt x="814" y="81"/>
                  </a:cubicBezTo>
                  <a:cubicBezTo>
                    <a:pt x="814" y="37"/>
                    <a:pt x="779" y="0"/>
                    <a:pt x="737"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62"/>
            <p:cNvSpPr/>
            <p:nvPr/>
          </p:nvSpPr>
          <p:spPr>
            <a:xfrm>
              <a:off x="6667600" y="577575"/>
              <a:ext cx="28625" cy="27350"/>
            </a:xfrm>
            <a:custGeom>
              <a:avLst/>
              <a:gdLst/>
              <a:ahLst/>
              <a:cxnLst/>
              <a:rect l="l" t="t" r="r" b="b"/>
              <a:pathLst>
                <a:path w="1145" h="1094" extrusionOk="0">
                  <a:moveTo>
                    <a:pt x="986" y="0"/>
                  </a:moveTo>
                  <a:cubicBezTo>
                    <a:pt x="963" y="0"/>
                    <a:pt x="941" y="12"/>
                    <a:pt x="929" y="36"/>
                  </a:cubicBezTo>
                  <a:cubicBezTo>
                    <a:pt x="786" y="207"/>
                    <a:pt x="544" y="450"/>
                    <a:pt x="501" y="507"/>
                  </a:cubicBezTo>
                  <a:cubicBezTo>
                    <a:pt x="344" y="665"/>
                    <a:pt x="186" y="808"/>
                    <a:pt x="29" y="950"/>
                  </a:cubicBezTo>
                  <a:cubicBezTo>
                    <a:pt x="15" y="950"/>
                    <a:pt x="15" y="964"/>
                    <a:pt x="1" y="979"/>
                  </a:cubicBezTo>
                  <a:cubicBezTo>
                    <a:pt x="33" y="976"/>
                    <a:pt x="66" y="975"/>
                    <a:pt x="98" y="975"/>
                  </a:cubicBezTo>
                  <a:cubicBezTo>
                    <a:pt x="237" y="975"/>
                    <a:pt x="376" y="998"/>
                    <a:pt x="515" y="1021"/>
                  </a:cubicBezTo>
                  <a:cubicBezTo>
                    <a:pt x="701" y="1065"/>
                    <a:pt x="872" y="1079"/>
                    <a:pt x="1059" y="1093"/>
                  </a:cubicBezTo>
                  <a:cubicBezTo>
                    <a:pt x="1072" y="1093"/>
                    <a:pt x="1087" y="1079"/>
                    <a:pt x="1087" y="1079"/>
                  </a:cubicBezTo>
                  <a:cubicBezTo>
                    <a:pt x="1116" y="1036"/>
                    <a:pt x="1129" y="993"/>
                    <a:pt x="1129" y="950"/>
                  </a:cubicBezTo>
                  <a:cubicBezTo>
                    <a:pt x="1144" y="650"/>
                    <a:pt x="1116" y="350"/>
                    <a:pt x="1059" y="64"/>
                  </a:cubicBezTo>
                  <a:cubicBezTo>
                    <a:pt x="1050" y="22"/>
                    <a:pt x="1017" y="0"/>
                    <a:pt x="986"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62"/>
            <p:cNvSpPr/>
            <p:nvPr/>
          </p:nvSpPr>
          <p:spPr>
            <a:xfrm>
              <a:off x="6585050" y="504850"/>
              <a:ext cx="57900" cy="8750"/>
            </a:xfrm>
            <a:custGeom>
              <a:avLst/>
              <a:gdLst/>
              <a:ahLst/>
              <a:cxnLst/>
              <a:rect l="l" t="t" r="r" b="b"/>
              <a:pathLst>
                <a:path w="2316" h="350" extrusionOk="0">
                  <a:moveTo>
                    <a:pt x="29" y="0"/>
                  </a:moveTo>
                  <a:lnTo>
                    <a:pt x="0" y="143"/>
                  </a:lnTo>
                  <a:cubicBezTo>
                    <a:pt x="661" y="277"/>
                    <a:pt x="1322" y="349"/>
                    <a:pt x="1983" y="349"/>
                  </a:cubicBezTo>
                  <a:cubicBezTo>
                    <a:pt x="2094" y="349"/>
                    <a:pt x="2205" y="347"/>
                    <a:pt x="2316" y="343"/>
                  </a:cubicBezTo>
                  <a:lnTo>
                    <a:pt x="2316" y="200"/>
                  </a:lnTo>
                  <a:cubicBezTo>
                    <a:pt x="2207" y="204"/>
                    <a:pt x="2098" y="206"/>
                    <a:pt x="1989" y="206"/>
                  </a:cubicBezTo>
                  <a:cubicBezTo>
                    <a:pt x="1337" y="206"/>
                    <a:pt x="678" y="134"/>
                    <a:pt x="29"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62"/>
            <p:cNvSpPr/>
            <p:nvPr/>
          </p:nvSpPr>
          <p:spPr>
            <a:xfrm>
              <a:off x="6712250" y="509125"/>
              <a:ext cx="44725" cy="5125"/>
            </a:xfrm>
            <a:custGeom>
              <a:avLst/>
              <a:gdLst/>
              <a:ahLst/>
              <a:cxnLst/>
              <a:rect l="l" t="t" r="r" b="b"/>
              <a:pathLst>
                <a:path w="1789" h="205" extrusionOk="0">
                  <a:moveTo>
                    <a:pt x="16" y="1"/>
                  </a:moveTo>
                  <a:lnTo>
                    <a:pt x="1" y="144"/>
                  </a:lnTo>
                  <a:cubicBezTo>
                    <a:pt x="323" y="183"/>
                    <a:pt x="650" y="205"/>
                    <a:pt x="978" y="205"/>
                  </a:cubicBezTo>
                  <a:cubicBezTo>
                    <a:pt x="1247" y="205"/>
                    <a:pt x="1518" y="190"/>
                    <a:pt x="1788" y="157"/>
                  </a:cubicBezTo>
                  <a:lnTo>
                    <a:pt x="1773" y="14"/>
                  </a:lnTo>
                  <a:cubicBezTo>
                    <a:pt x="1496" y="42"/>
                    <a:pt x="1219" y="56"/>
                    <a:pt x="942" y="56"/>
                  </a:cubicBezTo>
                  <a:cubicBezTo>
                    <a:pt x="633" y="56"/>
                    <a:pt x="324" y="38"/>
                    <a:pt x="16"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2"/>
            <p:cNvSpPr/>
            <p:nvPr/>
          </p:nvSpPr>
          <p:spPr>
            <a:xfrm>
              <a:off x="6646500" y="523375"/>
              <a:ext cx="55425" cy="40100"/>
            </a:xfrm>
            <a:custGeom>
              <a:avLst/>
              <a:gdLst/>
              <a:ahLst/>
              <a:cxnLst/>
              <a:rect l="l" t="t" r="r" b="b"/>
              <a:pathLst>
                <a:path w="2217" h="1604" extrusionOk="0">
                  <a:moveTo>
                    <a:pt x="1742" y="1"/>
                  </a:moveTo>
                  <a:cubicBezTo>
                    <a:pt x="1583" y="1"/>
                    <a:pt x="1423" y="81"/>
                    <a:pt x="1316" y="188"/>
                  </a:cubicBezTo>
                  <a:cubicBezTo>
                    <a:pt x="1259" y="260"/>
                    <a:pt x="1202" y="346"/>
                    <a:pt x="1173" y="445"/>
                  </a:cubicBezTo>
                  <a:cubicBezTo>
                    <a:pt x="999" y="209"/>
                    <a:pt x="716" y="49"/>
                    <a:pt x="430" y="49"/>
                  </a:cubicBezTo>
                  <a:cubicBezTo>
                    <a:pt x="387" y="49"/>
                    <a:pt x="344" y="52"/>
                    <a:pt x="302" y="60"/>
                  </a:cubicBezTo>
                  <a:cubicBezTo>
                    <a:pt x="258" y="60"/>
                    <a:pt x="201" y="73"/>
                    <a:pt x="159" y="117"/>
                  </a:cubicBezTo>
                  <a:cubicBezTo>
                    <a:pt x="102" y="145"/>
                    <a:pt x="73" y="203"/>
                    <a:pt x="44" y="274"/>
                  </a:cubicBezTo>
                  <a:cubicBezTo>
                    <a:pt x="1" y="488"/>
                    <a:pt x="102" y="689"/>
                    <a:pt x="216" y="860"/>
                  </a:cubicBezTo>
                  <a:cubicBezTo>
                    <a:pt x="387" y="1160"/>
                    <a:pt x="601" y="1446"/>
                    <a:pt x="944" y="1531"/>
                  </a:cubicBezTo>
                  <a:lnTo>
                    <a:pt x="988" y="1303"/>
                  </a:lnTo>
                  <a:cubicBezTo>
                    <a:pt x="744" y="1245"/>
                    <a:pt x="573" y="988"/>
                    <a:pt x="416" y="731"/>
                  </a:cubicBezTo>
                  <a:cubicBezTo>
                    <a:pt x="330" y="603"/>
                    <a:pt x="244" y="460"/>
                    <a:pt x="287" y="331"/>
                  </a:cubicBezTo>
                  <a:cubicBezTo>
                    <a:pt x="287" y="317"/>
                    <a:pt x="287" y="302"/>
                    <a:pt x="302" y="302"/>
                  </a:cubicBezTo>
                  <a:lnTo>
                    <a:pt x="330" y="288"/>
                  </a:lnTo>
                  <a:cubicBezTo>
                    <a:pt x="357" y="285"/>
                    <a:pt x="384" y="283"/>
                    <a:pt x="411" y="283"/>
                  </a:cubicBezTo>
                  <a:cubicBezTo>
                    <a:pt x="713" y="283"/>
                    <a:pt x="1007" y="499"/>
                    <a:pt x="1074" y="788"/>
                  </a:cubicBezTo>
                  <a:lnTo>
                    <a:pt x="1173" y="1245"/>
                  </a:lnTo>
                  <a:lnTo>
                    <a:pt x="1302" y="788"/>
                  </a:lnTo>
                  <a:cubicBezTo>
                    <a:pt x="1345" y="645"/>
                    <a:pt x="1388" y="474"/>
                    <a:pt x="1502" y="346"/>
                  </a:cubicBezTo>
                  <a:cubicBezTo>
                    <a:pt x="1564" y="284"/>
                    <a:pt x="1656" y="237"/>
                    <a:pt x="1745" y="237"/>
                  </a:cubicBezTo>
                  <a:cubicBezTo>
                    <a:pt x="1779" y="237"/>
                    <a:pt x="1813" y="244"/>
                    <a:pt x="1845" y="260"/>
                  </a:cubicBezTo>
                  <a:cubicBezTo>
                    <a:pt x="1945" y="317"/>
                    <a:pt x="1960" y="474"/>
                    <a:pt x="1960" y="603"/>
                  </a:cubicBezTo>
                  <a:cubicBezTo>
                    <a:pt x="1931" y="917"/>
                    <a:pt x="1745" y="1217"/>
                    <a:pt x="1588" y="1474"/>
                  </a:cubicBezTo>
                  <a:lnTo>
                    <a:pt x="1788" y="1603"/>
                  </a:lnTo>
                  <a:cubicBezTo>
                    <a:pt x="1960" y="1317"/>
                    <a:pt x="2160" y="1003"/>
                    <a:pt x="2188" y="631"/>
                  </a:cubicBezTo>
                  <a:cubicBezTo>
                    <a:pt x="2217" y="374"/>
                    <a:pt x="2131" y="159"/>
                    <a:pt x="1960" y="60"/>
                  </a:cubicBezTo>
                  <a:cubicBezTo>
                    <a:pt x="1891" y="18"/>
                    <a:pt x="1816" y="1"/>
                    <a:pt x="17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2"/>
            <p:cNvSpPr/>
            <p:nvPr/>
          </p:nvSpPr>
          <p:spPr>
            <a:xfrm>
              <a:off x="6598625" y="568450"/>
              <a:ext cx="96500" cy="38950"/>
            </a:xfrm>
            <a:custGeom>
              <a:avLst/>
              <a:gdLst/>
              <a:ahLst/>
              <a:cxnLst/>
              <a:rect l="l" t="t" r="r" b="b"/>
              <a:pathLst>
                <a:path w="3860" h="1558" extrusionOk="0">
                  <a:moveTo>
                    <a:pt x="115" y="0"/>
                  </a:moveTo>
                  <a:cubicBezTo>
                    <a:pt x="86" y="29"/>
                    <a:pt x="44" y="58"/>
                    <a:pt x="1" y="86"/>
                  </a:cubicBezTo>
                  <a:cubicBezTo>
                    <a:pt x="787" y="801"/>
                    <a:pt x="1744" y="1272"/>
                    <a:pt x="2760" y="1458"/>
                  </a:cubicBezTo>
                  <a:cubicBezTo>
                    <a:pt x="3117" y="1529"/>
                    <a:pt x="3474" y="1558"/>
                    <a:pt x="3846" y="1558"/>
                  </a:cubicBezTo>
                  <a:cubicBezTo>
                    <a:pt x="3846" y="1501"/>
                    <a:pt x="3860" y="1458"/>
                    <a:pt x="3860" y="1401"/>
                  </a:cubicBezTo>
                  <a:lnTo>
                    <a:pt x="3860" y="1401"/>
                  </a:lnTo>
                  <a:cubicBezTo>
                    <a:pt x="3823" y="1402"/>
                    <a:pt x="3786" y="1402"/>
                    <a:pt x="3748" y="1402"/>
                  </a:cubicBezTo>
                  <a:cubicBezTo>
                    <a:pt x="2415" y="1402"/>
                    <a:pt x="1116" y="904"/>
                    <a:pt x="115"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5" name="Google Shape;2435;p62"/>
          <p:cNvGrpSpPr/>
          <p:nvPr/>
        </p:nvGrpSpPr>
        <p:grpSpPr>
          <a:xfrm>
            <a:off x="2592393" y="2052110"/>
            <a:ext cx="1258555" cy="2017920"/>
            <a:chOff x="3945200" y="172538"/>
            <a:chExt cx="926225" cy="1485075"/>
          </a:xfrm>
        </p:grpSpPr>
        <p:sp>
          <p:nvSpPr>
            <p:cNvPr id="2436" name="Google Shape;2436;p62"/>
            <p:cNvSpPr/>
            <p:nvPr/>
          </p:nvSpPr>
          <p:spPr>
            <a:xfrm>
              <a:off x="4143400" y="1592213"/>
              <a:ext cx="75550" cy="65400"/>
            </a:xfrm>
            <a:custGeom>
              <a:avLst/>
              <a:gdLst/>
              <a:ahLst/>
              <a:cxnLst/>
              <a:rect l="l" t="t" r="r" b="b"/>
              <a:pathLst>
                <a:path w="3022" h="2616" extrusionOk="0">
                  <a:moveTo>
                    <a:pt x="1314" y="1"/>
                  </a:moveTo>
                  <a:cubicBezTo>
                    <a:pt x="340" y="1"/>
                    <a:pt x="0" y="1767"/>
                    <a:pt x="820" y="2374"/>
                  </a:cubicBezTo>
                  <a:cubicBezTo>
                    <a:pt x="1054" y="2551"/>
                    <a:pt x="1331" y="2615"/>
                    <a:pt x="1608" y="2615"/>
                  </a:cubicBezTo>
                  <a:cubicBezTo>
                    <a:pt x="2314" y="2615"/>
                    <a:pt x="3021" y="2202"/>
                    <a:pt x="3021" y="2202"/>
                  </a:cubicBezTo>
                  <a:lnTo>
                    <a:pt x="2907" y="687"/>
                  </a:lnTo>
                  <a:cubicBezTo>
                    <a:pt x="2907" y="687"/>
                    <a:pt x="2349" y="45"/>
                    <a:pt x="1348" y="1"/>
                  </a:cubicBezTo>
                  <a:cubicBezTo>
                    <a:pt x="1337" y="1"/>
                    <a:pt x="1325" y="1"/>
                    <a:pt x="1314"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62"/>
            <p:cNvSpPr/>
            <p:nvPr/>
          </p:nvSpPr>
          <p:spPr>
            <a:xfrm>
              <a:off x="4193175" y="1585638"/>
              <a:ext cx="80800" cy="68950"/>
            </a:xfrm>
            <a:custGeom>
              <a:avLst/>
              <a:gdLst/>
              <a:ahLst/>
              <a:cxnLst/>
              <a:rect l="l" t="t" r="r" b="b"/>
              <a:pathLst>
                <a:path w="3232" h="2758" extrusionOk="0">
                  <a:moveTo>
                    <a:pt x="1272" y="1"/>
                  </a:moveTo>
                  <a:cubicBezTo>
                    <a:pt x="1165" y="1"/>
                    <a:pt x="1056" y="11"/>
                    <a:pt x="944" y="36"/>
                  </a:cubicBezTo>
                  <a:cubicBezTo>
                    <a:pt x="658" y="93"/>
                    <a:pt x="458" y="279"/>
                    <a:pt x="329" y="522"/>
                  </a:cubicBezTo>
                  <a:cubicBezTo>
                    <a:pt x="1" y="1150"/>
                    <a:pt x="158" y="2194"/>
                    <a:pt x="815" y="2580"/>
                  </a:cubicBezTo>
                  <a:cubicBezTo>
                    <a:pt x="872" y="2608"/>
                    <a:pt x="944" y="2652"/>
                    <a:pt x="1015" y="2666"/>
                  </a:cubicBezTo>
                  <a:cubicBezTo>
                    <a:pt x="1215" y="2731"/>
                    <a:pt x="1413" y="2758"/>
                    <a:pt x="1604" y="2758"/>
                  </a:cubicBezTo>
                  <a:cubicBezTo>
                    <a:pt x="2043" y="2758"/>
                    <a:pt x="2447" y="2615"/>
                    <a:pt x="2745" y="2465"/>
                  </a:cubicBezTo>
                  <a:cubicBezTo>
                    <a:pt x="3045" y="2323"/>
                    <a:pt x="3231" y="2166"/>
                    <a:pt x="3231" y="2166"/>
                  </a:cubicBezTo>
                  <a:lnTo>
                    <a:pt x="2988" y="794"/>
                  </a:lnTo>
                  <a:cubicBezTo>
                    <a:pt x="2988" y="794"/>
                    <a:pt x="2888" y="693"/>
                    <a:pt x="2702" y="550"/>
                  </a:cubicBezTo>
                  <a:cubicBezTo>
                    <a:pt x="2631" y="493"/>
                    <a:pt x="2545" y="436"/>
                    <a:pt x="2445" y="379"/>
                  </a:cubicBezTo>
                  <a:cubicBezTo>
                    <a:pt x="2416" y="365"/>
                    <a:pt x="2387" y="350"/>
                    <a:pt x="2359" y="321"/>
                  </a:cubicBezTo>
                  <a:cubicBezTo>
                    <a:pt x="2316" y="308"/>
                    <a:pt x="2273" y="279"/>
                    <a:pt x="2216" y="251"/>
                  </a:cubicBezTo>
                  <a:cubicBezTo>
                    <a:pt x="2202" y="251"/>
                    <a:pt x="2187" y="236"/>
                    <a:pt x="2174" y="236"/>
                  </a:cubicBezTo>
                  <a:lnTo>
                    <a:pt x="2174" y="222"/>
                  </a:lnTo>
                  <a:cubicBezTo>
                    <a:pt x="1903" y="103"/>
                    <a:pt x="1601" y="1"/>
                    <a:pt x="1272"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2"/>
            <p:cNvSpPr/>
            <p:nvPr/>
          </p:nvSpPr>
          <p:spPr>
            <a:xfrm>
              <a:off x="4241775" y="1527488"/>
              <a:ext cx="180125" cy="122200"/>
            </a:xfrm>
            <a:custGeom>
              <a:avLst/>
              <a:gdLst/>
              <a:ahLst/>
              <a:cxnLst/>
              <a:rect l="l" t="t" r="r" b="b"/>
              <a:pathLst>
                <a:path w="7205" h="4888" extrusionOk="0">
                  <a:moveTo>
                    <a:pt x="3101" y="0"/>
                  </a:moveTo>
                  <a:cubicBezTo>
                    <a:pt x="2541" y="0"/>
                    <a:pt x="2159" y="61"/>
                    <a:pt x="2159" y="61"/>
                  </a:cubicBezTo>
                  <a:lnTo>
                    <a:pt x="2116" y="761"/>
                  </a:lnTo>
                  <a:lnTo>
                    <a:pt x="1973" y="2491"/>
                  </a:lnTo>
                  <a:cubicBezTo>
                    <a:pt x="1752" y="2410"/>
                    <a:pt x="1546" y="2374"/>
                    <a:pt x="1358" y="2374"/>
                  </a:cubicBezTo>
                  <a:cubicBezTo>
                    <a:pt x="1013" y="2374"/>
                    <a:pt x="728" y="2496"/>
                    <a:pt x="515" y="2691"/>
                  </a:cubicBezTo>
                  <a:cubicBezTo>
                    <a:pt x="515" y="2691"/>
                    <a:pt x="515" y="2705"/>
                    <a:pt x="501" y="2705"/>
                  </a:cubicBezTo>
                  <a:cubicBezTo>
                    <a:pt x="443" y="2762"/>
                    <a:pt x="386" y="2819"/>
                    <a:pt x="344" y="2891"/>
                  </a:cubicBezTo>
                  <a:cubicBezTo>
                    <a:pt x="1" y="3377"/>
                    <a:pt x="1" y="4092"/>
                    <a:pt x="443" y="4534"/>
                  </a:cubicBezTo>
                  <a:cubicBezTo>
                    <a:pt x="573" y="4649"/>
                    <a:pt x="687" y="4734"/>
                    <a:pt x="801" y="4791"/>
                  </a:cubicBezTo>
                  <a:cubicBezTo>
                    <a:pt x="935" y="4860"/>
                    <a:pt x="1063" y="4888"/>
                    <a:pt x="1190" y="4888"/>
                  </a:cubicBezTo>
                  <a:cubicBezTo>
                    <a:pt x="1704" y="4888"/>
                    <a:pt x="2203" y="4429"/>
                    <a:pt x="2959" y="4292"/>
                  </a:cubicBezTo>
                  <a:cubicBezTo>
                    <a:pt x="3145" y="4259"/>
                    <a:pt x="3361" y="4248"/>
                    <a:pt x="3593" y="4248"/>
                  </a:cubicBezTo>
                  <a:cubicBezTo>
                    <a:pt x="4074" y="4248"/>
                    <a:pt x="4626" y="4296"/>
                    <a:pt x="5146" y="4305"/>
                  </a:cubicBezTo>
                  <a:cubicBezTo>
                    <a:pt x="5212" y="4307"/>
                    <a:pt x="5277" y="4308"/>
                    <a:pt x="5341" y="4308"/>
                  </a:cubicBezTo>
                  <a:cubicBezTo>
                    <a:pt x="5981" y="4308"/>
                    <a:pt x="6561" y="4233"/>
                    <a:pt x="6847" y="3934"/>
                  </a:cubicBezTo>
                  <a:cubicBezTo>
                    <a:pt x="7176" y="3591"/>
                    <a:pt x="7205" y="3048"/>
                    <a:pt x="7148" y="2590"/>
                  </a:cubicBezTo>
                  <a:lnTo>
                    <a:pt x="7148" y="2562"/>
                  </a:lnTo>
                  <a:cubicBezTo>
                    <a:pt x="7090" y="2091"/>
                    <a:pt x="6947" y="1704"/>
                    <a:pt x="6947" y="1704"/>
                  </a:cubicBezTo>
                  <a:cubicBezTo>
                    <a:pt x="6662" y="1247"/>
                    <a:pt x="6290" y="904"/>
                    <a:pt x="5875" y="661"/>
                  </a:cubicBezTo>
                  <a:cubicBezTo>
                    <a:pt x="4973" y="115"/>
                    <a:pt x="3870" y="0"/>
                    <a:pt x="31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2"/>
            <p:cNvSpPr/>
            <p:nvPr/>
          </p:nvSpPr>
          <p:spPr>
            <a:xfrm>
              <a:off x="4229625" y="1542038"/>
              <a:ext cx="191200" cy="58450"/>
            </a:xfrm>
            <a:custGeom>
              <a:avLst/>
              <a:gdLst/>
              <a:ahLst/>
              <a:cxnLst/>
              <a:rect l="l" t="t" r="r" b="b"/>
              <a:pathLst>
                <a:path w="7648" h="2338" extrusionOk="0">
                  <a:moveTo>
                    <a:pt x="4501" y="0"/>
                  </a:moveTo>
                  <a:cubicBezTo>
                    <a:pt x="3789" y="0"/>
                    <a:pt x="3093" y="45"/>
                    <a:pt x="2602" y="179"/>
                  </a:cubicBezTo>
                  <a:cubicBezTo>
                    <a:pt x="2216" y="293"/>
                    <a:pt x="1958" y="451"/>
                    <a:pt x="1916" y="680"/>
                  </a:cubicBezTo>
                  <a:cubicBezTo>
                    <a:pt x="1787" y="1294"/>
                    <a:pt x="1244" y="1722"/>
                    <a:pt x="758" y="1995"/>
                  </a:cubicBezTo>
                  <a:cubicBezTo>
                    <a:pt x="358" y="2223"/>
                    <a:pt x="1" y="2338"/>
                    <a:pt x="1" y="2338"/>
                  </a:cubicBezTo>
                  <a:lnTo>
                    <a:pt x="830" y="2309"/>
                  </a:lnTo>
                  <a:lnTo>
                    <a:pt x="1244" y="2294"/>
                  </a:lnTo>
                  <a:lnTo>
                    <a:pt x="3531" y="2208"/>
                  </a:lnTo>
                  <a:lnTo>
                    <a:pt x="4160" y="2195"/>
                  </a:lnTo>
                  <a:lnTo>
                    <a:pt x="4203" y="2195"/>
                  </a:lnTo>
                  <a:lnTo>
                    <a:pt x="7647" y="2065"/>
                  </a:lnTo>
                  <a:lnTo>
                    <a:pt x="7634" y="2008"/>
                  </a:lnTo>
                  <a:lnTo>
                    <a:pt x="7634" y="1980"/>
                  </a:lnTo>
                  <a:lnTo>
                    <a:pt x="7462" y="179"/>
                  </a:lnTo>
                  <a:cubicBezTo>
                    <a:pt x="7462" y="179"/>
                    <a:pt x="7018" y="122"/>
                    <a:pt x="6361" y="79"/>
                  </a:cubicBezTo>
                  <a:cubicBezTo>
                    <a:pt x="5826" y="38"/>
                    <a:pt x="5157" y="0"/>
                    <a:pt x="4501"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2"/>
            <p:cNvSpPr/>
            <p:nvPr/>
          </p:nvSpPr>
          <p:spPr>
            <a:xfrm>
              <a:off x="4248550" y="1527488"/>
              <a:ext cx="173350" cy="107700"/>
            </a:xfrm>
            <a:custGeom>
              <a:avLst/>
              <a:gdLst/>
              <a:ahLst/>
              <a:cxnLst/>
              <a:rect l="l" t="t" r="r" b="b"/>
              <a:pathLst>
                <a:path w="6934" h="4308" extrusionOk="0">
                  <a:moveTo>
                    <a:pt x="2830" y="0"/>
                  </a:moveTo>
                  <a:cubicBezTo>
                    <a:pt x="2270" y="0"/>
                    <a:pt x="1888" y="61"/>
                    <a:pt x="1888" y="61"/>
                  </a:cubicBezTo>
                  <a:lnTo>
                    <a:pt x="1845" y="761"/>
                  </a:lnTo>
                  <a:cubicBezTo>
                    <a:pt x="1459" y="875"/>
                    <a:pt x="1201" y="1033"/>
                    <a:pt x="1159" y="1262"/>
                  </a:cubicBezTo>
                  <a:cubicBezTo>
                    <a:pt x="1030" y="1876"/>
                    <a:pt x="487" y="2304"/>
                    <a:pt x="1" y="2577"/>
                  </a:cubicBezTo>
                  <a:cubicBezTo>
                    <a:pt x="44" y="2605"/>
                    <a:pt x="87" y="2634"/>
                    <a:pt x="144" y="2647"/>
                  </a:cubicBezTo>
                  <a:cubicBezTo>
                    <a:pt x="172" y="2662"/>
                    <a:pt x="216" y="2676"/>
                    <a:pt x="244" y="2691"/>
                  </a:cubicBezTo>
                  <a:cubicBezTo>
                    <a:pt x="330" y="2719"/>
                    <a:pt x="430" y="2748"/>
                    <a:pt x="530" y="2762"/>
                  </a:cubicBezTo>
                  <a:cubicBezTo>
                    <a:pt x="637" y="2784"/>
                    <a:pt x="744" y="2794"/>
                    <a:pt x="850" y="2794"/>
                  </a:cubicBezTo>
                  <a:cubicBezTo>
                    <a:pt x="1428" y="2794"/>
                    <a:pt x="1996" y="2495"/>
                    <a:pt x="2503" y="2205"/>
                  </a:cubicBezTo>
                  <a:cubicBezTo>
                    <a:pt x="2589" y="2405"/>
                    <a:pt x="2688" y="2590"/>
                    <a:pt x="2774" y="2790"/>
                  </a:cubicBezTo>
                  <a:cubicBezTo>
                    <a:pt x="2802" y="2848"/>
                    <a:pt x="2831" y="2891"/>
                    <a:pt x="2846" y="2948"/>
                  </a:cubicBezTo>
                  <a:cubicBezTo>
                    <a:pt x="2898" y="2967"/>
                    <a:pt x="2953" y="2975"/>
                    <a:pt x="3007" y="2975"/>
                  </a:cubicBezTo>
                  <a:cubicBezTo>
                    <a:pt x="3163" y="2975"/>
                    <a:pt x="3318" y="2904"/>
                    <a:pt x="3403" y="2777"/>
                  </a:cubicBezTo>
                  <a:cubicBezTo>
                    <a:pt x="3418" y="2762"/>
                    <a:pt x="3431" y="2748"/>
                    <a:pt x="3431" y="2733"/>
                  </a:cubicBezTo>
                  <a:cubicBezTo>
                    <a:pt x="3446" y="2748"/>
                    <a:pt x="3446" y="2762"/>
                    <a:pt x="3446" y="2777"/>
                  </a:cubicBezTo>
                  <a:cubicBezTo>
                    <a:pt x="3560" y="3061"/>
                    <a:pt x="3874" y="3232"/>
                    <a:pt x="4182" y="3232"/>
                  </a:cubicBezTo>
                  <a:cubicBezTo>
                    <a:pt x="4338" y="3232"/>
                    <a:pt x="4493" y="3188"/>
                    <a:pt x="4618" y="3091"/>
                  </a:cubicBezTo>
                  <a:cubicBezTo>
                    <a:pt x="4861" y="3448"/>
                    <a:pt x="4918" y="3863"/>
                    <a:pt x="4875" y="4305"/>
                  </a:cubicBezTo>
                  <a:cubicBezTo>
                    <a:pt x="4941" y="4307"/>
                    <a:pt x="5006" y="4308"/>
                    <a:pt x="5070" y="4308"/>
                  </a:cubicBezTo>
                  <a:cubicBezTo>
                    <a:pt x="5710" y="4308"/>
                    <a:pt x="6290" y="4233"/>
                    <a:pt x="6576" y="3934"/>
                  </a:cubicBezTo>
                  <a:cubicBezTo>
                    <a:pt x="6905" y="3591"/>
                    <a:pt x="6934" y="3048"/>
                    <a:pt x="6877" y="2590"/>
                  </a:cubicBezTo>
                  <a:lnTo>
                    <a:pt x="6877" y="2562"/>
                  </a:lnTo>
                  <a:lnTo>
                    <a:pt x="6705" y="761"/>
                  </a:lnTo>
                  <a:cubicBezTo>
                    <a:pt x="6705" y="761"/>
                    <a:pt x="6261" y="704"/>
                    <a:pt x="5604" y="661"/>
                  </a:cubicBezTo>
                  <a:cubicBezTo>
                    <a:pt x="4702" y="115"/>
                    <a:pt x="3599" y="0"/>
                    <a:pt x="2830"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2"/>
            <p:cNvSpPr/>
            <p:nvPr/>
          </p:nvSpPr>
          <p:spPr>
            <a:xfrm>
              <a:off x="4260700" y="1094813"/>
              <a:ext cx="166200" cy="491725"/>
            </a:xfrm>
            <a:custGeom>
              <a:avLst/>
              <a:gdLst/>
              <a:ahLst/>
              <a:cxnLst/>
              <a:rect l="l" t="t" r="r" b="b"/>
              <a:pathLst>
                <a:path w="6648" h="19669" extrusionOk="0">
                  <a:moveTo>
                    <a:pt x="1" y="1"/>
                  </a:moveTo>
                  <a:cubicBezTo>
                    <a:pt x="1" y="1"/>
                    <a:pt x="58" y="1445"/>
                    <a:pt x="130" y="3574"/>
                  </a:cubicBezTo>
                  <a:cubicBezTo>
                    <a:pt x="273" y="7963"/>
                    <a:pt x="444" y="15281"/>
                    <a:pt x="230" y="19097"/>
                  </a:cubicBezTo>
                  <a:lnTo>
                    <a:pt x="230" y="19169"/>
                  </a:lnTo>
                  <a:cubicBezTo>
                    <a:pt x="230" y="19169"/>
                    <a:pt x="902" y="19125"/>
                    <a:pt x="1630" y="18283"/>
                  </a:cubicBezTo>
                  <a:cubicBezTo>
                    <a:pt x="1630" y="18283"/>
                    <a:pt x="1973" y="18883"/>
                    <a:pt x="2217" y="19255"/>
                  </a:cubicBezTo>
                  <a:cubicBezTo>
                    <a:pt x="2244" y="19299"/>
                    <a:pt x="2276" y="19319"/>
                    <a:pt x="2310" y="19319"/>
                  </a:cubicBezTo>
                  <a:cubicBezTo>
                    <a:pt x="2559" y="19319"/>
                    <a:pt x="2945" y="18268"/>
                    <a:pt x="2945" y="18268"/>
                  </a:cubicBezTo>
                  <a:lnTo>
                    <a:pt x="3717" y="19669"/>
                  </a:lnTo>
                  <a:cubicBezTo>
                    <a:pt x="3717" y="19669"/>
                    <a:pt x="4247" y="19040"/>
                    <a:pt x="4590" y="18268"/>
                  </a:cubicBezTo>
                  <a:cubicBezTo>
                    <a:pt x="4590" y="18268"/>
                    <a:pt x="5375" y="19312"/>
                    <a:pt x="6433" y="19426"/>
                  </a:cubicBezTo>
                  <a:cubicBezTo>
                    <a:pt x="6433" y="19426"/>
                    <a:pt x="6619" y="7290"/>
                    <a:pt x="6648" y="3103"/>
                  </a:cubicBezTo>
                  <a:lnTo>
                    <a:pt x="6648" y="3103"/>
                  </a:lnTo>
                  <a:cubicBezTo>
                    <a:pt x="6648" y="3103"/>
                    <a:pt x="6574" y="3109"/>
                    <a:pt x="6440" y="3109"/>
                  </a:cubicBezTo>
                  <a:cubicBezTo>
                    <a:pt x="5640" y="3109"/>
                    <a:pt x="2680" y="2900"/>
                    <a:pt x="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2"/>
            <p:cNvSpPr/>
            <p:nvPr/>
          </p:nvSpPr>
          <p:spPr>
            <a:xfrm>
              <a:off x="4262125" y="1131988"/>
              <a:ext cx="164775" cy="454550"/>
            </a:xfrm>
            <a:custGeom>
              <a:avLst/>
              <a:gdLst/>
              <a:ahLst/>
              <a:cxnLst/>
              <a:rect l="l" t="t" r="r" b="b"/>
              <a:pathLst>
                <a:path w="6591" h="18182" extrusionOk="0">
                  <a:moveTo>
                    <a:pt x="1" y="0"/>
                  </a:moveTo>
                  <a:cubicBezTo>
                    <a:pt x="16" y="572"/>
                    <a:pt x="44" y="1273"/>
                    <a:pt x="73" y="2087"/>
                  </a:cubicBezTo>
                  <a:cubicBezTo>
                    <a:pt x="616" y="2474"/>
                    <a:pt x="1274" y="2788"/>
                    <a:pt x="2059" y="2988"/>
                  </a:cubicBezTo>
                  <a:cubicBezTo>
                    <a:pt x="2846" y="3188"/>
                    <a:pt x="3803" y="3345"/>
                    <a:pt x="4146" y="4103"/>
                  </a:cubicBezTo>
                  <a:cubicBezTo>
                    <a:pt x="4275" y="4360"/>
                    <a:pt x="4289" y="4675"/>
                    <a:pt x="4304" y="4961"/>
                  </a:cubicBezTo>
                  <a:cubicBezTo>
                    <a:pt x="4461" y="8576"/>
                    <a:pt x="4618" y="12178"/>
                    <a:pt x="4790" y="15780"/>
                  </a:cubicBezTo>
                  <a:cubicBezTo>
                    <a:pt x="4546" y="15752"/>
                    <a:pt x="4332" y="15595"/>
                    <a:pt x="4203" y="15395"/>
                  </a:cubicBezTo>
                  <a:cubicBezTo>
                    <a:pt x="4018" y="15923"/>
                    <a:pt x="3832" y="16466"/>
                    <a:pt x="3632" y="17010"/>
                  </a:cubicBezTo>
                  <a:cubicBezTo>
                    <a:pt x="3332" y="16653"/>
                    <a:pt x="3103" y="16238"/>
                    <a:pt x="2960" y="15795"/>
                  </a:cubicBezTo>
                  <a:cubicBezTo>
                    <a:pt x="2903" y="16266"/>
                    <a:pt x="2717" y="16739"/>
                    <a:pt x="2417" y="17124"/>
                  </a:cubicBezTo>
                  <a:cubicBezTo>
                    <a:pt x="2174" y="16767"/>
                    <a:pt x="1931" y="16409"/>
                    <a:pt x="1674" y="16052"/>
                  </a:cubicBezTo>
                  <a:cubicBezTo>
                    <a:pt x="1173" y="16567"/>
                    <a:pt x="673" y="17095"/>
                    <a:pt x="173" y="17610"/>
                  </a:cubicBezTo>
                  <a:lnTo>
                    <a:pt x="173" y="17682"/>
                  </a:lnTo>
                  <a:cubicBezTo>
                    <a:pt x="173" y="17682"/>
                    <a:pt x="845" y="17638"/>
                    <a:pt x="1573" y="16796"/>
                  </a:cubicBezTo>
                  <a:cubicBezTo>
                    <a:pt x="1573" y="16796"/>
                    <a:pt x="1916" y="17396"/>
                    <a:pt x="2160" y="17768"/>
                  </a:cubicBezTo>
                  <a:cubicBezTo>
                    <a:pt x="2188" y="17810"/>
                    <a:pt x="2217" y="17825"/>
                    <a:pt x="2259" y="17825"/>
                  </a:cubicBezTo>
                  <a:cubicBezTo>
                    <a:pt x="2503" y="17825"/>
                    <a:pt x="2888" y="16781"/>
                    <a:pt x="2888" y="16781"/>
                  </a:cubicBezTo>
                  <a:lnTo>
                    <a:pt x="3660" y="18182"/>
                  </a:lnTo>
                  <a:cubicBezTo>
                    <a:pt x="3660" y="18182"/>
                    <a:pt x="4190" y="17553"/>
                    <a:pt x="4533" y="16781"/>
                  </a:cubicBezTo>
                  <a:cubicBezTo>
                    <a:pt x="4533" y="16781"/>
                    <a:pt x="5318" y="17825"/>
                    <a:pt x="6376" y="17939"/>
                  </a:cubicBezTo>
                  <a:cubicBezTo>
                    <a:pt x="6376" y="17939"/>
                    <a:pt x="6547" y="6504"/>
                    <a:pt x="6591" y="2001"/>
                  </a:cubicBezTo>
                  <a:cubicBezTo>
                    <a:pt x="5776" y="1988"/>
                    <a:pt x="5032" y="1930"/>
                    <a:pt x="4346" y="1830"/>
                  </a:cubicBezTo>
                  <a:cubicBezTo>
                    <a:pt x="2474" y="1544"/>
                    <a:pt x="1059" y="930"/>
                    <a:pt x="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2"/>
            <p:cNvSpPr/>
            <p:nvPr/>
          </p:nvSpPr>
          <p:spPr>
            <a:xfrm>
              <a:off x="4662350" y="1592213"/>
              <a:ext cx="75550" cy="65325"/>
            </a:xfrm>
            <a:custGeom>
              <a:avLst/>
              <a:gdLst/>
              <a:ahLst/>
              <a:cxnLst/>
              <a:rect l="l" t="t" r="r" b="b"/>
              <a:pathLst>
                <a:path w="3022" h="2613" extrusionOk="0">
                  <a:moveTo>
                    <a:pt x="1708" y="1"/>
                  </a:moveTo>
                  <a:cubicBezTo>
                    <a:pt x="1697" y="1"/>
                    <a:pt x="1685" y="1"/>
                    <a:pt x="1673" y="1"/>
                  </a:cubicBezTo>
                  <a:cubicBezTo>
                    <a:pt x="1273" y="16"/>
                    <a:pt x="944" y="130"/>
                    <a:pt x="702" y="259"/>
                  </a:cubicBezTo>
                  <a:cubicBezTo>
                    <a:pt x="315" y="459"/>
                    <a:pt x="115" y="687"/>
                    <a:pt x="115" y="687"/>
                  </a:cubicBezTo>
                  <a:lnTo>
                    <a:pt x="1" y="2202"/>
                  </a:lnTo>
                  <a:cubicBezTo>
                    <a:pt x="1" y="2202"/>
                    <a:pt x="73" y="2246"/>
                    <a:pt x="216" y="2317"/>
                  </a:cubicBezTo>
                  <a:cubicBezTo>
                    <a:pt x="485" y="2434"/>
                    <a:pt x="951" y="2613"/>
                    <a:pt x="1416" y="2613"/>
                  </a:cubicBezTo>
                  <a:cubicBezTo>
                    <a:pt x="1692" y="2613"/>
                    <a:pt x="1968" y="2550"/>
                    <a:pt x="2202" y="2374"/>
                  </a:cubicBezTo>
                  <a:cubicBezTo>
                    <a:pt x="3021" y="1767"/>
                    <a:pt x="2682" y="1"/>
                    <a:pt x="170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2"/>
            <p:cNvSpPr/>
            <p:nvPr/>
          </p:nvSpPr>
          <p:spPr>
            <a:xfrm>
              <a:off x="4606975" y="1585638"/>
              <a:ext cx="81125" cy="68950"/>
            </a:xfrm>
            <a:custGeom>
              <a:avLst/>
              <a:gdLst/>
              <a:ahLst/>
              <a:cxnLst/>
              <a:rect l="l" t="t" r="r" b="b"/>
              <a:pathLst>
                <a:path w="3245" h="2758" extrusionOk="0">
                  <a:moveTo>
                    <a:pt x="1953" y="1"/>
                  </a:moveTo>
                  <a:cubicBezTo>
                    <a:pt x="1608" y="1"/>
                    <a:pt x="1287" y="109"/>
                    <a:pt x="1015" y="251"/>
                  </a:cubicBezTo>
                  <a:cubicBezTo>
                    <a:pt x="944" y="293"/>
                    <a:pt x="858" y="336"/>
                    <a:pt x="786" y="379"/>
                  </a:cubicBezTo>
                  <a:cubicBezTo>
                    <a:pt x="700" y="436"/>
                    <a:pt x="615" y="493"/>
                    <a:pt x="544" y="550"/>
                  </a:cubicBezTo>
                  <a:cubicBezTo>
                    <a:pt x="386" y="679"/>
                    <a:pt x="272" y="779"/>
                    <a:pt x="258" y="794"/>
                  </a:cubicBezTo>
                  <a:lnTo>
                    <a:pt x="1" y="2166"/>
                  </a:lnTo>
                  <a:cubicBezTo>
                    <a:pt x="1" y="2166"/>
                    <a:pt x="172" y="2309"/>
                    <a:pt x="458" y="2452"/>
                  </a:cubicBezTo>
                  <a:cubicBezTo>
                    <a:pt x="472" y="2452"/>
                    <a:pt x="487" y="2465"/>
                    <a:pt x="500" y="2465"/>
                  </a:cubicBezTo>
                  <a:cubicBezTo>
                    <a:pt x="790" y="2615"/>
                    <a:pt x="1196" y="2758"/>
                    <a:pt x="1634" y="2758"/>
                  </a:cubicBezTo>
                  <a:cubicBezTo>
                    <a:pt x="1824" y="2758"/>
                    <a:pt x="2021" y="2731"/>
                    <a:pt x="2216" y="2666"/>
                  </a:cubicBezTo>
                  <a:cubicBezTo>
                    <a:pt x="2301" y="2652"/>
                    <a:pt x="2373" y="2608"/>
                    <a:pt x="2431" y="2580"/>
                  </a:cubicBezTo>
                  <a:cubicBezTo>
                    <a:pt x="3073" y="2194"/>
                    <a:pt x="3245" y="1150"/>
                    <a:pt x="2917" y="522"/>
                  </a:cubicBezTo>
                  <a:cubicBezTo>
                    <a:pt x="2787" y="279"/>
                    <a:pt x="2573" y="93"/>
                    <a:pt x="2288" y="36"/>
                  </a:cubicBezTo>
                  <a:cubicBezTo>
                    <a:pt x="2174" y="12"/>
                    <a:pt x="2063" y="1"/>
                    <a:pt x="1953"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2"/>
            <p:cNvSpPr/>
            <p:nvPr/>
          </p:nvSpPr>
          <p:spPr>
            <a:xfrm>
              <a:off x="4459375" y="1527488"/>
              <a:ext cx="180125" cy="122175"/>
            </a:xfrm>
            <a:custGeom>
              <a:avLst/>
              <a:gdLst/>
              <a:ahLst/>
              <a:cxnLst/>
              <a:rect l="l" t="t" r="r" b="b"/>
              <a:pathLst>
                <a:path w="7205" h="4887" extrusionOk="0">
                  <a:moveTo>
                    <a:pt x="4095" y="0"/>
                  </a:moveTo>
                  <a:cubicBezTo>
                    <a:pt x="3328" y="0"/>
                    <a:pt x="2226" y="115"/>
                    <a:pt x="1316" y="661"/>
                  </a:cubicBezTo>
                  <a:cubicBezTo>
                    <a:pt x="902" y="904"/>
                    <a:pt x="530" y="1247"/>
                    <a:pt x="258" y="1704"/>
                  </a:cubicBezTo>
                  <a:cubicBezTo>
                    <a:pt x="258" y="1704"/>
                    <a:pt x="144" y="1990"/>
                    <a:pt x="73" y="2376"/>
                  </a:cubicBezTo>
                  <a:cubicBezTo>
                    <a:pt x="73" y="2434"/>
                    <a:pt x="58" y="2505"/>
                    <a:pt x="44" y="2562"/>
                  </a:cubicBezTo>
                  <a:lnTo>
                    <a:pt x="44" y="2590"/>
                  </a:lnTo>
                  <a:cubicBezTo>
                    <a:pt x="1" y="3048"/>
                    <a:pt x="30" y="3591"/>
                    <a:pt x="344" y="3934"/>
                  </a:cubicBezTo>
                  <a:cubicBezTo>
                    <a:pt x="636" y="4236"/>
                    <a:pt x="1188" y="4306"/>
                    <a:pt x="1812" y="4306"/>
                  </a:cubicBezTo>
                  <a:cubicBezTo>
                    <a:pt x="2104" y="4306"/>
                    <a:pt x="2412" y="4291"/>
                    <a:pt x="2717" y="4277"/>
                  </a:cubicBezTo>
                  <a:cubicBezTo>
                    <a:pt x="3014" y="4262"/>
                    <a:pt x="3311" y="4246"/>
                    <a:pt x="3584" y="4246"/>
                  </a:cubicBezTo>
                  <a:cubicBezTo>
                    <a:pt x="3824" y="4246"/>
                    <a:pt x="4045" y="4258"/>
                    <a:pt x="4232" y="4292"/>
                  </a:cubicBezTo>
                  <a:cubicBezTo>
                    <a:pt x="5003" y="4422"/>
                    <a:pt x="5508" y="4886"/>
                    <a:pt x="6024" y="4886"/>
                  </a:cubicBezTo>
                  <a:cubicBezTo>
                    <a:pt x="6130" y="4886"/>
                    <a:pt x="6237" y="4867"/>
                    <a:pt x="6347" y="4820"/>
                  </a:cubicBezTo>
                  <a:cubicBezTo>
                    <a:pt x="6362" y="4806"/>
                    <a:pt x="6376" y="4806"/>
                    <a:pt x="6404" y="4791"/>
                  </a:cubicBezTo>
                  <a:cubicBezTo>
                    <a:pt x="6505" y="4734"/>
                    <a:pt x="6633" y="4649"/>
                    <a:pt x="6747" y="4534"/>
                  </a:cubicBezTo>
                  <a:cubicBezTo>
                    <a:pt x="7205" y="4092"/>
                    <a:pt x="7191" y="3377"/>
                    <a:pt x="6848" y="2891"/>
                  </a:cubicBezTo>
                  <a:cubicBezTo>
                    <a:pt x="6805" y="2819"/>
                    <a:pt x="6747" y="2762"/>
                    <a:pt x="6690" y="2705"/>
                  </a:cubicBezTo>
                  <a:cubicBezTo>
                    <a:pt x="6486" y="2500"/>
                    <a:pt x="6196" y="2368"/>
                    <a:pt x="5845" y="2368"/>
                  </a:cubicBezTo>
                  <a:cubicBezTo>
                    <a:pt x="5657" y="2368"/>
                    <a:pt x="5452" y="2406"/>
                    <a:pt x="5232" y="2491"/>
                  </a:cubicBezTo>
                  <a:lnTo>
                    <a:pt x="5089" y="761"/>
                  </a:lnTo>
                  <a:lnTo>
                    <a:pt x="5032" y="61"/>
                  </a:lnTo>
                  <a:cubicBezTo>
                    <a:pt x="5032" y="61"/>
                    <a:pt x="4652" y="0"/>
                    <a:pt x="409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2"/>
            <p:cNvSpPr/>
            <p:nvPr/>
          </p:nvSpPr>
          <p:spPr>
            <a:xfrm>
              <a:off x="4460475" y="1542038"/>
              <a:ext cx="191175" cy="58450"/>
            </a:xfrm>
            <a:custGeom>
              <a:avLst/>
              <a:gdLst/>
              <a:ahLst/>
              <a:cxnLst/>
              <a:rect l="l" t="t" r="r" b="b"/>
              <a:pathLst>
                <a:path w="7647" h="2338" extrusionOk="0">
                  <a:moveTo>
                    <a:pt x="3145" y="0"/>
                  </a:moveTo>
                  <a:cubicBezTo>
                    <a:pt x="2487" y="0"/>
                    <a:pt x="1814" y="38"/>
                    <a:pt x="1272" y="79"/>
                  </a:cubicBezTo>
                  <a:cubicBezTo>
                    <a:pt x="629" y="122"/>
                    <a:pt x="172" y="179"/>
                    <a:pt x="172" y="179"/>
                  </a:cubicBezTo>
                  <a:lnTo>
                    <a:pt x="29" y="1794"/>
                  </a:lnTo>
                  <a:lnTo>
                    <a:pt x="0" y="1980"/>
                  </a:lnTo>
                  <a:lnTo>
                    <a:pt x="0" y="2008"/>
                  </a:lnTo>
                  <a:lnTo>
                    <a:pt x="0" y="2065"/>
                  </a:lnTo>
                  <a:lnTo>
                    <a:pt x="1844" y="2137"/>
                  </a:lnTo>
                  <a:lnTo>
                    <a:pt x="3302" y="2180"/>
                  </a:lnTo>
                  <a:lnTo>
                    <a:pt x="3402" y="2195"/>
                  </a:lnTo>
                  <a:lnTo>
                    <a:pt x="4474" y="2223"/>
                  </a:lnTo>
                  <a:lnTo>
                    <a:pt x="5846" y="2280"/>
                  </a:lnTo>
                  <a:lnTo>
                    <a:pt x="6404" y="2294"/>
                  </a:lnTo>
                  <a:lnTo>
                    <a:pt x="6804" y="2309"/>
                  </a:lnTo>
                  <a:lnTo>
                    <a:pt x="7647" y="2338"/>
                  </a:lnTo>
                  <a:cubicBezTo>
                    <a:pt x="7647" y="2338"/>
                    <a:pt x="7290" y="2223"/>
                    <a:pt x="6875" y="1995"/>
                  </a:cubicBezTo>
                  <a:cubicBezTo>
                    <a:pt x="6404" y="1722"/>
                    <a:pt x="5861" y="1294"/>
                    <a:pt x="5731" y="680"/>
                  </a:cubicBezTo>
                  <a:cubicBezTo>
                    <a:pt x="5674" y="451"/>
                    <a:pt x="5417" y="293"/>
                    <a:pt x="5045" y="179"/>
                  </a:cubicBezTo>
                  <a:cubicBezTo>
                    <a:pt x="4554" y="45"/>
                    <a:pt x="3859" y="0"/>
                    <a:pt x="3145"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62"/>
            <p:cNvSpPr/>
            <p:nvPr/>
          </p:nvSpPr>
          <p:spPr>
            <a:xfrm>
              <a:off x="4461175" y="1527488"/>
              <a:ext cx="276725" cy="130050"/>
            </a:xfrm>
            <a:custGeom>
              <a:avLst/>
              <a:gdLst/>
              <a:ahLst/>
              <a:cxnLst/>
              <a:rect l="l" t="t" r="r" b="b"/>
              <a:pathLst>
                <a:path w="11069" h="5202" extrusionOk="0">
                  <a:moveTo>
                    <a:pt x="4023" y="0"/>
                  </a:moveTo>
                  <a:cubicBezTo>
                    <a:pt x="3256" y="0"/>
                    <a:pt x="2154" y="115"/>
                    <a:pt x="1244" y="661"/>
                  </a:cubicBezTo>
                  <a:cubicBezTo>
                    <a:pt x="601" y="704"/>
                    <a:pt x="144" y="761"/>
                    <a:pt x="144" y="761"/>
                  </a:cubicBezTo>
                  <a:lnTo>
                    <a:pt x="1" y="2376"/>
                  </a:lnTo>
                  <a:cubicBezTo>
                    <a:pt x="287" y="2362"/>
                    <a:pt x="615" y="2276"/>
                    <a:pt x="1002" y="2276"/>
                  </a:cubicBezTo>
                  <a:cubicBezTo>
                    <a:pt x="1016" y="2275"/>
                    <a:pt x="1031" y="2275"/>
                    <a:pt x="1045" y="2275"/>
                  </a:cubicBezTo>
                  <a:cubicBezTo>
                    <a:pt x="1521" y="2275"/>
                    <a:pt x="1608" y="2497"/>
                    <a:pt x="1816" y="2719"/>
                  </a:cubicBezTo>
                  <a:cubicBezTo>
                    <a:pt x="1916" y="2805"/>
                    <a:pt x="2031" y="2905"/>
                    <a:pt x="2216" y="2990"/>
                  </a:cubicBezTo>
                  <a:cubicBezTo>
                    <a:pt x="2345" y="3047"/>
                    <a:pt x="2510" y="3083"/>
                    <a:pt x="2673" y="3083"/>
                  </a:cubicBezTo>
                  <a:cubicBezTo>
                    <a:pt x="2923" y="3083"/>
                    <a:pt x="3169" y="2996"/>
                    <a:pt x="3274" y="2762"/>
                  </a:cubicBezTo>
                  <a:cubicBezTo>
                    <a:pt x="3302" y="2719"/>
                    <a:pt x="3317" y="2676"/>
                    <a:pt x="3331" y="2619"/>
                  </a:cubicBezTo>
                  <a:cubicBezTo>
                    <a:pt x="3331" y="2676"/>
                    <a:pt x="3346" y="2719"/>
                    <a:pt x="3374" y="2777"/>
                  </a:cubicBezTo>
                  <a:cubicBezTo>
                    <a:pt x="3474" y="2920"/>
                    <a:pt x="3677" y="2996"/>
                    <a:pt x="3870" y="2996"/>
                  </a:cubicBezTo>
                  <a:cubicBezTo>
                    <a:pt x="3925" y="2996"/>
                    <a:pt x="3980" y="2990"/>
                    <a:pt x="4032" y="2977"/>
                  </a:cubicBezTo>
                  <a:cubicBezTo>
                    <a:pt x="4175" y="2933"/>
                    <a:pt x="4303" y="2876"/>
                    <a:pt x="4446" y="2805"/>
                  </a:cubicBezTo>
                  <a:cubicBezTo>
                    <a:pt x="4575" y="2748"/>
                    <a:pt x="4703" y="2676"/>
                    <a:pt x="4861" y="2634"/>
                  </a:cubicBezTo>
                  <a:cubicBezTo>
                    <a:pt x="4933" y="2618"/>
                    <a:pt x="5005" y="2610"/>
                    <a:pt x="5077" y="2610"/>
                  </a:cubicBezTo>
                  <a:cubicBezTo>
                    <a:pt x="5336" y="2610"/>
                    <a:pt x="5594" y="2706"/>
                    <a:pt x="5818" y="2862"/>
                  </a:cubicBezTo>
                  <a:cubicBezTo>
                    <a:pt x="5918" y="2933"/>
                    <a:pt x="6004" y="3019"/>
                    <a:pt x="6090" y="3120"/>
                  </a:cubicBezTo>
                  <a:cubicBezTo>
                    <a:pt x="6147" y="3191"/>
                    <a:pt x="6189" y="3263"/>
                    <a:pt x="6218" y="3334"/>
                  </a:cubicBezTo>
                  <a:cubicBezTo>
                    <a:pt x="6447" y="3777"/>
                    <a:pt x="6447" y="4305"/>
                    <a:pt x="6290" y="4778"/>
                  </a:cubicBezTo>
                  <a:cubicBezTo>
                    <a:pt x="6290" y="4791"/>
                    <a:pt x="6290" y="4806"/>
                    <a:pt x="6275" y="4820"/>
                  </a:cubicBezTo>
                  <a:cubicBezTo>
                    <a:pt x="6290" y="4806"/>
                    <a:pt x="6304" y="4806"/>
                    <a:pt x="6332" y="4791"/>
                  </a:cubicBezTo>
                  <a:cubicBezTo>
                    <a:pt x="6622" y="4941"/>
                    <a:pt x="7028" y="5084"/>
                    <a:pt x="7466" y="5084"/>
                  </a:cubicBezTo>
                  <a:cubicBezTo>
                    <a:pt x="7656" y="5084"/>
                    <a:pt x="7853" y="5057"/>
                    <a:pt x="8048" y="4992"/>
                  </a:cubicBezTo>
                  <a:cubicBezTo>
                    <a:pt x="8133" y="4978"/>
                    <a:pt x="8205" y="4934"/>
                    <a:pt x="8263" y="4906"/>
                  </a:cubicBezTo>
                  <a:cubicBezTo>
                    <a:pt x="8532" y="5023"/>
                    <a:pt x="8998" y="5202"/>
                    <a:pt x="9463" y="5202"/>
                  </a:cubicBezTo>
                  <a:cubicBezTo>
                    <a:pt x="9739" y="5202"/>
                    <a:pt x="10015" y="5139"/>
                    <a:pt x="10249" y="4963"/>
                  </a:cubicBezTo>
                  <a:cubicBezTo>
                    <a:pt x="11068" y="4356"/>
                    <a:pt x="10729" y="2590"/>
                    <a:pt x="9755" y="2590"/>
                  </a:cubicBezTo>
                  <a:cubicBezTo>
                    <a:pt x="9744" y="2590"/>
                    <a:pt x="9732" y="2590"/>
                    <a:pt x="9720" y="2590"/>
                  </a:cubicBezTo>
                  <a:cubicBezTo>
                    <a:pt x="9320" y="2605"/>
                    <a:pt x="8991" y="2719"/>
                    <a:pt x="8749" y="2848"/>
                  </a:cubicBezTo>
                  <a:cubicBezTo>
                    <a:pt x="8619" y="2605"/>
                    <a:pt x="8405" y="2419"/>
                    <a:pt x="8120" y="2362"/>
                  </a:cubicBezTo>
                  <a:cubicBezTo>
                    <a:pt x="8006" y="2338"/>
                    <a:pt x="7895" y="2327"/>
                    <a:pt x="7785" y="2327"/>
                  </a:cubicBezTo>
                  <a:cubicBezTo>
                    <a:pt x="7440" y="2327"/>
                    <a:pt x="7119" y="2435"/>
                    <a:pt x="6847" y="2577"/>
                  </a:cubicBezTo>
                  <a:cubicBezTo>
                    <a:pt x="6376" y="2304"/>
                    <a:pt x="5833" y="1876"/>
                    <a:pt x="5703" y="1262"/>
                  </a:cubicBezTo>
                  <a:cubicBezTo>
                    <a:pt x="5646" y="1033"/>
                    <a:pt x="5389" y="875"/>
                    <a:pt x="5017" y="761"/>
                  </a:cubicBezTo>
                  <a:lnTo>
                    <a:pt x="4960" y="61"/>
                  </a:lnTo>
                  <a:cubicBezTo>
                    <a:pt x="4960" y="61"/>
                    <a:pt x="4580" y="0"/>
                    <a:pt x="4023"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62"/>
            <p:cNvSpPr/>
            <p:nvPr/>
          </p:nvSpPr>
          <p:spPr>
            <a:xfrm>
              <a:off x="4454375" y="1094813"/>
              <a:ext cx="166200" cy="491725"/>
            </a:xfrm>
            <a:custGeom>
              <a:avLst/>
              <a:gdLst/>
              <a:ahLst/>
              <a:cxnLst/>
              <a:rect l="l" t="t" r="r" b="b"/>
              <a:pathLst>
                <a:path w="6648" h="19669" extrusionOk="0">
                  <a:moveTo>
                    <a:pt x="6648" y="1"/>
                  </a:moveTo>
                  <a:lnTo>
                    <a:pt x="6648" y="1"/>
                  </a:lnTo>
                  <a:cubicBezTo>
                    <a:pt x="3957" y="2900"/>
                    <a:pt x="1005" y="3109"/>
                    <a:pt x="208" y="3109"/>
                  </a:cubicBezTo>
                  <a:cubicBezTo>
                    <a:pt x="74" y="3109"/>
                    <a:pt x="1" y="3103"/>
                    <a:pt x="1" y="3103"/>
                  </a:cubicBezTo>
                  <a:lnTo>
                    <a:pt x="1" y="4447"/>
                  </a:lnTo>
                  <a:cubicBezTo>
                    <a:pt x="44" y="8548"/>
                    <a:pt x="159" y="16110"/>
                    <a:pt x="201" y="18597"/>
                  </a:cubicBezTo>
                  <a:lnTo>
                    <a:pt x="201" y="19426"/>
                  </a:lnTo>
                  <a:cubicBezTo>
                    <a:pt x="1274" y="19312"/>
                    <a:pt x="2045" y="18268"/>
                    <a:pt x="2045" y="18268"/>
                  </a:cubicBezTo>
                  <a:cubicBezTo>
                    <a:pt x="2402" y="19040"/>
                    <a:pt x="2932" y="19669"/>
                    <a:pt x="2932" y="19669"/>
                  </a:cubicBezTo>
                  <a:lnTo>
                    <a:pt x="3689" y="18268"/>
                  </a:lnTo>
                  <a:cubicBezTo>
                    <a:pt x="3689" y="18268"/>
                    <a:pt x="4076" y="19319"/>
                    <a:pt x="4334" y="19319"/>
                  </a:cubicBezTo>
                  <a:cubicBezTo>
                    <a:pt x="4370" y="19319"/>
                    <a:pt x="4403" y="19299"/>
                    <a:pt x="4432" y="19255"/>
                  </a:cubicBezTo>
                  <a:cubicBezTo>
                    <a:pt x="4660" y="18883"/>
                    <a:pt x="5018" y="18283"/>
                    <a:pt x="5018" y="18283"/>
                  </a:cubicBezTo>
                  <a:cubicBezTo>
                    <a:pt x="5747" y="19125"/>
                    <a:pt x="6419" y="19169"/>
                    <a:pt x="6419" y="19169"/>
                  </a:cubicBezTo>
                  <a:cubicBezTo>
                    <a:pt x="6076" y="13537"/>
                    <a:pt x="6648" y="1"/>
                    <a:pt x="664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2"/>
            <p:cNvSpPr/>
            <p:nvPr/>
          </p:nvSpPr>
          <p:spPr>
            <a:xfrm>
              <a:off x="4454375" y="1133788"/>
              <a:ext cx="164775" cy="452750"/>
            </a:xfrm>
            <a:custGeom>
              <a:avLst/>
              <a:gdLst/>
              <a:ahLst/>
              <a:cxnLst/>
              <a:rect l="l" t="t" r="r" b="b"/>
              <a:pathLst>
                <a:path w="6591" h="18110" extrusionOk="0">
                  <a:moveTo>
                    <a:pt x="6591" y="0"/>
                  </a:moveTo>
                  <a:lnTo>
                    <a:pt x="6591" y="0"/>
                  </a:lnTo>
                  <a:cubicBezTo>
                    <a:pt x="5190" y="1087"/>
                    <a:pt x="3103" y="1801"/>
                    <a:pt x="44" y="1916"/>
                  </a:cubicBezTo>
                  <a:lnTo>
                    <a:pt x="1" y="1916"/>
                  </a:lnTo>
                  <a:lnTo>
                    <a:pt x="1" y="2888"/>
                  </a:lnTo>
                  <a:cubicBezTo>
                    <a:pt x="1373" y="2888"/>
                    <a:pt x="2760" y="2901"/>
                    <a:pt x="4132" y="2916"/>
                  </a:cubicBezTo>
                  <a:cubicBezTo>
                    <a:pt x="4060" y="2916"/>
                    <a:pt x="4590" y="11392"/>
                    <a:pt x="4689" y="12007"/>
                  </a:cubicBezTo>
                  <a:cubicBezTo>
                    <a:pt x="5004" y="13894"/>
                    <a:pt x="5076" y="15137"/>
                    <a:pt x="4304" y="16880"/>
                  </a:cubicBezTo>
                  <a:cubicBezTo>
                    <a:pt x="4032" y="16438"/>
                    <a:pt x="3803" y="15966"/>
                    <a:pt x="3646" y="15466"/>
                  </a:cubicBezTo>
                  <a:cubicBezTo>
                    <a:pt x="3303" y="15765"/>
                    <a:pt x="3060" y="16181"/>
                    <a:pt x="2974" y="16623"/>
                  </a:cubicBezTo>
                  <a:cubicBezTo>
                    <a:pt x="2774" y="16352"/>
                    <a:pt x="2589" y="16095"/>
                    <a:pt x="2388" y="15837"/>
                  </a:cubicBezTo>
                  <a:cubicBezTo>
                    <a:pt x="1630" y="16181"/>
                    <a:pt x="858" y="16537"/>
                    <a:pt x="201" y="17038"/>
                  </a:cubicBezTo>
                  <a:lnTo>
                    <a:pt x="201" y="17867"/>
                  </a:lnTo>
                  <a:cubicBezTo>
                    <a:pt x="1274" y="17753"/>
                    <a:pt x="2045" y="16709"/>
                    <a:pt x="2045" y="16709"/>
                  </a:cubicBezTo>
                  <a:cubicBezTo>
                    <a:pt x="2402" y="17481"/>
                    <a:pt x="2932" y="18110"/>
                    <a:pt x="2932" y="18110"/>
                  </a:cubicBezTo>
                  <a:lnTo>
                    <a:pt x="3689" y="16709"/>
                  </a:lnTo>
                  <a:cubicBezTo>
                    <a:pt x="3689" y="16709"/>
                    <a:pt x="4075" y="17753"/>
                    <a:pt x="4332" y="17753"/>
                  </a:cubicBezTo>
                  <a:cubicBezTo>
                    <a:pt x="4361" y="17753"/>
                    <a:pt x="4403" y="17738"/>
                    <a:pt x="4432" y="17696"/>
                  </a:cubicBezTo>
                  <a:cubicBezTo>
                    <a:pt x="4660" y="17324"/>
                    <a:pt x="5018" y="16724"/>
                    <a:pt x="5018" y="16724"/>
                  </a:cubicBezTo>
                  <a:cubicBezTo>
                    <a:pt x="5747" y="17566"/>
                    <a:pt x="6419" y="17610"/>
                    <a:pt x="6419" y="17610"/>
                  </a:cubicBezTo>
                  <a:cubicBezTo>
                    <a:pt x="6333" y="16323"/>
                    <a:pt x="6305" y="14637"/>
                    <a:pt x="6305" y="12779"/>
                  </a:cubicBezTo>
                  <a:cubicBezTo>
                    <a:pt x="6305" y="8190"/>
                    <a:pt x="6490" y="2644"/>
                    <a:pt x="6591"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2"/>
            <p:cNvSpPr/>
            <p:nvPr/>
          </p:nvSpPr>
          <p:spPr>
            <a:xfrm>
              <a:off x="4576250" y="199688"/>
              <a:ext cx="155100" cy="121875"/>
            </a:xfrm>
            <a:custGeom>
              <a:avLst/>
              <a:gdLst/>
              <a:ahLst/>
              <a:cxnLst/>
              <a:rect l="l" t="t" r="r" b="b"/>
              <a:pathLst>
                <a:path w="6204" h="4875" extrusionOk="0">
                  <a:moveTo>
                    <a:pt x="3646" y="1"/>
                  </a:moveTo>
                  <a:cubicBezTo>
                    <a:pt x="3150" y="1"/>
                    <a:pt x="2901" y="401"/>
                    <a:pt x="2901" y="401"/>
                  </a:cubicBezTo>
                  <a:cubicBezTo>
                    <a:pt x="2901" y="401"/>
                    <a:pt x="2741" y="57"/>
                    <a:pt x="2348" y="57"/>
                  </a:cubicBezTo>
                  <a:cubicBezTo>
                    <a:pt x="2302" y="57"/>
                    <a:pt x="2254" y="62"/>
                    <a:pt x="2202" y="72"/>
                  </a:cubicBezTo>
                  <a:cubicBezTo>
                    <a:pt x="1687" y="173"/>
                    <a:pt x="2316" y="1974"/>
                    <a:pt x="2059" y="2559"/>
                  </a:cubicBezTo>
                  <a:cubicBezTo>
                    <a:pt x="2059" y="2559"/>
                    <a:pt x="1401" y="1902"/>
                    <a:pt x="1030" y="1644"/>
                  </a:cubicBezTo>
                  <a:cubicBezTo>
                    <a:pt x="885" y="1544"/>
                    <a:pt x="772" y="1500"/>
                    <a:pt x="680" y="1500"/>
                  </a:cubicBezTo>
                  <a:cubicBezTo>
                    <a:pt x="535" y="1500"/>
                    <a:pt x="439" y="1608"/>
                    <a:pt x="343" y="1774"/>
                  </a:cubicBezTo>
                  <a:lnTo>
                    <a:pt x="258" y="1945"/>
                  </a:lnTo>
                  <a:cubicBezTo>
                    <a:pt x="129" y="2260"/>
                    <a:pt x="0" y="2688"/>
                    <a:pt x="115" y="2774"/>
                  </a:cubicBezTo>
                  <a:cubicBezTo>
                    <a:pt x="201" y="2817"/>
                    <a:pt x="500" y="3003"/>
                    <a:pt x="757" y="3302"/>
                  </a:cubicBezTo>
                  <a:cubicBezTo>
                    <a:pt x="1030" y="3617"/>
                    <a:pt x="1258" y="4061"/>
                    <a:pt x="1158" y="4661"/>
                  </a:cubicBezTo>
                  <a:lnTo>
                    <a:pt x="5789" y="4875"/>
                  </a:lnTo>
                  <a:cubicBezTo>
                    <a:pt x="5789" y="4875"/>
                    <a:pt x="6204" y="4046"/>
                    <a:pt x="6160" y="2260"/>
                  </a:cubicBezTo>
                  <a:cubicBezTo>
                    <a:pt x="6103" y="472"/>
                    <a:pt x="5646" y="101"/>
                    <a:pt x="5089" y="72"/>
                  </a:cubicBezTo>
                  <a:cubicBezTo>
                    <a:pt x="5068" y="71"/>
                    <a:pt x="5048" y="71"/>
                    <a:pt x="5029" y="71"/>
                  </a:cubicBezTo>
                  <a:cubicBezTo>
                    <a:pt x="4522" y="71"/>
                    <a:pt x="4403" y="415"/>
                    <a:pt x="4403" y="415"/>
                  </a:cubicBezTo>
                  <a:cubicBezTo>
                    <a:pt x="4403" y="415"/>
                    <a:pt x="4188" y="15"/>
                    <a:pt x="3673" y="1"/>
                  </a:cubicBezTo>
                  <a:cubicBezTo>
                    <a:pt x="3664" y="1"/>
                    <a:pt x="3655" y="1"/>
                    <a:pt x="3646"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2"/>
            <p:cNvSpPr/>
            <p:nvPr/>
          </p:nvSpPr>
          <p:spPr>
            <a:xfrm>
              <a:off x="4121350" y="199688"/>
              <a:ext cx="155475" cy="121875"/>
            </a:xfrm>
            <a:custGeom>
              <a:avLst/>
              <a:gdLst/>
              <a:ahLst/>
              <a:cxnLst/>
              <a:rect l="l" t="t" r="r" b="b"/>
              <a:pathLst>
                <a:path w="6219" h="4875" extrusionOk="0">
                  <a:moveTo>
                    <a:pt x="2558" y="1"/>
                  </a:moveTo>
                  <a:cubicBezTo>
                    <a:pt x="2549" y="1"/>
                    <a:pt x="2540" y="1"/>
                    <a:pt x="2531" y="1"/>
                  </a:cubicBezTo>
                  <a:cubicBezTo>
                    <a:pt x="2016" y="15"/>
                    <a:pt x="1801" y="415"/>
                    <a:pt x="1801" y="415"/>
                  </a:cubicBezTo>
                  <a:cubicBezTo>
                    <a:pt x="1801" y="415"/>
                    <a:pt x="1683" y="71"/>
                    <a:pt x="1176" y="71"/>
                  </a:cubicBezTo>
                  <a:cubicBezTo>
                    <a:pt x="1156" y="71"/>
                    <a:pt x="1136" y="71"/>
                    <a:pt x="1115" y="72"/>
                  </a:cubicBezTo>
                  <a:cubicBezTo>
                    <a:pt x="558" y="101"/>
                    <a:pt x="101" y="472"/>
                    <a:pt x="58" y="2260"/>
                  </a:cubicBezTo>
                  <a:cubicBezTo>
                    <a:pt x="0" y="4046"/>
                    <a:pt x="415" y="4875"/>
                    <a:pt x="415" y="4875"/>
                  </a:cubicBezTo>
                  <a:lnTo>
                    <a:pt x="5047" y="4661"/>
                  </a:lnTo>
                  <a:cubicBezTo>
                    <a:pt x="4946" y="4061"/>
                    <a:pt x="5189" y="3617"/>
                    <a:pt x="5447" y="3302"/>
                  </a:cubicBezTo>
                  <a:cubicBezTo>
                    <a:pt x="5718" y="3003"/>
                    <a:pt x="6004" y="2817"/>
                    <a:pt x="6089" y="2774"/>
                  </a:cubicBezTo>
                  <a:cubicBezTo>
                    <a:pt x="6219" y="2688"/>
                    <a:pt x="6089" y="2260"/>
                    <a:pt x="5946" y="1945"/>
                  </a:cubicBezTo>
                  <a:lnTo>
                    <a:pt x="5861" y="1774"/>
                  </a:lnTo>
                  <a:cubicBezTo>
                    <a:pt x="5765" y="1608"/>
                    <a:pt x="5669" y="1500"/>
                    <a:pt x="5524" y="1500"/>
                  </a:cubicBezTo>
                  <a:cubicBezTo>
                    <a:pt x="5432" y="1500"/>
                    <a:pt x="5319" y="1544"/>
                    <a:pt x="5175" y="1644"/>
                  </a:cubicBezTo>
                  <a:cubicBezTo>
                    <a:pt x="4818" y="1902"/>
                    <a:pt x="4145" y="2559"/>
                    <a:pt x="4145" y="2559"/>
                  </a:cubicBezTo>
                  <a:cubicBezTo>
                    <a:pt x="3888" y="1974"/>
                    <a:pt x="4517" y="173"/>
                    <a:pt x="4017" y="72"/>
                  </a:cubicBezTo>
                  <a:cubicBezTo>
                    <a:pt x="3964" y="62"/>
                    <a:pt x="3914" y="57"/>
                    <a:pt x="3867" y="57"/>
                  </a:cubicBezTo>
                  <a:cubicBezTo>
                    <a:pt x="3463" y="57"/>
                    <a:pt x="3303" y="401"/>
                    <a:pt x="3303" y="401"/>
                  </a:cubicBezTo>
                  <a:cubicBezTo>
                    <a:pt x="3303" y="401"/>
                    <a:pt x="3054" y="1"/>
                    <a:pt x="2558" y="1"/>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2"/>
            <p:cNvSpPr/>
            <p:nvPr/>
          </p:nvSpPr>
          <p:spPr>
            <a:xfrm>
              <a:off x="3945200" y="172538"/>
              <a:ext cx="926225" cy="136550"/>
            </a:xfrm>
            <a:custGeom>
              <a:avLst/>
              <a:gdLst/>
              <a:ahLst/>
              <a:cxnLst/>
              <a:rect l="l" t="t" r="r" b="b"/>
              <a:pathLst>
                <a:path w="37049" h="5462" extrusionOk="0">
                  <a:moveTo>
                    <a:pt x="700" y="1"/>
                  </a:moveTo>
                  <a:cubicBezTo>
                    <a:pt x="0" y="2702"/>
                    <a:pt x="700" y="5461"/>
                    <a:pt x="700" y="5461"/>
                  </a:cubicBezTo>
                  <a:cubicBezTo>
                    <a:pt x="2144" y="5032"/>
                    <a:pt x="7490" y="3460"/>
                    <a:pt x="9148" y="3331"/>
                  </a:cubicBezTo>
                  <a:cubicBezTo>
                    <a:pt x="10396" y="3235"/>
                    <a:pt x="13164" y="2861"/>
                    <a:pt x="14773" y="2861"/>
                  </a:cubicBezTo>
                  <a:cubicBezTo>
                    <a:pt x="15321" y="2861"/>
                    <a:pt x="15734" y="2904"/>
                    <a:pt x="15908" y="3016"/>
                  </a:cubicBezTo>
                  <a:cubicBezTo>
                    <a:pt x="16594" y="3460"/>
                    <a:pt x="18738" y="4461"/>
                    <a:pt x="18738" y="4461"/>
                  </a:cubicBezTo>
                  <a:lnTo>
                    <a:pt x="19039" y="4160"/>
                  </a:lnTo>
                  <a:lnTo>
                    <a:pt x="17738" y="3417"/>
                  </a:lnTo>
                  <a:cubicBezTo>
                    <a:pt x="17738" y="3417"/>
                    <a:pt x="18754" y="3266"/>
                    <a:pt x="19479" y="3266"/>
                  </a:cubicBezTo>
                  <a:cubicBezTo>
                    <a:pt x="19727" y="3266"/>
                    <a:pt x="19941" y="3284"/>
                    <a:pt x="20068" y="3331"/>
                  </a:cubicBezTo>
                  <a:cubicBezTo>
                    <a:pt x="20157" y="3364"/>
                    <a:pt x="20756" y="3378"/>
                    <a:pt x="21679" y="3378"/>
                  </a:cubicBezTo>
                  <a:cubicBezTo>
                    <a:pt x="25927" y="3378"/>
                    <a:pt x="37049" y="3088"/>
                    <a:pt x="37049" y="3088"/>
                  </a:cubicBezTo>
                  <a:lnTo>
                    <a:pt x="37049" y="2530"/>
                  </a:lnTo>
                  <a:cubicBezTo>
                    <a:pt x="37049" y="2530"/>
                    <a:pt x="30179" y="2253"/>
                    <a:pt x="28288" y="2253"/>
                  </a:cubicBezTo>
                  <a:cubicBezTo>
                    <a:pt x="28123" y="2253"/>
                    <a:pt x="27996" y="2255"/>
                    <a:pt x="27915" y="2259"/>
                  </a:cubicBezTo>
                  <a:cubicBezTo>
                    <a:pt x="27704" y="2271"/>
                    <a:pt x="27267" y="2278"/>
                    <a:pt x="26708" y="2278"/>
                  </a:cubicBezTo>
                  <a:cubicBezTo>
                    <a:pt x="24539" y="2278"/>
                    <a:pt x="20514" y="2174"/>
                    <a:pt x="20526" y="1844"/>
                  </a:cubicBezTo>
                  <a:cubicBezTo>
                    <a:pt x="20526" y="1444"/>
                    <a:pt x="21511" y="929"/>
                    <a:pt x="21511" y="929"/>
                  </a:cubicBezTo>
                  <a:lnTo>
                    <a:pt x="21012" y="558"/>
                  </a:lnTo>
                  <a:cubicBezTo>
                    <a:pt x="21012" y="558"/>
                    <a:pt x="19053" y="1758"/>
                    <a:pt x="18267" y="1831"/>
                  </a:cubicBezTo>
                  <a:cubicBezTo>
                    <a:pt x="18132" y="1846"/>
                    <a:pt x="17836" y="1852"/>
                    <a:pt x="17433" y="1852"/>
                  </a:cubicBezTo>
                  <a:cubicBezTo>
                    <a:pt x="16733" y="1852"/>
                    <a:pt x="15708" y="1834"/>
                    <a:pt x="14637" y="1816"/>
                  </a:cubicBezTo>
                  <a:cubicBezTo>
                    <a:pt x="13472" y="1799"/>
                    <a:pt x="12251" y="1777"/>
                    <a:pt x="11327" y="1777"/>
                  </a:cubicBezTo>
                  <a:cubicBezTo>
                    <a:pt x="10697" y="1777"/>
                    <a:pt x="10205" y="1787"/>
                    <a:pt x="9962" y="1816"/>
                  </a:cubicBezTo>
                  <a:cubicBezTo>
                    <a:pt x="9866" y="1827"/>
                    <a:pt x="9749" y="1832"/>
                    <a:pt x="9616" y="1832"/>
                  </a:cubicBezTo>
                  <a:cubicBezTo>
                    <a:pt x="8194" y="1832"/>
                    <a:pt x="4843" y="1259"/>
                    <a:pt x="4060" y="1259"/>
                  </a:cubicBezTo>
                  <a:cubicBezTo>
                    <a:pt x="3216" y="1259"/>
                    <a:pt x="700" y="1"/>
                    <a:pt x="70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2"/>
            <p:cNvSpPr/>
            <p:nvPr/>
          </p:nvSpPr>
          <p:spPr>
            <a:xfrm>
              <a:off x="4198900" y="189313"/>
              <a:ext cx="49075" cy="66675"/>
            </a:xfrm>
            <a:custGeom>
              <a:avLst/>
              <a:gdLst/>
              <a:ahLst/>
              <a:cxnLst/>
              <a:rect l="l" t="t" r="r" b="b"/>
              <a:pathLst>
                <a:path w="1963" h="2667" extrusionOk="0">
                  <a:moveTo>
                    <a:pt x="1029" y="0"/>
                  </a:moveTo>
                  <a:cubicBezTo>
                    <a:pt x="1020" y="0"/>
                    <a:pt x="1011" y="1"/>
                    <a:pt x="1001" y="1"/>
                  </a:cubicBezTo>
                  <a:cubicBezTo>
                    <a:pt x="357" y="45"/>
                    <a:pt x="1" y="487"/>
                    <a:pt x="14" y="1331"/>
                  </a:cubicBezTo>
                  <a:cubicBezTo>
                    <a:pt x="14" y="2080"/>
                    <a:pt x="341" y="2666"/>
                    <a:pt x="838" y="2666"/>
                  </a:cubicBezTo>
                  <a:cubicBezTo>
                    <a:pt x="890" y="2666"/>
                    <a:pt x="945" y="2660"/>
                    <a:pt x="1001" y="2646"/>
                  </a:cubicBezTo>
                  <a:cubicBezTo>
                    <a:pt x="1962" y="2420"/>
                    <a:pt x="1833" y="0"/>
                    <a:pt x="1029"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2"/>
            <p:cNvSpPr/>
            <p:nvPr/>
          </p:nvSpPr>
          <p:spPr>
            <a:xfrm>
              <a:off x="4153875"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2"/>
            <p:cNvSpPr/>
            <p:nvPr/>
          </p:nvSpPr>
          <p:spPr>
            <a:xfrm>
              <a:off x="4108850" y="189313"/>
              <a:ext cx="52950" cy="66675"/>
            </a:xfrm>
            <a:custGeom>
              <a:avLst/>
              <a:gdLst/>
              <a:ahLst/>
              <a:cxnLst/>
              <a:rect l="l" t="t" r="r" b="b"/>
              <a:pathLst>
                <a:path w="2118" h="2667" extrusionOk="0">
                  <a:moveTo>
                    <a:pt x="1103" y="0"/>
                  </a:moveTo>
                  <a:cubicBezTo>
                    <a:pt x="1093" y="0"/>
                    <a:pt x="1082" y="1"/>
                    <a:pt x="1072" y="1"/>
                  </a:cubicBezTo>
                  <a:cubicBezTo>
                    <a:pt x="372" y="45"/>
                    <a:pt x="1" y="487"/>
                    <a:pt x="14" y="1331"/>
                  </a:cubicBezTo>
                  <a:cubicBezTo>
                    <a:pt x="14" y="2080"/>
                    <a:pt x="377" y="2666"/>
                    <a:pt x="900" y="2666"/>
                  </a:cubicBezTo>
                  <a:cubicBezTo>
                    <a:pt x="956" y="2666"/>
                    <a:pt x="1013" y="2660"/>
                    <a:pt x="1072" y="2646"/>
                  </a:cubicBezTo>
                  <a:cubicBezTo>
                    <a:pt x="2118" y="2420"/>
                    <a:pt x="1977" y="0"/>
                    <a:pt x="110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2"/>
            <p:cNvSpPr/>
            <p:nvPr/>
          </p:nvSpPr>
          <p:spPr>
            <a:xfrm>
              <a:off x="4582950" y="189313"/>
              <a:ext cx="49075" cy="66675"/>
            </a:xfrm>
            <a:custGeom>
              <a:avLst/>
              <a:gdLst/>
              <a:ahLst/>
              <a:cxnLst/>
              <a:rect l="l" t="t" r="r" b="b"/>
              <a:pathLst>
                <a:path w="1963" h="2667" extrusionOk="0">
                  <a:moveTo>
                    <a:pt x="933" y="0"/>
                  </a:moveTo>
                  <a:cubicBezTo>
                    <a:pt x="115" y="0"/>
                    <a:pt x="1" y="2420"/>
                    <a:pt x="962" y="2646"/>
                  </a:cubicBezTo>
                  <a:cubicBezTo>
                    <a:pt x="1017" y="2660"/>
                    <a:pt x="1070" y="2666"/>
                    <a:pt x="1121" y="2666"/>
                  </a:cubicBezTo>
                  <a:cubicBezTo>
                    <a:pt x="1607" y="2666"/>
                    <a:pt x="1935" y="2080"/>
                    <a:pt x="1947" y="1331"/>
                  </a:cubicBezTo>
                  <a:cubicBezTo>
                    <a:pt x="1962" y="487"/>
                    <a:pt x="1604" y="45"/>
                    <a:pt x="962" y="1"/>
                  </a:cubicBezTo>
                  <a:cubicBezTo>
                    <a:pt x="952" y="1"/>
                    <a:pt x="942" y="0"/>
                    <a:pt x="93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2"/>
            <p:cNvSpPr/>
            <p:nvPr/>
          </p:nvSpPr>
          <p:spPr>
            <a:xfrm>
              <a:off x="4624050"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2"/>
            <p:cNvSpPr/>
            <p:nvPr/>
          </p:nvSpPr>
          <p:spPr>
            <a:xfrm>
              <a:off x="4669075" y="189313"/>
              <a:ext cx="53000" cy="66675"/>
            </a:xfrm>
            <a:custGeom>
              <a:avLst/>
              <a:gdLst/>
              <a:ahLst/>
              <a:cxnLst/>
              <a:rect l="l" t="t" r="r" b="b"/>
              <a:pathLst>
                <a:path w="2120" h="2667" extrusionOk="0">
                  <a:moveTo>
                    <a:pt x="1002" y="0"/>
                  </a:moveTo>
                  <a:cubicBezTo>
                    <a:pt x="129" y="0"/>
                    <a:pt x="1" y="2420"/>
                    <a:pt x="1033" y="2646"/>
                  </a:cubicBezTo>
                  <a:cubicBezTo>
                    <a:pt x="1093" y="2660"/>
                    <a:pt x="1152" y="2666"/>
                    <a:pt x="1208" y="2666"/>
                  </a:cubicBezTo>
                  <a:cubicBezTo>
                    <a:pt x="1740" y="2666"/>
                    <a:pt x="2092" y="2080"/>
                    <a:pt x="2104" y="1331"/>
                  </a:cubicBezTo>
                  <a:cubicBezTo>
                    <a:pt x="2119" y="487"/>
                    <a:pt x="1733" y="45"/>
                    <a:pt x="1033" y="1"/>
                  </a:cubicBezTo>
                  <a:cubicBezTo>
                    <a:pt x="1023" y="1"/>
                    <a:pt x="1012" y="0"/>
                    <a:pt x="1002"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2"/>
            <p:cNvSpPr/>
            <p:nvPr/>
          </p:nvSpPr>
          <p:spPr>
            <a:xfrm>
              <a:off x="4579825" y="274738"/>
              <a:ext cx="181175" cy="595350"/>
            </a:xfrm>
            <a:custGeom>
              <a:avLst/>
              <a:gdLst/>
              <a:ahLst/>
              <a:cxnLst/>
              <a:rect l="l" t="t" r="r" b="b"/>
              <a:pathLst>
                <a:path w="7247" h="23814" extrusionOk="0">
                  <a:moveTo>
                    <a:pt x="4746" y="1"/>
                  </a:moveTo>
                  <a:lnTo>
                    <a:pt x="3945" y="1272"/>
                  </a:lnTo>
                  <a:lnTo>
                    <a:pt x="3130" y="72"/>
                  </a:lnTo>
                  <a:lnTo>
                    <a:pt x="2230" y="1187"/>
                  </a:lnTo>
                  <a:lnTo>
                    <a:pt x="1658" y="144"/>
                  </a:lnTo>
                  <a:lnTo>
                    <a:pt x="1001" y="1129"/>
                  </a:lnTo>
                  <a:cubicBezTo>
                    <a:pt x="1001" y="1129"/>
                    <a:pt x="772" y="515"/>
                    <a:pt x="0" y="215"/>
                  </a:cubicBezTo>
                  <a:lnTo>
                    <a:pt x="0" y="215"/>
                  </a:lnTo>
                  <a:cubicBezTo>
                    <a:pt x="0" y="215"/>
                    <a:pt x="700" y="3159"/>
                    <a:pt x="801" y="7333"/>
                  </a:cubicBezTo>
                  <a:cubicBezTo>
                    <a:pt x="858" y="9534"/>
                    <a:pt x="643" y="12836"/>
                    <a:pt x="672" y="16067"/>
                  </a:cubicBezTo>
                  <a:cubicBezTo>
                    <a:pt x="686" y="18983"/>
                    <a:pt x="887" y="21841"/>
                    <a:pt x="1630" y="23814"/>
                  </a:cubicBezTo>
                  <a:cubicBezTo>
                    <a:pt x="1630" y="23814"/>
                    <a:pt x="6633" y="23313"/>
                    <a:pt x="6947" y="17653"/>
                  </a:cubicBezTo>
                  <a:cubicBezTo>
                    <a:pt x="7247" y="12007"/>
                    <a:pt x="5889" y="5147"/>
                    <a:pt x="5960" y="3474"/>
                  </a:cubicBezTo>
                  <a:cubicBezTo>
                    <a:pt x="6032" y="1802"/>
                    <a:pt x="6589" y="658"/>
                    <a:pt x="6589" y="658"/>
                  </a:cubicBezTo>
                  <a:lnTo>
                    <a:pt x="6589" y="658"/>
                  </a:lnTo>
                  <a:cubicBezTo>
                    <a:pt x="6589" y="658"/>
                    <a:pt x="5918" y="744"/>
                    <a:pt x="5131" y="1501"/>
                  </a:cubicBezTo>
                  <a:cubicBezTo>
                    <a:pt x="5103" y="1516"/>
                    <a:pt x="5089" y="1545"/>
                    <a:pt x="5060" y="1558"/>
                  </a:cubicBezTo>
                  <a:lnTo>
                    <a:pt x="4746"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2"/>
            <p:cNvSpPr/>
            <p:nvPr/>
          </p:nvSpPr>
          <p:spPr>
            <a:xfrm>
              <a:off x="4596600" y="291188"/>
              <a:ext cx="157975" cy="557800"/>
            </a:xfrm>
            <a:custGeom>
              <a:avLst/>
              <a:gdLst/>
              <a:ahLst/>
              <a:cxnLst/>
              <a:rect l="l" t="t" r="r" b="b"/>
              <a:pathLst>
                <a:path w="6319" h="22312" extrusionOk="0">
                  <a:moveTo>
                    <a:pt x="5918" y="0"/>
                  </a:moveTo>
                  <a:lnTo>
                    <a:pt x="5918" y="0"/>
                  </a:lnTo>
                  <a:cubicBezTo>
                    <a:pt x="5918" y="0"/>
                    <a:pt x="5647" y="29"/>
                    <a:pt x="5247" y="258"/>
                  </a:cubicBezTo>
                  <a:cubicBezTo>
                    <a:pt x="5018" y="386"/>
                    <a:pt x="4746" y="572"/>
                    <a:pt x="4460" y="843"/>
                  </a:cubicBezTo>
                  <a:cubicBezTo>
                    <a:pt x="4361" y="1058"/>
                    <a:pt x="4289" y="1287"/>
                    <a:pt x="4231" y="1544"/>
                  </a:cubicBezTo>
                  <a:cubicBezTo>
                    <a:pt x="4117" y="1987"/>
                    <a:pt x="4089" y="2430"/>
                    <a:pt x="4089" y="2888"/>
                  </a:cubicBezTo>
                  <a:cubicBezTo>
                    <a:pt x="4075" y="3559"/>
                    <a:pt x="4161" y="4245"/>
                    <a:pt x="4231" y="4917"/>
                  </a:cubicBezTo>
                  <a:cubicBezTo>
                    <a:pt x="4475" y="6918"/>
                    <a:pt x="4717" y="8933"/>
                    <a:pt x="4946" y="10949"/>
                  </a:cubicBezTo>
                  <a:cubicBezTo>
                    <a:pt x="5060" y="11893"/>
                    <a:pt x="5175" y="12850"/>
                    <a:pt x="5161" y="13808"/>
                  </a:cubicBezTo>
                  <a:cubicBezTo>
                    <a:pt x="5146" y="15123"/>
                    <a:pt x="4860" y="16509"/>
                    <a:pt x="3974" y="17481"/>
                  </a:cubicBezTo>
                  <a:cubicBezTo>
                    <a:pt x="3675" y="17824"/>
                    <a:pt x="3345" y="17995"/>
                    <a:pt x="3031" y="17995"/>
                  </a:cubicBezTo>
                  <a:cubicBezTo>
                    <a:pt x="2674" y="17995"/>
                    <a:pt x="2331" y="17781"/>
                    <a:pt x="2074" y="17353"/>
                  </a:cubicBezTo>
                  <a:cubicBezTo>
                    <a:pt x="1859" y="17010"/>
                    <a:pt x="1759" y="16595"/>
                    <a:pt x="1544" y="16251"/>
                  </a:cubicBezTo>
                  <a:cubicBezTo>
                    <a:pt x="1216" y="15708"/>
                    <a:pt x="630" y="15437"/>
                    <a:pt x="1" y="15409"/>
                  </a:cubicBezTo>
                  <a:lnTo>
                    <a:pt x="1" y="16166"/>
                  </a:lnTo>
                  <a:cubicBezTo>
                    <a:pt x="2274" y="17824"/>
                    <a:pt x="3002" y="20311"/>
                    <a:pt x="3303" y="22312"/>
                  </a:cubicBezTo>
                  <a:cubicBezTo>
                    <a:pt x="4647" y="21511"/>
                    <a:pt x="6104" y="19968"/>
                    <a:pt x="6276" y="16995"/>
                  </a:cubicBezTo>
                  <a:cubicBezTo>
                    <a:pt x="6305" y="16409"/>
                    <a:pt x="6318" y="15823"/>
                    <a:pt x="6318" y="15209"/>
                  </a:cubicBezTo>
                  <a:cubicBezTo>
                    <a:pt x="6318" y="10134"/>
                    <a:pt x="5289" y="4631"/>
                    <a:pt x="5289" y="2945"/>
                  </a:cubicBezTo>
                  <a:lnTo>
                    <a:pt x="5289" y="2816"/>
                  </a:lnTo>
                  <a:cubicBezTo>
                    <a:pt x="5361" y="1144"/>
                    <a:pt x="5918" y="0"/>
                    <a:pt x="5918"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62"/>
            <p:cNvSpPr/>
            <p:nvPr/>
          </p:nvSpPr>
          <p:spPr>
            <a:xfrm>
              <a:off x="4091700" y="274738"/>
              <a:ext cx="181175" cy="595350"/>
            </a:xfrm>
            <a:custGeom>
              <a:avLst/>
              <a:gdLst/>
              <a:ahLst/>
              <a:cxnLst/>
              <a:rect l="l" t="t" r="r" b="b"/>
              <a:pathLst>
                <a:path w="7247" h="23814" extrusionOk="0">
                  <a:moveTo>
                    <a:pt x="2501" y="1"/>
                  </a:moveTo>
                  <a:lnTo>
                    <a:pt x="2187" y="1558"/>
                  </a:lnTo>
                  <a:cubicBezTo>
                    <a:pt x="1373" y="744"/>
                    <a:pt x="658" y="658"/>
                    <a:pt x="658" y="658"/>
                  </a:cubicBezTo>
                  <a:lnTo>
                    <a:pt x="658" y="658"/>
                  </a:lnTo>
                  <a:cubicBezTo>
                    <a:pt x="658" y="658"/>
                    <a:pt x="1230" y="1802"/>
                    <a:pt x="1287" y="3474"/>
                  </a:cubicBezTo>
                  <a:cubicBezTo>
                    <a:pt x="1358" y="5147"/>
                    <a:pt x="1" y="12007"/>
                    <a:pt x="315" y="17653"/>
                  </a:cubicBezTo>
                  <a:cubicBezTo>
                    <a:pt x="443" y="20069"/>
                    <a:pt x="1430" y="21541"/>
                    <a:pt x="2516" y="22442"/>
                  </a:cubicBezTo>
                  <a:cubicBezTo>
                    <a:pt x="3974" y="23642"/>
                    <a:pt x="5617" y="23814"/>
                    <a:pt x="5617" y="23814"/>
                  </a:cubicBezTo>
                  <a:cubicBezTo>
                    <a:pt x="7176" y="19669"/>
                    <a:pt x="6347" y="11521"/>
                    <a:pt x="6446" y="7333"/>
                  </a:cubicBezTo>
                  <a:cubicBezTo>
                    <a:pt x="6547" y="3159"/>
                    <a:pt x="7247" y="215"/>
                    <a:pt x="7247" y="215"/>
                  </a:cubicBezTo>
                  <a:lnTo>
                    <a:pt x="7247" y="215"/>
                  </a:lnTo>
                  <a:cubicBezTo>
                    <a:pt x="6976" y="329"/>
                    <a:pt x="6761" y="472"/>
                    <a:pt x="6618" y="615"/>
                  </a:cubicBezTo>
                  <a:cubicBezTo>
                    <a:pt x="6347" y="872"/>
                    <a:pt x="6261" y="1129"/>
                    <a:pt x="6261" y="1129"/>
                  </a:cubicBezTo>
                  <a:lnTo>
                    <a:pt x="5589" y="144"/>
                  </a:lnTo>
                  <a:lnTo>
                    <a:pt x="5017" y="1187"/>
                  </a:lnTo>
                  <a:lnTo>
                    <a:pt x="4117" y="72"/>
                  </a:lnTo>
                  <a:lnTo>
                    <a:pt x="3317" y="1272"/>
                  </a:lnTo>
                  <a:lnTo>
                    <a:pt x="25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62"/>
            <p:cNvSpPr/>
            <p:nvPr/>
          </p:nvSpPr>
          <p:spPr>
            <a:xfrm>
              <a:off x="4154600" y="280088"/>
              <a:ext cx="118275" cy="575725"/>
            </a:xfrm>
            <a:custGeom>
              <a:avLst/>
              <a:gdLst/>
              <a:ahLst/>
              <a:cxnLst/>
              <a:rect l="l" t="t" r="r" b="b"/>
              <a:pathLst>
                <a:path w="4731" h="23029" extrusionOk="0">
                  <a:moveTo>
                    <a:pt x="4731" y="1"/>
                  </a:moveTo>
                  <a:cubicBezTo>
                    <a:pt x="4460" y="115"/>
                    <a:pt x="4245" y="258"/>
                    <a:pt x="4102" y="401"/>
                  </a:cubicBezTo>
                  <a:cubicBezTo>
                    <a:pt x="4045" y="572"/>
                    <a:pt x="3974" y="744"/>
                    <a:pt x="3917" y="944"/>
                  </a:cubicBezTo>
                  <a:cubicBezTo>
                    <a:pt x="3116" y="3389"/>
                    <a:pt x="2945" y="5990"/>
                    <a:pt x="2773" y="8534"/>
                  </a:cubicBezTo>
                  <a:cubicBezTo>
                    <a:pt x="2644" y="10393"/>
                    <a:pt x="2530" y="12251"/>
                    <a:pt x="2615" y="14094"/>
                  </a:cubicBezTo>
                  <a:cubicBezTo>
                    <a:pt x="2630" y="14623"/>
                    <a:pt x="2673" y="15152"/>
                    <a:pt x="2573" y="15681"/>
                  </a:cubicBezTo>
                  <a:cubicBezTo>
                    <a:pt x="2402" y="16638"/>
                    <a:pt x="1758" y="17454"/>
                    <a:pt x="1258" y="18311"/>
                  </a:cubicBezTo>
                  <a:cubicBezTo>
                    <a:pt x="572" y="19497"/>
                    <a:pt x="128" y="20855"/>
                    <a:pt x="0" y="22228"/>
                  </a:cubicBezTo>
                  <a:cubicBezTo>
                    <a:pt x="414" y="22571"/>
                    <a:pt x="858" y="22828"/>
                    <a:pt x="1258" y="23028"/>
                  </a:cubicBezTo>
                  <a:cubicBezTo>
                    <a:pt x="1472" y="20169"/>
                    <a:pt x="2530" y="18211"/>
                    <a:pt x="4045" y="16910"/>
                  </a:cubicBezTo>
                  <a:cubicBezTo>
                    <a:pt x="4060" y="16396"/>
                    <a:pt x="4073" y="15881"/>
                    <a:pt x="4073" y="15352"/>
                  </a:cubicBezTo>
                  <a:cubicBezTo>
                    <a:pt x="4073" y="12651"/>
                    <a:pt x="3930" y="9935"/>
                    <a:pt x="3930" y="7891"/>
                  </a:cubicBezTo>
                  <a:lnTo>
                    <a:pt x="3930" y="7119"/>
                  </a:lnTo>
                  <a:cubicBezTo>
                    <a:pt x="4031" y="2945"/>
                    <a:pt x="4731" y="1"/>
                    <a:pt x="4731" y="1"/>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62"/>
            <p:cNvSpPr/>
            <p:nvPr/>
          </p:nvSpPr>
          <p:spPr>
            <a:xfrm>
              <a:off x="4181375" y="649963"/>
              <a:ext cx="512450" cy="532125"/>
            </a:xfrm>
            <a:custGeom>
              <a:avLst/>
              <a:gdLst/>
              <a:ahLst/>
              <a:cxnLst/>
              <a:rect l="l" t="t" r="r" b="b"/>
              <a:pathLst>
                <a:path w="20498" h="21285" extrusionOk="0">
                  <a:moveTo>
                    <a:pt x="9890" y="1"/>
                  </a:moveTo>
                  <a:cubicBezTo>
                    <a:pt x="9653" y="1"/>
                    <a:pt x="9411" y="5"/>
                    <a:pt x="9163" y="14"/>
                  </a:cubicBezTo>
                  <a:cubicBezTo>
                    <a:pt x="7019" y="86"/>
                    <a:pt x="4904" y="629"/>
                    <a:pt x="3274" y="1887"/>
                  </a:cubicBezTo>
                  <a:cubicBezTo>
                    <a:pt x="1287" y="3402"/>
                    <a:pt x="1" y="5960"/>
                    <a:pt x="158" y="9977"/>
                  </a:cubicBezTo>
                  <a:cubicBezTo>
                    <a:pt x="401" y="16237"/>
                    <a:pt x="1874" y="20253"/>
                    <a:pt x="7576" y="21111"/>
                  </a:cubicBezTo>
                  <a:cubicBezTo>
                    <a:pt x="8337" y="21231"/>
                    <a:pt x="9164" y="21284"/>
                    <a:pt x="10076" y="21284"/>
                  </a:cubicBezTo>
                  <a:cubicBezTo>
                    <a:pt x="10364" y="21284"/>
                    <a:pt x="10659" y="21279"/>
                    <a:pt x="10964" y="21269"/>
                  </a:cubicBezTo>
                  <a:cubicBezTo>
                    <a:pt x="20141" y="20911"/>
                    <a:pt x="20497" y="15193"/>
                    <a:pt x="20126" y="10263"/>
                  </a:cubicBezTo>
                  <a:cubicBezTo>
                    <a:pt x="19902" y="7484"/>
                    <a:pt x="19830" y="1"/>
                    <a:pt x="989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2"/>
            <p:cNvSpPr/>
            <p:nvPr/>
          </p:nvSpPr>
          <p:spPr>
            <a:xfrm>
              <a:off x="4263225" y="682113"/>
              <a:ext cx="423450" cy="499925"/>
            </a:xfrm>
            <a:custGeom>
              <a:avLst/>
              <a:gdLst/>
              <a:ahLst/>
              <a:cxnLst/>
              <a:rect l="l" t="t" r="r" b="b"/>
              <a:pathLst>
                <a:path w="16938" h="19997" extrusionOk="0">
                  <a:moveTo>
                    <a:pt x="829" y="43"/>
                  </a:moveTo>
                  <a:cubicBezTo>
                    <a:pt x="544" y="214"/>
                    <a:pt x="271" y="401"/>
                    <a:pt x="0" y="601"/>
                  </a:cubicBezTo>
                  <a:cubicBezTo>
                    <a:pt x="286" y="500"/>
                    <a:pt x="572" y="414"/>
                    <a:pt x="858" y="329"/>
                  </a:cubicBezTo>
                  <a:cubicBezTo>
                    <a:pt x="858" y="229"/>
                    <a:pt x="843" y="143"/>
                    <a:pt x="829" y="43"/>
                  </a:cubicBezTo>
                  <a:close/>
                  <a:moveTo>
                    <a:pt x="12521" y="0"/>
                  </a:moveTo>
                  <a:cubicBezTo>
                    <a:pt x="12407" y="43"/>
                    <a:pt x="12293" y="71"/>
                    <a:pt x="12178" y="71"/>
                  </a:cubicBezTo>
                  <a:cubicBezTo>
                    <a:pt x="12478" y="2573"/>
                    <a:pt x="12850" y="3044"/>
                    <a:pt x="13107" y="3488"/>
                  </a:cubicBezTo>
                  <a:cubicBezTo>
                    <a:pt x="13122" y="3530"/>
                    <a:pt x="13135" y="3559"/>
                    <a:pt x="13135" y="3588"/>
                  </a:cubicBezTo>
                  <a:cubicBezTo>
                    <a:pt x="13135" y="3702"/>
                    <a:pt x="12993" y="3759"/>
                    <a:pt x="12779" y="3759"/>
                  </a:cubicBezTo>
                  <a:cubicBezTo>
                    <a:pt x="12364" y="3759"/>
                    <a:pt x="11649" y="3530"/>
                    <a:pt x="11235" y="3044"/>
                  </a:cubicBezTo>
                  <a:lnTo>
                    <a:pt x="11235" y="3044"/>
                  </a:lnTo>
                  <a:cubicBezTo>
                    <a:pt x="11235" y="3044"/>
                    <a:pt x="11292" y="3459"/>
                    <a:pt x="11292" y="3788"/>
                  </a:cubicBezTo>
                  <a:cubicBezTo>
                    <a:pt x="11292" y="3959"/>
                    <a:pt x="11277" y="4102"/>
                    <a:pt x="11235" y="4159"/>
                  </a:cubicBezTo>
                  <a:cubicBezTo>
                    <a:pt x="11235" y="4174"/>
                    <a:pt x="11220" y="4188"/>
                    <a:pt x="11192" y="4188"/>
                  </a:cubicBezTo>
                  <a:cubicBezTo>
                    <a:pt x="11092" y="4188"/>
                    <a:pt x="10835" y="4016"/>
                    <a:pt x="10563" y="3816"/>
                  </a:cubicBezTo>
                  <a:lnTo>
                    <a:pt x="10563" y="3816"/>
                  </a:lnTo>
                  <a:cubicBezTo>
                    <a:pt x="11035" y="4803"/>
                    <a:pt x="11363" y="5874"/>
                    <a:pt x="11635" y="6918"/>
                  </a:cubicBezTo>
                  <a:cubicBezTo>
                    <a:pt x="12192" y="9005"/>
                    <a:pt x="12621" y="11163"/>
                    <a:pt x="12350" y="13307"/>
                  </a:cubicBezTo>
                  <a:cubicBezTo>
                    <a:pt x="12078" y="15437"/>
                    <a:pt x="10978" y="17567"/>
                    <a:pt x="9105" y="18624"/>
                  </a:cubicBezTo>
                  <a:cubicBezTo>
                    <a:pt x="7647" y="19425"/>
                    <a:pt x="5932" y="19510"/>
                    <a:pt x="4302" y="19825"/>
                  </a:cubicBezTo>
                  <a:cubicBezTo>
                    <a:pt x="5060" y="19939"/>
                    <a:pt x="5889" y="19996"/>
                    <a:pt x="6789" y="19996"/>
                  </a:cubicBezTo>
                  <a:cubicBezTo>
                    <a:pt x="7075" y="19996"/>
                    <a:pt x="7376" y="19996"/>
                    <a:pt x="7690" y="19983"/>
                  </a:cubicBezTo>
                  <a:cubicBezTo>
                    <a:pt x="15552" y="19682"/>
                    <a:pt x="16938" y="15451"/>
                    <a:pt x="16938" y="11134"/>
                  </a:cubicBezTo>
                  <a:cubicBezTo>
                    <a:pt x="16938" y="10406"/>
                    <a:pt x="16895" y="9677"/>
                    <a:pt x="16852" y="8977"/>
                  </a:cubicBezTo>
                  <a:cubicBezTo>
                    <a:pt x="16795" y="8376"/>
                    <a:pt x="16766" y="7576"/>
                    <a:pt x="16638" y="6675"/>
                  </a:cubicBezTo>
                  <a:cubicBezTo>
                    <a:pt x="16337" y="4674"/>
                    <a:pt x="15609" y="2187"/>
                    <a:pt x="13336" y="529"/>
                  </a:cubicBezTo>
                  <a:cubicBezTo>
                    <a:pt x="13093" y="343"/>
                    <a:pt x="12821" y="172"/>
                    <a:pt x="12521" y="0"/>
                  </a:cubicBezTo>
                  <a:close/>
                </a:path>
              </a:pathLst>
            </a:custGeom>
            <a:solidFill>
              <a:srgbClr val="6837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2"/>
            <p:cNvSpPr/>
            <p:nvPr/>
          </p:nvSpPr>
          <p:spPr>
            <a:xfrm>
              <a:off x="4215675" y="995863"/>
              <a:ext cx="51150" cy="38225"/>
            </a:xfrm>
            <a:custGeom>
              <a:avLst/>
              <a:gdLst/>
              <a:ahLst/>
              <a:cxnLst/>
              <a:rect l="l" t="t" r="r" b="b"/>
              <a:pathLst>
                <a:path w="2046" h="1529" extrusionOk="0">
                  <a:moveTo>
                    <a:pt x="1030" y="0"/>
                  </a:moveTo>
                  <a:cubicBezTo>
                    <a:pt x="401" y="0"/>
                    <a:pt x="1" y="1529"/>
                    <a:pt x="1030" y="1529"/>
                  </a:cubicBezTo>
                  <a:cubicBezTo>
                    <a:pt x="2045" y="1529"/>
                    <a:pt x="1859" y="0"/>
                    <a:pt x="103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2"/>
            <p:cNvSpPr/>
            <p:nvPr/>
          </p:nvSpPr>
          <p:spPr>
            <a:xfrm>
              <a:off x="4243225" y="936888"/>
              <a:ext cx="39650" cy="43600"/>
            </a:xfrm>
            <a:custGeom>
              <a:avLst/>
              <a:gdLst/>
              <a:ahLst/>
              <a:cxnLst/>
              <a:rect l="l" t="t" r="r" b="b"/>
              <a:pathLst>
                <a:path w="1586" h="1744" extrusionOk="0">
                  <a:moveTo>
                    <a:pt x="700" y="0"/>
                  </a:moveTo>
                  <a:cubicBezTo>
                    <a:pt x="14" y="0"/>
                    <a:pt x="0" y="1744"/>
                    <a:pt x="686" y="1744"/>
                  </a:cubicBezTo>
                  <a:cubicBezTo>
                    <a:pt x="728" y="1744"/>
                    <a:pt x="757" y="1744"/>
                    <a:pt x="800" y="1730"/>
                  </a:cubicBezTo>
                  <a:cubicBezTo>
                    <a:pt x="1586" y="1530"/>
                    <a:pt x="1414" y="0"/>
                    <a:pt x="700"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2"/>
            <p:cNvSpPr/>
            <p:nvPr/>
          </p:nvSpPr>
          <p:spPr>
            <a:xfrm>
              <a:off x="4256075" y="1043013"/>
              <a:ext cx="43625" cy="56125"/>
            </a:xfrm>
            <a:custGeom>
              <a:avLst/>
              <a:gdLst/>
              <a:ahLst/>
              <a:cxnLst/>
              <a:rect l="l" t="t" r="r" b="b"/>
              <a:pathLst>
                <a:path w="1745" h="2245" extrusionOk="0">
                  <a:moveTo>
                    <a:pt x="872" y="1"/>
                  </a:moveTo>
                  <a:cubicBezTo>
                    <a:pt x="129" y="43"/>
                    <a:pt x="1" y="2244"/>
                    <a:pt x="872" y="2244"/>
                  </a:cubicBezTo>
                  <a:cubicBezTo>
                    <a:pt x="1744" y="2244"/>
                    <a:pt x="1615" y="1"/>
                    <a:pt x="887"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2"/>
            <p:cNvSpPr/>
            <p:nvPr/>
          </p:nvSpPr>
          <p:spPr>
            <a:xfrm>
              <a:off x="4267500" y="1005488"/>
              <a:ext cx="23975" cy="16825"/>
            </a:xfrm>
            <a:custGeom>
              <a:avLst/>
              <a:gdLst/>
              <a:ahLst/>
              <a:cxnLst/>
              <a:rect l="l" t="t" r="r" b="b"/>
              <a:pathLst>
                <a:path w="959" h="673" extrusionOk="0">
                  <a:moveTo>
                    <a:pt x="487" y="0"/>
                  </a:moveTo>
                  <a:cubicBezTo>
                    <a:pt x="1" y="0"/>
                    <a:pt x="15" y="673"/>
                    <a:pt x="487" y="673"/>
                  </a:cubicBezTo>
                  <a:cubicBezTo>
                    <a:pt x="958" y="673"/>
                    <a:pt x="958" y="0"/>
                    <a:pt x="487" y="0"/>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2"/>
            <p:cNvSpPr/>
            <p:nvPr/>
          </p:nvSpPr>
          <p:spPr>
            <a:xfrm>
              <a:off x="4204975" y="958313"/>
              <a:ext cx="24300" cy="22175"/>
            </a:xfrm>
            <a:custGeom>
              <a:avLst/>
              <a:gdLst/>
              <a:ahLst/>
              <a:cxnLst/>
              <a:rect l="l" t="t" r="r" b="b"/>
              <a:pathLst>
                <a:path w="972" h="887" extrusionOk="0">
                  <a:moveTo>
                    <a:pt x="658" y="1"/>
                  </a:moveTo>
                  <a:cubicBezTo>
                    <a:pt x="644" y="1"/>
                    <a:pt x="615" y="1"/>
                    <a:pt x="587" y="16"/>
                  </a:cubicBezTo>
                  <a:cubicBezTo>
                    <a:pt x="229" y="172"/>
                    <a:pt x="0" y="787"/>
                    <a:pt x="587" y="887"/>
                  </a:cubicBezTo>
                  <a:lnTo>
                    <a:pt x="658" y="887"/>
                  </a:lnTo>
                  <a:cubicBezTo>
                    <a:pt x="886" y="887"/>
                    <a:pt x="972" y="673"/>
                    <a:pt x="943" y="444"/>
                  </a:cubicBezTo>
                  <a:cubicBezTo>
                    <a:pt x="930" y="216"/>
                    <a:pt x="815" y="1"/>
                    <a:pt x="658" y="1"/>
                  </a:cubicBezTo>
                  <a:close/>
                </a:path>
              </a:pathLst>
            </a:custGeom>
            <a:solidFill>
              <a:srgbClr val="703C3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62"/>
            <p:cNvSpPr/>
            <p:nvPr/>
          </p:nvSpPr>
          <p:spPr>
            <a:xfrm>
              <a:off x="4237175" y="617413"/>
              <a:ext cx="49650" cy="66500"/>
            </a:xfrm>
            <a:custGeom>
              <a:avLst/>
              <a:gdLst/>
              <a:ahLst/>
              <a:cxnLst/>
              <a:rect l="l" t="t" r="r" b="b"/>
              <a:pathLst>
                <a:path w="1986" h="2660" extrusionOk="0">
                  <a:moveTo>
                    <a:pt x="1230" y="0"/>
                  </a:moveTo>
                  <a:cubicBezTo>
                    <a:pt x="960" y="0"/>
                    <a:pt x="669" y="112"/>
                    <a:pt x="456" y="487"/>
                  </a:cubicBezTo>
                  <a:cubicBezTo>
                    <a:pt x="0" y="1310"/>
                    <a:pt x="800" y="2660"/>
                    <a:pt x="1655" y="2660"/>
                  </a:cubicBezTo>
                  <a:cubicBezTo>
                    <a:pt x="1765" y="2660"/>
                    <a:pt x="1876" y="2637"/>
                    <a:pt x="1986" y="2588"/>
                  </a:cubicBezTo>
                  <a:lnTo>
                    <a:pt x="1986" y="244"/>
                  </a:lnTo>
                  <a:cubicBezTo>
                    <a:pt x="1986" y="244"/>
                    <a:pt x="1630" y="0"/>
                    <a:pt x="1230"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62"/>
            <p:cNvSpPr/>
            <p:nvPr/>
          </p:nvSpPr>
          <p:spPr>
            <a:xfrm>
              <a:off x="4256900" y="638513"/>
              <a:ext cx="22725" cy="24875"/>
            </a:xfrm>
            <a:custGeom>
              <a:avLst/>
              <a:gdLst/>
              <a:ahLst/>
              <a:cxnLst/>
              <a:rect l="l" t="t" r="r" b="b"/>
              <a:pathLst>
                <a:path w="909" h="995" extrusionOk="0">
                  <a:moveTo>
                    <a:pt x="377" y="0"/>
                  </a:moveTo>
                  <a:cubicBezTo>
                    <a:pt x="374" y="0"/>
                    <a:pt x="371" y="0"/>
                    <a:pt x="368" y="1"/>
                  </a:cubicBezTo>
                  <a:cubicBezTo>
                    <a:pt x="1" y="14"/>
                    <a:pt x="279" y="995"/>
                    <a:pt x="565" y="995"/>
                  </a:cubicBezTo>
                  <a:cubicBezTo>
                    <a:pt x="580" y="995"/>
                    <a:pt x="595" y="992"/>
                    <a:pt x="610" y="986"/>
                  </a:cubicBezTo>
                  <a:cubicBezTo>
                    <a:pt x="908" y="873"/>
                    <a:pt x="756" y="0"/>
                    <a:pt x="377"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2"/>
            <p:cNvSpPr/>
            <p:nvPr/>
          </p:nvSpPr>
          <p:spPr>
            <a:xfrm>
              <a:off x="4559100" y="617413"/>
              <a:ext cx="49625" cy="66500"/>
            </a:xfrm>
            <a:custGeom>
              <a:avLst/>
              <a:gdLst/>
              <a:ahLst/>
              <a:cxnLst/>
              <a:rect l="l" t="t" r="r" b="b"/>
              <a:pathLst>
                <a:path w="1985" h="2660" extrusionOk="0">
                  <a:moveTo>
                    <a:pt x="756" y="0"/>
                  </a:moveTo>
                  <a:cubicBezTo>
                    <a:pt x="356" y="0"/>
                    <a:pt x="0" y="244"/>
                    <a:pt x="0" y="244"/>
                  </a:cubicBezTo>
                  <a:lnTo>
                    <a:pt x="0" y="2588"/>
                  </a:lnTo>
                  <a:cubicBezTo>
                    <a:pt x="111" y="2637"/>
                    <a:pt x="224" y="2660"/>
                    <a:pt x="335" y="2660"/>
                  </a:cubicBezTo>
                  <a:cubicBezTo>
                    <a:pt x="1197" y="2660"/>
                    <a:pt x="1985" y="1310"/>
                    <a:pt x="1529" y="487"/>
                  </a:cubicBezTo>
                  <a:cubicBezTo>
                    <a:pt x="1316" y="112"/>
                    <a:pt x="1026" y="0"/>
                    <a:pt x="756"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2"/>
            <p:cNvSpPr/>
            <p:nvPr/>
          </p:nvSpPr>
          <p:spPr>
            <a:xfrm>
              <a:off x="4566650" y="638513"/>
              <a:ext cx="22350" cy="24875"/>
            </a:xfrm>
            <a:custGeom>
              <a:avLst/>
              <a:gdLst/>
              <a:ahLst/>
              <a:cxnLst/>
              <a:rect l="l" t="t" r="r" b="b"/>
              <a:pathLst>
                <a:path w="894" h="995" extrusionOk="0">
                  <a:moveTo>
                    <a:pt x="518" y="0"/>
                  </a:moveTo>
                  <a:cubicBezTo>
                    <a:pt x="139" y="0"/>
                    <a:pt x="0" y="873"/>
                    <a:pt x="299" y="986"/>
                  </a:cubicBezTo>
                  <a:cubicBezTo>
                    <a:pt x="314" y="992"/>
                    <a:pt x="329" y="995"/>
                    <a:pt x="344" y="995"/>
                  </a:cubicBezTo>
                  <a:cubicBezTo>
                    <a:pt x="628" y="995"/>
                    <a:pt x="893" y="14"/>
                    <a:pt x="527" y="1"/>
                  </a:cubicBezTo>
                  <a:cubicBezTo>
                    <a:pt x="524" y="0"/>
                    <a:pt x="521" y="0"/>
                    <a:pt x="518"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2"/>
            <p:cNvSpPr/>
            <p:nvPr/>
          </p:nvSpPr>
          <p:spPr>
            <a:xfrm>
              <a:off x="4267500" y="435213"/>
              <a:ext cx="325900" cy="385125"/>
            </a:xfrm>
            <a:custGeom>
              <a:avLst/>
              <a:gdLst/>
              <a:ahLst/>
              <a:cxnLst/>
              <a:rect l="l" t="t" r="r" b="b"/>
              <a:pathLst>
                <a:path w="13036" h="15405" extrusionOk="0">
                  <a:moveTo>
                    <a:pt x="7605" y="1"/>
                  </a:moveTo>
                  <a:cubicBezTo>
                    <a:pt x="7492" y="1"/>
                    <a:pt x="7412" y="25"/>
                    <a:pt x="7376" y="71"/>
                  </a:cubicBezTo>
                  <a:cubicBezTo>
                    <a:pt x="7348" y="128"/>
                    <a:pt x="7361" y="214"/>
                    <a:pt x="7447" y="314"/>
                  </a:cubicBezTo>
                  <a:cubicBezTo>
                    <a:pt x="7962" y="942"/>
                    <a:pt x="8120" y="1758"/>
                    <a:pt x="8120" y="1758"/>
                  </a:cubicBezTo>
                  <a:cubicBezTo>
                    <a:pt x="7123" y="633"/>
                    <a:pt x="5678" y="149"/>
                    <a:pt x="5037" y="149"/>
                  </a:cubicBezTo>
                  <a:cubicBezTo>
                    <a:pt x="4750" y="149"/>
                    <a:pt x="4624" y="246"/>
                    <a:pt x="4775" y="428"/>
                  </a:cubicBezTo>
                  <a:cubicBezTo>
                    <a:pt x="5275" y="1014"/>
                    <a:pt x="5518" y="1800"/>
                    <a:pt x="5518" y="1800"/>
                  </a:cubicBezTo>
                  <a:cubicBezTo>
                    <a:pt x="4986" y="961"/>
                    <a:pt x="3568" y="547"/>
                    <a:pt x="2972" y="547"/>
                  </a:cubicBezTo>
                  <a:cubicBezTo>
                    <a:pt x="2736" y="547"/>
                    <a:pt x="2629" y="612"/>
                    <a:pt x="2759" y="742"/>
                  </a:cubicBezTo>
                  <a:cubicBezTo>
                    <a:pt x="3203" y="1215"/>
                    <a:pt x="3502" y="2000"/>
                    <a:pt x="3502" y="2000"/>
                  </a:cubicBezTo>
                  <a:cubicBezTo>
                    <a:pt x="3502" y="2000"/>
                    <a:pt x="3500" y="2000"/>
                    <a:pt x="3496" y="2000"/>
                  </a:cubicBezTo>
                  <a:cubicBezTo>
                    <a:pt x="3393" y="2000"/>
                    <a:pt x="2114" y="2039"/>
                    <a:pt x="1072" y="3944"/>
                  </a:cubicBezTo>
                  <a:cubicBezTo>
                    <a:pt x="1" y="5931"/>
                    <a:pt x="830" y="11048"/>
                    <a:pt x="887" y="12363"/>
                  </a:cubicBezTo>
                  <a:cubicBezTo>
                    <a:pt x="944" y="13664"/>
                    <a:pt x="186" y="14150"/>
                    <a:pt x="487" y="14307"/>
                  </a:cubicBezTo>
                  <a:cubicBezTo>
                    <a:pt x="501" y="14321"/>
                    <a:pt x="529" y="14321"/>
                    <a:pt x="573" y="14336"/>
                  </a:cubicBezTo>
                  <a:cubicBezTo>
                    <a:pt x="600" y="14342"/>
                    <a:pt x="629" y="14345"/>
                    <a:pt x="659" y="14345"/>
                  </a:cubicBezTo>
                  <a:cubicBezTo>
                    <a:pt x="1191" y="14345"/>
                    <a:pt x="2202" y="13450"/>
                    <a:pt x="2202" y="13450"/>
                  </a:cubicBezTo>
                  <a:lnTo>
                    <a:pt x="2202" y="13450"/>
                  </a:lnTo>
                  <a:cubicBezTo>
                    <a:pt x="2511" y="14459"/>
                    <a:pt x="2200" y="15405"/>
                    <a:pt x="2592" y="15405"/>
                  </a:cubicBezTo>
                  <a:cubicBezTo>
                    <a:pt x="2616" y="15405"/>
                    <a:pt x="2643" y="15401"/>
                    <a:pt x="2673" y="15394"/>
                  </a:cubicBezTo>
                  <a:cubicBezTo>
                    <a:pt x="3203" y="15251"/>
                    <a:pt x="4474" y="13707"/>
                    <a:pt x="4474" y="13707"/>
                  </a:cubicBezTo>
                  <a:cubicBezTo>
                    <a:pt x="4678" y="14451"/>
                    <a:pt x="4521" y="15388"/>
                    <a:pt x="4735" y="15388"/>
                  </a:cubicBezTo>
                  <a:cubicBezTo>
                    <a:pt x="4747" y="15388"/>
                    <a:pt x="4761" y="15385"/>
                    <a:pt x="4775" y="15379"/>
                  </a:cubicBezTo>
                  <a:cubicBezTo>
                    <a:pt x="5046" y="15279"/>
                    <a:pt x="6075" y="14035"/>
                    <a:pt x="6075" y="14035"/>
                  </a:cubicBezTo>
                  <a:cubicBezTo>
                    <a:pt x="6283" y="14327"/>
                    <a:pt x="6544" y="15382"/>
                    <a:pt x="6742" y="15382"/>
                  </a:cubicBezTo>
                  <a:cubicBezTo>
                    <a:pt x="6749" y="15382"/>
                    <a:pt x="6755" y="15381"/>
                    <a:pt x="6761" y="15379"/>
                  </a:cubicBezTo>
                  <a:cubicBezTo>
                    <a:pt x="6976" y="15308"/>
                    <a:pt x="7719" y="14007"/>
                    <a:pt x="7919" y="13850"/>
                  </a:cubicBezTo>
                  <a:cubicBezTo>
                    <a:pt x="7929" y="13843"/>
                    <a:pt x="7939" y="13840"/>
                    <a:pt x="7950" y="13840"/>
                  </a:cubicBezTo>
                  <a:cubicBezTo>
                    <a:pt x="8063" y="13840"/>
                    <a:pt x="8285" y="14152"/>
                    <a:pt x="8505" y="14464"/>
                  </a:cubicBezTo>
                  <a:cubicBezTo>
                    <a:pt x="8732" y="14781"/>
                    <a:pt x="8949" y="15096"/>
                    <a:pt x="9065" y="15096"/>
                  </a:cubicBezTo>
                  <a:cubicBezTo>
                    <a:pt x="9080" y="15096"/>
                    <a:pt x="9094" y="15091"/>
                    <a:pt x="9105" y="15079"/>
                  </a:cubicBezTo>
                  <a:cubicBezTo>
                    <a:pt x="9305" y="14893"/>
                    <a:pt x="9606" y="13063"/>
                    <a:pt x="9606" y="13063"/>
                  </a:cubicBezTo>
                  <a:cubicBezTo>
                    <a:pt x="9606" y="13063"/>
                    <a:pt x="10757" y="14056"/>
                    <a:pt x="11019" y="14056"/>
                  </a:cubicBezTo>
                  <a:cubicBezTo>
                    <a:pt x="11040" y="14056"/>
                    <a:pt x="11056" y="14049"/>
                    <a:pt x="11064" y="14035"/>
                  </a:cubicBezTo>
                  <a:cubicBezTo>
                    <a:pt x="11178" y="13850"/>
                    <a:pt x="11064" y="12921"/>
                    <a:pt x="11064" y="12920"/>
                  </a:cubicBezTo>
                  <a:lnTo>
                    <a:pt x="11064" y="12920"/>
                  </a:lnTo>
                  <a:cubicBezTo>
                    <a:pt x="11476" y="13403"/>
                    <a:pt x="12183" y="13632"/>
                    <a:pt x="12609" y="13632"/>
                  </a:cubicBezTo>
                  <a:cubicBezTo>
                    <a:pt x="12878" y="13632"/>
                    <a:pt x="13035" y="13541"/>
                    <a:pt x="12936" y="13364"/>
                  </a:cubicBezTo>
                  <a:cubicBezTo>
                    <a:pt x="12665" y="12920"/>
                    <a:pt x="12293" y="12434"/>
                    <a:pt x="11993" y="9876"/>
                  </a:cubicBezTo>
                  <a:cubicBezTo>
                    <a:pt x="11707" y="7332"/>
                    <a:pt x="12322" y="4159"/>
                    <a:pt x="10292" y="1672"/>
                  </a:cubicBezTo>
                  <a:cubicBezTo>
                    <a:pt x="9331" y="500"/>
                    <a:pt x="8120" y="1"/>
                    <a:pt x="7605"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2"/>
            <p:cNvSpPr/>
            <p:nvPr/>
          </p:nvSpPr>
          <p:spPr>
            <a:xfrm>
              <a:off x="4279650" y="435188"/>
              <a:ext cx="311975" cy="385225"/>
            </a:xfrm>
            <a:custGeom>
              <a:avLst/>
              <a:gdLst/>
              <a:ahLst/>
              <a:cxnLst/>
              <a:rect l="l" t="t" r="r" b="b"/>
              <a:pathLst>
                <a:path w="12479" h="15409" extrusionOk="0">
                  <a:moveTo>
                    <a:pt x="7119" y="0"/>
                  </a:moveTo>
                  <a:cubicBezTo>
                    <a:pt x="7005" y="0"/>
                    <a:pt x="6933" y="29"/>
                    <a:pt x="6890" y="72"/>
                  </a:cubicBezTo>
                  <a:cubicBezTo>
                    <a:pt x="7076" y="158"/>
                    <a:pt x="7247" y="244"/>
                    <a:pt x="7419" y="358"/>
                  </a:cubicBezTo>
                  <a:cubicBezTo>
                    <a:pt x="8863" y="1330"/>
                    <a:pt x="9978" y="2816"/>
                    <a:pt x="10477" y="4488"/>
                  </a:cubicBezTo>
                  <a:cubicBezTo>
                    <a:pt x="11293" y="7219"/>
                    <a:pt x="10535" y="10291"/>
                    <a:pt x="11579" y="12950"/>
                  </a:cubicBezTo>
                  <a:cubicBezTo>
                    <a:pt x="11035" y="12893"/>
                    <a:pt x="10521" y="12593"/>
                    <a:pt x="10206" y="12164"/>
                  </a:cubicBezTo>
                  <a:cubicBezTo>
                    <a:pt x="10063" y="12578"/>
                    <a:pt x="10006" y="13022"/>
                    <a:pt x="10035" y="13451"/>
                  </a:cubicBezTo>
                  <a:cubicBezTo>
                    <a:pt x="9563" y="13079"/>
                    <a:pt x="9105" y="12664"/>
                    <a:pt x="8691" y="12207"/>
                  </a:cubicBezTo>
                  <a:cubicBezTo>
                    <a:pt x="8534" y="12850"/>
                    <a:pt x="8434" y="13493"/>
                    <a:pt x="8377" y="14151"/>
                  </a:cubicBezTo>
                  <a:cubicBezTo>
                    <a:pt x="8034" y="13836"/>
                    <a:pt x="7704" y="13537"/>
                    <a:pt x="7361" y="13222"/>
                  </a:cubicBezTo>
                  <a:cubicBezTo>
                    <a:pt x="7076" y="13765"/>
                    <a:pt x="6704" y="14236"/>
                    <a:pt x="6261" y="14651"/>
                  </a:cubicBezTo>
                  <a:cubicBezTo>
                    <a:pt x="6004" y="14265"/>
                    <a:pt x="5761" y="13880"/>
                    <a:pt x="5503" y="13493"/>
                  </a:cubicBezTo>
                  <a:cubicBezTo>
                    <a:pt x="5175" y="13836"/>
                    <a:pt x="4832" y="14165"/>
                    <a:pt x="4503" y="14494"/>
                  </a:cubicBezTo>
                  <a:cubicBezTo>
                    <a:pt x="4417" y="13937"/>
                    <a:pt x="4232" y="13394"/>
                    <a:pt x="3946" y="12908"/>
                  </a:cubicBezTo>
                  <a:lnTo>
                    <a:pt x="3946" y="12908"/>
                  </a:lnTo>
                  <a:cubicBezTo>
                    <a:pt x="4045" y="13079"/>
                    <a:pt x="3003" y="14179"/>
                    <a:pt x="2845" y="14294"/>
                  </a:cubicBezTo>
                  <a:cubicBezTo>
                    <a:pt x="2688" y="14408"/>
                    <a:pt x="2574" y="14465"/>
                    <a:pt x="2488" y="14465"/>
                  </a:cubicBezTo>
                  <a:cubicBezTo>
                    <a:pt x="2202" y="14465"/>
                    <a:pt x="2159" y="14008"/>
                    <a:pt x="2031" y="13607"/>
                  </a:cubicBezTo>
                  <a:cubicBezTo>
                    <a:pt x="1888" y="13165"/>
                    <a:pt x="1787" y="12936"/>
                    <a:pt x="1616" y="12936"/>
                  </a:cubicBezTo>
                  <a:cubicBezTo>
                    <a:pt x="1487" y="12936"/>
                    <a:pt x="1330" y="13051"/>
                    <a:pt x="1116" y="13293"/>
                  </a:cubicBezTo>
                  <a:cubicBezTo>
                    <a:pt x="758" y="13665"/>
                    <a:pt x="344" y="13937"/>
                    <a:pt x="1" y="14308"/>
                  </a:cubicBezTo>
                  <a:cubicBezTo>
                    <a:pt x="15" y="14322"/>
                    <a:pt x="43" y="14322"/>
                    <a:pt x="87" y="14337"/>
                  </a:cubicBezTo>
                  <a:cubicBezTo>
                    <a:pt x="115" y="14351"/>
                    <a:pt x="144" y="14351"/>
                    <a:pt x="172" y="14351"/>
                  </a:cubicBezTo>
                  <a:cubicBezTo>
                    <a:pt x="701" y="14351"/>
                    <a:pt x="1716" y="13451"/>
                    <a:pt x="1716" y="13451"/>
                  </a:cubicBezTo>
                  <a:cubicBezTo>
                    <a:pt x="2031" y="14465"/>
                    <a:pt x="1716" y="15408"/>
                    <a:pt x="2101" y="15408"/>
                  </a:cubicBezTo>
                  <a:cubicBezTo>
                    <a:pt x="2130" y="15408"/>
                    <a:pt x="2159" y="15408"/>
                    <a:pt x="2187" y="15395"/>
                  </a:cubicBezTo>
                  <a:cubicBezTo>
                    <a:pt x="2717" y="15252"/>
                    <a:pt x="3988" y="13708"/>
                    <a:pt x="3988" y="13708"/>
                  </a:cubicBezTo>
                  <a:cubicBezTo>
                    <a:pt x="4188" y="14451"/>
                    <a:pt x="4032" y="15395"/>
                    <a:pt x="4260" y="15395"/>
                  </a:cubicBezTo>
                  <a:cubicBezTo>
                    <a:pt x="4260" y="15395"/>
                    <a:pt x="4274" y="15395"/>
                    <a:pt x="4289" y="15380"/>
                  </a:cubicBezTo>
                  <a:cubicBezTo>
                    <a:pt x="4560" y="15280"/>
                    <a:pt x="5589" y="14036"/>
                    <a:pt x="5589" y="14036"/>
                  </a:cubicBezTo>
                  <a:cubicBezTo>
                    <a:pt x="5804" y="14322"/>
                    <a:pt x="6046" y="15380"/>
                    <a:pt x="6261" y="15380"/>
                  </a:cubicBezTo>
                  <a:lnTo>
                    <a:pt x="6275" y="15380"/>
                  </a:lnTo>
                  <a:cubicBezTo>
                    <a:pt x="6490" y="15309"/>
                    <a:pt x="7233" y="14008"/>
                    <a:pt x="7433" y="13851"/>
                  </a:cubicBezTo>
                  <a:cubicBezTo>
                    <a:pt x="7447" y="13851"/>
                    <a:pt x="7462" y="13836"/>
                    <a:pt x="7462" y="13836"/>
                  </a:cubicBezTo>
                  <a:cubicBezTo>
                    <a:pt x="7590" y="13836"/>
                    <a:pt x="7805" y="14151"/>
                    <a:pt x="8019" y="14465"/>
                  </a:cubicBezTo>
                  <a:cubicBezTo>
                    <a:pt x="8248" y="14780"/>
                    <a:pt x="8463" y="15094"/>
                    <a:pt x="8577" y="15094"/>
                  </a:cubicBezTo>
                  <a:cubicBezTo>
                    <a:pt x="8591" y="15094"/>
                    <a:pt x="8606" y="15094"/>
                    <a:pt x="8619" y="15080"/>
                  </a:cubicBezTo>
                  <a:cubicBezTo>
                    <a:pt x="8819" y="14894"/>
                    <a:pt x="9120" y="13064"/>
                    <a:pt x="9120" y="13064"/>
                  </a:cubicBezTo>
                  <a:cubicBezTo>
                    <a:pt x="9120" y="13064"/>
                    <a:pt x="10277" y="14065"/>
                    <a:pt x="10535" y="14065"/>
                  </a:cubicBezTo>
                  <a:cubicBezTo>
                    <a:pt x="10563" y="14065"/>
                    <a:pt x="10578" y="14051"/>
                    <a:pt x="10578" y="14036"/>
                  </a:cubicBezTo>
                  <a:cubicBezTo>
                    <a:pt x="10620" y="13979"/>
                    <a:pt x="10635" y="13836"/>
                    <a:pt x="10635" y="13665"/>
                  </a:cubicBezTo>
                  <a:cubicBezTo>
                    <a:pt x="10635" y="13336"/>
                    <a:pt x="10578" y="12921"/>
                    <a:pt x="10578" y="12921"/>
                  </a:cubicBezTo>
                  <a:lnTo>
                    <a:pt x="10578" y="12921"/>
                  </a:lnTo>
                  <a:cubicBezTo>
                    <a:pt x="10992" y="13407"/>
                    <a:pt x="11707" y="13636"/>
                    <a:pt x="12122" y="13636"/>
                  </a:cubicBezTo>
                  <a:cubicBezTo>
                    <a:pt x="12336" y="13636"/>
                    <a:pt x="12478" y="13579"/>
                    <a:pt x="12478" y="13465"/>
                  </a:cubicBezTo>
                  <a:cubicBezTo>
                    <a:pt x="12478" y="13436"/>
                    <a:pt x="12465" y="13407"/>
                    <a:pt x="12450" y="13365"/>
                  </a:cubicBezTo>
                  <a:cubicBezTo>
                    <a:pt x="12193" y="12921"/>
                    <a:pt x="11821" y="12450"/>
                    <a:pt x="11521" y="9948"/>
                  </a:cubicBezTo>
                  <a:cubicBezTo>
                    <a:pt x="11521" y="9935"/>
                    <a:pt x="11521" y="9906"/>
                    <a:pt x="11507" y="9877"/>
                  </a:cubicBezTo>
                  <a:cubicBezTo>
                    <a:pt x="11421" y="9106"/>
                    <a:pt x="11421" y="8277"/>
                    <a:pt x="11392" y="7419"/>
                  </a:cubicBezTo>
                  <a:cubicBezTo>
                    <a:pt x="11350" y="5460"/>
                    <a:pt x="11221" y="3402"/>
                    <a:pt x="9806" y="1673"/>
                  </a:cubicBezTo>
                  <a:cubicBezTo>
                    <a:pt x="8848" y="501"/>
                    <a:pt x="7634" y="0"/>
                    <a:pt x="7119" y="0"/>
                  </a:cubicBezTo>
                  <a:close/>
                </a:path>
              </a:pathLst>
            </a:custGeom>
            <a:solidFill>
              <a:srgbClr val="58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2"/>
            <p:cNvSpPr/>
            <p:nvPr/>
          </p:nvSpPr>
          <p:spPr>
            <a:xfrm>
              <a:off x="4306825" y="556088"/>
              <a:ext cx="247300" cy="168550"/>
            </a:xfrm>
            <a:custGeom>
              <a:avLst/>
              <a:gdLst/>
              <a:ahLst/>
              <a:cxnLst/>
              <a:rect l="l" t="t" r="r" b="b"/>
              <a:pathLst>
                <a:path w="9892" h="6742" extrusionOk="0">
                  <a:moveTo>
                    <a:pt x="7173" y="0"/>
                  </a:moveTo>
                  <a:cubicBezTo>
                    <a:pt x="6747" y="0"/>
                    <a:pt x="6316" y="151"/>
                    <a:pt x="5889" y="353"/>
                  </a:cubicBezTo>
                  <a:cubicBezTo>
                    <a:pt x="5507" y="531"/>
                    <a:pt x="5195" y="598"/>
                    <a:pt x="4894" y="598"/>
                  </a:cubicBezTo>
                  <a:cubicBezTo>
                    <a:pt x="4373" y="598"/>
                    <a:pt x="3888" y="397"/>
                    <a:pt x="3145" y="224"/>
                  </a:cubicBezTo>
                  <a:cubicBezTo>
                    <a:pt x="2852" y="153"/>
                    <a:pt x="2577" y="118"/>
                    <a:pt x="2322" y="118"/>
                  </a:cubicBezTo>
                  <a:cubicBezTo>
                    <a:pt x="1544" y="118"/>
                    <a:pt x="948" y="450"/>
                    <a:pt x="572" y="1139"/>
                  </a:cubicBezTo>
                  <a:cubicBezTo>
                    <a:pt x="357" y="1539"/>
                    <a:pt x="200" y="2054"/>
                    <a:pt x="143" y="2697"/>
                  </a:cubicBezTo>
                  <a:cubicBezTo>
                    <a:pt x="0" y="4069"/>
                    <a:pt x="471" y="5370"/>
                    <a:pt x="1887" y="6113"/>
                  </a:cubicBezTo>
                  <a:cubicBezTo>
                    <a:pt x="2644" y="6513"/>
                    <a:pt x="3673" y="6742"/>
                    <a:pt x="5032" y="6742"/>
                  </a:cubicBezTo>
                  <a:cubicBezTo>
                    <a:pt x="9876" y="6742"/>
                    <a:pt x="9891" y="2869"/>
                    <a:pt x="8990" y="1310"/>
                  </a:cubicBezTo>
                  <a:cubicBezTo>
                    <a:pt x="8419" y="330"/>
                    <a:pt x="7802" y="0"/>
                    <a:pt x="7173" y="0"/>
                  </a:cubicBezTo>
                  <a:close/>
                </a:path>
              </a:pathLst>
            </a:custGeom>
            <a:solidFill>
              <a:srgbClr val="E591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2"/>
            <p:cNvSpPr/>
            <p:nvPr/>
          </p:nvSpPr>
          <p:spPr>
            <a:xfrm>
              <a:off x="4321100" y="556088"/>
              <a:ext cx="233025" cy="168550"/>
            </a:xfrm>
            <a:custGeom>
              <a:avLst/>
              <a:gdLst/>
              <a:ahLst/>
              <a:cxnLst/>
              <a:rect l="l" t="t" r="r" b="b"/>
              <a:pathLst>
                <a:path w="9321" h="6742" extrusionOk="0">
                  <a:moveTo>
                    <a:pt x="6602" y="0"/>
                  </a:moveTo>
                  <a:cubicBezTo>
                    <a:pt x="6176" y="0"/>
                    <a:pt x="5745" y="151"/>
                    <a:pt x="5318" y="353"/>
                  </a:cubicBezTo>
                  <a:cubicBezTo>
                    <a:pt x="4936" y="531"/>
                    <a:pt x="4624" y="598"/>
                    <a:pt x="4323" y="598"/>
                  </a:cubicBezTo>
                  <a:cubicBezTo>
                    <a:pt x="3802" y="598"/>
                    <a:pt x="3317" y="397"/>
                    <a:pt x="2574" y="224"/>
                  </a:cubicBezTo>
                  <a:cubicBezTo>
                    <a:pt x="2281" y="153"/>
                    <a:pt x="2006" y="118"/>
                    <a:pt x="1751" y="118"/>
                  </a:cubicBezTo>
                  <a:cubicBezTo>
                    <a:pt x="973" y="118"/>
                    <a:pt x="377" y="450"/>
                    <a:pt x="1" y="1139"/>
                  </a:cubicBezTo>
                  <a:cubicBezTo>
                    <a:pt x="30" y="1110"/>
                    <a:pt x="72" y="1082"/>
                    <a:pt x="100" y="1053"/>
                  </a:cubicBezTo>
                  <a:cubicBezTo>
                    <a:pt x="614" y="620"/>
                    <a:pt x="1269" y="278"/>
                    <a:pt x="1955" y="278"/>
                  </a:cubicBezTo>
                  <a:cubicBezTo>
                    <a:pt x="1994" y="278"/>
                    <a:pt x="2034" y="279"/>
                    <a:pt x="2073" y="281"/>
                  </a:cubicBezTo>
                  <a:cubicBezTo>
                    <a:pt x="2921" y="344"/>
                    <a:pt x="3716" y="907"/>
                    <a:pt x="4531" y="907"/>
                  </a:cubicBezTo>
                  <a:cubicBezTo>
                    <a:pt x="4650" y="907"/>
                    <a:pt x="4769" y="895"/>
                    <a:pt x="4889" y="868"/>
                  </a:cubicBezTo>
                  <a:cubicBezTo>
                    <a:pt x="5303" y="753"/>
                    <a:pt x="5661" y="468"/>
                    <a:pt x="6090" y="367"/>
                  </a:cubicBezTo>
                  <a:cubicBezTo>
                    <a:pt x="6203" y="340"/>
                    <a:pt x="6316" y="327"/>
                    <a:pt x="6427" y="327"/>
                  </a:cubicBezTo>
                  <a:cubicBezTo>
                    <a:pt x="7205" y="327"/>
                    <a:pt x="7930" y="941"/>
                    <a:pt x="8305" y="1653"/>
                  </a:cubicBezTo>
                  <a:cubicBezTo>
                    <a:pt x="8520" y="2082"/>
                    <a:pt x="8663" y="2568"/>
                    <a:pt x="8606" y="3054"/>
                  </a:cubicBezTo>
                  <a:cubicBezTo>
                    <a:pt x="8548" y="3469"/>
                    <a:pt x="8377" y="3841"/>
                    <a:pt x="8191" y="4226"/>
                  </a:cubicBezTo>
                  <a:cubicBezTo>
                    <a:pt x="8005" y="4598"/>
                    <a:pt x="7819" y="4984"/>
                    <a:pt x="7533" y="5299"/>
                  </a:cubicBezTo>
                  <a:cubicBezTo>
                    <a:pt x="7161" y="5684"/>
                    <a:pt x="6662" y="5928"/>
                    <a:pt x="6147" y="6084"/>
                  </a:cubicBezTo>
                  <a:cubicBezTo>
                    <a:pt x="5386" y="6336"/>
                    <a:pt x="4593" y="6447"/>
                    <a:pt x="3797" y="6447"/>
                  </a:cubicBezTo>
                  <a:cubicBezTo>
                    <a:pt x="2964" y="6447"/>
                    <a:pt x="2127" y="6325"/>
                    <a:pt x="1316" y="6113"/>
                  </a:cubicBezTo>
                  <a:lnTo>
                    <a:pt x="1316" y="6113"/>
                  </a:lnTo>
                  <a:cubicBezTo>
                    <a:pt x="2073" y="6513"/>
                    <a:pt x="3102" y="6742"/>
                    <a:pt x="4461" y="6742"/>
                  </a:cubicBezTo>
                  <a:cubicBezTo>
                    <a:pt x="9305" y="6742"/>
                    <a:pt x="9320" y="2869"/>
                    <a:pt x="8419" y="1310"/>
                  </a:cubicBezTo>
                  <a:cubicBezTo>
                    <a:pt x="7848" y="330"/>
                    <a:pt x="7231" y="0"/>
                    <a:pt x="6602" y="0"/>
                  </a:cubicBezTo>
                  <a:close/>
                </a:path>
              </a:pathLst>
            </a:custGeom>
            <a:solidFill>
              <a:srgbClr val="D671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2"/>
            <p:cNvSpPr/>
            <p:nvPr/>
          </p:nvSpPr>
          <p:spPr>
            <a:xfrm>
              <a:off x="4387200" y="676338"/>
              <a:ext cx="28975" cy="20775"/>
            </a:xfrm>
            <a:custGeom>
              <a:avLst/>
              <a:gdLst/>
              <a:ahLst/>
              <a:cxnLst/>
              <a:rect l="l" t="t" r="r" b="b"/>
              <a:pathLst>
                <a:path w="1159" h="831" extrusionOk="0">
                  <a:moveTo>
                    <a:pt x="305" y="0"/>
                  </a:moveTo>
                  <a:cubicBezTo>
                    <a:pt x="275" y="0"/>
                    <a:pt x="245" y="4"/>
                    <a:pt x="216" y="16"/>
                  </a:cubicBezTo>
                  <a:cubicBezTo>
                    <a:pt x="130" y="45"/>
                    <a:pt x="73" y="131"/>
                    <a:pt x="29" y="231"/>
                  </a:cubicBezTo>
                  <a:cubicBezTo>
                    <a:pt x="16" y="245"/>
                    <a:pt x="1" y="274"/>
                    <a:pt x="1" y="302"/>
                  </a:cubicBezTo>
                  <a:cubicBezTo>
                    <a:pt x="1" y="359"/>
                    <a:pt x="44" y="403"/>
                    <a:pt x="86" y="432"/>
                  </a:cubicBezTo>
                  <a:cubicBezTo>
                    <a:pt x="273" y="574"/>
                    <a:pt x="473" y="703"/>
                    <a:pt x="687" y="803"/>
                  </a:cubicBezTo>
                  <a:cubicBezTo>
                    <a:pt x="728" y="822"/>
                    <a:pt x="766" y="831"/>
                    <a:pt x="800" y="831"/>
                  </a:cubicBezTo>
                  <a:cubicBezTo>
                    <a:pt x="924" y="831"/>
                    <a:pt x="1013" y="725"/>
                    <a:pt x="1102" y="603"/>
                  </a:cubicBezTo>
                  <a:cubicBezTo>
                    <a:pt x="1130" y="560"/>
                    <a:pt x="1159" y="502"/>
                    <a:pt x="1144" y="445"/>
                  </a:cubicBezTo>
                  <a:cubicBezTo>
                    <a:pt x="1144" y="403"/>
                    <a:pt x="1116" y="359"/>
                    <a:pt x="1073" y="331"/>
                  </a:cubicBezTo>
                  <a:cubicBezTo>
                    <a:pt x="902" y="174"/>
                    <a:pt x="673" y="74"/>
                    <a:pt x="429" y="16"/>
                  </a:cubicBezTo>
                  <a:cubicBezTo>
                    <a:pt x="388" y="8"/>
                    <a:pt x="347" y="0"/>
                    <a:pt x="305"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2"/>
            <p:cNvSpPr/>
            <p:nvPr/>
          </p:nvSpPr>
          <p:spPr>
            <a:xfrm>
              <a:off x="4333250" y="605988"/>
              <a:ext cx="65425" cy="40225"/>
            </a:xfrm>
            <a:custGeom>
              <a:avLst/>
              <a:gdLst/>
              <a:ahLst/>
              <a:cxnLst/>
              <a:rect l="l" t="t" r="r" b="b"/>
              <a:pathLst>
                <a:path w="2617" h="1609" extrusionOk="0">
                  <a:moveTo>
                    <a:pt x="358" y="0"/>
                  </a:moveTo>
                  <a:cubicBezTo>
                    <a:pt x="1" y="301"/>
                    <a:pt x="215" y="1073"/>
                    <a:pt x="516" y="1373"/>
                  </a:cubicBezTo>
                  <a:cubicBezTo>
                    <a:pt x="644" y="1487"/>
                    <a:pt x="801" y="1544"/>
                    <a:pt x="958" y="1573"/>
                  </a:cubicBezTo>
                  <a:cubicBezTo>
                    <a:pt x="1075" y="1595"/>
                    <a:pt x="1195" y="1608"/>
                    <a:pt x="1315" y="1608"/>
                  </a:cubicBezTo>
                  <a:cubicBezTo>
                    <a:pt x="1505" y="1608"/>
                    <a:pt x="1692" y="1574"/>
                    <a:pt x="1859" y="1487"/>
                  </a:cubicBezTo>
                  <a:cubicBezTo>
                    <a:pt x="2302" y="1230"/>
                    <a:pt x="2488" y="686"/>
                    <a:pt x="2616" y="158"/>
                  </a:cubicBezTo>
                  <a:cubicBezTo>
                    <a:pt x="1873" y="143"/>
                    <a:pt x="1087" y="0"/>
                    <a:pt x="358" y="0"/>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62"/>
            <p:cNvSpPr/>
            <p:nvPr/>
          </p:nvSpPr>
          <p:spPr>
            <a:xfrm>
              <a:off x="4470825" y="608838"/>
              <a:ext cx="47200" cy="28700"/>
            </a:xfrm>
            <a:custGeom>
              <a:avLst/>
              <a:gdLst/>
              <a:ahLst/>
              <a:cxnLst/>
              <a:rect l="l" t="t" r="r" b="b"/>
              <a:pathLst>
                <a:path w="1888" h="1148" extrusionOk="0">
                  <a:moveTo>
                    <a:pt x="0" y="1"/>
                  </a:moveTo>
                  <a:lnTo>
                    <a:pt x="0" y="1"/>
                  </a:lnTo>
                  <a:cubicBezTo>
                    <a:pt x="57" y="387"/>
                    <a:pt x="143" y="801"/>
                    <a:pt x="444" y="1001"/>
                  </a:cubicBezTo>
                  <a:cubicBezTo>
                    <a:pt x="600" y="1110"/>
                    <a:pt x="799" y="1148"/>
                    <a:pt x="985" y="1148"/>
                  </a:cubicBezTo>
                  <a:cubicBezTo>
                    <a:pt x="1020" y="1148"/>
                    <a:pt x="1053" y="1146"/>
                    <a:pt x="1087" y="1144"/>
                  </a:cubicBezTo>
                  <a:cubicBezTo>
                    <a:pt x="1216" y="1130"/>
                    <a:pt x="1330" y="1102"/>
                    <a:pt x="1430" y="1016"/>
                  </a:cubicBezTo>
                  <a:cubicBezTo>
                    <a:pt x="1673" y="830"/>
                    <a:pt x="1887" y="287"/>
                    <a:pt x="1658" y="44"/>
                  </a:cubicBezTo>
                  <a:cubicBezTo>
                    <a:pt x="1394" y="22"/>
                    <a:pt x="1115" y="22"/>
                    <a:pt x="835" y="22"/>
                  </a:cubicBezTo>
                  <a:cubicBezTo>
                    <a:pt x="554" y="22"/>
                    <a:pt x="272" y="22"/>
                    <a:pt x="0"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62"/>
            <p:cNvSpPr/>
            <p:nvPr/>
          </p:nvSpPr>
          <p:spPr>
            <a:xfrm>
              <a:off x="4453325" y="565113"/>
              <a:ext cx="71825" cy="32700"/>
            </a:xfrm>
            <a:custGeom>
              <a:avLst/>
              <a:gdLst/>
              <a:ahLst/>
              <a:cxnLst/>
              <a:rect l="l" t="t" r="r" b="b"/>
              <a:pathLst>
                <a:path w="2873" h="1308" extrusionOk="0">
                  <a:moveTo>
                    <a:pt x="304" y="1"/>
                  </a:moveTo>
                  <a:cubicBezTo>
                    <a:pt x="259" y="1"/>
                    <a:pt x="215" y="3"/>
                    <a:pt x="172" y="6"/>
                  </a:cubicBezTo>
                  <a:cubicBezTo>
                    <a:pt x="115" y="320"/>
                    <a:pt x="71" y="635"/>
                    <a:pt x="1" y="949"/>
                  </a:cubicBezTo>
                  <a:cubicBezTo>
                    <a:pt x="71" y="964"/>
                    <a:pt x="157" y="978"/>
                    <a:pt x="229" y="978"/>
                  </a:cubicBezTo>
                  <a:cubicBezTo>
                    <a:pt x="1101" y="993"/>
                    <a:pt x="2015" y="964"/>
                    <a:pt x="2802" y="1307"/>
                  </a:cubicBezTo>
                  <a:cubicBezTo>
                    <a:pt x="2831" y="1250"/>
                    <a:pt x="2844" y="1193"/>
                    <a:pt x="2873" y="1121"/>
                  </a:cubicBezTo>
                  <a:cubicBezTo>
                    <a:pt x="2416" y="692"/>
                    <a:pt x="1887" y="378"/>
                    <a:pt x="1316" y="192"/>
                  </a:cubicBezTo>
                  <a:cubicBezTo>
                    <a:pt x="999" y="91"/>
                    <a:pt x="640" y="1"/>
                    <a:pt x="304"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2"/>
            <p:cNvSpPr/>
            <p:nvPr/>
          </p:nvSpPr>
          <p:spPr>
            <a:xfrm>
              <a:off x="4328250" y="556663"/>
              <a:ext cx="81850" cy="38275"/>
            </a:xfrm>
            <a:custGeom>
              <a:avLst/>
              <a:gdLst/>
              <a:ahLst/>
              <a:cxnLst/>
              <a:rect l="l" t="t" r="r" b="b"/>
              <a:pathLst>
                <a:path w="3274" h="1531" extrusionOk="0">
                  <a:moveTo>
                    <a:pt x="3060" y="1"/>
                  </a:moveTo>
                  <a:cubicBezTo>
                    <a:pt x="2631" y="1"/>
                    <a:pt x="2159" y="144"/>
                    <a:pt x="1758" y="287"/>
                  </a:cubicBezTo>
                  <a:cubicBezTo>
                    <a:pt x="1116" y="515"/>
                    <a:pt x="515" y="887"/>
                    <a:pt x="1" y="1359"/>
                  </a:cubicBezTo>
                  <a:cubicBezTo>
                    <a:pt x="15" y="1416"/>
                    <a:pt x="43" y="1474"/>
                    <a:pt x="72" y="1531"/>
                  </a:cubicBezTo>
                  <a:cubicBezTo>
                    <a:pt x="973" y="1131"/>
                    <a:pt x="2016" y="1059"/>
                    <a:pt x="3016" y="973"/>
                  </a:cubicBezTo>
                  <a:cubicBezTo>
                    <a:pt x="3102" y="959"/>
                    <a:pt x="3188" y="944"/>
                    <a:pt x="3273" y="916"/>
                  </a:cubicBezTo>
                  <a:cubicBezTo>
                    <a:pt x="3203" y="616"/>
                    <a:pt x="3131" y="302"/>
                    <a:pt x="306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2"/>
            <p:cNvSpPr/>
            <p:nvPr/>
          </p:nvSpPr>
          <p:spPr>
            <a:xfrm>
              <a:off x="4340750" y="607338"/>
              <a:ext cx="21825" cy="22325"/>
            </a:xfrm>
            <a:custGeom>
              <a:avLst/>
              <a:gdLst/>
              <a:ahLst/>
              <a:cxnLst/>
              <a:rect l="l" t="t" r="r" b="b"/>
              <a:pathLst>
                <a:path w="873" h="893" extrusionOk="0">
                  <a:moveTo>
                    <a:pt x="442" y="1"/>
                  </a:moveTo>
                  <a:cubicBezTo>
                    <a:pt x="428" y="1"/>
                    <a:pt x="415" y="2"/>
                    <a:pt x="401" y="4"/>
                  </a:cubicBezTo>
                  <a:cubicBezTo>
                    <a:pt x="172" y="32"/>
                    <a:pt x="1" y="218"/>
                    <a:pt x="15" y="476"/>
                  </a:cubicBezTo>
                  <a:cubicBezTo>
                    <a:pt x="15" y="691"/>
                    <a:pt x="217" y="892"/>
                    <a:pt x="431" y="892"/>
                  </a:cubicBezTo>
                  <a:cubicBezTo>
                    <a:pt x="445" y="892"/>
                    <a:pt x="459" y="891"/>
                    <a:pt x="473" y="890"/>
                  </a:cubicBezTo>
                  <a:cubicBezTo>
                    <a:pt x="701" y="861"/>
                    <a:pt x="873" y="661"/>
                    <a:pt x="858" y="419"/>
                  </a:cubicBezTo>
                  <a:cubicBezTo>
                    <a:pt x="858" y="204"/>
                    <a:pt x="656" y="1"/>
                    <a:pt x="442"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2"/>
            <p:cNvSpPr/>
            <p:nvPr/>
          </p:nvSpPr>
          <p:spPr>
            <a:xfrm>
              <a:off x="4472250" y="611663"/>
              <a:ext cx="23975" cy="21550"/>
            </a:xfrm>
            <a:custGeom>
              <a:avLst/>
              <a:gdLst/>
              <a:ahLst/>
              <a:cxnLst/>
              <a:rect l="l" t="t" r="r" b="b"/>
              <a:pathLst>
                <a:path w="959" h="862" extrusionOk="0">
                  <a:moveTo>
                    <a:pt x="502" y="0"/>
                  </a:moveTo>
                  <a:cubicBezTo>
                    <a:pt x="340" y="0"/>
                    <a:pt x="188" y="97"/>
                    <a:pt x="101" y="259"/>
                  </a:cubicBezTo>
                  <a:cubicBezTo>
                    <a:pt x="0" y="474"/>
                    <a:pt x="101" y="745"/>
                    <a:pt x="301" y="831"/>
                  </a:cubicBezTo>
                  <a:cubicBezTo>
                    <a:pt x="353" y="852"/>
                    <a:pt x="407" y="862"/>
                    <a:pt x="460" y="862"/>
                  </a:cubicBezTo>
                  <a:cubicBezTo>
                    <a:pt x="625" y="862"/>
                    <a:pt x="783" y="765"/>
                    <a:pt x="858" y="602"/>
                  </a:cubicBezTo>
                  <a:cubicBezTo>
                    <a:pt x="959" y="389"/>
                    <a:pt x="858" y="116"/>
                    <a:pt x="658" y="31"/>
                  </a:cubicBezTo>
                  <a:cubicBezTo>
                    <a:pt x="606" y="10"/>
                    <a:pt x="554" y="0"/>
                    <a:pt x="502"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2"/>
            <p:cNvSpPr/>
            <p:nvPr/>
          </p:nvSpPr>
          <p:spPr>
            <a:xfrm>
              <a:off x="4357550" y="650938"/>
              <a:ext cx="21825" cy="34050"/>
            </a:xfrm>
            <a:custGeom>
              <a:avLst/>
              <a:gdLst/>
              <a:ahLst/>
              <a:cxnLst/>
              <a:rect l="l" t="t" r="r" b="b"/>
              <a:pathLst>
                <a:path w="873" h="1362" extrusionOk="0">
                  <a:moveTo>
                    <a:pt x="749" y="1"/>
                  </a:moveTo>
                  <a:cubicBezTo>
                    <a:pt x="733" y="1"/>
                    <a:pt x="716" y="6"/>
                    <a:pt x="701" y="18"/>
                  </a:cubicBezTo>
                  <a:cubicBezTo>
                    <a:pt x="472" y="190"/>
                    <a:pt x="243" y="390"/>
                    <a:pt x="58" y="619"/>
                  </a:cubicBezTo>
                  <a:cubicBezTo>
                    <a:pt x="43" y="661"/>
                    <a:pt x="15" y="689"/>
                    <a:pt x="1" y="733"/>
                  </a:cubicBezTo>
                  <a:cubicBezTo>
                    <a:pt x="15" y="733"/>
                    <a:pt x="15" y="747"/>
                    <a:pt x="29" y="747"/>
                  </a:cubicBezTo>
                  <a:cubicBezTo>
                    <a:pt x="230" y="962"/>
                    <a:pt x="443" y="1147"/>
                    <a:pt x="716" y="1276"/>
                  </a:cubicBezTo>
                  <a:cubicBezTo>
                    <a:pt x="773" y="1305"/>
                    <a:pt x="830" y="1333"/>
                    <a:pt x="872" y="1362"/>
                  </a:cubicBezTo>
                  <a:cubicBezTo>
                    <a:pt x="844" y="1147"/>
                    <a:pt x="830" y="947"/>
                    <a:pt x="830" y="733"/>
                  </a:cubicBezTo>
                  <a:cubicBezTo>
                    <a:pt x="830" y="661"/>
                    <a:pt x="801" y="304"/>
                    <a:pt x="815" y="89"/>
                  </a:cubicBezTo>
                  <a:cubicBezTo>
                    <a:pt x="826" y="38"/>
                    <a:pt x="791" y="1"/>
                    <a:pt x="749"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2"/>
            <p:cNvSpPr/>
            <p:nvPr/>
          </p:nvSpPr>
          <p:spPr>
            <a:xfrm>
              <a:off x="4424375" y="675613"/>
              <a:ext cx="28250" cy="27600"/>
            </a:xfrm>
            <a:custGeom>
              <a:avLst/>
              <a:gdLst/>
              <a:ahLst/>
              <a:cxnLst/>
              <a:rect l="l" t="t" r="r" b="b"/>
              <a:pathLst>
                <a:path w="1130" h="1104" extrusionOk="0">
                  <a:moveTo>
                    <a:pt x="972" y="1"/>
                  </a:moveTo>
                  <a:cubicBezTo>
                    <a:pt x="952" y="1"/>
                    <a:pt x="932" y="10"/>
                    <a:pt x="915" y="32"/>
                  </a:cubicBezTo>
                  <a:cubicBezTo>
                    <a:pt x="787" y="203"/>
                    <a:pt x="530" y="446"/>
                    <a:pt x="486" y="503"/>
                  </a:cubicBezTo>
                  <a:cubicBezTo>
                    <a:pt x="343" y="661"/>
                    <a:pt x="172" y="804"/>
                    <a:pt x="15" y="947"/>
                  </a:cubicBezTo>
                  <a:cubicBezTo>
                    <a:pt x="0" y="960"/>
                    <a:pt x="0" y="975"/>
                    <a:pt x="0" y="989"/>
                  </a:cubicBezTo>
                  <a:cubicBezTo>
                    <a:pt x="37" y="982"/>
                    <a:pt x="74" y="979"/>
                    <a:pt x="113" y="979"/>
                  </a:cubicBezTo>
                  <a:cubicBezTo>
                    <a:pt x="242" y="979"/>
                    <a:pt x="380" y="1010"/>
                    <a:pt x="501" y="1032"/>
                  </a:cubicBezTo>
                  <a:cubicBezTo>
                    <a:pt x="686" y="1061"/>
                    <a:pt x="873" y="1089"/>
                    <a:pt x="1058" y="1103"/>
                  </a:cubicBezTo>
                  <a:cubicBezTo>
                    <a:pt x="1058" y="1089"/>
                    <a:pt x="1073" y="1089"/>
                    <a:pt x="1086" y="1075"/>
                  </a:cubicBezTo>
                  <a:cubicBezTo>
                    <a:pt x="1115" y="1046"/>
                    <a:pt x="1115" y="989"/>
                    <a:pt x="1115" y="947"/>
                  </a:cubicBezTo>
                  <a:cubicBezTo>
                    <a:pt x="1130" y="646"/>
                    <a:pt x="1101" y="346"/>
                    <a:pt x="1044" y="60"/>
                  </a:cubicBezTo>
                  <a:cubicBezTo>
                    <a:pt x="1035" y="25"/>
                    <a:pt x="1004" y="1"/>
                    <a:pt x="972"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2"/>
            <p:cNvSpPr/>
            <p:nvPr/>
          </p:nvSpPr>
          <p:spPr>
            <a:xfrm>
              <a:off x="4341475" y="602788"/>
              <a:ext cx="58275" cy="9100"/>
            </a:xfrm>
            <a:custGeom>
              <a:avLst/>
              <a:gdLst/>
              <a:ahLst/>
              <a:cxnLst/>
              <a:rect l="l" t="t" r="r" b="b"/>
              <a:pathLst>
                <a:path w="2331" h="364" extrusionOk="0">
                  <a:moveTo>
                    <a:pt x="44" y="0"/>
                  </a:moveTo>
                  <a:lnTo>
                    <a:pt x="0" y="143"/>
                  </a:lnTo>
                  <a:cubicBezTo>
                    <a:pt x="661" y="290"/>
                    <a:pt x="1322" y="363"/>
                    <a:pt x="1993" y="363"/>
                  </a:cubicBezTo>
                  <a:cubicBezTo>
                    <a:pt x="2105" y="363"/>
                    <a:pt x="2218" y="361"/>
                    <a:pt x="2331" y="357"/>
                  </a:cubicBezTo>
                  <a:lnTo>
                    <a:pt x="2316" y="214"/>
                  </a:lnTo>
                  <a:cubicBezTo>
                    <a:pt x="2207" y="218"/>
                    <a:pt x="2098" y="220"/>
                    <a:pt x="1989" y="220"/>
                  </a:cubicBezTo>
                  <a:cubicBezTo>
                    <a:pt x="1338" y="220"/>
                    <a:pt x="680" y="147"/>
                    <a:pt x="44"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2"/>
            <p:cNvSpPr/>
            <p:nvPr/>
          </p:nvSpPr>
          <p:spPr>
            <a:xfrm>
              <a:off x="4468675" y="607063"/>
              <a:ext cx="44700" cy="5325"/>
            </a:xfrm>
            <a:custGeom>
              <a:avLst/>
              <a:gdLst/>
              <a:ahLst/>
              <a:cxnLst/>
              <a:rect l="l" t="t" r="r" b="b"/>
              <a:pathLst>
                <a:path w="1788" h="213" extrusionOk="0">
                  <a:moveTo>
                    <a:pt x="29" y="1"/>
                  </a:moveTo>
                  <a:lnTo>
                    <a:pt x="1" y="144"/>
                  </a:lnTo>
                  <a:cubicBezTo>
                    <a:pt x="331" y="191"/>
                    <a:pt x="662" y="212"/>
                    <a:pt x="990" y="212"/>
                  </a:cubicBezTo>
                  <a:cubicBezTo>
                    <a:pt x="1258" y="212"/>
                    <a:pt x="1524" y="198"/>
                    <a:pt x="1788" y="172"/>
                  </a:cubicBezTo>
                  <a:lnTo>
                    <a:pt x="1773" y="29"/>
                  </a:lnTo>
                  <a:cubicBezTo>
                    <a:pt x="1529" y="53"/>
                    <a:pt x="1286" y="64"/>
                    <a:pt x="1043" y="64"/>
                  </a:cubicBezTo>
                  <a:cubicBezTo>
                    <a:pt x="702" y="64"/>
                    <a:pt x="363" y="42"/>
                    <a:pt x="29"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2"/>
            <p:cNvSpPr/>
            <p:nvPr/>
          </p:nvSpPr>
          <p:spPr>
            <a:xfrm>
              <a:off x="4402925" y="621438"/>
              <a:ext cx="55425" cy="40325"/>
            </a:xfrm>
            <a:custGeom>
              <a:avLst/>
              <a:gdLst/>
              <a:ahLst/>
              <a:cxnLst/>
              <a:rect l="l" t="t" r="r" b="b"/>
              <a:pathLst>
                <a:path w="2217" h="1613" extrusionOk="0">
                  <a:moveTo>
                    <a:pt x="1737" y="0"/>
                  </a:moveTo>
                  <a:cubicBezTo>
                    <a:pt x="1578" y="0"/>
                    <a:pt x="1426" y="83"/>
                    <a:pt x="1330" y="198"/>
                  </a:cubicBezTo>
                  <a:cubicBezTo>
                    <a:pt x="1258" y="269"/>
                    <a:pt x="1216" y="354"/>
                    <a:pt x="1173" y="440"/>
                  </a:cubicBezTo>
                  <a:cubicBezTo>
                    <a:pt x="1008" y="199"/>
                    <a:pt x="707" y="48"/>
                    <a:pt x="411" y="48"/>
                  </a:cubicBezTo>
                  <a:cubicBezTo>
                    <a:pt x="374" y="48"/>
                    <a:pt x="338" y="50"/>
                    <a:pt x="301" y="55"/>
                  </a:cubicBezTo>
                  <a:cubicBezTo>
                    <a:pt x="258" y="68"/>
                    <a:pt x="201" y="83"/>
                    <a:pt x="158" y="112"/>
                  </a:cubicBezTo>
                  <a:cubicBezTo>
                    <a:pt x="101" y="154"/>
                    <a:pt x="73" y="211"/>
                    <a:pt x="58" y="283"/>
                  </a:cubicBezTo>
                  <a:cubicBezTo>
                    <a:pt x="1" y="497"/>
                    <a:pt x="115" y="697"/>
                    <a:pt x="216" y="869"/>
                  </a:cubicBezTo>
                  <a:cubicBezTo>
                    <a:pt x="401" y="1155"/>
                    <a:pt x="601" y="1455"/>
                    <a:pt x="944" y="1526"/>
                  </a:cubicBezTo>
                  <a:lnTo>
                    <a:pt x="1001" y="1298"/>
                  </a:lnTo>
                  <a:cubicBezTo>
                    <a:pt x="744" y="1240"/>
                    <a:pt x="572" y="998"/>
                    <a:pt x="416" y="741"/>
                  </a:cubicBezTo>
                  <a:cubicBezTo>
                    <a:pt x="330" y="598"/>
                    <a:pt x="258" y="455"/>
                    <a:pt x="286" y="341"/>
                  </a:cubicBezTo>
                  <a:cubicBezTo>
                    <a:pt x="286" y="312"/>
                    <a:pt x="301" y="312"/>
                    <a:pt x="301" y="297"/>
                  </a:cubicBezTo>
                  <a:lnTo>
                    <a:pt x="344" y="297"/>
                  </a:lnTo>
                  <a:cubicBezTo>
                    <a:pt x="376" y="291"/>
                    <a:pt x="409" y="288"/>
                    <a:pt x="442" y="288"/>
                  </a:cubicBezTo>
                  <a:cubicBezTo>
                    <a:pt x="726" y="288"/>
                    <a:pt x="1009" y="503"/>
                    <a:pt x="1073" y="798"/>
                  </a:cubicBezTo>
                  <a:lnTo>
                    <a:pt x="1173" y="1255"/>
                  </a:lnTo>
                  <a:lnTo>
                    <a:pt x="1302" y="798"/>
                  </a:lnTo>
                  <a:cubicBezTo>
                    <a:pt x="1344" y="640"/>
                    <a:pt x="1401" y="469"/>
                    <a:pt x="1502" y="354"/>
                  </a:cubicBezTo>
                  <a:cubicBezTo>
                    <a:pt x="1561" y="286"/>
                    <a:pt x="1654" y="237"/>
                    <a:pt x="1740" y="237"/>
                  </a:cubicBezTo>
                  <a:cubicBezTo>
                    <a:pt x="1778" y="237"/>
                    <a:pt x="1814" y="247"/>
                    <a:pt x="1845" y="269"/>
                  </a:cubicBezTo>
                  <a:cubicBezTo>
                    <a:pt x="1944" y="326"/>
                    <a:pt x="1973" y="484"/>
                    <a:pt x="1959" y="612"/>
                  </a:cubicBezTo>
                  <a:cubicBezTo>
                    <a:pt x="1931" y="926"/>
                    <a:pt x="1744" y="1212"/>
                    <a:pt x="1588" y="1484"/>
                  </a:cubicBezTo>
                  <a:lnTo>
                    <a:pt x="1788" y="1612"/>
                  </a:lnTo>
                  <a:cubicBezTo>
                    <a:pt x="1959" y="1326"/>
                    <a:pt x="2159" y="998"/>
                    <a:pt x="2188" y="626"/>
                  </a:cubicBezTo>
                  <a:cubicBezTo>
                    <a:pt x="2217" y="369"/>
                    <a:pt x="2131" y="169"/>
                    <a:pt x="1973" y="68"/>
                  </a:cubicBezTo>
                  <a:cubicBezTo>
                    <a:pt x="1897" y="21"/>
                    <a:pt x="1816" y="0"/>
                    <a:pt x="1737" y="0"/>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2"/>
            <p:cNvSpPr/>
            <p:nvPr/>
          </p:nvSpPr>
          <p:spPr>
            <a:xfrm>
              <a:off x="4355425" y="666388"/>
              <a:ext cx="96125" cy="39025"/>
            </a:xfrm>
            <a:custGeom>
              <a:avLst/>
              <a:gdLst/>
              <a:ahLst/>
              <a:cxnLst/>
              <a:rect l="l" t="t" r="r" b="b"/>
              <a:pathLst>
                <a:path w="3845" h="1561" extrusionOk="0">
                  <a:moveTo>
                    <a:pt x="100" y="1"/>
                  </a:moveTo>
                  <a:cubicBezTo>
                    <a:pt x="71" y="29"/>
                    <a:pt x="29" y="58"/>
                    <a:pt x="0" y="100"/>
                  </a:cubicBezTo>
                  <a:cubicBezTo>
                    <a:pt x="772" y="815"/>
                    <a:pt x="1729" y="1287"/>
                    <a:pt x="2744" y="1472"/>
                  </a:cubicBezTo>
                  <a:cubicBezTo>
                    <a:pt x="3053" y="1522"/>
                    <a:pt x="3373" y="1561"/>
                    <a:pt x="3686" y="1561"/>
                  </a:cubicBezTo>
                  <a:cubicBezTo>
                    <a:pt x="3734" y="1561"/>
                    <a:pt x="3783" y="1560"/>
                    <a:pt x="3831" y="1558"/>
                  </a:cubicBezTo>
                  <a:cubicBezTo>
                    <a:pt x="3844" y="1516"/>
                    <a:pt x="3844" y="1458"/>
                    <a:pt x="3844" y="1415"/>
                  </a:cubicBezTo>
                  <a:lnTo>
                    <a:pt x="3844" y="1415"/>
                  </a:lnTo>
                  <a:cubicBezTo>
                    <a:pt x="3809" y="1416"/>
                    <a:pt x="3773" y="1416"/>
                    <a:pt x="3737" y="1416"/>
                  </a:cubicBezTo>
                  <a:cubicBezTo>
                    <a:pt x="2416" y="1416"/>
                    <a:pt x="1102" y="905"/>
                    <a:pt x="100" y="1"/>
                  </a:cubicBezTo>
                  <a:close/>
                </a:path>
              </a:pathLst>
            </a:custGeom>
            <a:solidFill>
              <a:srgbClr val="5B2C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1" name="Google Shape;2491;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2495"/>
        <p:cNvGrpSpPr/>
        <p:nvPr/>
      </p:nvGrpSpPr>
      <p:grpSpPr>
        <a:xfrm>
          <a:off x="0" y="0"/>
          <a:ext cx="0" cy="0"/>
          <a:chOff x="0" y="0"/>
          <a:chExt cx="0" cy="0"/>
        </a:xfrm>
      </p:grpSpPr>
      <p:sp>
        <p:nvSpPr>
          <p:cNvPr id="2496" name="Google Shape;2496;p63"/>
          <p:cNvSpPr/>
          <p:nvPr/>
        </p:nvSpPr>
        <p:spPr>
          <a:xfrm flipH="1">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grpSp>
        <p:nvGrpSpPr>
          <p:cNvPr id="2497" name="Google Shape;2497;p63"/>
          <p:cNvGrpSpPr/>
          <p:nvPr/>
        </p:nvGrpSpPr>
        <p:grpSpPr>
          <a:xfrm>
            <a:off x="1622799" y="1631640"/>
            <a:ext cx="310468" cy="359545"/>
            <a:chOff x="1347057" y="1353714"/>
            <a:chExt cx="339494" cy="393160"/>
          </a:xfrm>
        </p:grpSpPr>
        <p:sp>
          <p:nvSpPr>
            <p:cNvPr id="2498" name="Google Shape;2498;p63"/>
            <p:cNvSpPr/>
            <p:nvPr/>
          </p:nvSpPr>
          <p:spPr>
            <a:xfrm>
              <a:off x="1359152" y="1366979"/>
              <a:ext cx="157974" cy="182125"/>
            </a:xfrm>
            <a:custGeom>
              <a:avLst/>
              <a:gdLst/>
              <a:ahLst/>
              <a:cxnLst/>
              <a:rect l="l" t="t" r="r" b="b"/>
              <a:pathLst>
                <a:path w="3918" h="4517" extrusionOk="0">
                  <a:moveTo>
                    <a:pt x="1958" y="0"/>
                  </a:moveTo>
                  <a:lnTo>
                    <a:pt x="1" y="1130"/>
                  </a:lnTo>
                  <a:lnTo>
                    <a:pt x="1" y="3388"/>
                  </a:lnTo>
                  <a:lnTo>
                    <a:pt x="1958" y="4517"/>
                  </a:lnTo>
                  <a:lnTo>
                    <a:pt x="3917" y="3388"/>
                  </a:lnTo>
                  <a:lnTo>
                    <a:pt x="3917" y="1130"/>
                  </a:lnTo>
                  <a:lnTo>
                    <a:pt x="19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3"/>
            <p:cNvSpPr/>
            <p:nvPr/>
          </p:nvSpPr>
          <p:spPr>
            <a:xfrm>
              <a:off x="1437532" y="1503580"/>
              <a:ext cx="158498" cy="231800"/>
            </a:xfrm>
            <a:custGeom>
              <a:avLst/>
              <a:gdLst/>
              <a:ahLst/>
              <a:cxnLst/>
              <a:rect l="l" t="t" r="r" b="b"/>
              <a:pathLst>
                <a:path w="3931" h="5749" extrusionOk="0">
                  <a:moveTo>
                    <a:pt x="1973" y="0"/>
                  </a:moveTo>
                  <a:lnTo>
                    <a:pt x="1" y="1129"/>
                  </a:lnTo>
                  <a:lnTo>
                    <a:pt x="1" y="3387"/>
                  </a:lnTo>
                  <a:lnTo>
                    <a:pt x="1015" y="3974"/>
                  </a:lnTo>
                  <a:cubicBezTo>
                    <a:pt x="1258" y="4102"/>
                    <a:pt x="1401" y="4359"/>
                    <a:pt x="1401" y="4631"/>
                  </a:cubicBezTo>
                  <a:lnTo>
                    <a:pt x="1401" y="5174"/>
                  </a:lnTo>
                  <a:cubicBezTo>
                    <a:pt x="1401" y="5474"/>
                    <a:pt x="1630" y="5731"/>
                    <a:pt x="1930" y="5746"/>
                  </a:cubicBezTo>
                  <a:cubicBezTo>
                    <a:pt x="1946" y="5748"/>
                    <a:pt x="1963" y="5748"/>
                    <a:pt x="1980" y="5748"/>
                  </a:cubicBezTo>
                  <a:cubicBezTo>
                    <a:pt x="2287" y="5748"/>
                    <a:pt x="2545" y="5500"/>
                    <a:pt x="2545" y="5174"/>
                  </a:cubicBezTo>
                  <a:lnTo>
                    <a:pt x="2545" y="4631"/>
                  </a:lnTo>
                  <a:cubicBezTo>
                    <a:pt x="2545" y="4359"/>
                    <a:pt x="2688" y="4102"/>
                    <a:pt x="2917" y="3974"/>
                  </a:cubicBezTo>
                  <a:lnTo>
                    <a:pt x="3931" y="3387"/>
                  </a:lnTo>
                  <a:lnTo>
                    <a:pt x="3931" y="1129"/>
                  </a:lnTo>
                  <a:lnTo>
                    <a:pt x="1973"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3"/>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3"/>
            <p:cNvSpPr/>
            <p:nvPr/>
          </p:nvSpPr>
          <p:spPr>
            <a:xfrm>
              <a:off x="1517081" y="1366979"/>
              <a:ext cx="157329" cy="182125"/>
            </a:xfrm>
            <a:custGeom>
              <a:avLst/>
              <a:gdLst/>
              <a:ahLst/>
              <a:cxnLst/>
              <a:rect l="l" t="t" r="r" b="b"/>
              <a:pathLst>
                <a:path w="3902" h="4517" extrusionOk="0">
                  <a:moveTo>
                    <a:pt x="1944" y="0"/>
                  </a:moveTo>
                  <a:lnTo>
                    <a:pt x="0" y="1130"/>
                  </a:lnTo>
                  <a:lnTo>
                    <a:pt x="0" y="3388"/>
                  </a:lnTo>
                  <a:lnTo>
                    <a:pt x="1944" y="4517"/>
                  </a:lnTo>
                  <a:lnTo>
                    <a:pt x="3902" y="3388"/>
                  </a:lnTo>
                  <a:lnTo>
                    <a:pt x="3902" y="1130"/>
                  </a:lnTo>
                  <a:lnTo>
                    <a:pt x="194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3"/>
            <p:cNvSpPr/>
            <p:nvPr/>
          </p:nvSpPr>
          <p:spPr>
            <a:xfrm>
              <a:off x="1347057" y="1353714"/>
              <a:ext cx="339494" cy="393160"/>
            </a:xfrm>
            <a:custGeom>
              <a:avLst/>
              <a:gdLst/>
              <a:ahLst/>
              <a:cxnLst/>
              <a:rect l="l" t="t" r="r" b="b"/>
              <a:pathLst>
                <a:path w="8420" h="9751" extrusionOk="0">
                  <a:moveTo>
                    <a:pt x="2258" y="658"/>
                  </a:moveTo>
                  <a:lnTo>
                    <a:pt x="3931" y="1630"/>
                  </a:lnTo>
                  <a:lnTo>
                    <a:pt x="3931" y="3546"/>
                  </a:lnTo>
                  <a:lnTo>
                    <a:pt x="2258" y="4518"/>
                  </a:lnTo>
                  <a:lnTo>
                    <a:pt x="587" y="3546"/>
                  </a:lnTo>
                  <a:lnTo>
                    <a:pt x="587" y="1630"/>
                  </a:lnTo>
                  <a:lnTo>
                    <a:pt x="2258" y="658"/>
                  </a:lnTo>
                  <a:close/>
                  <a:moveTo>
                    <a:pt x="6161" y="658"/>
                  </a:moveTo>
                  <a:lnTo>
                    <a:pt x="7833" y="1615"/>
                  </a:lnTo>
                  <a:lnTo>
                    <a:pt x="7833" y="3546"/>
                  </a:lnTo>
                  <a:lnTo>
                    <a:pt x="6161" y="4518"/>
                  </a:lnTo>
                  <a:lnTo>
                    <a:pt x="4503" y="3546"/>
                  </a:lnTo>
                  <a:lnTo>
                    <a:pt x="4503" y="1615"/>
                  </a:lnTo>
                  <a:lnTo>
                    <a:pt x="6161" y="658"/>
                  </a:lnTo>
                  <a:close/>
                  <a:moveTo>
                    <a:pt x="4202" y="4045"/>
                  </a:moveTo>
                  <a:lnTo>
                    <a:pt x="5875" y="5017"/>
                  </a:lnTo>
                  <a:lnTo>
                    <a:pt x="5875" y="6947"/>
                  </a:lnTo>
                  <a:lnTo>
                    <a:pt x="5018" y="7447"/>
                  </a:lnTo>
                  <a:cubicBezTo>
                    <a:pt x="4688" y="7634"/>
                    <a:pt x="4503" y="7977"/>
                    <a:pt x="4503" y="8333"/>
                  </a:cubicBezTo>
                  <a:lnTo>
                    <a:pt x="4503" y="8891"/>
                  </a:lnTo>
                  <a:cubicBezTo>
                    <a:pt x="4503" y="9034"/>
                    <a:pt x="4389" y="9162"/>
                    <a:pt x="4246" y="9177"/>
                  </a:cubicBezTo>
                  <a:cubicBezTo>
                    <a:pt x="4231" y="9180"/>
                    <a:pt x="4216" y="9181"/>
                    <a:pt x="4202" y="9181"/>
                  </a:cubicBezTo>
                  <a:cubicBezTo>
                    <a:pt x="4051" y="9181"/>
                    <a:pt x="3931" y="9048"/>
                    <a:pt x="3931" y="8891"/>
                  </a:cubicBezTo>
                  <a:lnTo>
                    <a:pt x="3931" y="8348"/>
                  </a:lnTo>
                  <a:cubicBezTo>
                    <a:pt x="3931" y="7977"/>
                    <a:pt x="3731" y="7634"/>
                    <a:pt x="3402" y="7447"/>
                  </a:cubicBezTo>
                  <a:lnTo>
                    <a:pt x="2531" y="6947"/>
                  </a:lnTo>
                  <a:lnTo>
                    <a:pt x="2531" y="5017"/>
                  </a:lnTo>
                  <a:lnTo>
                    <a:pt x="4202" y="4045"/>
                  </a:lnTo>
                  <a:close/>
                  <a:moveTo>
                    <a:pt x="2245" y="1"/>
                  </a:moveTo>
                  <a:lnTo>
                    <a:pt x="0" y="1301"/>
                  </a:lnTo>
                  <a:lnTo>
                    <a:pt x="0" y="3889"/>
                  </a:lnTo>
                  <a:lnTo>
                    <a:pt x="1959" y="5017"/>
                  </a:lnTo>
                  <a:lnTo>
                    <a:pt x="1959" y="7276"/>
                  </a:lnTo>
                  <a:lnTo>
                    <a:pt x="3116" y="7948"/>
                  </a:lnTo>
                  <a:cubicBezTo>
                    <a:pt x="3259" y="8019"/>
                    <a:pt x="3360" y="8177"/>
                    <a:pt x="3360" y="8348"/>
                  </a:cubicBezTo>
                  <a:lnTo>
                    <a:pt x="3360" y="8877"/>
                  </a:lnTo>
                  <a:cubicBezTo>
                    <a:pt x="3360" y="9334"/>
                    <a:pt x="3716" y="9734"/>
                    <a:pt x="4160" y="9749"/>
                  </a:cubicBezTo>
                  <a:cubicBezTo>
                    <a:pt x="4177" y="9750"/>
                    <a:pt x="4195" y="9750"/>
                    <a:pt x="4212" y="9750"/>
                  </a:cubicBezTo>
                  <a:cubicBezTo>
                    <a:pt x="4688" y="9750"/>
                    <a:pt x="5075" y="9374"/>
                    <a:pt x="5075" y="8891"/>
                  </a:cubicBezTo>
                  <a:lnTo>
                    <a:pt x="5075" y="8348"/>
                  </a:lnTo>
                  <a:cubicBezTo>
                    <a:pt x="5075" y="8177"/>
                    <a:pt x="5161" y="8019"/>
                    <a:pt x="5303" y="7948"/>
                  </a:cubicBezTo>
                  <a:lnTo>
                    <a:pt x="6461" y="7276"/>
                  </a:lnTo>
                  <a:lnTo>
                    <a:pt x="6461" y="5017"/>
                  </a:lnTo>
                  <a:lnTo>
                    <a:pt x="8419" y="3889"/>
                  </a:lnTo>
                  <a:lnTo>
                    <a:pt x="8419" y="1301"/>
                  </a:lnTo>
                  <a:lnTo>
                    <a:pt x="6175" y="1"/>
                  </a:lnTo>
                  <a:lnTo>
                    <a:pt x="4217" y="1129"/>
                  </a:lnTo>
                  <a:lnTo>
                    <a:pt x="224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3"/>
            <p:cNvSpPr/>
            <p:nvPr/>
          </p:nvSpPr>
          <p:spPr>
            <a:xfrm>
              <a:off x="1476117" y="1548535"/>
              <a:ext cx="80721" cy="92776"/>
            </a:xfrm>
            <a:custGeom>
              <a:avLst/>
              <a:gdLst/>
              <a:ahLst/>
              <a:cxnLst/>
              <a:rect l="l" t="t" r="r" b="b"/>
              <a:pathLst>
                <a:path w="2002" h="2301" extrusionOk="0">
                  <a:moveTo>
                    <a:pt x="1001" y="0"/>
                  </a:moveTo>
                  <a:lnTo>
                    <a:pt x="1" y="572"/>
                  </a:lnTo>
                  <a:lnTo>
                    <a:pt x="1" y="1729"/>
                  </a:lnTo>
                  <a:lnTo>
                    <a:pt x="1001" y="2301"/>
                  </a:lnTo>
                  <a:lnTo>
                    <a:pt x="2002" y="1729"/>
                  </a:lnTo>
                  <a:lnTo>
                    <a:pt x="2002" y="572"/>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3"/>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3"/>
            <p:cNvSpPr/>
            <p:nvPr/>
          </p:nvSpPr>
          <p:spPr>
            <a:xfrm>
              <a:off x="1397738"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63"/>
            <p:cNvSpPr/>
            <p:nvPr/>
          </p:nvSpPr>
          <p:spPr>
            <a:xfrm>
              <a:off x="1555102" y="1411371"/>
              <a:ext cx="80721" cy="93381"/>
            </a:xfrm>
            <a:custGeom>
              <a:avLst/>
              <a:gdLst/>
              <a:ahLst/>
              <a:cxnLst/>
              <a:rect l="l" t="t" r="r" b="b"/>
              <a:pathLst>
                <a:path w="2002" h="2316" extrusionOk="0">
                  <a:moveTo>
                    <a:pt x="1001" y="0"/>
                  </a:moveTo>
                  <a:lnTo>
                    <a:pt x="1" y="586"/>
                  </a:lnTo>
                  <a:lnTo>
                    <a:pt x="1" y="1729"/>
                  </a:lnTo>
                  <a:lnTo>
                    <a:pt x="1001" y="2316"/>
                  </a:lnTo>
                  <a:lnTo>
                    <a:pt x="2002" y="1729"/>
                  </a:lnTo>
                  <a:lnTo>
                    <a:pt x="2002" y="586"/>
                  </a:lnTo>
                  <a:lnTo>
                    <a:pt x="10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7" name="Google Shape;2507;p63"/>
          <p:cNvGrpSpPr/>
          <p:nvPr/>
        </p:nvGrpSpPr>
        <p:grpSpPr>
          <a:xfrm>
            <a:off x="2218865" y="1631640"/>
            <a:ext cx="359988" cy="359466"/>
            <a:chOff x="1998851" y="1353714"/>
            <a:chExt cx="393644" cy="393074"/>
          </a:xfrm>
        </p:grpSpPr>
        <p:sp>
          <p:nvSpPr>
            <p:cNvPr id="2508" name="Google Shape;2508;p63"/>
            <p:cNvSpPr/>
            <p:nvPr/>
          </p:nvSpPr>
          <p:spPr>
            <a:xfrm>
              <a:off x="2040904" y="1353714"/>
              <a:ext cx="308367" cy="228816"/>
            </a:xfrm>
            <a:custGeom>
              <a:avLst/>
              <a:gdLst/>
              <a:ahLst/>
              <a:cxnLst/>
              <a:rect l="l" t="t" r="r" b="b"/>
              <a:pathLst>
                <a:path w="7648" h="5675" extrusionOk="0">
                  <a:moveTo>
                    <a:pt x="3217" y="1"/>
                  </a:moveTo>
                  <a:lnTo>
                    <a:pt x="2373" y="2574"/>
                  </a:lnTo>
                  <a:lnTo>
                    <a:pt x="1344" y="2574"/>
                  </a:lnTo>
                  <a:lnTo>
                    <a:pt x="0" y="5675"/>
                  </a:lnTo>
                  <a:lnTo>
                    <a:pt x="7648" y="5675"/>
                  </a:lnTo>
                  <a:lnTo>
                    <a:pt x="6975" y="1830"/>
                  </a:lnTo>
                  <a:lnTo>
                    <a:pt x="5704" y="1830"/>
                  </a:lnTo>
                  <a:lnTo>
                    <a:pt x="533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3"/>
            <p:cNvSpPr/>
            <p:nvPr/>
          </p:nvSpPr>
          <p:spPr>
            <a:xfrm>
              <a:off x="2041509" y="1582484"/>
              <a:ext cx="307763" cy="164304"/>
            </a:xfrm>
            <a:custGeom>
              <a:avLst/>
              <a:gdLst/>
              <a:ahLst/>
              <a:cxnLst/>
              <a:rect l="l" t="t" r="r" b="b"/>
              <a:pathLst>
                <a:path w="7633" h="4075" extrusionOk="0">
                  <a:moveTo>
                    <a:pt x="0" y="1"/>
                  </a:moveTo>
                  <a:lnTo>
                    <a:pt x="786" y="2303"/>
                  </a:lnTo>
                  <a:lnTo>
                    <a:pt x="1901" y="2303"/>
                  </a:lnTo>
                  <a:lnTo>
                    <a:pt x="3259" y="4075"/>
                  </a:lnTo>
                  <a:lnTo>
                    <a:pt x="5260" y="4075"/>
                  </a:lnTo>
                  <a:lnTo>
                    <a:pt x="5889" y="2789"/>
                  </a:lnTo>
                  <a:lnTo>
                    <a:pt x="7233" y="2789"/>
                  </a:lnTo>
                  <a:lnTo>
                    <a:pt x="763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63"/>
            <p:cNvSpPr/>
            <p:nvPr/>
          </p:nvSpPr>
          <p:spPr>
            <a:xfrm>
              <a:off x="1998851" y="1570953"/>
              <a:ext cx="393644" cy="23103"/>
            </a:xfrm>
            <a:custGeom>
              <a:avLst/>
              <a:gdLst/>
              <a:ahLst/>
              <a:cxnLst/>
              <a:rect l="l" t="t" r="r" b="b"/>
              <a:pathLst>
                <a:path w="9763" h="573" extrusionOk="0">
                  <a:moveTo>
                    <a:pt x="0" y="1"/>
                  </a:moveTo>
                  <a:lnTo>
                    <a:pt x="0" y="573"/>
                  </a:lnTo>
                  <a:lnTo>
                    <a:pt x="9762" y="573"/>
                  </a:lnTo>
                  <a:lnTo>
                    <a:pt x="976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63"/>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3"/>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3"/>
            <p:cNvSpPr/>
            <p:nvPr/>
          </p:nvSpPr>
          <p:spPr>
            <a:xfrm>
              <a:off x="2043807" y="1711585"/>
              <a:ext cx="44392" cy="23103"/>
            </a:xfrm>
            <a:custGeom>
              <a:avLst/>
              <a:gdLst/>
              <a:ahLst/>
              <a:cxnLst/>
              <a:rect l="l" t="t" r="r" b="b"/>
              <a:pathLst>
                <a:path w="1101" h="573" extrusionOk="0">
                  <a:moveTo>
                    <a:pt x="0" y="1"/>
                  </a:moveTo>
                  <a:lnTo>
                    <a:pt x="0" y="572"/>
                  </a:lnTo>
                  <a:lnTo>
                    <a:pt x="1100" y="572"/>
                  </a:lnTo>
                  <a:lnTo>
                    <a:pt x="1100"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3"/>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3"/>
            <p:cNvSpPr/>
            <p:nvPr/>
          </p:nvSpPr>
          <p:spPr>
            <a:xfrm>
              <a:off x="2172908" y="1622279"/>
              <a:ext cx="39191" cy="23103"/>
            </a:xfrm>
            <a:custGeom>
              <a:avLst/>
              <a:gdLst/>
              <a:ahLst/>
              <a:cxnLst/>
              <a:rect l="l" t="t" r="r" b="b"/>
              <a:pathLst>
                <a:path w="972" h="573" extrusionOk="0">
                  <a:moveTo>
                    <a:pt x="0" y="1"/>
                  </a:moveTo>
                  <a:lnTo>
                    <a:pt x="0" y="572"/>
                  </a:lnTo>
                  <a:lnTo>
                    <a:pt x="972" y="572"/>
                  </a:lnTo>
                  <a:lnTo>
                    <a:pt x="9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3"/>
            <p:cNvSpPr/>
            <p:nvPr/>
          </p:nvSpPr>
          <p:spPr>
            <a:xfrm>
              <a:off x="2009778" y="1622279"/>
              <a:ext cx="23708" cy="23103"/>
            </a:xfrm>
            <a:custGeom>
              <a:avLst/>
              <a:gdLst/>
              <a:ahLst/>
              <a:cxnLst/>
              <a:rect l="l" t="t" r="r" b="b"/>
              <a:pathLst>
                <a:path w="588" h="573" extrusionOk="0">
                  <a:moveTo>
                    <a:pt x="0" y="1"/>
                  </a:moveTo>
                  <a:lnTo>
                    <a:pt x="0" y="572"/>
                  </a:lnTo>
                  <a:lnTo>
                    <a:pt x="587" y="572"/>
                  </a:lnTo>
                  <a:lnTo>
                    <a:pt x="5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3"/>
            <p:cNvSpPr/>
            <p:nvPr/>
          </p:nvSpPr>
          <p:spPr>
            <a:xfrm>
              <a:off x="2235684" y="1407903"/>
              <a:ext cx="46731" cy="110074"/>
            </a:xfrm>
            <a:custGeom>
              <a:avLst/>
              <a:gdLst/>
              <a:ahLst/>
              <a:cxnLst/>
              <a:rect l="l" t="t" r="r" b="b"/>
              <a:pathLst>
                <a:path w="1159" h="2730" extrusionOk="0">
                  <a:moveTo>
                    <a:pt x="787" y="0"/>
                  </a:moveTo>
                  <a:lnTo>
                    <a:pt x="0" y="1301"/>
                  </a:lnTo>
                  <a:lnTo>
                    <a:pt x="0" y="2730"/>
                  </a:lnTo>
                  <a:lnTo>
                    <a:pt x="572" y="2730"/>
                  </a:lnTo>
                  <a:lnTo>
                    <a:pt x="572" y="1458"/>
                  </a:lnTo>
                  <a:lnTo>
                    <a:pt x="1159" y="486"/>
                  </a:lnTo>
                  <a:lnTo>
                    <a:pt x="873" y="486"/>
                  </a:lnTo>
                  <a:lnTo>
                    <a:pt x="78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3"/>
            <p:cNvSpPr/>
            <p:nvPr/>
          </p:nvSpPr>
          <p:spPr>
            <a:xfrm>
              <a:off x="2296203" y="1622279"/>
              <a:ext cx="66891" cy="23103"/>
            </a:xfrm>
            <a:custGeom>
              <a:avLst/>
              <a:gdLst/>
              <a:ahLst/>
              <a:cxnLst/>
              <a:rect l="l" t="t" r="r" b="b"/>
              <a:pathLst>
                <a:path w="1659" h="573" extrusionOk="0">
                  <a:moveTo>
                    <a:pt x="1" y="1"/>
                  </a:moveTo>
                  <a:lnTo>
                    <a:pt x="1" y="572"/>
                  </a:lnTo>
                  <a:lnTo>
                    <a:pt x="1659" y="572"/>
                  </a:lnTo>
                  <a:lnTo>
                    <a:pt x="16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3"/>
            <p:cNvSpPr/>
            <p:nvPr/>
          </p:nvSpPr>
          <p:spPr>
            <a:xfrm>
              <a:off x="2348093" y="1711585"/>
              <a:ext cx="23628" cy="23103"/>
            </a:xfrm>
            <a:custGeom>
              <a:avLst/>
              <a:gdLst/>
              <a:ahLst/>
              <a:cxnLst/>
              <a:rect l="l" t="t" r="r" b="b"/>
              <a:pathLst>
                <a:path w="586" h="573" extrusionOk="0">
                  <a:moveTo>
                    <a:pt x="0" y="1"/>
                  </a:moveTo>
                  <a:lnTo>
                    <a:pt x="0" y="572"/>
                  </a:lnTo>
                  <a:lnTo>
                    <a:pt x="586" y="572"/>
                  </a:lnTo>
                  <a:lnTo>
                    <a:pt x="586"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0" name="Google Shape;2520;p63"/>
          <p:cNvGrpSpPr/>
          <p:nvPr/>
        </p:nvGrpSpPr>
        <p:grpSpPr>
          <a:xfrm>
            <a:off x="2839709" y="1644803"/>
            <a:ext cx="359944" cy="333143"/>
            <a:chOff x="2677740" y="1368108"/>
            <a:chExt cx="393597" cy="364290"/>
          </a:xfrm>
        </p:grpSpPr>
        <p:sp>
          <p:nvSpPr>
            <p:cNvPr id="2521" name="Google Shape;2521;p63"/>
            <p:cNvSpPr/>
            <p:nvPr/>
          </p:nvSpPr>
          <p:spPr>
            <a:xfrm>
              <a:off x="2932999" y="1368108"/>
              <a:ext cx="94550" cy="137209"/>
            </a:xfrm>
            <a:custGeom>
              <a:avLst/>
              <a:gdLst/>
              <a:ahLst/>
              <a:cxnLst/>
              <a:rect l="l" t="t" r="r" b="b"/>
              <a:pathLst>
                <a:path w="2345" h="3403" extrusionOk="0">
                  <a:moveTo>
                    <a:pt x="1287" y="1"/>
                  </a:moveTo>
                  <a:lnTo>
                    <a:pt x="558" y="730"/>
                  </a:lnTo>
                  <a:cubicBezTo>
                    <a:pt x="0" y="1287"/>
                    <a:pt x="0" y="2217"/>
                    <a:pt x="558" y="2774"/>
                  </a:cubicBezTo>
                  <a:lnTo>
                    <a:pt x="1187" y="3402"/>
                  </a:lnTo>
                  <a:lnTo>
                    <a:pt x="1916" y="2674"/>
                  </a:lnTo>
                  <a:cubicBezTo>
                    <a:pt x="2188" y="2402"/>
                    <a:pt x="2345" y="2030"/>
                    <a:pt x="2345" y="1645"/>
                  </a:cubicBezTo>
                  <a:cubicBezTo>
                    <a:pt x="2345" y="1258"/>
                    <a:pt x="2188" y="902"/>
                    <a:pt x="1916" y="630"/>
                  </a:cubicBezTo>
                  <a:lnTo>
                    <a:pt x="12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3"/>
            <p:cNvSpPr/>
            <p:nvPr/>
          </p:nvSpPr>
          <p:spPr>
            <a:xfrm>
              <a:off x="2847724" y="1453423"/>
              <a:ext cx="100316" cy="137169"/>
            </a:xfrm>
            <a:custGeom>
              <a:avLst/>
              <a:gdLst/>
              <a:ahLst/>
              <a:cxnLst/>
              <a:rect l="l" t="t" r="r" b="b"/>
              <a:pathLst>
                <a:path w="2488" h="3402" extrusionOk="0">
                  <a:moveTo>
                    <a:pt x="1286" y="0"/>
                  </a:moveTo>
                  <a:lnTo>
                    <a:pt x="558" y="730"/>
                  </a:lnTo>
                  <a:cubicBezTo>
                    <a:pt x="0" y="1301"/>
                    <a:pt x="0" y="2216"/>
                    <a:pt x="558" y="2773"/>
                  </a:cubicBezTo>
                  <a:lnTo>
                    <a:pt x="1187" y="3402"/>
                  </a:lnTo>
                  <a:lnTo>
                    <a:pt x="1915" y="2674"/>
                  </a:lnTo>
                  <a:cubicBezTo>
                    <a:pt x="2487" y="2102"/>
                    <a:pt x="2487" y="1187"/>
                    <a:pt x="1915" y="629"/>
                  </a:cubicBezTo>
                  <a:lnTo>
                    <a:pt x="12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3"/>
            <p:cNvSpPr/>
            <p:nvPr/>
          </p:nvSpPr>
          <p:spPr>
            <a:xfrm>
              <a:off x="2761845" y="1538698"/>
              <a:ext cx="95115" cy="137209"/>
            </a:xfrm>
            <a:custGeom>
              <a:avLst/>
              <a:gdLst/>
              <a:ahLst/>
              <a:cxnLst/>
              <a:rect l="l" t="t" r="r" b="b"/>
              <a:pathLst>
                <a:path w="2359" h="3403" extrusionOk="0">
                  <a:moveTo>
                    <a:pt x="1301" y="0"/>
                  </a:moveTo>
                  <a:lnTo>
                    <a:pt x="573" y="730"/>
                  </a:lnTo>
                  <a:cubicBezTo>
                    <a:pt x="1" y="1302"/>
                    <a:pt x="1" y="2217"/>
                    <a:pt x="573" y="2773"/>
                  </a:cubicBezTo>
                  <a:lnTo>
                    <a:pt x="1202" y="3402"/>
                  </a:lnTo>
                  <a:lnTo>
                    <a:pt x="1930" y="2674"/>
                  </a:lnTo>
                  <a:cubicBezTo>
                    <a:pt x="2202" y="2402"/>
                    <a:pt x="2359" y="2045"/>
                    <a:pt x="2359" y="1645"/>
                  </a:cubicBezTo>
                  <a:cubicBezTo>
                    <a:pt x="2359" y="1258"/>
                    <a:pt x="2202" y="902"/>
                    <a:pt x="1930" y="629"/>
                  </a:cubicBezTo>
                  <a:lnTo>
                    <a:pt x="1301"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3"/>
            <p:cNvSpPr/>
            <p:nvPr/>
          </p:nvSpPr>
          <p:spPr>
            <a:xfrm>
              <a:off x="2934168" y="1473018"/>
              <a:ext cx="137169" cy="88785"/>
            </a:xfrm>
            <a:custGeom>
              <a:avLst/>
              <a:gdLst/>
              <a:ahLst/>
              <a:cxnLst/>
              <a:rect l="l" t="t" r="r" b="b"/>
              <a:pathLst>
                <a:path w="3402" h="2202" extrusionOk="0">
                  <a:moveTo>
                    <a:pt x="1759" y="0"/>
                  </a:moveTo>
                  <a:cubicBezTo>
                    <a:pt x="1372" y="0"/>
                    <a:pt x="1001" y="143"/>
                    <a:pt x="730" y="429"/>
                  </a:cubicBezTo>
                  <a:lnTo>
                    <a:pt x="0" y="1158"/>
                  </a:lnTo>
                  <a:lnTo>
                    <a:pt x="629" y="1772"/>
                  </a:lnTo>
                  <a:cubicBezTo>
                    <a:pt x="901" y="2058"/>
                    <a:pt x="1258" y="2201"/>
                    <a:pt x="1644" y="2201"/>
                  </a:cubicBezTo>
                  <a:cubicBezTo>
                    <a:pt x="2030" y="2201"/>
                    <a:pt x="2401" y="2058"/>
                    <a:pt x="2673" y="1772"/>
                  </a:cubicBezTo>
                  <a:lnTo>
                    <a:pt x="3402" y="1044"/>
                  </a:lnTo>
                  <a:lnTo>
                    <a:pt x="2773" y="429"/>
                  </a:lnTo>
                  <a:cubicBezTo>
                    <a:pt x="2502" y="143"/>
                    <a:pt x="2144"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3"/>
            <p:cNvSpPr/>
            <p:nvPr/>
          </p:nvSpPr>
          <p:spPr>
            <a:xfrm>
              <a:off x="2848853" y="1558293"/>
              <a:ext cx="137209" cy="88785"/>
            </a:xfrm>
            <a:custGeom>
              <a:avLst/>
              <a:gdLst/>
              <a:ahLst/>
              <a:cxnLst/>
              <a:rect l="l" t="t" r="r" b="b"/>
              <a:pathLst>
                <a:path w="3403" h="2202" extrusionOk="0">
                  <a:moveTo>
                    <a:pt x="1759" y="0"/>
                  </a:moveTo>
                  <a:cubicBezTo>
                    <a:pt x="1359" y="0"/>
                    <a:pt x="1001" y="143"/>
                    <a:pt x="730" y="429"/>
                  </a:cubicBezTo>
                  <a:lnTo>
                    <a:pt x="1" y="1159"/>
                  </a:lnTo>
                  <a:lnTo>
                    <a:pt x="630" y="1788"/>
                  </a:lnTo>
                  <a:cubicBezTo>
                    <a:pt x="902" y="2059"/>
                    <a:pt x="1258" y="2202"/>
                    <a:pt x="1645" y="2202"/>
                  </a:cubicBezTo>
                  <a:cubicBezTo>
                    <a:pt x="2030" y="2202"/>
                    <a:pt x="2402" y="2059"/>
                    <a:pt x="2674" y="1788"/>
                  </a:cubicBezTo>
                  <a:lnTo>
                    <a:pt x="3402" y="1044"/>
                  </a:lnTo>
                  <a:lnTo>
                    <a:pt x="2774" y="429"/>
                  </a:lnTo>
                  <a:cubicBezTo>
                    <a:pt x="2503" y="143"/>
                    <a:pt x="2145" y="0"/>
                    <a:pt x="17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3"/>
            <p:cNvSpPr/>
            <p:nvPr/>
          </p:nvSpPr>
          <p:spPr>
            <a:xfrm>
              <a:off x="2763579" y="1643567"/>
              <a:ext cx="137169" cy="88825"/>
            </a:xfrm>
            <a:custGeom>
              <a:avLst/>
              <a:gdLst/>
              <a:ahLst/>
              <a:cxnLst/>
              <a:rect l="l" t="t" r="r" b="b"/>
              <a:pathLst>
                <a:path w="3402" h="2203" extrusionOk="0">
                  <a:moveTo>
                    <a:pt x="1744" y="1"/>
                  </a:moveTo>
                  <a:cubicBezTo>
                    <a:pt x="1359" y="1"/>
                    <a:pt x="1001" y="159"/>
                    <a:pt x="730" y="430"/>
                  </a:cubicBezTo>
                  <a:lnTo>
                    <a:pt x="0" y="1159"/>
                  </a:lnTo>
                  <a:lnTo>
                    <a:pt x="615" y="1788"/>
                  </a:lnTo>
                  <a:cubicBezTo>
                    <a:pt x="901" y="2059"/>
                    <a:pt x="1258" y="2202"/>
                    <a:pt x="1644" y="2202"/>
                  </a:cubicBezTo>
                  <a:cubicBezTo>
                    <a:pt x="2030" y="2202"/>
                    <a:pt x="2401" y="2059"/>
                    <a:pt x="2674" y="1788"/>
                  </a:cubicBezTo>
                  <a:lnTo>
                    <a:pt x="3402" y="1059"/>
                  </a:lnTo>
                  <a:lnTo>
                    <a:pt x="2773" y="430"/>
                  </a:lnTo>
                  <a:cubicBezTo>
                    <a:pt x="2502" y="159"/>
                    <a:pt x="2144" y="1"/>
                    <a:pt x="17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63"/>
            <p:cNvSpPr/>
            <p:nvPr/>
          </p:nvSpPr>
          <p:spPr>
            <a:xfrm>
              <a:off x="2942232" y="1473018"/>
              <a:ext cx="129105" cy="88785"/>
            </a:xfrm>
            <a:custGeom>
              <a:avLst/>
              <a:gdLst/>
              <a:ahLst/>
              <a:cxnLst/>
              <a:rect l="l" t="t" r="r" b="b"/>
              <a:pathLst>
                <a:path w="3202" h="2202" extrusionOk="0">
                  <a:moveTo>
                    <a:pt x="1559" y="0"/>
                  </a:moveTo>
                  <a:cubicBezTo>
                    <a:pt x="1487" y="0"/>
                    <a:pt x="1416" y="0"/>
                    <a:pt x="1344" y="15"/>
                  </a:cubicBezTo>
                  <a:lnTo>
                    <a:pt x="0" y="1358"/>
                  </a:lnTo>
                  <a:lnTo>
                    <a:pt x="429" y="1772"/>
                  </a:lnTo>
                  <a:cubicBezTo>
                    <a:pt x="701" y="2058"/>
                    <a:pt x="1058" y="2201"/>
                    <a:pt x="1444" y="2201"/>
                  </a:cubicBezTo>
                  <a:cubicBezTo>
                    <a:pt x="1830" y="2201"/>
                    <a:pt x="2201" y="2058"/>
                    <a:pt x="2473" y="1772"/>
                  </a:cubicBezTo>
                  <a:lnTo>
                    <a:pt x="3202" y="1044"/>
                  </a:lnTo>
                  <a:lnTo>
                    <a:pt x="2573" y="429"/>
                  </a:lnTo>
                  <a:cubicBezTo>
                    <a:pt x="2302" y="143"/>
                    <a:pt x="1944"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63"/>
            <p:cNvSpPr/>
            <p:nvPr/>
          </p:nvSpPr>
          <p:spPr>
            <a:xfrm>
              <a:off x="2856917" y="1558293"/>
              <a:ext cx="129145" cy="88785"/>
            </a:xfrm>
            <a:custGeom>
              <a:avLst/>
              <a:gdLst/>
              <a:ahLst/>
              <a:cxnLst/>
              <a:rect l="l" t="t" r="r" b="b"/>
              <a:pathLst>
                <a:path w="3203" h="2202" extrusionOk="0">
                  <a:moveTo>
                    <a:pt x="1559" y="0"/>
                  </a:moveTo>
                  <a:cubicBezTo>
                    <a:pt x="1487" y="0"/>
                    <a:pt x="1416" y="0"/>
                    <a:pt x="1344" y="15"/>
                  </a:cubicBezTo>
                  <a:lnTo>
                    <a:pt x="1" y="1359"/>
                  </a:lnTo>
                  <a:lnTo>
                    <a:pt x="430" y="1788"/>
                  </a:lnTo>
                  <a:cubicBezTo>
                    <a:pt x="702" y="2059"/>
                    <a:pt x="1058" y="2202"/>
                    <a:pt x="1445" y="2202"/>
                  </a:cubicBezTo>
                  <a:cubicBezTo>
                    <a:pt x="1830" y="2202"/>
                    <a:pt x="2202" y="2059"/>
                    <a:pt x="2474" y="1788"/>
                  </a:cubicBezTo>
                  <a:lnTo>
                    <a:pt x="3202" y="1044"/>
                  </a:lnTo>
                  <a:lnTo>
                    <a:pt x="2574" y="429"/>
                  </a:lnTo>
                  <a:cubicBezTo>
                    <a:pt x="2303" y="143"/>
                    <a:pt x="1945" y="0"/>
                    <a:pt x="1559"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63"/>
            <p:cNvSpPr/>
            <p:nvPr/>
          </p:nvSpPr>
          <p:spPr>
            <a:xfrm>
              <a:off x="2771643" y="1643567"/>
              <a:ext cx="129105" cy="88825"/>
            </a:xfrm>
            <a:custGeom>
              <a:avLst/>
              <a:gdLst/>
              <a:ahLst/>
              <a:cxnLst/>
              <a:rect l="l" t="t" r="r" b="b"/>
              <a:pathLst>
                <a:path w="3202" h="2203" extrusionOk="0">
                  <a:moveTo>
                    <a:pt x="1544" y="1"/>
                  </a:moveTo>
                  <a:cubicBezTo>
                    <a:pt x="1473" y="1"/>
                    <a:pt x="1416" y="1"/>
                    <a:pt x="1344" y="16"/>
                  </a:cubicBezTo>
                  <a:lnTo>
                    <a:pt x="0" y="1359"/>
                  </a:lnTo>
                  <a:lnTo>
                    <a:pt x="415" y="1788"/>
                  </a:lnTo>
                  <a:cubicBezTo>
                    <a:pt x="701" y="2059"/>
                    <a:pt x="1058" y="2202"/>
                    <a:pt x="1444" y="2202"/>
                  </a:cubicBezTo>
                  <a:cubicBezTo>
                    <a:pt x="1830" y="2202"/>
                    <a:pt x="2201" y="2059"/>
                    <a:pt x="2474" y="1788"/>
                  </a:cubicBezTo>
                  <a:lnTo>
                    <a:pt x="3202" y="1059"/>
                  </a:lnTo>
                  <a:lnTo>
                    <a:pt x="2573" y="430"/>
                  </a:lnTo>
                  <a:cubicBezTo>
                    <a:pt x="2302" y="159"/>
                    <a:pt x="1944" y="1"/>
                    <a:pt x="15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63"/>
            <p:cNvSpPr/>
            <p:nvPr/>
          </p:nvSpPr>
          <p:spPr>
            <a:xfrm>
              <a:off x="2677740" y="1410766"/>
              <a:ext cx="380943" cy="321633"/>
            </a:xfrm>
            <a:custGeom>
              <a:avLst/>
              <a:gdLst/>
              <a:ahLst/>
              <a:cxnLst/>
              <a:rect l="l" t="t" r="r" b="b"/>
              <a:pathLst>
                <a:path w="9448" h="7977" extrusionOk="0">
                  <a:moveTo>
                    <a:pt x="9047" y="0"/>
                  </a:moveTo>
                  <a:lnTo>
                    <a:pt x="1944" y="7118"/>
                  </a:lnTo>
                  <a:cubicBezTo>
                    <a:pt x="1751" y="7312"/>
                    <a:pt x="1497" y="7408"/>
                    <a:pt x="1243" y="7408"/>
                  </a:cubicBezTo>
                  <a:cubicBezTo>
                    <a:pt x="989" y="7408"/>
                    <a:pt x="736" y="7312"/>
                    <a:pt x="543" y="7118"/>
                  </a:cubicBezTo>
                  <a:lnTo>
                    <a:pt x="414" y="6990"/>
                  </a:lnTo>
                  <a:lnTo>
                    <a:pt x="0" y="7391"/>
                  </a:lnTo>
                  <a:lnTo>
                    <a:pt x="128" y="7519"/>
                  </a:lnTo>
                  <a:cubicBezTo>
                    <a:pt x="443" y="7819"/>
                    <a:pt x="843" y="7976"/>
                    <a:pt x="1243" y="7976"/>
                  </a:cubicBezTo>
                  <a:cubicBezTo>
                    <a:pt x="1643" y="7976"/>
                    <a:pt x="2043" y="7819"/>
                    <a:pt x="2344" y="7519"/>
                  </a:cubicBezTo>
                  <a:lnTo>
                    <a:pt x="9447" y="415"/>
                  </a:lnTo>
                  <a:lnTo>
                    <a:pt x="9047"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1" name="Google Shape;2531;p63"/>
          <p:cNvGrpSpPr/>
          <p:nvPr/>
        </p:nvGrpSpPr>
        <p:grpSpPr>
          <a:xfrm>
            <a:off x="3461032" y="1631640"/>
            <a:ext cx="359471" cy="359462"/>
            <a:chOff x="3357153" y="1353714"/>
            <a:chExt cx="393080" cy="393070"/>
          </a:xfrm>
        </p:grpSpPr>
        <p:sp>
          <p:nvSpPr>
            <p:cNvPr id="2532" name="Google Shape;2532;p63"/>
            <p:cNvSpPr/>
            <p:nvPr/>
          </p:nvSpPr>
          <p:spPr>
            <a:xfrm>
              <a:off x="3542176" y="1487976"/>
              <a:ext cx="23063" cy="206963"/>
            </a:xfrm>
            <a:custGeom>
              <a:avLst/>
              <a:gdLst/>
              <a:ahLst/>
              <a:cxnLst/>
              <a:rect l="l" t="t" r="r" b="b"/>
              <a:pathLst>
                <a:path w="572" h="5133" extrusionOk="0">
                  <a:moveTo>
                    <a:pt x="0" y="1"/>
                  </a:moveTo>
                  <a:lnTo>
                    <a:pt x="0" y="5133"/>
                  </a:lnTo>
                  <a:lnTo>
                    <a:pt x="572" y="513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3"/>
            <p:cNvSpPr/>
            <p:nvPr/>
          </p:nvSpPr>
          <p:spPr>
            <a:xfrm>
              <a:off x="3542176" y="1353714"/>
              <a:ext cx="23063" cy="28264"/>
            </a:xfrm>
            <a:custGeom>
              <a:avLst/>
              <a:gdLst/>
              <a:ahLst/>
              <a:cxnLst/>
              <a:rect l="l" t="t" r="r" b="b"/>
              <a:pathLst>
                <a:path w="572" h="701" extrusionOk="0">
                  <a:moveTo>
                    <a:pt x="0" y="1"/>
                  </a:moveTo>
                  <a:lnTo>
                    <a:pt x="0" y="701"/>
                  </a:lnTo>
                  <a:lnTo>
                    <a:pt x="572" y="701"/>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3"/>
            <p:cNvSpPr/>
            <p:nvPr/>
          </p:nvSpPr>
          <p:spPr>
            <a:xfrm>
              <a:off x="3622249" y="1498943"/>
              <a:ext cx="42699" cy="80156"/>
            </a:xfrm>
            <a:custGeom>
              <a:avLst/>
              <a:gdLst/>
              <a:ahLst/>
              <a:cxnLst/>
              <a:rect l="l" t="t" r="r" b="b"/>
              <a:pathLst>
                <a:path w="1059" h="1988" extrusionOk="0">
                  <a:moveTo>
                    <a:pt x="501" y="1"/>
                  </a:moveTo>
                  <a:lnTo>
                    <a:pt x="0" y="1844"/>
                  </a:lnTo>
                  <a:lnTo>
                    <a:pt x="558" y="1987"/>
                  </a:lnTo>
                  <a:lnTo>
                    <a:pt x="1058" y="144"/>
                  </a:lnTo>
                  <a:lnTo>
                    <a:pt x="5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63"/>
            <p:cNvSpPr/>
            <p:nvPr/>
          </p:nvSpPr>
          <p:spPr>
            <a:xfrm>
              <a:off x="3622249" y="1498943"/>
              <a:ext cx="42699" cy="80156"/>
            </a:xfrm>
            <a:custGeom>
              <a:avLst/>
              <a:gdLst/>
              <a:ahLst/>
              <a:cxnLst/>
              <a:rect l="l" t="t" r="r" b="b"/>
              <a:pathLst>
                <a:path w="1059" h="1988" extrusionOk="0">
                  <a:moveTo>
                    <a:pt x="501" y="1"/>
                  </a:moveTo>
                  <a:lnTo>
                    <a:pt x="0" y="1844"/>
                  </a:lnTo>
                  <a:lnTo>
                    <a:pt x="558" y="1987"/>
                  </a:lnTo>
                  <a:lnTo>
                    <a:pt x="1058" y="144"/>
                  </a:lnTo>
                  <a:lnTo>
                    <a:pt x="501"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63"/>
            <p:cNvSpPr/>
            <p:nvPr/>
          </p:nvSpPr>
          <p:spPr>
            <a:xfrm>
              <a:off x="3670108" y="1368108"/>
              <a:ext cx="29393" cy="34070"/>
            </a:xfrm>
            <a:custGeom>
              <a:avLst/>
              <a:gdLst/>
              <a:ahLst/>
              <a:cxnLst/>
              <a:rect l="l" t="t" r="r" b="b"/>
              <a:pathLst>
                <a:path w="729" h="845" extrusionOk="0">
                  <a:moveTo>
                    <a:pt x="185" y="1"/>
                  </a:moveTo>
                  <a:lnTo>
                    <a:pt x="0" y="702"/>
                  </a:lnTo>
                  <a:lnTo>
                    <a:pt x="543" y="845"/>
                  </a:lnTo>
                  <a:lnTo>
                    <a:pt x="729" y="158"/>
                  </a:lnTo>
                  <a:lnTo>
                    <a:pt x="185"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3"/>
            <p:cNvSpPr/>
            <p:nvPr/>
          </p:nvSpPr>
          <p:spPr>
            <a:xfrm>
              <a:off x="3670108" y="1368108"/>
              <a:ext cx="29393" cy="34070"/>
            </a:xfrm>
            <a:custGeom>
              <a:avLst/>
              <a:gdLst/>
              <a:ahLst/>
              <a:cxnLst/>
              <a:rect l="l" t="t" r="r" b="b"/>
              <a:pathLst>
                <a:path w="729" h="845" extrusionOk="0">
                  <a:moveTo>
                    <a:pt x="185" y="1"/>
                  </a:moveTo>
                  <a:lnTo>
                    <a:pt x="0" y="702"/>
                  </a:lnTo>
                  <a:lnTo>
                    <a:pt x="543" y="845"/>
                  </a:lnTo>
                  <a:lnTo>
                    <a:pt x="729" y="158"/>
                  </a:lnTo>
                  <a:lnTo>
                    <a:pt x="18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63"/>
            <p:cNvSpPr/>
            <p:nvPr/>
          </p:nvSpPr>
          <p:spPr>
            <a:xfrm>
              <a:off x="3441903" y="1498943"/>
              <a:ext cx="42659" cy="80156"/>
            </a:xfrm>
            <a:custGeom>
              <a:avLst/>
              <a:gdLst/>
              <a:ahLst/>
              <a:cxnLst/>
              <a:rect l="l" t="t" r="r" b="b"/>
              <a:pathLst>
                <a:path w="1058" h="1988" extrusionOk="0">
                  <a:moveTo>
                    <a:pt x="557" y="1"/>
                  </a:moveTo>
                  <a:lnTo>
                    <a:pt x="0" y="144"/>
                  </a:lnTo>
                  <a:lnTo>
                    <a:pt x="500" y="1987"/>
                  </a:lnTo>
                  <a:lnTo>
                    <a:pt x="1058" y="1844"/>
                  </a:lnTo>
                  <a:lnTo>
                    <a:pt x="55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63"/>
            <p:cNvSpPr/>
            <p:nvPr/>
          </p:nvSpPr>
          <p:spPr>
            <a:xfrm>
              <a:off x="3407309" y="1368108"/>
              <a:ext cx="29393" cy="34070"/>
            </a:xfrm>
            <a:custGeom>
              <a:avLst/>
              <a:gdLst/>
              <a:ahLst/>
              <a:cxnLst/>
              <a:rect l="l" t="t" r="r" b="b"/>
              <a:pathLst>
                <a:path w="729" h="845" extrusionOk="0">
                  <a:moveTo>
                    <a:pt x="544" y="1"/>
                  </a:moveTo>
                  <a:lnTo>
                    <a:pt x="0" y="158"/>
                  </a:lnTo>
                  <a:lnTo>
                    <a:pt x="186" y="845"/>
                  </a:lnTo>
                  <a:lnTo>
                    <a:pt x="729" y="702"/>
                  </a:lnTo>
                  <a:lnTo>
                    <a:pt x="54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3"/>
            <p:cNvSpPr/>
            <p:nvPr/>
          </p:nvSpPr>
          <p:spPr>
            <a:xfrm>
              <a:off x="3512179" y="1370406"/>
              <a:ext cx="83059" cy="129145"/>
            </a:xfrm>
            <a:custGeom>
              <a:avLst/>
              <a:gdLst/>
              <a:ahLst/>
              <a:cxnLst/>
              <a:rect l="l" t="t" r="r" b="b"/>
              <a:pathLst>
                <a:path w="2060" h="3203" extrusionOk="0">
                  <a:moveTo>
                    <a:pt x="1001" y="1"/>
                  </a:moveTo>
                  <a:cubicBezTo>
                    <a:pt x="443" y="1"/>
                    <a:pt x="1" y="444"/>
                    <a:pt x="1" y="1001"/>
                  </a:cubicBezTo>
                  <a:lnTo>
                    <a:pt x="1" y="2202"/>
                  </a:lnTo>
                  <a:cubicBezTo>
                    <a:pt x="1" y="2760"/>
                    <a:pt x="443" y="3203"/>
                    <a:pt x="1001" y="3203"/>
                  </a:cubicBezTo>
                  <a:lnTo>
                    <a:pt x="1059" y="3203"/>
                  </a:lnTo>
                  <a:cubicBezTo>
                    <a:pt x="1615" y="3203"/>
                    <a:pt x="2059" y="2760"/>
                    <a:pt x="2059" y="2202"/>
                  </a:cubicBezTo>
                  <a:lnTo>
                    <a:pt x="2059" y="1001"/>
                  </a:lnTo>
                  <a:cubicBezTo>
                    <a:pt x="2059" y="444"/>
                    <a:pt x="1615" y="1"/>
                    <a:pt x="1059"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3"/>
            <p:cNvSpPr/>
            <p:nvPr/>
          </p:nvSpPr>
          <p:spPr>
            <a:xfrm>
              <a:off x="3615314" y="1386574"/>
              <a:ext cx="103784" cy="127976"/>
            </a:xfrm>
            <a:custGeom>
              <a:avLst/>
              <a:gdLst/>
              <a:ahLst/>
              <a:cxnLst/>
              <a:rect l="l" t="t" r="r" b="b"/>
              <a:pathLst>
                <a:path w="2574" h="3174" extrusionOk="0">
                  <a:moveTo>
                    <a:pt x="1416" y="0"/>
                  </a:moveTo>
                  <a:cubicBezTo>
                    <a:pt x="973" y="0"/>
                    <a:pt x="573" y="301"/>
                    <a:pt x="458" y="730"/>
                  </a:cubicBezTo>
                  <a:lnTo>
                    <a:pt x="144" y="1902"/>
                  </a:lnTo>
                  <a:cubicBezTo>
                    <a:pt x="1" y="2445"/>
                    <a:pt x="315" y="2988"/>
                    <a:pt x="845" y="3131"/>
                  </a:cubicBezTo>
                  <a:lnTo>
                    <a:pt x="902" y="3145"/>
                  </a:lnTo>
                  <a:cubicBezTo>
                    <a:pt x="988" y="3159"/>
                    <a:pt x="1073" y="3173"/>
                    <a:pt x="1159" y="3173"/>
                  </a:cubicBezTo>
                  <a:cubicBezTo>
                    <a:pt x="1617" y="3173"/>
                    <a:pt x="2002" y="2874"/>
                    <a:pt x="2116" y="2445"/>
                  </a:cubicBezTo>
                  <a:lnTo>
                    <a:pt x="2431" y="1258"/>
                  </a:lnTo>
                  <a:cubicBezTo>
                    <a:pt x="2574" y="730"/>
                    <a:pt x="2259" y="186"/>
                    <a:pt x="1731" y="43"/>
                  </a:cubicBezTo>
                  <a:lnTo>
                    <a:pt x="1674" y="29"/>
                  </a:lnTo>
                  <a:cubicBezTo>
                    <a:pt x="1588" y="0"/>
                    <a:pt x="1502" y="0"/>
                    <a:pt x="14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3"/>
            <p:cNvSpPr/>
            <p:nvPr/>
          </p:nvSpPr>
          <p:spPr>
            <a:xfrm>
              <a:off x="3387715" y="1386574"/>
              <a:ext cx="103784" cy="128580"/>
            </a:xfrm>
            <a:custGeom>
              <a:avLst/>
              <a:gdLst/>
              <a:ahLst/>
              <a:cxnLst/>
              <a:rect l="l" t="t" r="r" b="b"/>
              <a:pathLst>
                <a:path w="2574" h="3189" extrusionOk="0">
                  <a:moveTo>
                    <a:pt x="1158" y="0"/>
                  </a:moveTo>
                  <a:cubicBezTo>
                    <a:pt x="1072" y="0"/>
                    <a:pt x="986" y="15"/>
                    <a:pt x="900" y="29"/>
                  </a:cubicBezTo>
                  <a:lnTo>
                    <a:pt x="843" y="43"/>
                  </a:lnTo>
                  <a:cubicBezTo>
                    <a:pt x="315" y="186"/>
                    <a:pt x="0" y="743"/>
                    <a:pt x="129" y="1273"/>
                  </a:cubicBezTo>
                  <a:lnTo>
                    <a:pt x="443" y="2445"/>
                  </a:lnTo>
                  <a:cubicBezTo>
                    <a:pt x="572" y="2874"/>
                    <a:pt x="958" y="3188"/>
                    <a:pt x="1415" y="3188"/>
                  </a:cubicBezTo>
                  <a:cubicBezTo>
                    <a:pt x="1501" y="3188"/>
                    <a:pt x="1586" y="3173"/>
                    <a:pt x="1672" y="3145"/>
                  </a:cubicBezTo>
                  <a:lnTo>
                    <a:pt x="1729" y="3131"/>
                  </a:lnTo>
                  <a:cubicBezTo>
                    <a:pt x="2259" y="2988"/>
                    <a:pt x="2573" y="2445"/>
                    <a:pt x="2430" y="1915"/>
                  </a:cubicBezTo>
                  <a:lnTo>
                    <a:pt x="2116" y="743"/>
                  </a:lnTo>
                  <a:cubicBezTo>
                    <a:pt x="2002" y="301"/>
                    <a:pt x="1601" y="0"/>
                    <a:pt x="115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3"/>
            <p:cNvSpPr/>
            <p:nvPr/>
          </p:nvSpPr>
          <p:spPr>
            <a:xfrm>
              <a:off x="3358887" y="1598652"/>
              <a:ext cx="130838" cy="136644"/>
            </a:xfrm>
            <a:custGeom>
              <a:avLst/>
              <a:gdLst/>
              <a:ahLst/>
              <a:cxnLst/>
              <a:rect l="l" t="t" r="r" b="b"/>
              <a:pathLst>
                <a:path w="3245" h="3389" extrusionOk="0">
                  <a:moveTo>
                    <a:pt x="1" y="0"/>
                  </a:moveTo>
                  <a:lnTo>
                    <a:pt x="744" y="1715"/>
                  </a:lnTo>
                  <a:cubicBezTo>
                    <a:pt x="887" y="2045"/>
                    <a:pt x="958" y="2388"/>
                    <a:pt x="958" y="2744"/>
                  </a:cubicBezTo>
                  <a:lnTo>
                    <a:pt x="958" y="3388"/>
                  </a:lnTo>
                  <a:lnTo>
                    <a:pt x="3245" y="3388"/>
                  </a:lnTo>
                  <a:lnTo>
                    <a:pt x="3245" y="3345"/>
                  </a:lnTo>
                  <a:cubicBezTo>
                    <a:pt x="3245" y="2702"/>
                    <a:pt x="3060" y="2087"/>
                    <a:pt x="2688" y="1559"/>
                  </a:cubicBezTo>
                  <a:cubicBezTo>
                    <a:pt x="2288" y="972"/>
                    <a:pt x="1701" y="543"/>
                    <a:pt x="1030" y="329"/>
                  </a:cubicBezTo>
                  <a:lnTo>
                    <a:pt x="1"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63"/>
            <p:cNvSpPr/>
            <p:nvPr/>
          </p:nvSpPr>
          <p:spPr>
            <a:xfrm>
              <a:off x="3616484" y="1598652"/>
              <a:ext cx="130879" cy="136644"/>
            </a:xfrm>
            <a:custGeom>
              <a:avLst/>
              <a:gdLst/>
              <a:ahLst/>
              <a:cxnLst/>
              <a:rect l="l" t="t" r="r" b="b"/>
              <a:pathLst>
                <a:path w="3246" h="3389" extrusionOk="0">
                  <a:moveTo>
                    <a:pt x="3246" y="0"/>
                  </a:moveTo>
                  <a:lnTo>
                    <a:pt x="2216" y="329"/>
                  </a:lnTo>
                  <a:cubicBezTo>
                    <a:pt x="1544" y="543"/>
                    <a:pt x="959" y="972"/>
                    <a:pt x="558" y="1559"/>
                  </a:cubicBezTo>
                  <a:cubicBezTo>
                    <a:pt x="201" y="2087"/>
                    <a:pt x="0" y="2702"/>
                    <a:pt x="0" y="3345"/>
                  </a:cubicBezTo>
                  <a:lnTo>
                    <a:pt x="0" y="3388"/>
                  </a:lnTo>
                  <a:lnTo>
                    <a:pt x="2287" y="3388"/>
                  </a:lnTo>
                  <a:lnTo>
                    <a:pt x="2287" y="2744"/>
                  </a:lnTo>
                  <a:cubicBezTo>
                    <a:pt x="2287" y="2388"/>
                    <a:pt x="2359" y="2045"/>
                    <a:pt x="2502" y="1715"/>
                  </a:cubicBezTo>
                  <a:lnTo>
                    <a:pt x="324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63"/>
            <p:cNvSpPr/>
            <p:nvPr/>
          </p:nvSpPr>
          <p:spPr>
            <a:xfrm>
              <a:off x="3616484" y="1598652"/>
              <a:ext cx="130879" cy="136644"/>
            </a:xfrm>
            <a:custGeom>
              <a:avLst/>
              <a:gdLst/>
              <a:ahLst/>
              <a:cxnLst/>
              <a:rect l="l" t="t" r="r" b="b"/>
              <a:pathLst>
                <a:path w="3246" h="3389" extrusionOk="0">
                  <a:moveTo>
                    <a:pt x="3246" y="0"/>
                  </a:moveTo>
                  <a:lnTo>
                    <a:pt x="2216" y="329"/>
                  </a:lnTo>
                  <a:cubicBezTo>
                    <a:pt x="1544" y="543"/>
                    <a:pt x="959" y="972"/>
                    <a:pt x="558" y="1559"/>
                  </a:cubicBezTo>
                  <a:cubicBezTo>
                    <a:pt x="201" y="2087"/>
                    <a:pt x="0" y="2702"/>
                    <a:pt x="0" y="3345"/>
                  </a:cubicBezTo>
                  <a:lnTo>
                    <a:pt x="0" y="3388"/>
                  </a:lnTo>
                  <a:lnTo>
                    <a:pt x="2287" y="3388"/>
                  </a:lnTo>
                  <a:lnTo>
                    <a:pt x="2287" y="2744"/>
                  </a:lnTo>
                  <a:cubicBezTo>
                    <a:pt x="2287" y="2388"/>
                    <a:pt x="2359" y="2045"/>
                    <a:pt x="2502" y="1715"/>
                  </a:cubicBezTo>
                  <a:lnTo>
                    <a:pt x="324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3"/>
            <p:cNvSpPr/>
            <p:nvPr/>
          </p:nvSpPr>
          <p:spPr>
            <a:xfrm>
              <a:off x="3399810" y="1539302"/>
              <a:ext cx="306634" cy="195996"/>
            </a:xfrm>
            <a:custGeom>
              <a:avLst/>
              <a:gdLst/>
              <a:ahLst/>
              <a:cxnLst/>
              <a:rect l="l" t="t" r="r" b="b"/>
              <a:pathLst>
                <a:path w="7605" h="4861" extrusionOk="0">
                  <a:moveTo>
                    <a:pt x="0" y="0"/>
                  </a:moveTo>
                  <a:lnTo>
                    <a:pt x="1258" y="2130"/>
                  </a:lnTo>
                  <a:cubicBezTo>
                    <a:pt x="1530" y="2587"/>
                    <a:pt x="1658" y="3088"/>
                    <a:pt x="1658" y="3602"/>
                  </a:cubicBezTo>
                  <a:lnTo>
                    <a:pt x="1658" y="4860"/>
                  </a:lnTo>
                  <a:lnTo>
                    <a:pt x="5946" y="4860"/>
                  </a:lnTo>
                  <a:lnTo>
                    <a:pt x="5946" y="3602"/>
                  </a:lnTo>
                  <a:cubicBezTo>
                    <a:pt x="5946" y="3088"/>
                    <a:pt x="6089" y="2587"/>
                    <a:pt x="6346" y="2130"/>
                  </a:cubicBezTo>
                  <a:lnTo>
                    <a:pt x="7604" y="0"/>
                  </a:lnTo>
                  <a:lnTo>
                    <a:pt x="5889" y="572"/>
                  </a:lnTo>
                  <a:cubicBezTo>
                    <a:pt x="4932" y="887"/>
                    <a:pt x="4189" y="1586"/>
                    <a:pt x="3802" y="2473"/>
                  </a:cubicBezTo>
                  <a:cubicBezTo>
                    <a:pt x="3417" y="1586"/>
                    <a:pt x="2674" y="887"/>
                    <a:pt x="1715" y="572"/>
                  </a:cubicBezTo>
                  <a:lnTo>
                    <a:pt x="0"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3"/>
            <p:cNvSpPr/>
            <p:nvPr/>
          </p:nvSpPr>
          <p:spPr>
            <a:xfrm>
              <a:off x="3553102" y="1539867"/>
              <a:ext cx="153337" cy="195431"/>
            </a:xfrm>
            <a:custGeom>
              <a:avLst/>
              <a:gdLst/>
              <a:ahLst/>
              <a:cxnLst/>
              <a:rect l="l" t="t" r="r" b="b"/>
              <a:pathLst>
                <a:path w="3803" h="4847" extrusionOk="0">
                  <a:moveTo>
                    <a:pt x="3802" y="0"/>
                  </a:moveTo>
                  <a:lnTo>
                    <a:pt x="2087" y="572"/>
                  </a:lnTo>
                  <a:cubicBezTo>
                    <a:pt x="1130" y="886"/>
                    <a:pt x="387" y="1587"/>
                    <a:pt x="0" y="2473"/>
                  </a:cubicBezTo>
                  <a:lnTo>
                    <a:pt x="0" y="4846"/>
                  </a:lnTo>
                  <a:lnTo>
                    <a:pt x="2144" y="4846"/>
                  </a:lnTo>
                  <a:lnTo>
                    <a:pt x="2144" y="3602"/>
                  </a:lnTo>
                  <a:cubicBezTo>
                    <a:pt x="2144" y="3087"/>
                    <a:pt x="2287" y="2573"/>
                    <a:pt x="2544" y="2130"/>
                  </a:cubicBezTo>
                  <a:lnTo>
                    <a:pt x="38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3"/>
            <p:cNvSpPr/>
            <p:nvPr/>
          </p:nvSpPr>
          <p:spPr>
            <a:xfrm>
              <a:off x="3357153" y="1723721"/>
              <a:ext cx="393080" cy="23063"/>
            </a:xfrm>
            <a:custGeom>
              <a:avLst/>
              <a:gdLst/>
              <a:ahLst/>
              <a:cxnLst/>
              <a:rect l="l" t="t" r="r" b="b"/>
              <a:pathLst>
                <a:path w="9749" h="572" extrusionOk="0">
                  <a:moveTo>
                    <a:pt x="0" y="0"/>
                  </a:moveTo>
                  <a:lnTo>
                    <a:pt x="0" y="572"/>
                  </a:lnTo>
                  <a:lnTo>
                    <a:pt x="9748" y="572"/>
                  </a:lnTo>
                  <a:lnTo>
                    <a:pt x="9748"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3"/>
            <p:cNvSpPr/>
            <p:nvPr/>
          </p:nvSpPr>
          <p:spPr>
            <a:xfrm>
              <a:off x="3615314" y="1386574"/>
              <a:ext cx="103784" cy="127976"/>
            </a:xfrm>
            <a:custGeom>
              <a:avLst/>
              <a:gdLst/>
              <a:ahLst/>
              <a:cxnLst/>
              <a:rect l="l" t="t" r="r" b="b"/>
              <a:pathLst>
                <a:path w="2574" h="3174" extrusionOk="0">
                  <a:moveTo>
                    <a:pt x="1416" y="0"/>
                  </a:moveTo>
                  <a:cubicBezTo>
                    <a:pt x="973" y="0"/>
                    <a:pt x="573" y="301"/>
                    <a:pt x="458" y="730"/>
                  </a:cubicBezTo>
                  <a:lnTo>
                    <a:pt x="144" y="1902"/>
                  </a:lnTo>
                  <a:cubicBezTo>
                    <a:pt x="1" y="2445"/>
                    <a:pt x="315" y="2988"/>
                    <a:pt x="845" y="3131"/>
                  </a:cubicBezTo>
                  <a:lnTo>
                    <a:pt x="902" y="3145"/>
                  </a:lnTo>
                  <a:cubicBezTo>
                    <a:pt x="988" y="3159"/>
                    <a:pt x="1073" y="3173"/>
                    <a:pt x="1159" y="3173"/>
                  </a:cubicBezTo>
                  <a:cubicBezTo>
                    <a:pt x="1617" y="3173"/>
                    <a:pt x="2002" y="2874"/>
                    <a:pt x="2116" y="2445"/>
                  </a:cubicBezTo>
                  <a:lnTo>
                    <a:pt x="2431" y="1258"/>
                  </a:lnTo>
                  <a:cubicBezTo>
                    <a:pt x="2574" y="730"/>
                    <a:pt x="2259" y="186"/>
                    <a:pt x="1731" y="43"/>
                  </a:cubicBezTo>
                  <a:lnTo>
                    <a:pt x="1674" y="29"/>
                  </a:lnTo>
                  <a:cubicBezTo>
                    <a:pt x="1588" y="0"/>
                    <a:pt x="1502" y="0"/>
                    <a:pt x="1416"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0" name="Google Shape;2550;p63"/>
          <p:cNvGrpSpPr/>
          <p:nvPr/>
        </p:nvGrpSpPr>
        <p:grpSpPr>
          <a:xfrm>
            <a:off x="4081839" y="1631640"/>
            <a:ext cx="359508" cy="359462"/>
            <a:chOff x="4036001" y="1353714"/>
            <a:chExt cx="393120" cy="393070"/>
          </a:xfrm>
        </p:grpSpPr>
        <p:sp>
          <p:nvSpPr>
            <p:cNvPr id="2551" name="Google Shape;2551;p63"/>
            <p:cNvSpPr/>
            <p:nvPr/>
          </p:nvSpPr>
          <p:spPr>
            <a:xfrm>
              <a:off x="4045839" y="1555390"/>
              <a:ext cx="372879" cy="179908"/>
            </a:xfrm>
            <a:custGeom>
              <a:avLst/>
              <a:gdLst/>
              <a:ahLst/>
              <a:cxnLst/>
              <a:rect l="l" t="t" r="r" b="b"/>
              <a:pathLst>
                <a:path w="9248" h="4462" extrusionOk="0">
                  <a:moveTo>
                    <a:pt x="4641" y="0"/>
                  </a:moveTo>
                  <a:cubicBezTo>
                    <a:pt x="4184" y="0"/>
                    <a:pt x="3816" y="368"/>
                    <a:pt x="3816" y="816"/>
                  </a:cubicBezTo>
                  <a:lnTo>
                    <a:pt x="3816" y="1588"/>
                  </a:lnTo>
                  <a:cubicBezTo>
                    <a:pt x="3816" y="1588"/>
                    <a:pt x="3702" y="1816"/>
                    <a:pt x="3574" y="1816"/>
                  </a:cubicBezTo>
                  <a:cubicBezTo>
                    <a:pt x="3517" y="1816"/>
                    <a:pt x="3445" y="1803"/>
                    <a:pt x="3402" y="1745"/>
                  </a:cubicBezTo>
                  <a:cubicBezTo>
                    <a:pt x="3359" y="1702"/>
                    <a:pt x="3330" y="1645"/>
                    <a:pt x="3330" y="1588"/>
                  </a:cubicBezTo>
                  <a:lnTo>
                    <a:pt x="3330" y="816"/>
                  </a:lnTo>
                  <a:cubicBezTo>
                    <a:pt x="3330" y="373"/>
                    <a:pt x="2974" y="2"/>
                    <a:pt x="2530" y="2"/>
                  </a:cubicBezTo>
                  <a:lnTo>
                    <a:pt x="2230" y="2"/>
                  </a:lnTo>
                  <a:lnTo>
                    <a:pt x="1" y="4461"/>
                  </a:lnTo>
                  <a:lnTo>
                    <a:pt x="9248" y="4461"/>
                  </a:lnTo>
                  <a:lnTo>
                    <a:pt x="7018" y="2"/>
                  </a:lnTo>
                  <a:lnTo>
                    <a:pt x="6175" y="2"/>
                  </a:lnTo>
                  <a:cubicBezTo>
                    <a:pt x="6032" y="2"/>
                    <a:pt x="5932" y="116"/>
                    <a:pt x="5932" y="259"/>
                  </a:cubicBezTo>
                  <a:lnTo>
                    <a:pt x="5932" y="1059"/>
                  </a:lnTo>
                  <a:cubicBezTo>
                    <a:pt x="5932" y="1073"/>
                    <a:pt x="5918" y="1088"/>
                    <a:pt x="5903" y="1102"/>
                  </a:cubicBezTo>
                  <a:cubicBezTo>
                    <a:pt x="5838" y="1180"/>
                    <a:pt x="5759" y="1215"/>
                    <a:pt x="5685" y="1215"/>
                  </a:cubicBezTo>
                  <a:cubicBezTo>
                    <a:pt x="5582" y="1215"/>
                    <a:pt x="5488" y="1147"/>
                    <a:pt x="5446" y="1031"/>
                  </a:cubicBezTo>
                  <a:lnTo>
                    <a:pt x="5446" y="1002"/>
                  </a:lnTo>
                  <a:lnTo>
                    <a:pt x="5446" y="816"/>
                  </a:lnTo>
                  <a:cubicBezTo>
                    <a:pt x="5446" y="459"/>
                    <a:pt x="5160" y="87"/>
                    <a:pt x="4803" y="15"/>
                  </a:cubicBezTo>
                  <a:cubicBezTo>
                    <a:pt x="4748" y="5"/>
                    <a:pt x="4694" y="0"/>
                    <a:pt x="464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3"/>
            <p:cNvSpPr/>
            <p:nvPr/>
          </p:nvSpPr>
          <p:spPr>
            <a:xfrm>
              <a:off x="4036001" y="1723721"/>
              <a:ext cx="393120" cy="23063"/>
            </a:xfrm>
            <a:custGeom>
              <a:avLst/>
              <a:gdLst/>
              <a:ahLst/>
              <a:cxnLst/>
              <a:rect l="l" t="t" r="r" b="b"/>
              <a:pathLst>
                <a:path w="9750" h="572" extrusionOk="0">
                  <a:moveTo>
                    <a:pt x="1" y="0"/>
                  </a:moveTo>
                  <a:lnTo>
                    <a:pt x="1" y="572"/>
                  </a:lnTo>
                  <a:lnTo>
                    <a:pt x="9749" y="572"/>
                  </a:lnTo>
                  <a:lnTo>
                    <a:pt x="974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3"/>
            <p:cNvSpPr/>
            <p:nvPr/>
          </p:nvSpPr>
          <p:spPr>
            <a:xfrm>
              <a:off x="4124219" y="1483380"/>
              <a:ext cx="216115" cy="168578"/>
            </a:xfrm>
            <a:custGeom>
              <a:avLst/>
              <a:gdLst/>
              <a:ahLst/>
              <a:cxnLst/>
              <a:rect l="l" t="t" r="r" b="b"/>
              <a:pathLst>
                <a:path w="5360" h="4181" extrusionOk="0">
                  <a:moveTo>
                    <a:pt x="1186" y="0"/>
                  </a:moveTo>
                  <a:lnTo>
                    <a:pt x="0" y="2359"/>
                  </a:lnTo>
                  <a:lnTo>
                    <a:pt x="586" y="2359"/>
                  </a:lnTo>
                  <a:cubicBezTo>
                    <a:pt x="715" y="2359"/>
                    <a:pt x="815" y="2474"/>
                    <a:pt x="815" y="2602"/>
                  </a:cubicBezTo>
                  <a:lnTo>
                    <a:pt x="815" y="3360"/>
                  </a:lnTo>
                  <a:cubicBezTo>
                    <a:pt x="815" y="3531"/>
                    <a:pt x="872" y="3703"/>
                    <a:pt x="972" y="3846"/>
                  </a:cubicBezTo>
                  <a:cubicBezTo>
                    <a:pt x="1122" y="4064"/>
                    <a:pt x="1364" y="4181"/>
                    <a:pt x="1633" y="4181"/>
                  </a:cubicBezTo>
                  <a:cubicBezTo>
                    <a:pt x="1697" y="4181"/>
                    <a:pt x="1763" y="4174"/>
                    <a:pt x="1830" y="4160"/>
                  </a:cubicBezTo>
                  <a:cubicBezTo>
                    <a:pt x="2158" y="4075"/>
                    <a:pt x="2444" y="3717"/>
                    <a:pt x="2444" y="3374"/>
                  </a:cubicBezTo>
                  <a:lnTo>
                    <a:pt x="2444" y="2602"/>
                  </a:lnTo>
                  <a:cubicBezTo>
                    <a:pt x="2444" y="2502"/>
                    <a:pt x="2501" y="2402"/>
                    <a:pt x="2602" y="2373"/>
                  </a:cubicBezTo>
                  <a:cubicBezTo>
                    <a:pt x="2630" y="2364"/>
                    <a:pt x="2658" y="2359"/>
                    <a:pt x="2685" y="2359"/>
                  </a:cubicBezTo>
                  <a:cubicBezTo>
                    <a:pt x="2821" y="2359"/>
                    <a:pt x="2930" y="2471"/>
                    <a:pt x="2930" y="2602"/>
                  </a:cubicBezTo>
                  <a:lnTo>
                    <a:pt x="2930" y="2760"/>
                  </a:lnTo>
                  <a:cubicBezTo>
                    <a:pt x="2930" y="3202"/>
                    <a:pt x="3302" y="3574"/>
                    <a:pt x="3745" y="3574"/>
                  </a:cubicBezTo>
                  <a:cubicBezTo>
                    <a:pt x="4188" y="3574"/>
                    <a:pt x="4559" y="3202"/>
                    <a:pt x="4559" y="2760"/>
                  </a:cubicBezTo>
                  <a:lnTo>
                    <a:pt x="4559" y="2602"/>
                  </a:lnTo>
                  <a:cubicBezTo>
                    <a:pt x="4559" y="2474"/>
                    <a:pt x="4660" y="2359"/>
                    <a:pt x="4788" y="2359"/>
                  </a:cubicBezTo>
                  <a:lnTo>
                    <a:pt x="5360" y="2359"/>
                  </a:lnTo>
                  <a:lnTo>
                    <a:pt x="418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3"/>
            <p:cNvSpPr/>
            <p:nvPr/>
          </p:nvSpPr>
          <p:spPr>
            <a:xfrm>
              <a:off x="4221024" y="1353714"/>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3"/>
            <p:cNvSpPr/>
            <p:nvPr/>
          </p:nvSpPr>
          <p:spPr>
            <a:xfrm>
              <a:off x="4221024" y="1395767"/>
              <a:ext cx="23103" cy="50763"/>
            </a:xfrm>
            <a:custGeom>
              <a:avLst/>
              <a:gdLst/>
              <a:ahLst/>
              <a:cxnLst/>
              <a:rect l="l" t="t" r="r" b="b"/>
              <a:pathLst>
                <a:path w="573" h="1259" extrusionOk="0">
                  <a:moveTo>
                    <a:pt x="1" y="1"/>
                  </a:moveTo>
                  <a:lnTo>
                    <a:pt x="1" y="1259"/>
                  </a:lnTo>
                  <a:lnTo>
                    <a:pt x="572" y="1259"/>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3"/>
            <p:cNvSpPr/>
            <p:nvPr/>
          </p:nvSpPr>
          <p:spPr>
            <a:xfrm>
              <a:off x="4128815" y="1378954"/>
              <a:ext cx="69189" cy="85478"/>
            </a:xfrm>
            <a:custGeom>
              <a:avLst/>
              <a:gdLst/>
              <a:ahLst/>
              <a:cxnLst/>
              <a:rect l="l" t="t" r="r" b="b"/>
              <a:pathLst>
                <a:path w="1716" h="2120" extrusionOk="0">
                  <a:moveTo>
                    <a:pt x="849" y="1"/>
                  </a:moveTo>
                  <a:cubicBezTo>
                    <a:pt x="824" y="1"/>
                    <a:pt x="798" y="2"/>
                    <a:pt x="773" y="4"/>
                  </a:cubicBezTo>
                  <a:cubicBezTo>
                    <a:pt x="344" y="46"/>
                    <a:pt x="1" y="446"/>
                    <a:pt x="1" y="875"/>
                  </a:cubicBezTo>
                  <a:lnTo>
                    <a:pt x="1" y="1047"/>
                  </a:lnTo>
                  <a:lnTo>
                    <a:pt x="573" y="1047"/>
                  </a:lnTo>
                  <a:lnTo>
                    <a:pt x="573" y="861"/>
                  </a:lnTo>
                  <a:cubicBezTo>
                    <a:pt x="573" y="705"/>
                    <a:pt x="703" y="572"/>
                    <a:pt x="868" y="572"/>
                  </a:cubicBezTo>
                  <a:cubicBezTo>
                    <a:pt x="884" y="572"/>
                    <a:pt x="899" y="573"/>
                    <a:pt x="916" y="576"/>
                  </a:cubicBezTo>
                  <a:cubicBezTo>
                    <a:pt x="1044" y="604"/>
                    <a:pt x="1144" y="732"/>
                    <a:pt x="1144" y="875"/>
                  </a:cubicBezTo>
                  <a:lnTo>
                    <a:pt x="1144" y="2119"/>
                  </a:lnTo>
                  <a:lnTo>
                    <a:pt x="1716" y="2119"/>
                  </a:lnTo>
                  <a:lnTo>
                    <a:pt x="1716" y="861"/>
                  </a:lnTo>
                  <a:cubicBezTo>
                    <a:pt x="1716" y="386"/>
                    <a:pt x="1329" y="1"/>
                    <a:pt x="849"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3"/>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63"/>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63"/>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3"/>
            <p:cNvSpPr/>
            <p:nvPr/>
          </p:nvSpPr>
          <p:spPr>
            <a:xfrm>
              <a:off x="4128815" y="1441327"/>
              <a:ext cx="23103" cy="23103"/>
            </a:xfrm>
            <a:custGeom>
              <a:avLst/>
              <a:gdLst/>
              <a:ahLst/>
              <a:cxnLst/>
              <a:rect l="l" t="t" r="r" b="b"/>
              <a:pathLst>
                <a:path w="573" h="573" extrusionOk="0">
                  <a:moveTo>
                    <a:pt x="1" y="0"/>
                  </a:moveTo>
                  <a:lnTo>
                    <a:pt x="1" y="572"/>
                  </a:lnTo>
                  <a:lnTo>
                    <a:pt x="573" y="572"/>
                  </a:lnTo>
                  <a:lnTo>
                    <a:pt x="573"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3"/>
            <p:cNvSpPr/>
            <p:nvPr/>
          </p:nvSpPr>
          <p:spPr>
            <a:xfrm>
              <a:off x="4090190"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3"/>
            <p:cNvSpPr/>
            <p:nvPr/>
          </p:nvSpPr>
          <p:spPr>
            <a:xfrm>
              <a:off x="4267149" y="1378954"/>
              <a:ext cx="69189" cy="85478"/>
            </a:xfrm>
            <a:custGeom>
              <a:avLst/>
              <a:gdLst/>
              <a:ahLst/>
              <a:cxnLst/>
              <a:rect l="l" t="t" r="r" b="b"/>
              <a:pathLst>
                <a:path w="1716" h="2120" extrusionOk="0">
                  <a:moveTo>
                    <a:pt x="848" y="1"/>
                  </a:moveTo>
                  <a:cubicBezTo>
                    <a:pt x="823" y="1"/>
                    <a:pt x="798" y="2"/>
                    <a:pt x="772" y="4"/>
                  </a:cubicBezTo>
                  <a:cubicBezTo>
                    <a:pt x="343" y="46"/>
                    <a:pt x="0" y="446"/>
                    <a:pt x="0" y="875"/>
                  </a:cubicBezTo>
                  <a:lnTo>
                    <a:pt x="0" y="2119"/>
                  </a:lnTo>
                  <a:lnTo>
                    <a:pt x="572" y="2119"/>
                  </a:lnTo>
                  <a:lnTo>
                    <a:pt x="572" y="861"/>
                  </a:lnTo>
                  <a:cubicBezTo>
                    <a:pt x="572" y="705"/>
                    <a:pt x="703" y="572"/>
                    <a:pt x="867" y="572"/>
                  </a:cubicBezTo>
                  <a:cubicBezTo>
                    <a:pt x="883" y="572"/>
                    <a:pt x="899" y="573"/>
                    <a:pt x="915" y="576"/>
                  </a:cubicBezTo>
                  <a:cubicBezTo>
                    <a:pt x="1043" y="604"/>
                    <a:pt x="1144" y="732"/>
                    <a:pt x="1144" y="875"/>
                  </a:cubicBezTo>
                  <a:lnTo>
                    <a:pt x="1144" y="1047"/>
                  </a:lnTo>
                  <a:lnTo>
                    <a:pt x="1715" y="1047"/>
                  </a:lnTo>
                  <a:lnTo>
                    <a:pt x="1715" y="861"/>
                  </a:lnTo>
                  <a:cubicBezTo>
                    <a:pt x="1715" y="386"/>
                    <a:pt x="1328" y="1"/>
                    <a:pt x="84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63"/>
            <p:cNvSpPr/>
            <p:nvPr/>
          </p:nvSpPr>
          <p:spPr>
            <a:xfrm>
              <a:off x="4313234" y="1441327"/>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63"/>
            <p:cNvSpPr/>
            <p:nvPr/>
          </p:nvSpPr>
          <p:spPr>
            <a:xfrm>
              <a:off x="4351819" y="14793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5" name="Google Shape;2565;p63"/>
          <p:cNvGrpSpPr/>
          <p:nvPr/>
        </p:nvGrpSpPr>
        <p:grpSpPr>
          <a:xfrm>
            <a:off x="4719533" y="1631640"/>
            <a:ext cx="325770" cy="359471"/>
            <a:chOff x="4733316" y="1353714"/>
            <a:chExt cx="356227" cy="393080"/>
          </a:xfrm>
        </p:grpSpPr>
        <p:sp>
          <p:nvSpPr>
            <p:cNvPr id="2566" name="Google Shape;2566;p63"/>
            <p:cNvSpPr/>
            <p:nvPr/>
          </p:nvSpPr>
          <p:spPr>
            <a:xfrm>
              <a:off x="4860118" y="1490879"/>
              <a:ext cx="102614" cy="118783"/>
            </a:xfrm>
            <a:custGeom>
              <a:avLst/>
              <a:gdLst/>
              <a:ahLst/>
              <a:cxnLst/>
              <a:rect l="l" t="t" r="r" b="b"/>
              <a:pathLst>
                <a:path w="2545" h="2946" extrusionOk="0">
                  <a:moveTo>
                    <a:pt x="1273" y="1"/>
                  </a:moveTo>
                  <a:lnTo>
                    <a:pt x="787" y="630"/>
                  </a:lnTo>
                  <a:lnTo>
                    <a:pt x="1" y="744"/>
                  </a:lnTo>
                  <a:lnTo>
                    <a:pt x="301" y="1472"/>
                  </a:lnTo>
                  <a:lnTo>
                    <a:pt x="1" y="2216"/>
                  </a:lnTo>
                  <a:lnTo>
                    <a:pt x="787" y="2316"/>
                  </a:lnTo>
                  <a:lnTo>
                    <a:pt x="1273" y="2945"/>
                  </a:lnTo>
                  <a:lnTo>
                    <a:pt x="1759" y="2316"/>
                  </a:lnTo>
                  <a:lnTo>
                    <a:pt x="2545" y="2216"/>
                  </a:lnTo>
                  <a:lnTo>
                    <a:pt x="2245" y="1472"/>
                  </a:lnTo>
                  <a:lnTo>
                    <a:pt x="2545" y="744"/>
                  </a:lnTo>
                  <a:lnTo>
                    <a:pt x="1759" y="630"/>
                  </a:lnTo>
                  <a:lnTo>
                    <a:pt x="12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3"/>
            <p:cNvSpPr/>
            <p:nvPr/>
          </p:nvSpPr>
          <p:spPr>
            <a:xfrm>
              <a:off x="4733316" y="1353714"/>
              <a:ext cx="356227" cy="393080"/>
            </a:xfrm>
            <a:custGeom>
              <a:avLst/>
              <a:gdLst/>
              <a:ahLst/>
              <a:cxnLst/>
              <a:rect l="l" t="t" r="r" b="b"/>
              <a:pathLst>
                <a:path w="8835" h="9749" extrusionOk="0">
                  <a:moveTo>
                    <a:pt x="4418" y="3874"/>
                  </a:moveTo>
                  <a:lnTo>
                    <a:pt x="4746" y="4303"/>
                  </a:lnTo>
                  <a:lnTo>
                    <a:pt x="5290" y="4375"/>
                  </a:lnTo>
                  <a:lnTo>
                    <a:pt x="5076" y="4874"/>
                  </a:lnTo>
                  <a:lnTo>
                    <a:pt x="5290" y="5375"/>
                  </a:lnTo>
                  <a:lnTo>
                    <a:pt x="4746" y="5446"/>
                  </a:lnTo>
                  <a:lnTo>
                    <a:pt x="4418" y="5875"/>
                  </a:lnTo>
                  <a:lnTo>
                    <a:pt x="4089" y="5446"/>
                  </a:lnTo>
                  <a:lnTo>
                    <a:pt x="3546" y="5375"/>
                  </a:lnTo>
                  <a:lnTo>
                    <a:pt x="3746" y="4874"/>
                  </a:lnTo>
                  <a:lnTo>
                    <a:pt x="3546" y="4375"/>
                  </a:lnTo>
                  <a:lnTo>
                    <a:pt x="4089" y="4303"/>
                  </a:lnTo>
                  <a:lnTo>
                    <a:pt x="4418" y="3874"/>
                  </a:lnTo>
                  <a:close/>
                  <a:moveTo>
                    <a:pt x="4032" y="1"/>
                  </a:moveTo>
                  <a:lnTo>
                    <a:pt x="3646" y="415"/>
                  </a:lnTo>
                  <a:lnTo>
                    <a:pt x="4117" y="858"/>
                  </a:lnTo>
                  <a:lnTo>
                    <a:pt x="4117" y="1987"/>
                  </a:lnTo>
                  <a:lnTo>
                    <a:pt x="3332" y="1259"/>
                  </a:lnTo>
                  <a:lnTo>
                    <a:pt x="2945" y="1673"/>
                  </a:lnTo>
                  <a:lnTo>
                    <a:pt x="4117" y="2774"/>
                  </a:lnTo>
                  <a:lnTo>
                    <a:pt x="4117" y="3302"/>
                  </a:lnTo>
                  <a:lnTo>
                    <a:pt x="3774" y="3759"/>
                  </a:lnTo>
                  <a:lnTo>
                    <a:pt x="3203" y="3845"/>
                  </a:lnTo>
                  <a:lnTo>
                    <a:pt x="2589" y="3488"/>
                  </a:lnTo>
                  <a:lnTo>
                    <a:pt x="2345" y="2387"/>
                  </a:lnTo>
                  <a:lnTo>
                    <a:pt x="1788" y="2517"/>
                  </a:lnTo>
                  <a:lnTo>
                    <a:pt x="1916" y="3102"/>
                  </a:lnTo>
                  <a:lnTo>
                    <a:pt x="1087" y="2616"/>
                  </a:lnTo>
                  <a:lnTo>
                    <a:pt x="944" y="1973"/>
                  </a:lnTo>
                  <a:lnTo>
                    <a:pt x="387" y="2101"/>
                  </a:lnTo>
                  <a:lnTo>
                    <a:pt x="502" y="2616"/>
                  </a:lnTo>
                  <a:lnTo>
                    <a:pt x="1" y="2774"/>
                  </a:lnTo>
                  <a:lnTo>
                    <a:pt x="173" y="3317"/>
                  </a:lnTo>
                  <a:lnTo>
                    <a:pt x="801" y="3117"/>
                  </a:lnTo>
                  <a:lnTo>
                    <a:pt x="1630" y="3603"/>
                  </a:lnTo>
                  <a:lnTo>
                    <a:pt x="1059" y="3774"/>
                  </a:lnTo>
                  <a:lnTo>
                    <a:pt x="1230" y="4331"/>
                  </a:lnTo>
                  <a:lnTo>
                    <a:pt x="2303" y="3988"/>
                  </a:lnTo>
                  <a:lnTo>
                    <a:pt x="2917" y="4331"/>
                  </a:lnTo>
                  <a:lnTo>
                    <a:pt x="3132" y="4874"/>
                  </a:lnTo>
                  <a:lnTo>
                    <a:pt x="2917" y="5418"/>
                  </a:lnTo>
                  <a:lnTo>
                    <a:pt x="2446" y="5675"/>
                  </a:lnTo>
                  <a:lnTo>
                    <a:pt x="916" y="5204"/>
                  </a:lnTo>
                  <a:lnTo>
                    <a:pt x="744" y="5747"/>
                  </a:lnTo>
                  <a:lnTo>
                    <a:pt x="1773" y="6075"/>
                  </a:lnTo>
                  <a:lnTo>
                    <a:pt x="801" y="6633"/>
                  </a:lnTo>
                  <a:lnTo>
                    <a:pt x="173" y="6433"/>
                  </a:lnTo>
                  <a:lnTo>
                    <a:pt x="1" y="6990"/>
                  </a:lnTo>
                  <a:lnTo>
                    <a:pt x="502" y="7133"/>
                  </a:lnTo>
                  <a:lnTo>
                    <a:pt x="387" y="7647"/>
                  </a:lnTo>
                  <a:lnTo>
                    <a:pt x="944" y="7777"/>
                  </a:lnTo>
                  <a:lnTo>
                    <a:pt x="1087" y="7133"/>
                  </a:lnTo>
                  <a:lnTo>
                    <a:pt x="2059" y="6561"/>
                  </a:lnTo>
                  <a:lnTo>
                    <a:pt x="1817" y="7619"/>
                  </a:lnTo>
                  <a:lnTo>
                    <a:pt x="2374" y="7748"/>
                  </a:lnTo>
                  <a:lnTo>
                    <a:pt x="2732" y="6176"/>
                  </a:lnTo>
                  <a:lnTo>
                    <a:pt x="3203" y="5903"/>
                  </a:lnTo>
                  <a:lnTo>
                    <a:pt x="3774" y="5989"/>
                  </a:lnTo>
                  <a:lnTo>
                    <a:pt x="4132" y="6447"/>
                  </a:lnTo>
                  <a:lnTo>
                    <a:pt x="4132" y="7148"/>
                  </a:lnTo>
                  <a:lnTo>
                    <a:pt x="3303" y="7919"/>
                  </a:lnTo>
                  <a:lnTo>
                    <a:pt x="3689" y="8333"/>
                  </a:lnTo>
                  <a:lnTo>
                    <a:pt x="4132" y="7919"/>
                  </a:lnTo>
                  <a:lnTo>
                    <a:pt x="4132" y="8891"/>
                  </a:lnTo>
                  <a:lnTo>
                    <a:pt x="3646" y="9334"/>
                  </a:lnTo>
                  <a:lnTo>
                    <a:pt x="4032" y="9749"/>
                  </a:lnTo>
                  <a:lnTo>
                    <a:pt x="4418" y="9406"/>
                  </a:lnTo>
                  <a:lnTo>
                    <a:pt x="4804" y="9749"/>
                  </a:lnTo>
                  <a:lnTo>
                    <a:pt x="5190" y="9334"/>
                  </a:lnTo>
                  <a:lnTo>
                    <a:pt x="4689" y="8891"/>
                  </a:lnTo>
                  <a:lnTo>
                    <a:pt x="4689" y="7919"/>
                  </a:lnTo>
                  <a:lnTo>
                    <a:pt x="5147" y="8333"/>
                  </a:lnTo>
                  <a:lnTo>
                    <a:pt x="5533" y="7919"/>
                  </a:lnTo>
                  <a:lnTo>
                    <a:pt x="4689" y="7148"/>
                  </a:lnTo>
                  <a:lnTo>
                    <a:pt x="4689" y="6447"/>
                  </a:lnTo>
                  <a:lnTo>
                    <a:pt x="5061" y="5989"/>
                  </a:lnTo>
                  <a:lnTo>
                    <a:pt x="5633" y="5903"/>
                  </a:lnTo>
                  <a:lnTo>
                    <a:pt x="6105" y="6176"/>
                  </a:lnTo>
                  <a:lnTo>
                    <a:pt x="6448" y="7748"/>
                  </a:lnTo>
                  <a:lnTo>
                    <a:pt x="7005" y="7619"/>
                  </a:lnTo>
                  <a:lnTo>
                    <a:pt x="6776" y="6561"/>
                  </a:lnTo>
                  <a:lnTo>
                    <a:pt x="7748" y="7133"/>
                  </a:lnTo>
                  <a:lnTo>
                    <a:pt x="7891" y="7777"/>
                  </a:lnTo>
                  <a:lnTo>
                    <a:pt x="8449" y="7647"/>
                  </a:lnTo>
                  <a:lnTo>
                    <a:pt x="8335" y="7133"/>
                  </a:lnTo>
                  <a:lnTo>
                    <a:pt x="8834" y="6990"/>
                  </a:lnTo>
                  <a:lnTo>
                    <a:pt x="8663" y="6433"/>
                  </a:lnTo>
                  <a:lnTo>
                    <a:pt x="8034" y="6633"/>
                  </a:lnTo>
                  <a:lnTo>
                    <a:pt x="7062" y="6075"/>
                  </a:lnTo>
                  <a:lnTo>
                    <a:pt x="8091" y="5747"/>
                  </a:lnTo>
                  <a:lnTo>
                    <a:pt x="7920" y="5204"/>
                  </a:lnTo>
                  <a:lnTo>
                    <a:pt x="6391" y="5675"/>
                  </a:lnTo>
                  <a:lnTo>
                    <a:pt x="5918" y="5418"/>
                  </a:lnTo>
                  <a:lnTo>
                    <a:pt x="5705" y="4874"/>
                  </a:lnTo>
                  <a:lnTo>
                    <a:pt x="5918" y="4331"/>
                  </a:lnTo>
                  <a:lnTo>
                    <a:pt x="6519" y="3988"/>
                  </a:lnTo>
                  <a:lnTo>
                    <a:pt x="7605" y="4331"/>
                  </a:lnTo>
                  <a:lnTo>
                    <a:pt x="7777" y="3774"/>
                  </a:lnTo>
                  <a:lnTo>
                    <a:pt x="7191" y="3603"/>
                  </a:lnTo>
                  <a:lnTo>
                    <a:pt x="8034" y="3117"/>
                  </a:lnTo>
                  <a:lnTo>
                    <a:pt x="8663" y="3317"/>
                  </a:lnTo>
                  <a:lnTo>
                    <a:pt x="8834" y="2774"/>
                  </a:lnTo>
                  <a:lnTo>
                    <a:pt x="8335" y="2616"/>
                  </a:lnTo>
                  <a:lnTo>
                    <a:pt x="8449" y="2101"/>
                  </a:lnTo>
                  <a:lnTo>
                    <a:pt x="7891" y="1973"/>
                  </a:lnTo>
                  <a:lnTo>
                    <a:pt x="7748" y="2616"/>
                  </a:lnTo>
                  <a:lnTo>
                    <a:pt x="6905" y="3102"/>
                  </a:lnTo>
                  <a:lnTo>
                    <a:pt x="7048" y="2517"/>
                  </a:lnTo>
                  <a:lnTo>
                    <a:pt x="6490" y="2387"/>
                  </a:lnTo>
                  <a:lnTo>
                    <a:pt x="6233" y="3488"/>
                  </a:lnTo>
                  <a:lnTo>
                    <a:pt x="5633" y="3845"/>
                  </a:lnTo>
                  <a:lnTo>
                    <a:pt x="5061" y="3759"/>
                  </a:lnTo>
                  <a:lnTo>
                    <a:pt x="4704" y="3302"/>
                  </a:lnTo>
                  <a:lnTo>
                    <a:pt x="4704" y="2774"/>
                  </a:lnTo>
                  <a:lnTo>
                    <a:pt x="5890" y="1673"/>
                  </a:lnTo>
                  <a:lnTo>
                    <a:pt x="5490" y="1259"/>
                  </a:lnTo>
                  <a:lnTo>
                    <a:pt x="4704" y="1987"/>
                  </a:lnTo>
                  <a:lnTo>
                    <a:pt x="4704" y="858"/>
                  </a:lnTo>
                  <a:lnTo>
                    <a:pt x="5190" y="415"/>
                  </a:lnTo>
                  <a:lnTo>
                    <a:pt x="4804" y="1"/>
                  </a:lnTo>
                  <a:lnTo>
                    <a:pt x="4418" y="344"/>
                  </a:lnTo>
                  <a:lnTo>
                    <a:pt x="403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8" name="Google Shape;2568;p63"/>
          <p:cNvGrpSpPr/>
          <p:nvPr/>
        </p:nvGrpSpPr>
        <p:grpSpPr>
          <a:xfrm>
            <a:off x="5323527" y="1645356"/>
            <a:ext cx="359471" cy="332070"/>
            <a:chOff x="5393779" y="1368713"/>
            <a:chExt cx="393080" cy="363116"/>
          </a:xfrm>
        </p:grpSpPr>
        <p:sp>
          <p:nvSpPr>
            <p:cNvPr id="2569" name="Google Shape;2569;p63"/>
            <p:cNvSpPr/>
            <p:nvPr/>
          </p:nvSpPr>
          <p:spPr>
            <a:xfrm>
              <a:off x="5393779" y="1589419"/>
              <a:ext cx="393080" cy="142410"/>
            </a:xfrm>
            <a:custGeom>
              <a:avLst/>
              <a:gdLst/>
              <a:ahLst/>
              <a:cxnLst/>
              <a:rect l="l" t="t" r="r" b="b"/>
              <a:pathLst>
                <a:path w="9749" h="3532" extrusionOk="0">
                  <a:moveTo>
                    <a:pt x="1515" y="0"/>
                  </a:moveTo>
                  <a:cubicBezTo>
                    <a:pt x="543" y="372"/>
                    <a:pt x="0" y="901"/>
                    <a:pt x="0" y="1502"/>
                  </a:cubicBezTo>
                  <a:cubicBezTo>
                    <a:pt x="0" y="2087"/>
                    <a:pt x="543" y="2630"/>
                    <a:pt x="1530" y="3002"/>
                  </a:cubicBezTo>
                  <a:cubicBezTo>
                    <a:pt x="2430" y="3345"/>
                    <a:pt x="3617" y="3531"/>
                    <a:pt x="4875" y="3531"/>
                  </a:cubicBezTo>
                  <a:cubicBezTo>
                    <a:pt x="6133" y="3531"/>
                    <a:pt x="7333" y="3345"/>
                    <a:pt x="8219" y="3002"/>
                  </a:cubicBezTo>
                  <a:cubicBezTo>
                    <a:pt x="9205" y="2630"/>
                    <a:pt x="9748" y="2087"/>
                    <a:pt x="9748" y="1502"/>
                  </a:cubicBezTo>
                  <a:cubicBezTo>
                    <a:pt x="9748" y="901"/>
                    <a:pt x="9220" y="372"/>
                    <a:pt x="8233"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3"/>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3"/>
            <p:cNvSpPr/>
            <p:nvPr/>
          </p:nvSpPr>
          <p:spPr>
            <a:xfrm>
              <a:off x="5626056" y="1410766"/>
              <a:ext cx="91647" cy="102614"/>
            </a:xfrm>
            <a:custGeom>
              <a:avLst/>
              <a:gdLst/>
              <a:ahLst/>
              <a:cxnLst/>
              <a:rect l="l" t="t" r="r" b="b"/>
              <a:pathLst>
                <a:path w="2273" h="2545" extrusionOk="0">
                  <a:moveTo>
                    <a:pt x="1801" y="0"/>
                  </a:moveTo>
                  <a:lnTo>
                    <a:pt x="1557" y="72"/>
                  </a:lnTo>
                  <a:cubicBezTo>
                    <a:pt x="1529" y="86"/>
                    <a:pt x="871" y="286"/>
                    <a:pt x="185" y="758"/>
                  </a:cubicBezTo>
                  <a:lnTo>
                    <a:pt x="0" y="873"/>
                  </a:lnTo>
                  <a:lnTo>
                    <a:pt x="585" y="2545"/>
                  </a:lnTo>
                  <a:lnTo>
                    <a:pt x="2272" y="1830"/>
                  </a:lnTo>
                  <a:lnTo>
                    <a:pt x="2244" y="1616"/>
                  </a:lnTo>
                  <a:cubicBezTo>
                    <a:pt x="2144" y="844"/>
                    <a:pt x="1915" y="258"/>
                    <a:pt x="1900" y="244"/>
                  </a:cubicBezTo>
                  <a:lnTo>
                    <a:pt x="18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3"/>
            <p:cNvSpPr/>
            <p:nvPr/>
          </p:nvSpPr>
          <p:spPr>
            <a:xfrm>
              <a:off x="5462926" y="1410766"/>
              <a:ext cx="91688" cy="102614"/>
            </a:xfrm>
            <a:custGeom>
              <a:avLst/>
              <a:gdLst/>
              <a:ahLst/>
              <a:cxnLst/>
              <a:rect l="l" t="t" r="r" b="b"/>
              <a:pathLst>
                <a:path w="2274" h="2545" extrusionOk="0">
                  <a:moveTo>
                    <a:pt x="473" y="0"/>
                  </a:moveTo>
                  <a:lnTo>
                    <a:pt x="372" y="244"/>
                  </a:lnTo>
                  <a:cubicBezTo>
                    <a:pt x="372" y="258"/>
                    <a:pt x="130" y="844"/>
                    <a:pt x="29" y="1616"/>
                  </a:cubicBezTo>
                  <a:lnTo>
                    <a:pt x="0" y="1830"/>
                  </a:lnTo>
                  <a:lnTo>
                    <a:pt x="1687" y="2545"/>
                  </a:lnTo>
                  <a:lnTo>
                    <a:pt x="2274" y="873"/>
                  </a:lnTo>
                  <a:lnTo>
                    <a:pt x="2087" y="758"/>
                  </a:lnTo>
                  <a:cubicBezTo>
                    <a:pt x="1401" y="286"/>
                    <a:pt x="759" y="86"/>
                    <a:pt x="730" y="72"/>
                  </a:cubicBezTo>
                  <a:lnTo>
                    <a:pt x="47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3"/>
            <p:cNvSpPr/>
            <p:nvPr/>
          </p:nvSpPr>
          <p:spPr>
            <a:xfrm>
              <a:off x="5512477" y="1368713"/>
              <a:ext cx="156240" cy="266838"/>
            </a:xfrm>
            <a:custGeom>
              <a:avLst/>
              <a:gdLst/>
              <a:ahLst/>
              <a:cxnLst/>
              <a:rect l="l" t="t" r="r" b="b"/>
              <a:pathLst>
                <a:path w="3875" h="6618" extrusionOk="0">
                  <a:moveTo>
                    <a:pt x="1931" y="0"/>
                  </a:moveTo>
                  <a:lnTo>
                    <a:pt x="1744" y="172"/>
                  </a:lnTo>
                  <a:cubicBezTo>
                    <a:pt x="1687" y="214"/>
                    <a:pt x="315" y="1472"/>
                    <a:pt x="16" y="3159"/>
                  </a:cubicBezTo>
                  <a:lnTo>
                    <a:pt x="1" y="3259"/>
                  </a:lnTo>
                  <a:lnTo>
                    <a:pt x="1931" y="6618"/>
                  </a:lnTo>
                  <a:lnTo>
                    <a:pt x="3875" y="3259"/>
                  </a:lnTo>
                  <a:lnTo>
                    <a:pt x="3846" y="3159"/>
                  </a:lnTo>
                  <a:cubicBezTo>
                    <a:pt x="3545" y="1472"/>
                    <a:pt x="2188" y="214"/>
                    <a:pt x="2131" y="172"/>
                  </a:cubicBezTo>
                  <a:lnTo>
                    <a:pt x="193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3"/>
            <p:cNvSpPr/>
            <p:nvPr/>
          </p:nvSpPr>
          <p:spPr>
            <a:xfrm>
              <a:off x="5407044" y="1457455"/>
              <a:ext cx="367114" cy="214986"/>
            </a:xfrm>
            <a:custGeom>
              <a:avLst/>
              <a:gdLst/>
              <a:ahLst/>
              <a:cxnLst/>
              <a:rect l="l" t="t" r="r" b="b"/>
              <a:pathLst>
                <a:path w="9105" h="5332" extrusionOk="0">
                  <a:moveTo>
                    <a:pt x="315" y="1"/>
                  </a:moveTo>
                  <a:lnTo>
                    <a:pt x="272" y="258"/>
                  </a:lnTo>
                  <a:cubicBezTo>
                    <a:pt x="272" y="344"/>
                    <a:pt x="1" y="2444"/>
                    <a:pt x="1158" y="3845"/>
                  </a:cubicBezTo>
                  <a:cubicBezTo>
                    <a:pt x="2330" y="5232"/>
                    <a:pt x="4445" y="5332"/>
                    <a:pt x="4531" y="5332"/>
                  </a:cubicBezTo>
                  <a:lnTo>
                    <a:pt x="4560" y="5332"/>
                  </a:lnTo>
                  <a:cubicBezTo>
                    <a:pt x="4645" y="5332"/>
                    <a:pt x="6761" y="5232"/>
                    <a:pt x="7933" y="3845"/>
                  </a:cubicBezTo>
                  <a:cubicBezTo>
                    <a:pt x="9105" y="2444"/>
                    <a:pt x="8834" y="344"/>
                    <a:pt x="8819" y="258"/>
                  </a:cubicBezTo>
                  <a:lnTo>
                    <a:pt x="8777" y="1"/>
                  </a:lnTo>
                  <a:lnTo>
                    <a:pt x="8519" y="14"/>
                  </a:lnTo>
                  <a:cubicBezTo>
                    <a:pt x="8434" y="14"/>
                    <a:pt x="6318" y="115"/>
                    <a:pt x="5146" y="1516"/>
                  </a:cubicBezTo>
                  <a:cubicBezTo>
                    <a:pt x="4903" y="1802"/>
                    <a:pt x="4702" y="2158"/>
                    <a:pt x="4546" y="2559"/>
                  </a:cubicBezTo>
                  <a:cubicBezTo>
                    <a:pt x="4403" y="2158"/>
                    <a:pt x="4188" y="1802"/>
                    <a:pt x="3945" y="1516"/>
                  </a:cubicBezTo>
                  <a:cubicBezTo>
                    <a:pt x="2773" y="115"/>
                    <a:pt x="658" y="14"/>
                    <a:pt x="572" y="14"/>
                  </a:cubicBezTo>
                  <a:lnTo>
                    <a:pt x="315"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5" name="Google Shape;2575;p63"/>
          <p:cNvGrpSpPr/>
          <p:nvPr/>
        </p:nvGrpSpPr>
        <p:grpSpPr>
          <a:xfrm>
            <a:off x="5944333" y="1631640"/>
            <a:ext cx="360024" cy="359980"/>
            <a:chOff x="6072627" y="1353714"/>
            <a:chExt cx="393684" cy="393636"/>
          </a:xfrm>
        </p:grpSpPr>
        <p:sp>
          <p:nvSpPr>
            <p:cNvPr id="2576" name="Google Shape;2576;p63"/>
            <p:cNvSpPr/>
            <p:nvPr/>
          </p:nvSpPr>
          <p:spPr>
            <a:xfrm>
              <a:off x="6273173" y="1524304"/>
              <a:ext cx="193133" cy="134911"/>
            </a:xfrm>
            <a:custGeom>
              <a:avLst/>
              <a:gdLst/>
              <a:ahLst/>
              <a:cxnLst/>
              <a:rect l="l" t="t" r="r" b="b"/>
              <a:pathLst>
                <a:path w="4790" h="3346" extrusionOk="0">
                  <a:moveTo>
                    <a:pt x="2774" y="1"/>
                  </a:moveTo>
                  <a:cubicBezTo>
                    <a:pt x="2303" y="1"/>
                    <a:pt x="1830" y="115"/>
                    <a:pt x="1402" y="315"/>
                  </a:cubicBezTo>
                  <a:lnTo>
                    <a:pt x="1" y="1001"/>
                  </a:lnTo>
                  <a:lnTo>
                    <a:pt x="4790" y="3345"/>
                  </a:lnTo>
                  <a:lnTo>
                    <a:pt x="4790" y="744"/>
                  </a:lnTo>
                  <a:lnTo>
                    <a:pt x="4675" y="658"/>
                  </a:lnTo>
                  <a:cubicBezTo>
                    <a:pt x="4132" y="243"/>
                    <a:pt x="3460" y="1"/>
                    <a:pt x="2774"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63"/>
            <p:cNvSpPr/>
            <p:nvPr/>
          </p:nvSpPr>
          <p:spPr>
            <a:xfrm>
              <a:off x="6228258" y="1353714"/>
              <a:ext cx="81850" cy="81285"/>
            </a:xfrm>
            <a:custGeom>
              <a:avLst/>
              <a:gdLst/>
              <a:ahLst/>
              <a:cxnLst/>
              <a:rect l="l" t="t" r="r" b="b"/>
              <a:pathLst>
                <a:path w="2030" h="2016" extrusionOk="0">
                  <a:moveTo>
                    <a:pt x="1015" y="1"/>
                  </a:moveTo>
                  <a:cubicBezTo>
                    <a:pt x="457" y="1"/>
                    <a:pt x="0" y="443"/>
                    <a:pt x="0" y="1001"/>
                  </a:cubicBezTo>
                  <a:cubicBezTo>
                    <a:pt x="0" y="1558"/>
                    <a:pt x="457" y="2016"/>
                    <a:pt x="1015" y="2016"/>
                  </a:cubicBezTo>
                  <a:cubicBezTo>
                    <a:pt x="1572" y="2016"/>
                    <a:pt x="2030" y="1558"/>
                    <a:pt x="2030" y="1001"/>
                  </a:cubicBezTo>
                  <a:cubicBezTo>
                    <a:pt x="2030" y="443"/>
                    <a:pt x="1572" y="1"/>
                    <a:pt x="1015"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63"/>
            <p:cNvSpPr/>
            <p:nvPr/>
          </p:nvSpPr>
          <p:spPr>
            <a:xfrm>
              <a:off x="6072627" y="1511644"/>
              <a:ext cx="393684" cy="174061"/>
            </a:xfrm>
            <a:custGeom>
              <a:avLst/>
              <a:gdLst/>
              <a:ahLst/>
              <a:cxnLst/>
              <a:rect l="l" t="t" r="r" b="b"/>
              <a:pathLst>
                <a:path w="9764" h="4317" extrusionOk="0">
                  <a:moveTo>
                    <a:pt x="2974" y="0"/>
                  </a:moveTo>
                  <a:cubicBezTo>
                    <a:pt x="2259" y="0"/>
                    <a:pt x="1573" y="300"/>
                    <a:pt x="1073" y="801"/>
                  </a:cubicBezTo>
                  <a:lnTo>
                    <a:pt x="1" y="1916"/>
                  </a:lnTo>
                  <a:lnTo>
                    <a:pt x="1" y="4317"/>
                  </a:lnTo>
                  <a:lnTo>
                    <a:pt x="9764" y="4317"/>
                  </a:lnTo>
                  <a:lnTo>
                    <a:pt x="9764" y="3030"/>
                  </a:lnTo>
                  <a:lnTo>
                    <a:pt x="4132" y="271"/>
                  </a:lnTo>
                  <a:cubicBezTo>
                    <a:pt x="3774" y="100"/>
                    <a:pt x="3374" y="0"/>
                    <a:pt x="29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3"/>
            <p:cNvSpPr/>
            <p:nvPr/>
          </p:nvSpPr>
          <p:spPr>
            <a:xfrm>
              <a:off x="6072627" y="1662638"/>
              <a:ext cx="393684" cy="84712"/>
            </a:xfrm>
            <a:custGeom>
              <a:avLst/>
              <a:gdLst/>
              <a:ahLst/>
              <a:cxnLst/>
              <a:rect l="l" t="t" r="r" b="b"/>
              <a:pathLst>
                <a:path w="9764" h="2101" extrusionOk="0">
                  <a:moveTo>
                    <a:pt x="1" y="0"/>
                  </a:moveTo>
                  <a:lnTo>
                    <a:pt x="1" y="2101"/>
                  </a:lnTo>
                  <a:lnTo>
                    <a:pt x="9764" y="2101"/>
                  </a:lnTo>
                  <a:lnTo>
                    <a:pt x="9764"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0" name="Google Shape;2580;p63"/>
          <p:cNvGrpSpPr/>
          <p:nvPr/>
        </p:nvGrpSpPr>
        <p:grpSpPr>
          <a:xfrm>
            <a:off x="6621591" y="1631124"/>
            <a:ext cx="246678" cy="360498"/>
            <a:chOff x="6813204" y="1353150"/>
            <a:chExt cx="269741" cy="394203"/>
          </a:xfrm>
        </p:grpSpPr>
        <p:sp>
          <p:nvSpPr>
            <p:cNvPr id="2581" name="Google Shape;2581;p63"/>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3"/>
            <p:cNvSpPr/>
            <p:nvPr/>
          </p:nvSpPr>
          <p:spPr>
            <a:xfrm>
              <a:off x="6948070" y="1643567"/>
              <a:ext cx="78382" cy="71528"/>
            </a:xfrm>
            <a:custGeom>
              <a:avLst/>
              <a:gdLst/>
              <a:ahLst/>
              <a:cxnLst/>
              <a:rect l="l" t="t" r="r" b="b"/>
              <a:pathLst>
                <a:path w="1944" h="1774" extrusionOk="0">
                  <a:moveTo>
                    <a:pt x="871" y="1"/>
                  </a:moveTo>
                  <a:cubicBezTo>
                    <a:pt x="528" y="1"/>
                    <a:pt x="214" y="159"/>
                    <a:pt x="0" y="401"/>
                  </a:cubicBezTo>
                  <a:lnTo>
                    <a:pt x="0" y="1773"/>
                  </a:lnTo>
                  <a:lnTo>
                    <a:pt x="786" y="1773"/>
                  </a:lnTo>
                  <a:cubicBezTo>
                    <a:pt x="1429" y="1773"/>
                    <a:pt x="1944" y="1245"/>
                    <a:pt x="1944" y="601"/>
                  </a:cubicBezTo>
                  <a:lnTo>
                    <a:pt x="1944"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3"/>
            <p:cNvSpPr/>
            <p:nvPr/>
          </p:nvSpPr>
          <p:spPr>
            <a:xfrm>
              <a:off x="6869690" y="1675863"/>
              <a:ext cx="78422" cy="71487"/>
            </a:xfrm>
            <a:custGeom>
              <a:avLst/>
              <a:gdLst/>
              <a:ahLst/>
              <a:cxnLst/>
              <a:rect l="l" t="t" r="r" b="b"/>
              <a:pathLst>
                <a:path w="1945" h="1773" extrusionOk="0">
                  <a:moveTo>
                    <a:pt x="0" y="0"/>
                  </a:moveTo>
                  <a:lnTo>
                    <a:pt x="0" y="601"/>
                  </a:lnTo>
                  <a:cubicBezTo>
                    <a:pt x="0" y="1244"/>
                    <a:pt x="528" y="1773"/>
                    <a:pt x="1172" y="1773"/>
                  </a:cubicBezTo>
                  <a:lnTo>
                    <a:pt x="1944" y="1773"/>
                  </a:lnTo>
                  <a:lnTo>
                    <a:pt x="1944" y="401"/>
                  </a:lnTo>
                  <a:cubicBezTo>
                    <a:pt x="1729" y="158"/>
                    <a:pt x="1415" y="0"/>
                    <a:pt x="1072"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3"/>
            <p:cNvSpPr/>
            <p:nvPr/>
          </p:nvSpPr>
          <p:spPr>
            <a:xfrm>
              <a:off x="6936539" y="1573291"/>
              <a:ext cx="23063" cy="174061"/>
            </a:xfrm>
            <a:custGeom>
              <a:avLst/>
              <a:gdLst/>
              <a:ahLst/>
              <a:cxnLst/>
              <a:rect l="l" t="t" r="r" b="b"/>
              <a:pathLst>
                <a:path w="572" h="4317" extrusionOk="0">
                  <a:moveTo>
                    <a:pt x="0" y="0"/>
                  </a:moveTo>
                  <a:lnTo>
                    <a:pt x="0" y="4317"/>
                  </a:lnTo>
                  <a:lnTo>
                    <a:pt x="572" y="4317"/>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3"/>
            <p:cNvSpPr/>
            <p:nvPr/>
          </p:nvSpPr>
          <p:spPr>
            <a:xfrm>
              <a:off x="6813204" y="1353150"/>
              <a:ext cx="269741" cy="266273"/>
            </a:xfrm>
            <a:custGeom>
              <a:avLst/>
              <a:gdLst/>
              <a:ahLst/>
              <a:cxnLst/>
              <a:rect l="l" t="t" r="r" b="b"/>
              <a:pathLst>
                <a:path w="6690" h="6604" extrusionOk="0">
                  <a:moveTo>
                    <a:pt x="3345" y="0"/>
                  </a:moveTo>
                  <a:lnTo>
                    <a:pt x="3159" y="143"/>
                  </a:lnTo>
                  <a:cubicBezTo>
                    <a:pt x="3145" y="172"/>
                    <a:pt x="2701" y="515"/>
                    <a:pt x="2487" y="1044"/>
                  </a:cubicBezTo>
                  <a:cubicBezTo>
                    <a:pt x="2015" y="815"/>
                    <a:pt x="1515" y="800"/>
                    <a:pt x="1401" y="800"/>
                  </a:cubicBezTo>
                  <a:lnTo>
                    <a:pt x="1158" y="800"/>
                  </a:lnTo>
                  <a:lnTo>
                    <a:pt x="1115" y="1029"/>
                  </a:lnTo>
                  <a:cubicBezTo>
                    <a:pt x="1100" y="1058"/>
                    <a:pt x="1001" y="1601"/>
                    <a:pt x="1158" y="2144"/>
                  </a:cubicBezTo>
                  <a:cubicBezTo>
                    <a:pt x="614" y="2287"/>
                    <a:pt x="186" y="2645"/>
                    <a:pt x="172" y="2659"/>
                  </a:cubicBezTo>
                  <a:lnTo>
                    <a:pt x="0" y="2816"/>
                  </a:lnTo>
                  <a:lnTo>
                    <a:pt x="100" y="3016"/>
                  </a:lnTo>
                  <a:cubicBezTo>
                    <a:pt x="115" y="3045"/>
                    <a:pt x="386" y="3531"/>
                    <a:pt x="858" y="3846"/>
                  </a:cubicBezTo>
                  <a:cubicBezTo>
                    <a:pt x="529" y="4303"/>
                    <a:pt x="443" y="4846"/>
                    <a:pt x="429" y="4875"/>
                  </a:cubicBezTo>
                  <a:lnTo>
                    <a:pt x="401" y="5103"/>
                  </a:lnTo>
                  <a:lnTo>
                    <a:pt x="614" y="5189"/>
                  </a:lnTo>
                  <a:cubicBezTo>
                    <a:pt x="629" y="5203"/>
                    <a:pt x="1030" y="5346"/>
                    <a:pt x="1501" y="5346"/>
                  </a:cubicBezTo>
                  <a:lnTo>
                    <a:pt x="1716" y="5346"/>
                  </a:lnTo>
                  <a:cubicBezTo>
                    <a:pt x="1758" y="5904"/>
                    <a:pt x="2044" y="6390"/>
                    <a:pt x="2059" y="6403"/>
                  </a:cubicBezTo>
                  <a:lnTo>
                    <a:pt x="2173" y="6604"/>
                  </a:lnTo>
                  <a:lnTo>
                    <a:pt x="2402" y="6533"/>
                  </a:lnTo>
                  <a:cubicBezTo>
                    <a:pt x="2430" y="6518"/>
                    <a:pt x="2959" y="6333"/>
                    <a:pt x="3345" y="5932"/>
                  </a:cubicBezTo>
                  <a:cubicBezTo>
                    <a:pt x="3730" y="6333"/>
                    <a:pt x="4260" y="6518"/>
                    <a:pt x="4288" y="6533"/>
                  </a:cubicBezTo>
                  <a:lnTo>
                    <a:pt x="4502" y="6604"/>
                  </a:lnTo>
                  <a:lnTo>
                    <a:pt x="4631" y="6403"/>
                  </a:lnTo>
                  <a:cubicBezTo>
                    <a:pt x="4645" y="6390"/>
                    <a:pt x="4931" y="5904"/>
                    <a:pt x="4960" y="5346"/>
                  </a:cubicBezTo>
                  <a:lnTo>
                    <a:pt x="5188" y="5346"/>
                  </a:lnTo>
                  <a:cubicBezTo>
                    <a:pt x="5661" y="5346"/>
                    <a:pt x="6061" y="5203"/>
                    <a:pt x="6075" y="5189"/>
                  </a:cubicBezTo>
                  <a:lnTo>
                    <a:pt x="6289" y="5103"/>
                  </a:lnTo>
                  <a:lnTo>
                    <a:pt x="6246" y="4875"/>
                  </a:lnTo>
                  <a:cubicBezTo>
                    <a:pt x="6246" y="4846"/>
                    <a:pt x="6160" y="4303"/>
                    <a:pt x="5832" y="3846"/>
                  </a:cubicBezTo>
                  <a:cubicBezTo>
                    <a:pt x="6289" y="3531"/>
                    <a:pt x="6575" y="3045"/>
                    <a:pt x="6575" y="3016"/>
                  </a:cubicBezTo>
                  <a:lnTo>
                    <a:pt x="6690" y="2816"/>
                  </a:lnTo>
                  <a:lnTo>
                    <a:pt x="6518" y="2659"/>
                  </a:lnTo>
                  <a:cubicBezTo>
                    <a:pt x="6503" y="2645"/>
                    <a:pt x="6075" y="2287"/>
                    <a:pt x="5531" y="2144"/>
                  </a:cubicBezTo>
                  <a:cubicBezTo>
                    <a:pt x="5689" y="1601"/>
                    <a:pt x="5575" y="1058"/>
                    <a:pt x="5575" y="1029"/>
                  </a:cubicBezTo>
                  <a:lnTo>
                    <a:pt x="5531" y="800"/>
                  </a:lnTo>
                  <a:lnTo>
                    <a:pt x="5274" y="800"/>
                  </a:lnTo>
                  <a:cubicBezTo>
                    <a:pt x="5160" y="800"/>
                    <a:pt x="4660" y="815"/>
                    <a:pt x="4203" y="1044"/>
                  </a:cubicBezTo>
                  <a:cubicBezTo>
                    <a:pt x="3974" y="515"/>
                    <a:pt x="3545" y="172"/>
                    <a:pt x="3517" y="143"/>
                  </a:cubicBezTo>
                  <a:lnTo>
                    <a:pt x="33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3"/>
            <p:cNvSpPr/>
            <p:nvPr/>
          </p:nvSpPr>
          <p:spPr>
            <a:xfrm>
              <a:off x="6906542" y="1449391"/>
              <a:ext cx="82454" cy="83019"/>
            </a:xfrm>
            <a:custGeom>
              <a:avLst/>
              <a:gdLst/>
              <a:ahLst/>
              <a:cxnLst/>
              <a:rect l="l" t="t" r="r" b="b"/>
              <a:pathLst>
                <a:path w="2045" h="2059" extrusionOk="0">
                  <a:moveTo>
                    <a:pt x="1030" y="1"/>
                  </a:moveTo>
                  <a:cubicBezTo>
                    <a:pt x="458" y="1"/>
                    <a:pt x="1" y="472"/>
                    <a:pt x="1" y="1030"/>
                  </a:cubicBezTo>
                  <a:cubicBezTo>
                    <a:pt x="1" y="1587"/>
                    <a:pt x="458" y="2059"/>
                    <a:pt x="1030" y="2059"/>
                  </a:cubicBezTo>
                  <a:cubicBezTo>
                    <a:pt x="1587" y="2059"/>
                    <a:pt x="2044" y="1587"/>
                    <a:pt x="2044" y="1030"/>
                  </a:cubicBezTo>
                  <a:cubicBezTo>
                    <a:pt x="2044" y="472"/>
                    <a:pt x="1587" y="1"/>
                    <a:pt x="1030"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7" name="Google Shape;2587;p63"/>
          <p:cNvGrpSpPr/>
          <p:nvPr/>
        </p:nvGrpSpPr>
        <p:grpSpPr>
          <a:xfrm>
            <a:off x="7200770" y="1631124"/>
            <a:ext cx="330483" cy="360495"/>
            <a:chOff x="7446532" y="1353150"/>
            <a:chExt cx="361381" cy="394199"/>
          </a:xfrm>
        </p:grpSpPr>
        <p:sp>
          <p:nvSpPr>
            <p:cNvPr id="2588" name="Google Shape;2588;p63"/>
            <p:cNvSpPr/>
            <p:nvPr/>
          </p:nvSpPr>
          <p:spPr>
            <a:xfrm>
              <a:off x="7692638" y="1353150"/>
              <a:ext cx="115275" cy="162006"/>
            </a:xfrm>
            <a:custGeom>
              <a:avLst/>
              <a:gdLst/>
              <a:ahLst/>
              <a:cxnLst/>
              <a:rect l="l" t="t" r="r" b="b"/>
              <a:pathLst>
                <a:path w="2859" h="4018" extrusionOk="0">
                  <a:moveTo>
                    <a:pt x="2001" y="0"/>
                  </a:moveTo>
                  <a:cubicBezTo>
                    <a:pt x="1529" y="0"/>
                    <a:pt x="1144" y="386"/>
                    <a:pt x="1144" y="858"/>
                  </a:cubicBezTo>
                  <a:lnTo>
                    <a:pt x="1144" y="2016"/>
                  </a:lnTo>
                  <a:cubicBezTo>
                    <a:pt x="1144" y="2173"/>
                    <a:pt x="1014" y="2302"/>
                    <a:pt x="858" y="2302"/>
                  </a:cubicBezTo>
                  <a:lnTo>
                    <a:pt x="0" y="2302"/>
                  </a:lnTo>
                  <a:lnTo>
                    <a:pt x="0" y="4017"/>
                  </a:lnTo>
                  <a:lnTo>
                    <a:pt x="1229" y="4017"/>
                  </a:lnTo>
                  <a:cubicBezTo>
                    <a:pt x="2129" y="4017"/>
                    <a:pt x="2859" y="3287"/>
                    <a:pt x="2859" y="2401"/>
                  </a:cubicBezTo>
                  <a:lnTo>
                    <a:pt x="2859" y="858"/>
                  </a:lnTo>
                  <a:cubicBezTo>
                    <a:pt x="2859" y="386"/>
                    <a:pt x="2472" y="0"/>
                    <a:pt x="2001" y="0"/>
                  </a:cubicBezTo>
                  <a:close/>
                </a:path>
              </a:pathLst>
            </a:custGeom>
            <a:solidFill>
              <a:srgbClr val="FF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63"/>
            <p:cNvSpPr/>
            <p:nvPr/>
          </p:nvSpPr>
          <p:spPr>
            <a:xfrm>
              <a:off x="7692638" y="1353150"/>
              <a:ext cx="115275" cy="162006"/>
            </a:xfrm>
            <a:custGeom>
              <a:avLst/>
              <a:gdLst/>
              <a:ahLst/>
              <a:cxnLst/>
              <a:rect l="l" t="t" r="r" b="b"/>
              <a:pathLst>
                <a:path w="2859" h="4018" extrusionOk="0">
                  <a:moveTo>
                    <a:pt x="2001" y="0"/>
                  </a:moveTo>
                  <a:cubicBezTo>
                    <a:pt x="1529" y="0"/>
                    <a:pt x="1144" y="386"/>
                    <a:pt x="1144" y="858"/>
                  </a:cubicBezTo>
                  <a:lnTo>
                    <a:pt x="1144" y="2016"/>
                  </a:lnTo>
                  <a:cubicBezTo>
                    <a:pt x="1144" y="2173"/>
                    <a:pt x="1014" y="2302"/>
                    <a:pt x="858" y="2302"/>
                  </a:cubicBezTo>
                  <a:lnTo>
                    <a:pt x="0" y="2302"/>
                  </a:lnTo>
                  <a:lnTo>
                    <a:pt x="0" y="4017"/>
                  </a:lnTo>
                  <a:lnTo>
                    <a:pt x="1229" y="4017"/>
                  </a:lnTo>
                  <a:cubicBezTo>
                    <a:pt x="2129" y="4017"/>
                    <a:pt x="2859" y="3287"/>
                    <a:pt x="2859" y="2401"/>
                  </a:cubicBezTo>
                  <a:lnTo>
                    <a:pt x="2859" y="858"/>
                  </a:lnTo>
                  <a:cubicBezTo>
                    <a:pt x="2859" y="386"/>
                    <a:pt x="2472" y="0"/>
                    <a:pt x="2001"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63"/>
            <p:cNvSpPr/>
            <p:nvPr/>
          </p:nvSpPr>
          <p:spPr>
            <a:xfrm>
              <a:off x="7446532" y="1411774"/>
              <a:ext cx="115275" cy="146563"/>
            </a:xfrm>
            <a:custGeom>
              <a:avLst/>
              <a:gdLst/>
              <a:ahLst/>
              <a:cxnLst/>
              <a:rect l="l" t="t" r="r" b="b"/>
              <a:pathLst>
                <a:path w="2859" h="3635" extrusionOk="0">
                  <a:moveTo>
                    <a:pt x="869" y="1"/>
                  </a:moveTo>
                  <a:cubicBezTo>
                    <a:pt x="388" y="1"/>
                    <a:pt x="0" y="386"/>
                    <a:pt x="0" y="862"/>
                  </a:cubicBezTo>
                  <a:lnTo>
                    <a:pt x="0" y="2005"/>
                  </a:lnTo>
                  <a:cubicBezTo>
                    <a:pt x="0" y="2906"/>
                    <a:pt x="730" y="3634"/>
                    <a:pt x="1616" y="3634"/>
                  </a:cubicBezTo>
                  <a:lnTo>
                    <a:pt x="2859" y="3634"/>
                  </a:lnTo>
                  <a:lnTo>
                    <a:pt x="2859" y="1919"/>
                  </a:lnTo>
                  <a:lnTo>
                    <a:pt x="2001" y="1919"/>
                  </a:lnTo>
                  <a:cubicBezTo>
                    <a:pt x="1845" y="1919"/>
                    <a:pt x="1715" y="1791"/>
                    <a:pt x="1715" y="1633"/>
                  </a:cubicBezTo>
                  <a:lnTo>
                    <a:pt x="1715" y="876"/>
                  </a:lnTo>
                  <a:cubicBezTo>
                    <a:pt x="1715" y="433"/>
                    <a:pt x="1372" y="47"/>
                    <a:pt x="944" y="4"/>
                  </a:cubicBezTo>
                  <a:cubicBezTo>
                    <a:pt x="919" y="2"/>
                    <a:pt x="894" y="1"/>
                    <a:pt x="86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3"/>
            <p:cNvSpPr/>
            <p:nvPr/>
          </p:nvSpPr>
          <p:spPr>
            <a:xfrm>
              <a:off x="7538741" y="1395767"/>
              <a:ext cx="176964" cy="305505"/>
            </a:xfrm>
            <a:custGeom>
              <a:avLst/>
              <a:gdLst/>
              <a:ahLst/>
              <a:cxnLst/>
              <a:rect l="l" t="t" r="r" b="b"/>
              <a:pathLst>
                <a:path w="4389" h="7577" extrusionOk="0">
                  <a:moveTo>
                    <a:pt x="3531" y="1"/>
                  </a:moveTo>
                  <a:cubicBezTo>
                    <a:pt x="3059" y="1"/>
                    <a:pt x="2674" y="387"/>
                    <a:pt x="2674" y="858"/>
                  </a:cubicBezTo>
                  <a:lnTo>
                    <a:pt x="2674" y="4275"/>
                  </a:lnTo>
                  <a:cubicBezTo>
                    <a:pt x="2674" y="4432"/>
                    <a:pt x="2544" y="4561"/>
                    <a:pt x="2388" y="4561"/>
                  </a:cubicBezTo>
                  <a:lnTo>
                    <a:pt x="1930" y="4561"/>
                  </a:lnTo>
                  <a:cubicBezTo>
                    <a:pt x="1816" y="4561"/>
                    <a:pt x="1715" y="4460"/>
                    <a:pt x="1715" y="4346"/>
                  </a:cubicBezTo>
                  <a:lnTo>
                    <a:pt x="1715" y="1502"/>
                  </a:lnTo>
                  <a:cubicBezTo>
                    <a:pt x="1715" y="1316"/>
                    <a:pt x="1587" y="1073"/>
                    <a:pt x="1430" y="959"/>
                  </a:cubicBezTo>
                  <a:cubicBezTo>
                    <a:pt x="1237" y="823"/>
                    <a:pt x="1041" y="764"/>
                    <a:pt x="857" y="764"/>
                  </a:cubicBezTo>
                  <a:cubicBezTo>
                    <a:pt x="386" y="764"/>
                    <a:pt x="0" y="1153"/>
                    <a:pt x="0" y="1616"/>
                  </a:cubicBezTo>
                  <a:lnTo>
                    <a:pt x="0" y="4660"/>
                  </a:lnTo>
                  <a:cubicBezTo>
                    <a:pt x="0" y="5461"/>
                    <a:pt x="572" y="6118"/>
                    <a:pt x="1330" y="6261"/>
                  </a:cubicBezTo>
                  <a:lnTo>
                    <a:pt x="1330" y="7576"/>
                  </a:lnTo>
                  <a:lnTo>
                    <a:pt x="3045" y="7576"/>
                  </a:lnTo>
                  <a:lnTo>
                    <a:pt x="3045" y="6261"/>
                  </a:lnTo>
                  <a:cubicBezTo>
                    <a:pt x="3802" y="6118"/>
                    <a:pt x="4389" y="5461"/>
                    <a:pt x="4389" y="4660"/>
                  </a:cubicBezTo>
                  <a:lnTo>
                    <a:pt x="4389" y="858"/>
                  </a:lnTo>
                  <a:cubicBezTo>
                    <a:pt x="4389" y="387"/>
                    <a:pt x="4002" y="1"/>
                    <a:pt x="3531"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63"/>
            <p:cNvSpPr/>
            <p:nvPr/>
          </p:nvSpPr>
          <p:spPr>
            <a:xfrm>
              <a:off x="7742190" y="1576718"/>
              <a:ext cx="23103" cy="23103"/>
            </a:xfrm>
            <a:custGeom>
              <a:avLst/>
              <a:gdLst/>
              <a:ahLst/>
              <a:cxnLst/>
              <a:rect l="l" t="t" r="r" b="b"/>
              <a:pathLst>
                <a:path w="573" h="573" extrusionOk="0">
                  <a:moveTo>
                    <a:pt x="0" y="1"/>
                  </a:moveTo>
                  <a:lnTo>
                    <a:pt x="0"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63"/>
            <p:cNvSpPr/>
            <p:nvPr/>
          </p:nvSpPr>
          <p:spPr>
            <a:xfrm>
              <a:off x="7493221" y="1358875"/>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3"/>
            <p:cNvSpPr/>
            <p:nvPr/>
          </p:nvSpPr>
          <p:spPr>
            <a:xfrm>
              <a:off x="7538741" y="1381938"/>
              <a:ext cx="23063" cy="23103"/>
            </a:xfrm>
            <a:custGeom>
              <a:avLst/>
              <a:gdLst/>
              <a:ahLst/>
              <a:cxnLst/>
              <a:rect l="l" t="t" r="r" b="b"/>
              <a:pathLst>
                <a:path w="572" h="573" extrusionOk="0">
                  <a:moveTo>
                    <a:pt x="0" y="1"/>
                  </a:moveTo>
                  <a:lnTo>
                    <a:pt x="0" y="572"/>
                  </a:lnTo>
                  <a:lnTo>
                    <a:pt x="572" y="572"/>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3"/>
            <p:cNvSpPr/>
            <p:nvPr/>
          </p:nvSpPr>
          <p:spPr>
            <a:xfrm>
              <a:off x="7481085" y="1596313"/>
              <a:ext cx="23103" cy="23103"/>
            </a:xfrm>
            <a:custGeom>
              <a:avLst/>
              <a:gdLst/>
              <a:ahLst/>
              <a:cxnLst/>
              <a:rect l="l" t="t" r="r" b="b"/>
              <a:pathLst>
                <a:path w="573" h="573" extrusionOk="0">
                  <a:moveTo>
                    <a:pt x="1" y="1"/>
                  </a:moveTo>
                  <a:lnTo>
                    <a:pt x="1" y="573"/>
                  </a:lnTo>
                  <a:lnTo>
                    <a:pt x="573" y="573"/>
                  </a:lnTo>
                  <a:lnTo>
                    <a:pt x="57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3"/>
            <p:cNvSpPr/>
            <p:nvPr/>
          </p:nvSpPr>
          <p:spPr>
            <a:xfrm>
              <a:off x="7765253" y="1530634"/>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3"/>
            <p:cNvSpPr/>
            <p:nvPr/>
          </p:nvSpPr>
          <p:spPr>
            <a:xfrm>
              <a:off x="7539346" y="1678161"/>
              <a:ext cx="175231" cy="57658"/>
            </a:xfrm>
            <a:custGeom>
              <a:avLst/>
              <a:gdLst/>
              <a:ahLst/>
              <a:cxnLst/>
              <a:rect l="l" t="t" r="r" b="b"/>
              <a:pathLst>
                <a:path w="4346" h="1430" extrusionOk="0">
                  <a:moveTo>
                    <a:pt x="1243" y="1"/>
                  </a:moveTo>
                  <a:cubicBezTo>
                    <a:pt x="557" y="1"/>
                    <a:pt x="0" y="559"/>
                    <a:pt x="0" y="1245"/>
                  </a:cubicBezTo>
                  <a:lnTo>
                    <a:pt x="0" y="1430"/>
                  </a:lnTo>
                  <a:lnTo>
                    <a:pt x="4345" y="1430"/>
                  </a:lnTo>
                  <a:lnTo>
                    <a:pt x="4345" y="1245"/>
                  </a:lnTo>
                  <a:cubicBezTo>
                    <a:pt x="4345" y="559"/>
                    <a:pt x="3787" y="1"/>
                    <a:pt x="31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63"/>
            <p:cNvSpPr/>
            <p:nvPr/>
          </p:nvSpPr>
          <p:spPr>
            <a:xfrm>
              <a:off x="7458063" y="1724245"/>
              <a:ext cx="338325" cy="23103"/>
            </a:xfrm>
            <a:custGeom>
              <a:avLst/>
              <a:gdLst/>
              <a:ahLst/>
              <a:cxnLst/>
              <a:rect l="l" t="t" r="r" b="b"/>
              <a:pathLst>
                <a:path w="8391" h="573" extrusionOk="0">
                  <a:moveTo>
                    <a:pt x="0" y="1"/>
                  </a:moveTo>
                  <a:lnTo>
                    <a:pt x="0" y="573"/>
                  </a:lnTo>
                  <a:lnTo>
                    <a:pt x="8391" y="573"/>
                  </a:lnTo>
                  <a:lnTo>
                    <a:pt x="839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63"/>
            <p:cNvSpPr/>
            <p:nvPr/>
          </p:nvSpPr>
          <p:spPr>
            <a:xfrm>
              <a:off x="7742190" y="1576718"/>
              <a:ext cx="23103" cy="23103"/>
            </a:xfrm>
            <a:custGeom>
              <a:avLst/>
              <a:gdLst/>
              <a:ahLst/>
              <a:cxnLst/>
              <a:rect l="l" t="t" r="r" b="b"/>
              <a:pathLst>
                <a:path w="573" h="573" extrusionOk="0">
                  <a:moveTo>
                    <a:pt x="0" y="1"/>
                  </a:moveTo>
                  <a:lnTo>
                    <a:pt x="0" y="573"/>
                  </a:lnTo>
                  <a:lnTo>
                    <a:pt x="572" y="573"/>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63"/>
            <p:cNvSpPr/>
            <p:nvPr/>
          </p:nvSpPr>
          <p:spPr>
            <a:xfrm>
              <a:off x="7765253" y="1530634"/>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1" name="Google Shape;2601;p63"/>
          <p:cNvGrpSpPr/>
          <p:nvPr/>
        </p:nvGrpSpPr>
        <p:grpSpPr>
          <a:xfrm>
            <a:off x="1598022" y="2284600"/>
            <a:ext cx="359988" cy="359508"/>
            <a:chOff x="1319963" y="2067722"/>
            <a:chExt cx="393644" cy="393120"/>
          </a:xfrm>
        </p:grpSpPr>
        <p:sp>
          <p:nvSpPr>
            <p:cNvPr id="2602" name="Google Shape;2602;p63"/>
            <p:cNvSpPr/>
            <p:nvPr/>
          </p:nvSpPr>
          <p:spPr>
            <a:xfrm>
              <a:off x="1328591" y="2075786"/>
              <a:ext cx="376387" cy="376952"/>
            </a:xfrm>
            <a:custGeom>
              <a:avLst/>
              <a:gdLst/>
              <a:ahLst/>
              <a:cxnLst/>
              <a:rect l="l" t="t" r="r" b="b"/>
              <a:pathLst>
                <a:path w="9335" h="9349" extrusionOk="0">
                  <a:moveTo>
                    <a:pt x="4675" y="1116"/>
                  </a:moveTo>
                  <a:cubicBezTo>
                    <a:pt x="4904" y="1531"/>
                    <a:pt x="5275" y="1859"/>
                    <a:pt x="5747" y="2059"/>
                  </a:cubicBezTo>
                  <a:cubicBezTo>
                    <a:pt x="6032" y="2174"/>
                    <a:pt x="6333" y="2231"/>
                    <a:pt x="6619" y="2231"/>
                  </a:cubicBezTo>
                  <a:cubicBezTo>
                    <a:pt x="6804" y="2231"/>
                    <a:pt x="7004" y="2202"/>
                    <a:pt x="7191" y="2160"/>
                  </a:cubicBezTo>
                  <a:lnTo>
                    <a:pt x="7191" y="2160"/>
                  </a:lnTo>
                  <a:cubicBezTo>
                    <a:pt x="7062" y="2617"/>
                    <a:pt x="7090" y="3117"/>
                    <a:pt x="7290" y="3589"/>
                  </a:cubicBezTo>
                  <a:cubicBezTo>
                    <a:pt x="7477" y="4060"/>
                    <a:pt x="7820" y="4432"/>
                    <a:pt x="8234" y="4676"/>
                  </a:cubicBezTo>
                  <a:cubicBezTo>
                    <a:pt x="7820" y="4904"/>
                    <a:pt x="7477" y="5276"/>
                    <a:pt x="7277" y="5747"/>
                  </a:cubicBezTo>
                  <a:cubicBezTo>
                    <a:pt x="7090" y="6233"/>
                    <a:pt x="7062" y="6734"/>
                    <a:pt x="7191" y="7191"/>
                  </a:cubicBezTo>
                  <a:cubicBezTo>
                    <a:pt x="7001" y="7139"/>
                    <a:pt x="6809" y="7113"/>
                    <a:pt x="6615" y="7113"/>
                  </a:cubicBezTo>
                  <a:cubicBezTo>
                    <a:pt x="6327" y="7113"/>
                    <a:pt x="6037" y="7171"/>
                    <a:pt x="5747" y="7291"/>
                  </a:cubicBezTo>
                  <a:cubicBezTo>
                    <a:pt x="5275" y="7477"/>
                    <a:pt x="4904" y="7820"/>
                    <a:pt x="4675" y="8234"/>
                  </a:cubicBezTo>
                  <a:cubicBezTo>
                    <a:pt x="4432" y="7820"/>
                    <a:pt x="4060" y="7477"/>
                    <a:pt x="3589" y="7291"/>
                  </a:cubicBezTo>
                  <a:cubicBezTo>
                    <a:pt x="3307" y="7171"/>
                    <a:pt x="3015" y="7113"/>
                    <a:pt x="2728" y="7113"/>
                  </a:cubicBezTo>
                  <a:cubicBezTo>
                    <a:pt x="2534" y="7113"/>
                    <a:pt x="2344" y="7139"/>
                    <a:pt x="2160" y="7191"/>
                  </a:cubicBezTo>
                  <a:cubicBezTo>
                    <a:pt x="2288" y="6719"/>
                    <a:pt x="2259" y="6233"/>
                    <a:pt x="2059" y="5747"/>
                  </a:cubicBezTo>
                  <a:cubicBezTo>
                    <a:pt x="1859" y="5276"/>
                    <a:pt x="1531" y="4904"/>
                    <a:pt x="1116" y="4676"/>
                  </a:cubicBezTo>
                  <a:cubicBezTo>
                    <a:pt x="1531" y="4432"/>
                    <a:pt x="1859" y="4060"/>
                    <a:pt x="2059" y="3589"/>
                  </a:cubicBezTo>
                  <a:cubicBezTo>
                    <a:pt x="2259" y="3117"/>
                    <a:pt x="2288" y="2617"/>
                    <a:pt x="2160" y="2160"/>
                  </a:cubicBezTo>
                  <a:lnTo>
                    <a:pt x="2160" y="2160"/>
                  </a:lnTo>
                  <a:cubicBezTo>
                    <a:pt x="2345" y="2202"/>
                    <a:pt x="2531" y="2231"/>
                    <a:pt x="2731" y="2231"/>
                  </a:cubicBezTo>
                  <a:cubicBezTo>
                    <a:pt x="3017" y="2231"/>
                    <a:pt x="3303" y="2174"/>
                    <a:pt x="3589" y="2059"/>
                  </a:cubicBezTo>
                  <a:cubicBezTo>
                    <a:pt x="4060" y="1859"/>
                    <a:pt x="4432" y="1531"/>
                    <a:pt x="4675" y="1116"/>
                  </a:cubicBezTo>
                  <a:close/>
                  <a:moveTo>
                    <a:pt x="4961" y="1"/>
                  </a:moveTo>
                  <a:lnTo>
                    <a:pt x="4961" y="30"/>
                  </a:lnTo>
                  <a:lnTo>
                    <a:pt x="4389" y="30"/>
                  </a:lnTo>
                  <a:cubicBezTo>
                    <a:pt x="4389" y="30"/>
                    <a:pt x="3860" y="1331"/>
                    <a:pt x="3374" y="1531"/>
                  </a:cubicBezTo>
                  <a:cubicBezTo>
                    <a:pt x="3183" y="1607"/>
                    <a:pt x="2959" y="1656"/>
                    <a:pt x="2724" y="1656"/>
                  </a:cubicBezTo>
                  <a:cubicBezTo>
                    <a:pt x="2341" y="1656"/>
                    <a:pt x="1927" y="1527"/>
                    <a:pt x="1573" y="1173"/>
                  </a:cubicBezTo>
                  <a:lnTo>
                    <a:pt x="1173" y="1573"/>
                  </a:lnTo>
                  <a:cubicBezTo>
                    <a:pt x="1744" y="2145"/>
                    <a:pt x="1731" y="2875"/>
                    <a:pt x="1531" y="3374"/>
                  </a:cubicBezTo>
                  <a:cubicBezTo>
                    <a:pt x="1331" y="3860"/>
                    <a:pt x="816" y="4390"/>
                    <a:pt x="1" y="4390"/>
                  </a:cubicBezTo>
                  <a:lnTo>
                    <a:pt x="16" y="4390"/>
                  </a:lnTo>
                  <a:lnTo>
                    <a:pt x="16" y="4961"/>
                  </a:lnTo>
                  <a:cubicBezTo>
                    <a:pt x="830" y="4961"/>
                    <a:pt x="1344" y="5490"/>
                    <a:pt x="1544" y="5976"/>
                  </a:cubicBezTo>
                  <a:cubicBezTo>
                    <a:pt x="1744" y="6476"/>
                    <a:pt x="1759" y="7205"/>
                    <a:pt x="1188" y="7777"/>
                  </a:cubicBezTo>
                  <a:lnTo>
                    <a:pt x="1588" y="8177"/>
                  </a:lnTo>
                  <a:cubicBezTo>
                    <a:pt x="1941" y="7824"/>
                    <a:pt x="2354" y="7694"/>
                    <a:pt x="2737" y="7694"/>
                  </a:cubicBezTo>
                  <a:cubicBezTo>
                    <a:pt x="2973" y="7694"/>
                    <a:pt x="3197" y="7744"/>
                    <a:pt x="3389" y="7820"/>
                  </a:cubicBezTo>
                  <a:cubicBezTo>
                    <a:pt x="3875" y="8020"/>
                    <a:pt x="4403" y="8535"/>
                    <a:pt x="4403" y="9349"/>
                  </a:cubicBezTo>
                  <a:lnTo>
                    <a:pt x="4961" y="9349"/>
                  </a:lnTo>
                  <a:cubicBezTo>
                    <a:pt x="4961" y="9349"/>
                    <a:pt x="5476" y="8020"/>
                    <a:pt x="5975" y="7805"/>
                  </a:cubicBezTo>
                  <a:cubicBezTo>
                    <a:pt x="6161" y="7729"/>
                    <a:pt x="6381" y="7680"/>
                    <a:pt x="6615" y="7680"/>
                  </a:cubicBezTo>
                  <a:cubicBezTo>
                    <a:pt x="6995" y="7680"/>
                    <a:pt x="7409" y="7809"/>
                    <a:pt x="7763" y="8163"/>
                  </a:cubicBezTo>
                  <a:lnTo>
                    <a:pt x="8163" y="7763"/>
                  </a:lnTo>
                  <a:cubicBezTo>
                    <a:pt x="7591" y="7191"/>
                    <a:pt x="7605" y="6462"/>
                    <a:pt x="7805" y="5976"/>
                  </a:cubicBezTo>
                  <a:cubicBezTo>
                    <a:pt x="8020" y="5476"/>
                    <a:pt x="8520" y="4961"/>
                    <a:pt x="9320" y="4961"/>
                  </a:cubicBezTo>
                  <a:lnTo>
                    <a:pt x="9335" y="4961"/>
                  </a:lnTo>
                  <a:lnTo>
                    <a:pt x="9335" y="4390"/>
                  </a:lnTo>
                  <a:cubicBezTo>
                    <a:pt x="8534" y="4390"/>
                    <a:pt x="8020" y="3860"/>
                    <a:pt x="7820" y="3374"/>
                  </a:cubicBezTo>
                  <a:cubicBezTo>
                    <a:pt x="7620" y="2875"/>
                    <a:pt x="7605" y="2145"/>
                    <a:pt x="8176" y="1573"/>
                  </a:cubicBezTo>
                  <a:lnTo>
                    <a:pt x="7763" y="1173"/>
                  </a:lnTo>
                  <a:cubicBezTo>
                    <a:pt x="7409" y="1527"/>
                    <a:pt x="6995" y="1656"/>
                    <a:pt x="6615" y="1656"/>
                  </a:cubicBezTo>
                  <a:cubicBezTo>
                    <a:pt x="6381" y="1656"/>
                    <a:pt x="6161" y="1607"/>
                    <a:pt x="5975" y="1531"/>
                  </a:cubicBezTo>
                  <a:cubicBezTo>
                    <a:pt x="5476" y="1331"/>
                    <a:pt x="4961" y="816"/>
                    <a:pt x="496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3"/>
            <p:cNvSpPr/>
            <p:nvPr/>
          </p:nvSpPr>
          <p:spPr>
            <a:xfrm>
              <a:off x="1406971" y="2153642"/>
              <a:ext cx="219623" cy="220712"/>
            </a:xfrm>
            <a:custGeom>
              <a:avLst/>
              <a:gdLst/>
              <a:ahLst/>
              <a:cxnLst/>
              <a:rect l="l" t="t" r="r" b="b"/>
              <a:pathLst>
                <a:path w="5447" h="5474" extrusionOk="0">
                  <a:moveTo>
                    <a:pt x="2988" y="0"/>
                  </a:moveTo>
                  <a:cubicBezTo>
                    <a:pt x="2988" y="5"/>
                    <a:pt x="2988" y="9"/>
                    <a:pt x="2989" y="14"/>
                  </a:cubicBezTo>
                  <a:lnTo>
                    <a:pt x="3017" y="14"/>
                  </a:lnTo>
                  <a:lnTo>
                    <a:pt x="3017" y="0"/>
                  </a:lnTo>
                  <a:close/>
                  <a:moveTo>
                    <a:pt x="2731" y="872"/>
                  </a:moveTo>
                  <a:cubicBezTo>
                    <a:pt x="2874" y="1072"/>
                    <a:pt x="3074" y="1229"/>
                    <a:pt x="3317" y="1315"/>
                  </a:cubicBezTo>
                  <a:cubicBezTo>
                    <a:pt x="3488" y="1401"/>
                    <a:pt x="3675" y="1430"/>
                    <a:pt x="3860" y="1430"/>
                  </a:cubicBezTo>
                  <a:cubicBezTo>
                    <a:pt x="3932" y="1430"/>
                    <a:pt x="3989" y="1430"/>
                    <a:pt x="4046" y="1415"/>
                  </a:cubicBezTo>
                  <a:lnTo>
                    <a:pt x="4046" y="1415"/>
                  </a:lnTo>
                  <a:cubicBezTo>
                    <a:pt x="4018" y="1658"/>
                    <a:pt x="4046" y="1915"/>
                    <a:pt x="4146" y="2158"/>
                  </a:cubicBezTo>
                  <a:cubicBezTo>
                    <a:pt x="4246" y="2387"/>
                    <a:pt x="4403" y="2587"/>
                    <a:pt x="4589" y="2745"/>
                  </a:cubicBezTo>
                  <a:cubicBezTo>
                    <a:pt x="4403" y="2887"/>
                    <a:pt x="4246" y="3088"/>
                    <a:pt x="4146" y="3330"/>
                  </a:cubicBezTo>
                  <a:cubicBezTo>
                    <a:pt x="4046" y="3574"/>
                    <a:pt x="4018" y="3816"/>
                    <a:pt x="4046" y="4060"/>
                  </a:cubicBezTo>
                  <a:cubicBezTo>
                    <a:pt x="3987" y="4053"/>
                    <a:pt x="3928" y="4049"/>
                    <a:pt x="3869" y="4049"/>
                  </a:cubicBezTo>
                  <a:cubicBezTo>
                    <a:pt x="3685" y="4049"/>
                    <a:pt x="3501" y="4084"/>
                    <a:pt x="3317" y="4159"/>
                  </a:cubicBezTo>
                  <a:cubicBezTo>
                    <a:pt x="3074" y="4260"/>
                    <a:pt x="2874" y="4416"/>
                    <a:pt x="2731" y="4603"/>
                  </a:cubicBezTo>
                  <a:cubicBezTo>
                    <a:pt x="2573" y="4416"/>
                    <a:pt x="2373" y="4260"/>
                    <a:pt x="2145" y="4159"/>
                  </a:cubicBezTo>
                  <a:cubicBezTo>
                    <a:pt x="1961" y="4084"/>
                    <a:pt x="1769" y="4049"/>
                    <a:pt x="1581" y="4049"/>
                  </a:cubicBezTo>
                  <a:cubicBezTo>
                    <a:pt x="1520" y="4049"/>
                    <a:pt x="1460" y="4053"/>
                    <a:pt x="1401" y="4060"/>
                  </a:cubicBezTo>
                  <a:cubicBezTo>
                    <a:pt x="1445" y="3816"/>
                    <a:pt x="1401" y="3574"/>
                    <a:pt x="1302" y="3330"/>
                  </a:cubicBezTo>
                  <a:cubicBezTo>
                    <a:pt x="1201" y="3088"/>
                    <a:pt x="1058" y="2887"/>
                    <a:pt x="858" y="2745"/>
                  </a:cubicBezTo>
                  <a:cubicBezTo>
                    <a:pt x="1058" y="2587"/>
                    <a:pt x="1201" y="2387"/>
                    <a:pt x="1302" y="2158"/>
                  </a:cubicBezTo>
                  <a:cubicBezTo>
                    <a:pt x="1401" y="1915"/>
                    <a:pt x="1445" y="1658"/>
                    <a:pt x="1401" y="1415"/>
                  </a:cubicBezTo>
                  <a:lnTo>
                    <a:pt x="1401" y="1415"/>
                  </a:lnTo>
                  <a:cubicBezTo>
                    <a:pt x="1473" y="1430"/>
                    <a:pt x="1531" y="1430"/>
                    <a:pt x="1588" y="1430"/>
                  </a:cubicBezTo>
                  <a:cubicBezTo>
                    <a:pt x="1773" y="1430"/>
                    <a:pt x="1959" y="1401"/>
                    <a:pt x="2145" y="1315"/>
                  </a:cubicBezTo>
                  <a:cubicBezTo>
                    <a:pt x="2373" y="1229"/>
                    <a:pt x="2573" y="1072"/>
                    <a:pt x="2731" y="872"/>
                  </a:cubicBezTo>
                  <a:close/>
                  <a:moveTo>
                    <a:pt x="2445" y="14"/>
                  </a:moveTo>
                  <a:cubicBezTo>
                    <a:pt x="2445" y="14"/>
                    <a:pt x="2173" y="686"/>
                    <a:pt x="1916" y="801"/>
                  </a:cubicBezTo>
                  <a:cubicBezTo>
                    <a:pt x="1826" y="838"/>
                    <a:pt x="1718" y="861"/>
                    <a:pt x="1603" y="861"/>
                  </a:cubicBezTo>
                  <a:cubicBezTo>
                    <a:pt x="1407" y="861"/>
                    <a:pt x="1190" y="794"/>
                    <a:pt x="1001" y="614"/>
                  </a:cubicBezTo>
                  <a:lnTo>
                    <a:pt x="601" y="1014"/>
                  </a:lnTo>
                  <a:cubicBezTo>
                    <a:pt x="887" y="1315"/>
                    <a:pt x="887" y="1687"/>
                    <a:pt x="772" y="1929"/>
                  </a:cubicBezTo>
                  <a:cubicBezTo>
                    <a:pt x="673" y="2187"/>
                    <a:pt x="416" y="2459"/>
                    <a:pt x="1" y="2459"/>
                  </a:cubicBezTo>
                  <a:lnTo>
                    <a:pt x="15" y="2459"/>
                  </a:lnTo>
                  <a:lnTo>
                    <a:pt x="15" y="3030"/>
                  </a:lnTo>
                  <a:cubicBezTo>
                    <a:pt x="429" y="3030"/>
                    <a:pt x="687" y="3301"/>
                    <a:pt x="787" y="3545"/>
                  </a:cubicBezTo>
                  <a:cubicBezTo>
                    <a:pt x="902" y="3802"/>
                    <a:pt x="902" y="4174"/>
                    <a:pt x="616" y="4460"/>
                  </a:cubicBezTo>
                  <a:lnTo>
                    <a:pt x="1016" y="4860"/>
                  </a:lnTo>
                  <a:cubicBezTo>
                    <a:pt x="1196" y="4680"/>
                    <a:pt x="1409" y="4613"/>
                    <a:pt x="1607" y="4613"/>
                  </a:cubicBezTo>
                  <a:cubicBezTo>
                    <a:pt x="1724" y="4613"/>
                    <a:pt x="1835" y="4637"/>
                    <a:pt x="1931" y="4674"/>
                  </a:cubicBezTo>
                  <a:cubicBezTo>
                    <a:pt x="2173" y="4788"/>
                    <a:pt x="2445" y="5045"/>
                    <a:pt x="2445" y="5445"/>
                  </a:cubicBezTo>
                  <a:lnTo>
                    <a:pt x="2445" y="5474"/>
                  </a:lnTo>
                  <a:lnTo>
                    <a:pt x="3017" y="5474"/>
                  </a:lnTo>
                  <a:cubicBezTo>
                    <a:pt x="3017" y="5474"/>
                    <a:pt x="3274" y="4788"/>
                    <a:pt x="3532" y="4688"/>
                  </a:cubicBezTo>
                  <a:cubicBezTo>
                    <a:pt x="3631" y="4650"/>
                    <a:pt x="3747" y="4624"/>
                    <a:pt x="3869" y="4624"/>
                  </a:cubicBezTo>
                  <a:cubicBezTo>
                    <a:pt x="4063" y="4624"/>
                    <a:pt x="4271" y="4690"/>
                    <a:pt x="4446" y="4874"/>
                  </a:cubicBezTo>
                  <a:lnTo>
                    <a:pt x="4860" y="4460"/>
                  </a:lnTo>
                  <a:cubicBezTo>
                    <a:pt x="4561" y="4174"/>
                    <a:pt x="4574" y="3802"/>
                    <a:pt x="4675" y="3545"/>
                  </a:cubicBezTo>
                  <a:cubicBezTo>
                    <a:pt x="4775" y="3301"/>
                    <a:pt x="5032" y="3030"/>
                    <a:pt x="5432" y="3030"/>
                  </a:cubicBezTo>
                  <a:lnTo>
                    <a:pt x="5447" y="3030"/>
                  </a:lnTo>
                  <a:lnTo>
                    <a:pt x="5447" y="2459"/>
                  </a:lnTo>
                  <a:cubicBezTo>
                    <a:pt x="5032" y="2459"/>
                    <a:pt x="4775" y="2187"/>
                    <a:pt x="4660" y="1929"/>
                  </a:cubicBezTo>
                  <a:cubicBezTo>
                    <a:pt x="4561" y="1687"/>
                    <a:pt x="4561" y="1300"/>
                    <a:pt x="4847" y="1014"/>
                  </a:cubicBezTo>
                  <a:lnTo>
                    <a:pt x="4446" y="601"/>
                  </a:lnTo>
                  <a:cubicBezTo>
                    <a:pt x="4262" y="785"/>
                    <a:pt x="4050" y="850"/>
                    <a:pt x="3855" y="850"/>
                  </a:cubicBezTo>
                  <a:cubicBezTo>
                    <a:pt x="3732" y="850"/>
                    <a:pt x="3616" y="825"/>
                    <a:pt x="3517" y="786"/>
                  </a:cubicBezTo>
                  <a:cubicBezTo>
                    <a:pt x="3262" y="687"/>
                    <a:pt x="2994" y="420"/>
                    <a:pt x="2989" y="14"/>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63"/>
            <p:cNvSpPr/>
            <p:nvPr/>
          </p:nvSpPr>
          <p:spPr>
            <a:xfrm>
              <a:off x="1319963" y="2067722"/>
              <a:ext cx="393644" cy="393120"/>
            </a:xfrm>
            <a:custGeom>
              <a:avLst/>
              <a:gdLst/>
              <a:ahLst/>
              <a:cxnLst/>
              <a:rect l="l" t="t" r="r" b="b"/>
              <a:pathLst>
                <a:path w="9763" h="9750" extrusionOk="0">
                  <a:moveTo>
                    <a:pt x="4603" y="1"/>
                  </a:moveTo>
                  <a:lnTo>
                    <a:pt x="4603" y="4189"/>
                  </a:lnTo>
                  <a:lnTo>
                    <a:pt x="1630" y="1230"/>
                  </a:lnTo>
                  <a:lnTo>
                    <a:pt x="1230" y="1630"/>
                  </a:lnTo>
                  <a:lnTo>
                    <a:pt x="4188" y="4590"/>
                  </a:lnTo>
                  <a:lnTo>
                    <a:pt x="1" y="4590"/>
                  </a:lnTo>
                  <a:lnTo>
                    <a:pt x="1" y="5161"/>
                  </a:lnTo>
                  <a:lnTo>
                    <a:pt x="4188" y="5161"/>
                  </a:lnTo>
                  <a:lnTo>
                    <a:pt x="1230" y="8120"/>
                  </a:lnTo>
                  <a:lnTo>
                    <a:pt x="1630" y="8535"/>
                  </a:lnTo>
                  <a:lnTo>
                    <a:pt x="4603" y="5562"/>
                  </a:lnTo>
                  <a:lnTo>
                    <a:pt x="4603" y="9749"/>
                  </a:lnTo>
                  <a:lnTo>
                    <a:pt x="5175" y="9749"/>
                  </a:lnTo>
                  <a:lnTo>
                    <a:pt x="5175" y="5562"/>
                  </a:lnTo>
                  <a:lnTo>
                    <a:pt x="8133" y="8535"/>
                  </a:lnTo>
                  <a:lnTo>
                    <a:pt x="8533" y="8120"/>
                  </a:lnTo>
                  <a:lnTo>
                    <a:pt x="5575" y="5161"/>
                  </a:lnTo>
                  <a:lnTo>
                    <a:pt x="9763" y="5161"/>
                  </a:lnTo>
                  <a:lnTo>
                    <a:pt x="9763" y="4590"/>
                  </a:lnTo>
                  <a:lnTo>
                    <a:pt x="5575" y="4590"/>
                  </a:lnTo>
                  <a:lnTo>
                    <a:pt x="8533" y="1630"/>
                  </a:lnTo>
                  <a:lnTo>
                    <a:pt x="8133" y="1230"/>
                  </a:lnTo>
                  <a:lnTo>
                    <a:pt x="5175" y="4189"/>
                  </a:lnTo>
                  <a:lnTo>
                    <a:pt x="51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5" name="Google Shape;2605;p63"/>
          <p:cNvGrpSpPr/>
          <p:nvPr/>
        </p:nvGrpSpPr>
        <p:grpSpPr>
          <a:xfrm>
            <a:off x="2271002" y="2284600"/>
            <a:ext cx="255670" cy="359502"/>
            <a:chOff x="2055862" y="2067722"/>
            <a:chExt cx="279573" cy="393113"/>
          </a:xfrm>
        </p:grpSpPr>
        <p:sp>
          <p:nvSpPr>
            <p:cNvPr id="2606" name="Google Shape;2606;p63"/>
            <p:cNvSpPr/>
            <p:nvPr/>
          </p:nvSpPr>
          <p:spPr>
            <a:xfrm>
              <a:off x="2096221" y="2366848"/>
              <a:ext cx="198294" cy="93986"/>
            </a:xfrm>
            <a:custGeom>
              <a:avLst/>
              <a:gdLst/>
              <a:ahLst/>
              <a:cxnLst/>
              <a:rect l="l" t="t" r="r" b="b"/>
              <a:pathLst>
                <a:path w="4918" h="2331" extrusionOk="0">
                  <a:moveTo>
                    <a:pt x="0" y="1"/>
                  </a:moveTo>
                  <a:lnTo>
                    <a:pt x="0" y="744"/>
                  </a:lnTo>
                  <a:cubicBezTo>
                    <a:pt x="0" y="1615"/>
                    <a:pt x="715" y="2330"/>
                    <a:pt x="1588" y="2330"/>
                  </a:cubicBezTo>
                  <a:lnTo>
                    <a:pt x="3331" y="2330"/>
                  </a:lnTo>
                  <a:cubicBezTo>
                    <a:pt x="4203" y="2330"/>
                    <a:pt x="4917" y="1615"/>
                    <a:pt x="4917" y="744"/>
                  </a:cubicBezTo>
                  <a:lnTo>
                    <a:pt x="4917" y="1"/>
                  </a:lnTo>
                  <a:lnTo>
                    <a:pt x="3760" y="1"/>
                  </a:lnTo>
                  <a:cubicBezTo>
                    <a:pt x="3217" y="1"/>
                    <a:pt x="2745" y="272"/>
                    <a:pt x="2459" y="687"/>
                  </a:cubicBezTo>
                  <a:cubicBezTo>
                    <a:pt x="2173" y="272"/>
                    <a:pt x="1702" y="1"/>
                    <a:pt x="1159"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3"/>
            <p:cNvSpPr/>
            <p:nvPr/>
          </p:nvSpPr>
          <p:spPr>
            <a:xfrm>
              <a:off x="2106583" y="2086188"/>
              <a:ext cx="91688" cy="92252"/>
            </a:xfrm>
            <a:custGeom>
              <a:avLst/>
              <a:gdLst/>
              <a:ahLst/>
              <a:cxnLst/>
              <a:rect l="l" t="t" r="r" b="b"/>
              <a:pathLst>
                <a:path w="2274" h="2288" extrusionOk="0">
                  <a:moveTo>
                    <a:pt x="473" y="0"/>
                  </a:moveTo>
                  <a:lnTo>
                    <a:pt x="387" y="158"/>
                  </a:lnTo>
                  <a:cubicBezTo>
                    <a:pt x="372" y="187"/>
                    <a:pt x="1" y="873"/>
                    <a:pt x="416" y="1601"/>
                  </a:cubicBezTo>
                  <a:lnTo>
                    <a:pt x="816" y="2287"/>
                  </a:lnTo>
                  <a:lnTo>
                    <a:pt x="2274" y="1430"/>
                  </a:lnTo>
                  <a:lnTo>
                    <a:pt x="1887" y="758"/>
                  </a:lnTo>
                  <a:cubicBezTo>
                    <a:pt x="1474" y="29"/>
                    <a:pt x="673" y="0"/>
                    <a:pt x="644"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3"/>
            <p:cNvSpPr/>
            <p:nvPr/>
          </p:nvSpPr>
          <p:spPr>
            <a:xfrm>
              <a:off x="2183834" y="2333988"/>
              <a:ext cx="23063" cy="126847"/>
            </a:xfrm>
            <a:custGeom>
              <a:avLst/>
              <a:gdLst/>
              <a:ahLst/>
              <a:cxnLst/>
              <a:rect l="l" t="t" r="r" b="b"/>
              <a:pathLst>
                <a:path w="572" h="3146" extrusionOk="0">
                  <a:moveTo>
                    <a:pt x="0" y="0"/>
                  </a:moveTo>
                  <a:lnTo>
                    <a:pt x="0" y="3145"/>
                  </a:lnTo>
                  <a:lnTo>
                    <a:pt x="572" y="314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63"/>
            <p:cNvSpPr/>
            <p:nvPr/>
          </p:nvSpPr>
          <p:spPr>
            <a:xfrm>
              <a:off x="2055862" y="2173237"/>
              <a:ext cx="86486" cy="68584"/>
            </a:xfrm>
            <a:custGeom>
              <a:avLst/>
              <a:gdLst/>
              <a:ahLst/>
              <a:cxnLst/>
              <a:rect l="l" t="t" r="r" b="b"/>
              <a:pathLst>
                <a:path w="2145" h="1701" extrusionOk="0">
                  <a:moveTo>
                    <a:pt x="1359" y="0"/>
                  </a:moveTo>
                  <a:cubicBezTo>
                    <a:pt x="530" y="0"/>
                    <a:pt x="115" y="671"/>
                    <a:pt x="87" y="700"/>
                  </a:cubicBezTo>
                  <a:lnTo>
                    <a:pt x="1" y="858"/>
                  </a:lnTo>
                  <a:lnTo>
                    <a:pt x="87" y="1001"/>
                  </a:lnTo>
                  <a:cubicBezTo>
                    <a:pt x="115" y="1029"/>
                    <a:pt x="530" y="1701"/>
                    <a:pt x="1359" y="1701"/>
                  </a:cubicBezTo>
                  <a:lnTo>
                    <a:pt x="2145" y="1701"/>
                  </a:lnTo>
                  <a:lnTo>
                    <a:pt x="214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63"/>
            <p:cNvSpPr/>
            <p:nvPr/>
          </p:nvSpPr>
          <p:spPr>
            <a:xfrm>
              <a:off x="2106583" y="2237183"/>
              <a:ext cx="91688" cy="91688"/>
            </a:xfrm>
            <a:custGeom>
              <a:avLst/>
              <a:gdLst/>
              <a:ahLst/>
              <a:cxnLst/>
              <a:rect l="l" t="t" r="r" b="b"/>
              <a:pathLst>
                <a:path w="2274" h="2274" extrusionOk="0">
                  <a:moveTo>
                    <a:pt x="816" y="0"/>
                  </a:moveTo>
                  <a:lnTo>
                    <a:pt x="416" y="673"/>
                  </a:lnTo>
                  <a:cubicBezTo>
                    <a:pt x="1" y="1401"/>
                    <a:pt x="372" y="2102"/>
                    <a:pt x="387" y="2130"/>
                  </a:cubicBezTo>
                  <a:lnTo>
                    <a:pt x="473" y="2273"/>
                  </a:lnTo>
                  <a:lnTo>
                    <a:pt x="644" y="2273"/>
                  </a:lnTo>
                  <a:cubicBezTo>
                    <a:pt x="673" y="2273"/>
                    <a:pt x="1474" y="2245"/>
                    <a:pt x="1887" y="1515"/>
                  </a:cubicBezTo>
                  <a:lnTo>
                    <a:pt x="2274" y="844"/>
                  </a:lnTo>
                  <a:lnTo>
                    <a:pt x="816"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3"/>
            <p:cNvSpPr/>
            <p:nvPr/>
          </p:nvSpPr>
          <p:spPr>
            <a:xfrm>
              <a:off x="2193027" y="2237183"/>
              <a:ext cx="91688" cy="91688"/>
            </a:xfrm>
            <a:custGeom>
              <a:avLst/>
              <a:gdLst/>
              <a:ahLst/>
              <a:cxnLst/>
              <a:rect l="l" t="t" r="r" b="b"/>
              <a:pathLst>
                <a:path w="2274" h="2274" extrusionOk="0">
                  <a:moveTo>
                    <a:pt x="1474" y="0"/>
                  </a:moveTo>
                  <a:lnTo>
                    <a:pt x="1" y="844"/>
                  </a:lnTo>
                  <a:lnTo>
                    <a:pt x="387" y="1515"/>
                  </a:lnTo>
                  <a:cubicBezTo>
                    <a:pt x="816" y="2245"/>
                    <a:pt x="1602" y="2273"/>
                    <a:pt x="1630" y="2273"/>
                  </a:cubicBezTo>
                  <a:lnTo>
                    <a:pt x="1802" y="2273"/>
                  </a:lnTo>
                  <a:lnTo>
                    <a:pt x="1887" y="2130"/>
                  </a:lnTo>
                  <a:cubicBezTo>
                    <a:pt x="1902" y="2102"/>
                    <a:pt x="2274" y="1401"/>
                    <a:pt x="1859" y="673"/>
                  </a:cubicBezTo>
                  <a:lnTo>
                    <a:pt x="1474"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63"/>
            <p:cNvSpPr/>
            <p:nvPr/>
          </p:nvSpPr>
          <p:spPr>
            <a:xfrm>
              <a:off x="2248949" y="2173237"/>
              <a:ext cx="86486" cy="68584"/>
            </a:xfrm>
            <a:custGeom>
              <a:avLst/>
              <a:gdLst/>
              <a:ahLst/>
              <a:cxnLst/>
              <a:rect l="l" t="t" r="r" b="b"/>
              <a:pathLst>
                <a:path w="2145" h="1701" extrusionOk="0">
                  <a:moveTo>
                    <a:pt x="1" y="0"/>
                  </a:moveTo>
                  <a:lnTo>
                    <a:pt x="1" y="1701"/>
                  </a:lnTo>
                  <a:lnTo>
                    <a:pt x="786" y="1701"/>
                  </a:lnTo>
                  <a:cubicBezTo>
                    <a:pt x="1630" y="1701"/>
                    <a:pt x="2044" y="1029"/>
                    <a:pt x="2059" y="1001"/>
                  </a:cubicBezTo>
                  <a:lnTo>
                    <a:pt x="2145" y="858"/>
                  </a:lnTo>
                  <a:lnTo>
                    <a:pt x="2059" y="700"/>
                  </a:lnTo>
                  <a:cubicBezTo>
                    <a:pt x="2044" y="671"/>
                    <a:pt x="1630" y="0"/>
                    <a:pt x="78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63"/>
            <p:cNvSpPr/>
            <p:nvPr/>
          </p:nvSpPr>
          <p:spPr>
            <a:xfrm>
              <a:off x="2193027" y="2086188"/>
              <a:ext cx="91688" cy="92252"/>
            </a:xfrm>
            <a:custGeom>
              <a:avLst/>
              <a:gdLst/>
              <a:ahLst/>
              <a:cxnLst/>
              <a:rect l="l" t="t" r="r" b="b"/>
              <a:pathLst>
                <a:path w="2274" h="2288" extrusionOk="0">
                  <a:moveTo>
                    <a:pt x="1630" y="0"/>
                  </a:moveTo>
                  <a:cubicBezTo>
                    <a:pt x="1602" y="0"/>
                    <a:pt x="816" y="29"/>
                    <a:pt x="387" y="758"/>
                  </a:cubicBezTo>
                  <a:lnTo>
                    <a:pt x="1" y="1430"/>
                  </a:lnTo>
                  <a:lnTo>
                    <a:pt x="1474" y="2287"/>
                  </a:lnTo>
                  <a:lnTo>
                    <a:pt x="1859" y="1601"/>
                  </a:lnTo>
                  <a:cubicBezTo>
                    <a:pt x="2274" y="873"/>
                    <a:pt x="1902" y="187"/>
                    <a:pt x="1887" y="158"/>
                  </a:cubicBezTo>
                  <a:lnTo>
                    <a:pt x="18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63"/>
            <p:cNvSpPr/>
            <p:nvPr/>
          </p:nvSpPr>
          <p:spPr>
            <a:xfrm>
              <a:off x="2161377" y="2067722"/>
              <a:ext cx="68584" cy="86486"/>
            </a:xfrm>
            <a:custGeom>
              <a:avLst/>
              <a:gdLst/>
              <a:ahLst/>
              <a:cxnLst/>
              <a:rect l="l" t="t" r="r" b="b"/>
              <a:pathLst>
                <a:path w="1701" h="2145" extrusionOk="0">
                  <a:moveTo>
                    <a:pt x="858" y="1"/>
                  </a:moveTo>
                  <a:lnTo>
                    <a:pt x="700" y="87"/>
                  </a:lnTo>
                  <a:cubicBezTo>
                    <a:pt x="671" y="102"/>
                    <a:pt x="0" y="530"/>
                    <a:pt x="0" y="1359"/>
                  </a:cubicBezTo>
                  <a:lnTo>
                    <a:pt x="0" y="2145"/>
                  </a:lnTo>
                  <a:lnTo>
                    <a:pt x="1701" y="2145"/>
                  </a:lnTo>
                  <a:lnTo>
                    <a:pt x="1701" y="1359"/>
                  </a:lnTo>
                  <a:cubicBezTo>
                    <a:pt x="1701" y="530"/>
                    <a:pt x="1029" y="102"/>
                    <a:pt x="1001" y="87"/>
                  </a:cubicBezTo>
                  <a:lnTo>
                    <a:pt x="85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63"/>
            <p:cNvSpPr/>
            <p:nvPr/>
          </p:nvSpPr>
          <p:spPr>
            <a:xfrm>
              <a:off x="2074328" y="2127112"/>
              <a:ext cx="92252" cy="83019"/>
            </a:xfrm>
            <a:custGeom>
              <a:avLst/>
              <a:gdLst/>
              <a:ahLst/>
              <a:cxnLst/>
              <a:rect l="l" t="t" r="r" b="b"/>
              <a:pathLst>
                <a:path w="2288" h="2059" extrusionOk="0">
                  <a:moveTo>
                    <a:pt x="858" y="1"/>
                  </a:moveTo>
                  <a:cubicBezTo>
                    <a:pt x="473" y="1"/>
                    <a:pt x="187" y="157"/>
                    <a:pt x="158" y="172"/>
                  </a:cubicBezTo>
                  <a:lnTo>
                    <a:pt x="0" y="258"/>
                  </a:lnTo>
                  <a:lnTo>
                    <a:pt x="0" y="429"/>
                  </a:lnTo>
                  <a:cubicBezTo>
                    <a:pt x="0" y="458"/>
                    <a:pt x="29" y="1259"/>
                    <a:pt x="758" y="1672"/>
                  </a:cubicBezTo>
                  <a:lnTo>
                    <a:pt x="1430" y="2059"/>
                  </a:lnTo>
                  <a:lnTo>
                    <a:pt x="2287" y="601"/>
                  </a:lnTo>
                  <a:lnTo>
                    <a:pt x="1601" y="201"/>
                  </a:lnTo>
                  <a:cubicBezTo>
                    <a:pt x="1372" y="72"/>
                    <a:pt x="1130" y="1"/>
                    <a:pt x="85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3"/>
            <p:cNvSpPr/>
            <p:nvPr/>
          </p:nvSpPr>
          <p:spPr>
            <a:xfrm>
              <a:off x="2074328" y="2204887"/>
              <a:ext cx="92252" cy="83019"/>
            </a:xfrm>
            <a:custGeom>
              <a:avLst/>
              <a:gdLst/>
              <a:ahLst/>
              <a:cxnLst/>
              <a:rect l="l" t="t" r="r" b="b"/>
              <a:pathLst>
                <a:path w="2288" h="2059" extrusionOk="0">
                  <a:moveTo>
                    <a:pt x="1430" y="1"/>
                  </a:moveTo>
                  <a:lnTo>
                    <a:pt x="758" y="387"/>
                  </a:lnTo>
                  <a:cubicBezTo>
                    <a:pt x="29" y="816"/>
                    <a:pt x="0" y="1602"/>
                    <a:pt x="0" y="1630"/>
                  </a:cubicBezTo>
                  <a:lnTo>
                    <a:pt x="0" y="1802"/>
                  </a:lnTo>
                  <a:lnTo>
                    <a:pt x="158" y="1887"/>
                  </a:lnTo>
                  <a:cubicBezTo>
                    <a:pt x="187" y="1902"/>
                    <a:pt x="473" y="2059"/>
                    <a:pt x="858" y="2059"/>
                  </a:cubicBezTo>
                  <a:cubicBezTo>
                    <a:pt x="1130" y="2059"/>
                    <a:pt x="1372" y="1988"/>
                    <a:pt x="1601" y="1859"/>
                  </a:cubicBezTo>
                  <a:lnTo>
                    <a:pt x="2287" y="1474"/>
                  </a:lnTo>
                  <a:lnTo>
                    <a:pt x="1430"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3"/>
            <p:cNvSpPr/>
            <p:nvPr/>
          </p:nvSpPr>
          <p:spPr>
            <a:xfrm>
              <a:off x="2161377" y="2260810"/>
              <a:ext cx="68584" cy="86486"/>
            </a:xfrm>
            <a:custGeom>
              <a:avLst/>
              <a:gdLst/>
              <a:ahLst/>
              <a:cxnLst/>
              <a:rect l="l" t="t" r="r" b="b"/>
              <a:pathLst>
                <a:path w="1701" h="2145" extrusionOk="0">
                  <a:moveTo>
                    <a:pt x="0" y="1"/>
                  </a:moveTo>
                  <a:lnTo>
                    <a:pt x="0" y="786"/>
                  </a:lnTo>
                  <a:cubicBezTo>
                    <a:pt x="0" y="1630"/>
                    <a:pt x="671" y="2044"/>
                    <a:pt x="700" y="2059"/>
                  </a:cubicBezTo>
                  <a:lnTo>
                    <a:pt x="858" y="2145"/>
                  </a:lnTo>
                  <a:lnTo>
                    <a:pt x="1001" y="2059"/>
                  </a:lnTo>
                  <a:cubicBezTo>
                    <a:pt x="1029" y="2044"/>
                    <a:pt x="1701" y="1630"/>
                    <a:pt x="1701" y="786"/>
                  </a:cubicBezTo>
                  <a:lnTo>
                    <a:pt x="17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63"/>
            <p:cNvSpPr/>
            <p:nvPr/>
          </p:nvSpPr>
          <p:spPr>
            <a:xfrm>
              <a:off x="2225322" y="2204887"/>
              <a:ext cx="91688" cy="83019"/>
            </a:xfrm>
            <a:custGeom>
              <a:avLst/>
              <a:gdLst/>
              <a:ahLst/>
              <a:cxnLst/>
              <a:rect l="l" t="t" r="r" b="b"/>
              <a:pathLst>
                <a:path w="2274" h="2059" extrusionOk="0">
                  <a:moveTo>
                    <a:pt x="844" y="1"/>
                  </a:moveTo>
                  <a:lnTo>
                    <a:pt x="0" y="1474"/>
                  </a:lnTo>
                  <a:lnTo>
                    <a:pt x="673" y="1859"/>
                  </a:lnTo>
                  <a:cubicBezTo>
                    <a:pt x="901" y="1988"/>
                    <a:pt x="1144" y="2059"/>
                    <a:pt x="1416" y="2059"/>
                  </a:cubicBezTo>
                  <a:cubicBezTo>
                    <a:pt x="1801" y="2059"/>
                    <a:pt x="2087" y="1902"/>
                    <a:pt x="2130" y="1887"/>
                  </a:cubicBezTo>
                  <a:lnTo>
                    <a:pt x="2273" y="1802"/>
                  </a:lnTo>
                  <a:lnTo>
                    <a:pt x="2273" y="1630"/>
                  </a:lnTo>
                  <a:cubicBezTo>
                    <a:pt x="2273" y="1602"/>
                    <a:pt x="2245" y="816"/>
                    <a:pt x="1515" y="387"/>
                  </a:cubicBezTo>
                  <a:lnTo>
                    <a:pt x="84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63"/>
            <p:cNvSpPr/>
            <p:nvPr/>
          </p:nvSpPr>
          <p:spPr>
            <a:xfrm>
              <a:off x="2225322" y="2127112"/>
              <a:ext cx="91688" cy="83019"/>
            </a:xfrm>
            <a:custGeom>
              <a:avLst/>
              <a:gdLst/>
              <a:ahLst/>
              <a:cxnLst/>
              <a:rect l="l" t="t" r="r" b="b"/>
              <a:pathLst>
                <a:path w="2274" h="2059" extrusionOk="0">
                  <a:moveTo>
                    <a:pt x="1416" y="1"/>
                  </a:moveTo>
                  <a:cubicBezTo>
                    <a:pt x="1144" y="1"/>
                    <a:pt x="901" y="72"/>
                    <a:pt x="673" y="201"/>
                  </a:cubicBezTo>
                  <a:lnTo>
                    <a:pt x="0" y="601"/>
                  </a:lnTo>
                  <a:lnTo>
                    <a:pt x="844" y="2059"/>
                  </a:lnTo>
                  <a:lnTo>
                    <a:pt x="1515" y="1672"/>
                  </a:lnTo>
                  <a:cubicBezTo>
                    <a:pt x="2245" y="1259"/>
                    <a:pt x="2273" y="458"/>
                    <a:pt x="2273" y="429"/>
                  </a:cubicBezTo>
                  <a:lnTo>
                    <a:pt x="2273" y="258"/>
                  </a:lnTo>
                  <a:lnTo>
                    <a:pt x="2130" y="172"/>
                  </a:lnTo>
                  <a:cubicBezTo>
                    <a:pt x="2087" y="157"/>
                    <a:pt x="1801" y="1"/>
                    <a:pt x="141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3"/>
            <p:cNvSpPr/>
            <p:nvPr/>
          </p:nvSpPr>
          <p:spPr>
            <a:xfrm>
              <a:off x="2115252" y="2127112"/>
              <a:ext cx="160796" cy="160796"/>
            </a:xfrm>
            <a:custGeom>
              <a:avLst/>
              <a:gdLst/>
              <a:ahLst/>
              <a:cxnLst/>
              <a:rect l="l" t="t" r="r" b="b"/>
              <a:pathLst>
                <a:path w="3988" h="3988" extrusionOk="0">
                  <a:moveTo>
                    <a:pt x="2002" y="1"/>
                  </a:moveTo>
                  <a:cubicBezTo>
                    <a:pt x="887" y="1"/>
                    <a:pt x="1" y="887"/>
                    <a:pt x="1" y="2002"/>
                  </a:cubicBezTo>
                  <a:cubicBezTo>
                    <a:pt x="1" y="3102"/>
                    <a:pt x="887" y="3988"/>
                    <a:pt x="2002" y="3988"/>
                  </a:cubicBezTo>
                  <a:cubicBezTo>
                    <a:pt x="3102" y="3988"/>
                    <a:pt x="3988" y="3102"/>
                    <a:pt x="3988" y="2002"/>
                  </a:cubicBezTo>
                  <a:cubicBezTo>
                    <a:pt x="3988" y="887"/>
                    <a:pt x="3102" y="1"/>
                    <a:pt x="2002"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3"/>
            <p:cNvSpPr/>
            <p:nvPr/>
          </p:nvSpPr>
          <p:spPr>
            <a:xfrm>
              <a:off x="2183834" y="2218717"/>
              <a:ext cx="23063" cy="23103"/>
            </a:xfrm>
            <a:custGeom>
              <a:avLst/>
              <a:gdLst/>
              <a:ahLst/>
              <a:cxnLst/>
              <a:rect l="l" t="t" r="r" b="b"/>
              <a:pathLst>
                <a:path w="572" h="573" extrusionOk="0">
                  <a:moveTo>
                    <a:pt x="0" y="1"/>
                  </a:moveTo>
                  <a:lnTo>
                    <a:pt x="0" y="573"/>
                  </a:lnTo>
                  <a:lnTo>
                    <a:pt x="572" y="573"/>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3"/>
            <p:cNvSpPr/>
            <p:nvPr/>
          </p:nvSpPr>
          <p:spPr>
            <a:xfrm>
              <a:off x="2206856" y="2195694"/>
              <a:ext cx="23103" cy="23063"/>
            </a:xfrm>
            <a:custGeom>
              <a:avLst/>
              <a:gdLst/>
              <a:ahLst/>
              <a:cxnLst/>
              <a:rect l="l" t="t" r="r" b="b"/>
              <a:pathLst>
                <a:path w="573" h="572"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63"/>
            <p:cNvSpPr/>
            <p:nvPr/>
          </p:nvSpPr>
          <p:spPr>
            <a:xfrm>
              <a:off x="2160772" y="2195694"/>
              <a:ext cx="23103" cy="23063"/>
            </a:xfrm>
            <a:custGeom>
              <a:avLst/>
              <a:gdLst/>
              <a:ahLst/>
              <a:cxnLst/>
              <a:rect l="l" t="t" r="r" b="b"/>
              <a:pathLst>
                <a:path w="573" h="572"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63"/>
            <p:cNvSpPr/>
            <p:nvPr/>
          </p:nvSpPr>
          <p:spPr>
            <a:xfrm>
              <a:off x="2183834" y="2172632"/>
              <a:ext cx="23063" cy="23103"/>
            </a:xfrm>
            <a:custGeom>
              <a:avLst/>
              <a:gdLst/>
              <a:ahLst/>
              <a:cxnLst/>
              <a:rect l="l" t="t" r="r" b="b"/>
              <a:pathLst>
                <a:path w="572" h="573" extrusionOk="0">
                  <a:moveTo>
                    <a:pt x="0" y="0"/>
                  </a:moveTo>
                  <a:lnTo>
                    <a:pt x="0" y="572"/>
                  </a:lnTo>
                  <a:lnTo>
                    <a:pt x="572" y="572"/>
                  </a:lnTo>
                  <a:lnTo>
                    <a:pt x="57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5" name="Google Shape;2625;p63"/>
          <p:cNvGrpSpPr/>
          <p:nvPr/>
        </p:nvGrpSpPr>
        <p:grpSpPr>
          <a:xfrm>
            <a:off x="2839709" y="2310963"/>
            <a:ext cx="359951" cy="306777"/>
            <a:chOff x="2677740" y="2096550"/>
            <a:chExt cx="393604" cy="335459"/>
          </a:xfrm>
        </p:grpSpPr>
        <p:sp>
          <p:nvSpPr>
            <p:cNvPr id="2626" name="Google Shape;2626;p63"/>
            <p:cNvSpPr/>
            <p:nvPr/>
          </p:nvSpPr>
          <p:spPr>
            <a:xfrm>
              <a:off x="2677740" y="2096550"/>
              <a:ext cx="393604" cy="236316"/>
            </a:xfrm>
            <a:custGeom>
              <a:avLst/>
              <a:gdLst/>
              <a:ahLst/>
              <a:cxnLst/>
              <a:rect l="l" t="t" r="r" b="b"/>
              <a:pathLst>
                <a:path w="9762" h="5861" extrusionOk="0">
                  <a:moveTo>
                    <a:pt x="3501" y="1"/>
                  </a:moveTo>
                  <a:cubicBezTo>
                    <a:pt x="2844" y="1"/>
                    <a:pt x="2230" y="258"/>
                    <a:pt x="1758" y="730"/>
                  </a:cubicBezTo>
                  <a:cubicBezTo>
                    <a:pt x="1329" y="1144"/>
                    <a:pt x="1086" y="1687"/>
                    <a:pt x="1029" y="2274"/>
                  </a:cubicBezTo>
                  <a:cubicBezTo>
                    <a:pt x="757" y="2417"/>
                    <a:pt x="515" y="2631"/>
                    <a:pt x="343" y="2888"/>
                  </a:cubicBezTo>
                  <a:cubicBezTo>
                    <a:pt x="114" y="3217"/>
                    <a:pt x="0" y="3617"/>
                    <a:pt x="14" y="4018"/>
                  </a:cubicBezTo>
                  <a:cubicBezTo>
                    <a:pt x="42" y="5047"/>
                    <a:pt x="900" y="5861"/>
                    <a:pt x="1929" y="5861"/>
                  </a:cubicBezTo>
                  <a:lnTo>
                    <a:pt x="8262" y="5861"/>
                  </a:lnTo>
                  <a:cubicBezTo>
                    <a:pt x="9091" y="5861"/>
                    <a:pt x="9762" y="5190"/>
                    <a:pt x="9762" y="4361"/>
                  </a:cubicBezTo>
                  <a:cubicBezTo>
                    <a:pt x="9762" y="3688"/>
                    <a:pt x="9319" y="3103"/>
                    <a:pt x="8690" y="2916"/>
                  </a:cubicBezTo>
                  <a:cubicBezTo>
                    <a:pt x="8605" y="1802"/>
                    <a:pt x="7675" y="930"/>
                    <a:pt x="6546" y="930"/>
                  </a:cubicBezTo>
                  <a:cubicBezTo>
                    <a:pt x="6217" y="930"/>
                    <a:pt x="5889" y="1001"/>
                    <a:pt x="5588" y="1144"/>
                  </a:cubicBezTo>
                  <a:cubicBezTo>
                    <a:pt x="5403" y="844"/>
                    <a:pt x="5146" y="587"/>
                    <a:pt x="4845" y="401"/>
                  </a:cubicBezTo>
                  <a:cubicBezTo>
                    <a:pt x="4445" y="143"/>
                    <a:pt x="3987" y="1"/>
                    <a:pt x="3501"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3"/>
            <p:cNvSpPr/>
            <p:nvPr/>
          </p:nvSpPr>
          <p:spPr>
            <a:xfrm>
              <a:off x="2696166" y="2237021"/>
              <a:ext cx="339454" cy="194988"/>
            </a:xfrm>
            <a:custGeom>
              <a:avLst/>
              <a:gdLst/>
              <a:ahLst/>
              <a:cxnLst/>
              <a:rect l="l" t="t" r="r" b="b"/>
              <a:pathLst>
                <a:path w="8419" h="4836" extrusionOk="0">
                  <a:moveTo>
                    <a:pt x="5546" y="0"/>
                  </a:moveTo>
                  <a:cubicBezTo>
                    <a:pt x="4996" y="0"/>
                    <a:pt x="4485" y="208"/>
                    <a:pt x="4102" y="591"/>
                  </a:cubicBezTo>
                  <a:cubicBezTo>
                    <a:pt x="3802" y="391"/>
                    <a:pt x="3459" y="290"/>
                    <a:pt x="3088" y="290"/>
                  </a:cubicBezTo>
                  <a:cubicBezTo>
                    <a:pt x="2087" y="290"/>
                    <a:pt x="1272" y="1105"/>
                    <a:pt x="1272" y="2106"/>
                  </a:cubicBezTo>
                  <a:lnTo>
                    <a:pt x="1272" y="2134"/>
                  </a:lnTo>
                  <a:cubicBezTo>
                    <a:pt x="357" y="2535"/>
                    <a:pt x="0" y="3850"/>
                    <a:pt x="1186" y="4822"/>
                  </a:cubicBezTo>
                  <a:cubicBezTo>
                    <a:pt x="1201" y="4822"/>
                    <a:pt x="1201" y="4835"/>
                    <a:pt x="1215" y="4835"/>
                  </a:cubicBezTo>
                  <a:lnTo>
                    <a:pt x="6818" y="4835"/>
                  </a:lnTo>
                  <a:cubicBezTo>
                    <a:pt x="7704" y="4835"/>
                    <a:pt x="8419" y="4121"/>
                    <a:pt x="8419" y="3249"/>
                  </a:cubicBezTo>
                  <a:cubicBezTo>
                    <a:pt x="8419" y="2663"/>
                    <a:pt x="8104" y="2134"/>
                    <a:pt x="7590" y="1849"/>
                  </a:cubicBezTo>
                  <a:cubicBezTo>
                    <a:pt x="7519" y="1119"/>
                    <a:pt x="7061" y="462"/>
                    <a:pt x="6318" y="147"/>
                  </a:cubicBezTo>
                  <a:lnTo>
                    <a:pt x="6318" y="133"/>
                  </a:lnTo>
                  <a:cubicBezTo>
                    <a:pt x="6058" y="44"/>
                    <a:pt x="5798" y="0"/>
                    <a:pt x="5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63"/>
          <p:cNvGrpSpPr/>
          <p:nvPr/>
        </p:nvGrpSpPr>
        <p:grpSpPr>
          <a:xfrm>
            <a:off x="3497904" y="2284600"/>
            <a:ext cx="285685" cy="360019"/>
            <a:chOff x="3397472" y="2067722"/>
            <a:chExt cx="312395" cy="393679"/>
          </a:xfrm>
        </p:grpSpPr>
        <p:sp>
          <p:nvSpPr>
            <p:cNvPr id="2629" name="Google Shape;2629;p63"/>
            <p:cNvSpPr/>
            <p:nvPr/>
          </p:nvSpPr>
          <p:spPr>
            <a:xfrm>
              <a:off x="3516211" y="2067722"/>
              <a:ext cx="109549" cy="94591"/>
            </a:xfrm>
            <a:custGeom>
              <a:avLst/>
              <a:gdLst/>
              <a:ahLst/>
              <a:cxnLst/>
              <a:rect l="l" t="t" r="r" b="b"/>
              <a:pathLst>
                <a:path w="2717" h="2346" extrusionOk="0">
                  <a:moveTo>
                    <a:pt x="0" y="1"/>
                  </a:moveTo>
                  <a:lnTo>
                    <a:pt x="0" y="788"/>
                  </a:lnTo>
                  <a:cubicBezTo>
                    <a:pt x="0" y="1645"/>
                    <a:pt x="686" y="2345"/>
                    <a:pt x="1544" y="2345"/>
                  </a:cubicBezTo>
                  <a:lnTo>
                    <a:pt x="2716" y="2345"/>
                  </a:lnTo>
                  <a:lnTo>
                    <a:pt x="2716" y="1545"/>
                  </a:lnTo>
                  <a:cubicBezTo>
                    <a:pt x="2716" y="687"/>
                    <a:pt x="2030" y="1"/>
                    <a:pt x="11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3"/>
            <p:cNvSpPr/>
            <p:nvPr/>
          </p:nvSpPr>
          <p:spPr>
            <a:xfrm>
              <a:off x="3480488" y="2139812"/>
              <a:ext cx="183900" cy="142934"/>
            </a:xfrm>
            <a:custGeom>
              <a:avLst/>
              <a:gdLst/>
              <a:ahLst/>
              <a:cxnLst/>
              <a:rect l="l" t="t" r="r" b="b"/>
              <a:pathLst>
                <a:path w="4561" h="3545" extrusionOk="0">
                  <a:moveTo>
                    <a:pt x="3088" y="0"/>
                  </a:moveTo>
                  <a:cubicBezTo>
                    <a:pt x="1387" y="0"/>
                    <a:pt x="0" y="1386"/>
                    <a:pt x="0" y="3088"/>
                  </a:cubicBezTo>
                  <a:lnTo>
                    <a:pt x="0" y="3530"/>
                  </a:lnTo>
                  <a:lnTo>
                    <a:pt x="572" y="3530"/>
                  </a:lnTo>
                  <a:lnTo>
                    <a:pt x="572" y="3073"/>
                  </a:lnTo>
                  <a:cubicBezTo>
                    <a:pt x="587" y="1715"/>
                    <a:pt x="1687" y="600"/>
                    <a:pt x="3030" y="557"/>
                  </a:cubicBezTo>
                  <a:lnTo>
                    <a:pt x="3030" y="3545"/>
                  </a:lnTo>
                  <a:lnTo>
                    <a:pt x="3602" y="3545"/>
                  </a:lnTo>
                  <a:lnTo>
                    <a:pt x="3602" y="572"/>
                  </a:lnTo>
                  <a:lnTo>
                    <a:pt x="4560" y="572"/>
                  </a:lnTo>
                  <a:lnTo>
                    <a:pt x="4560"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3"/>
            <p:cNvSpPr/>
            <p:nvPr/>
          </p:nvSpPr>
          <p:spPr>
            <a:xfrm>
              <a:off x="3542176" y="2271212"/>
              <a:ext cx="167691" cy="190189"/>
            </a:xfrm>
            <a:custGeom>
              <a:avLst/>
              <a:gdLst/>
              <a:ahLst/>
              <a:cxnLst/>
              <a:rect l="l" t="t" r="r" b="b"/>
              <a:pathLst>
                <a:path w="4159" h="4717" extrusionOk="0">
                  <a:moveTo>
                    <a:pt x="1801" y="0"/>
                  </a:moveTo>
                  <a:cubicBezTo>
                    <a:pt x="1144" y="0"/>
                    <a:pt x="515" y="271"/>
                    <a:pt x="71" y="743"/>
                  </a:cubicBezTo>
                  <a:lnTo>
                    <a:pt x="0" y="829"/>
                  </a:lnTo>
                  <a:lnTo>
                    <a:pt x="0" y="3888"/>
                  </a:lnTo>
                  <a:lnTo>
                    <a:pt x="71" y="3959"/>
                  </a:lnTo>
                  <a:cubicBezTo>
                    <a:pt x="515" y="4445"/>
                    <a:pt x="1144" y="4717"/>
                    <a:pt x="1801" y="4717"/>
                  </a:cubicBezTo>
                  <a:cubicBezTo>
                    <a:pt x="3101" y="4717"/>
                    <a:pt x="4159" y="3659"/>
                    <a:pt x="4159" y="2358"/>
                  </a:cubicBezTo>
                  <a:cubicBezTo>
                    <a:pt x="4159" y="1058"/>
                    <a:pt x="3101" y="0"/>
                    <a:pt x="18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3"/>
            <p:cNvSpPr/>
            <p:nvPr/>
          </p:nvSpPr>
          <p:spPr>
            <a:xfrm>
              <a:off x="3397472" y="2271212"/>
              <a:ext cx="190230" cy="190189"/>
            </a:xfrm>
            <a:custGeom>
              <a:avLst/>
              <a:gdLst/>
              <a:ahLst/>
              <a:cxnLst/>
              <a:rect l="l" t="t" r="r" b="b"/>
              <a:pathLst>
                <a:path w="4718" h="4717" extrusionOk="0">
                  <a:moveTo>
                    <a:pt x="2360" y="0"/>
                  </a:moveTo>
                  <a:cubicBezTo>
                    <a:pt x="1059" y="0"/>
                    <a:pt x="1" y="1058"/>
                    <a:pt x="1" y="2358"/>
                  </a:cubicBezTo>
                  <a:cubicBezTo>
                    <a:pt x="1" y="3659"/>
                    <a:pt x="1059" y="4717"/>
                    <a:pt x="2360" y="4717"/>
                  </a:cubicBezTo>
                  <a:cubicBezTo>
                    <a:pt x="3660" y="4717"/>
                    <a:pt x="4718" y="3659"/>
                    <a:pt x="4718" y="2358"/>
                  </a:cubicBezTo>
                  <a:cubicBezTo>
                    <a:pt x="4718" y="1058"/>
                    <a:pt x="3660" y="0"/>
                    <a:pt x="2360"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3" name="Google Shape;2633;p63"/>
          <p:cNvGrpSpPr/>
          <p:nvPr/>
        </p:nvGrpSpPr>
        <p:grpSpPr>
          <a:xfrm>
            <a:off x="4081839" y="2284600"/>
            <a:ext cx="359500" cy="359499"/>
            <a:chOff x="4036001" y="2067722"/>
            <a:chExt cx="393111" cy="393110"/>
          </a:xfrm>
        </p:grpSpPr>
        <p:sp>
          <p:nvSpPr>
            <p:cNvPr id="2634" name="Google Shape;2634;p63"/>
            <p:cNvSpPr/>
            <p:nvPr/>
          </p:nvSpPr>
          <p:spPr>
            <a:xfrm>
              <a:off x="4337989"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63"/>
            <p:cNvSpPr/>
            <p:nvPr/>
          </p:nvSpPr>
          <p:spPr>
            <a:xfrm>
              <a:off x="4036001" y="2393902"/>
              <a:ext cx="91123" cy="23103"/>
            </a:xfrm>
            <a:custGeom>
              <a:avLst/>
              <a:gdLst/>
              <a:ahLst/>
              <a:cxnLst/>
              <a:rect l="l" t="t" r="r" b="b"/>
              <a:pathLst>
                <a:path w="2260" h="573" extrusionOk="0">
                  <a:moveTo>
                    <a:pt x="1" y="1"/>
                  </a:moveTo>
                  <a:lnTo>
                    <a:pt x="1" y="573"/>
                  </a:lnTo>
                  <a:lnTo>
                    <a:pt x="2259" y="573"/>
                  </a:lnTo>
                  <a:lnTo>
                    <a:pt x="2259"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63"/>
            <p:cNvSpPr/>
            <p:nvPr/>
          </p:nvSpPr>
          <p:spPr>
            <a:xfrm>
              <a:off x="4274044" y="2121911"/>
              <a:ext cx="119307" cy="69189"/>
            </a:xfrm>
            <a:custGeom>
              <a:avLst/>
              <a:gdLst/>
              <a:ahLst/>
              <a:cxnLst/>
              <a:rect l="l" t="t" r="r" b="b"/>
              <a:pathLst>
                <a:path w="2959" h="1716" extrusionOk="0">
                  <a:moveTo>
                    <a:pt x="1" y="0"/>
                  </a:moveTo>
                  <a:lnTo>
                    <a:pt x="1" y="1716"/>
                  </a:lnTo>
                  <a:lnTo>
                    <a:pt x="2959" y="1716"/>
                  </a:lnTo>
                  <a:lnTo>
                    <a:pt x="2959" y="1430"/>
                  </a:lnTo>
                  <a:cubicBezTo>
                    <a:pt x="2959" y="644"/>
                    <a:pt x="2316" y="0"/>
                    <a:pt x="15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3"/>
            <p:cNvSpPr/>
            <p:nvPr/>
          </p:nvSpPr>
          <p:spPr>
            <a:xfrm>
              <a:off x="4071764" y="2121911"/>
              <a:ext cx="119347" cy="69189"/>
            </a:xfrm>
            <a:custGeom>
              <a:avLst/>
              <a:gdLst/>
              <a:ahLst/>
              <a:cxnLst/>
              <a:rect l="l" t="t" r="r" b="b"/>
              <a:pathLst>
                <a:path w="2960" h="1716" extrusionOk="0">
                  <a:moveTo>
                    <a:pt x="1430" y="0"/>
                  </a:moveTo>
                  <a:cubicBezTo>
                    <a:pt x="644" y="0"/>
                    <a:pt x="0" y="644"/>
                    <a:pt x="0" y="1430"/>
                  </a:cubicBezTo>
                  <a:lnTo>
                    <a:pt x="0" y="1716"/>
                  </a:lnTo>
                  <a:lnTo>
                    <a:pt x="2959" y="1716"/>
                  </a:lnTo>
                  <a:lnTo>
                    <a:pt x="2959"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3"/>
            <p:cNvSpPr/>
            <p:nvPr/>
          </p:nvSpPr>
          <p:spPr>
            <a:xfrm>
              <a:off x="4088496" y="2067722"/>
              <a:ext cx="288167" cy="106082"/>
            </a:xfrm>
            <a:custGeom>
              <a:avLst/>
              <a:gdLst/>
              <a:ahLst/>
              <a:cxnLst/>
              <a:rect l="l" t="t" r="r" b="b"/>
              <a:pathLst>
                <a:path w="7147" h="2631" extrusionOk="0">
                  <a:moveTo>
                    <a:pt x="1372" y="1"/>
                  </a:moveTo>
                  <a:cubicBezTo>
                    <a:pt x="872" y="1"/>
                    <a:pt x="400" y="273"/>
                    <a:pt x="143" y="702"/>
                  </a:cubicBezTo>
                  <a:lnTo>
                    <a:pt x="0" y="959"/>
                  </a:lnTo>
                  <a:lnTo>
                    <a:pt x="2873" y="2631"/>
                  </a:lnTo>
                  <a:lnTo>
                    <a:pt x="3574" y="1788"/>
                  </a:lnTo>
                  <a:lnTo>
                    <a:pt x="4260" y="2631"/>
                  </a:lnTo>
                  <a:lnTo>
                    <a:pt x="7147" y="959"/>
                  </a:lnTo>
                  <a:lnTo>
                    <a:pt x="7004" y="702"/>
                  </a:lnTo>
                  <a:cubicBezTo>
                    <a:pt x="6747" y="273"/>
                    <a:pt x="6274" y="1"/>
                    <a:pt x="5775" y="1"/>
                  </a:cubicBezTo>
                  <a:cubicBezTo>
                    <a:pt x="5518" y="1"/>
                    <a:pt x="5274" y="58"/>
                    <a:pt x="5060" y="187"/>
                  </a:cubicBezTo>
                  <a:lnTo>
                    <a:pt x="4102" y="744"/>
                  </a:lnTo>
                  <a:cubicBezTo>
                    <a:pt x="3873" y="873"/>
                    <a:pt x="3702" y="1059"/>
                    <a:pt x="3574" y="1287"/>
                  </a:cubicBezTo>
                  <a:cubicBezTo>
                    <a:pt x="3444" y="1059"/>
                    <a:pt x="3259" y="873"/>
                    <a:pt x="3030" y="744"/>
                  </a:cubicBezTo>
                  <a:lnTo>
                    <a:pt x="2087" y="187"/>
                  </a:lnTo>
                  <a:cubicBezTo>
                    <a:pt x="1872" y="58"/>
                    <a:pt x="1615" y="1"/>
                    <a:pt x="1372"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3"/>
            <p:cNvSpPr/>
            <p:nvPr/>
          </p:nvSpPr>
          <p:spPr>
            <a:xfrm>
              <a:off x="4257311" y="2154771"/>
              <a:ext cx="129750" cy="118783"/>
            </a:xfrm>
            <a:custGeom>
              <a:avLst/>
              <a:gdLst/>
              <a:ahLst/>
              <a:cxnLst/>
              <a:rect l="l" t="t" r="r" b="b"/>
              <a:pathLst>
                <a:path w="3218" h="2946" extrusionOk="0">
                  <a:moveTo>
                    <a:pt x="644" y="1"/>
                  </a:moveTo>
                  <a:cubicBezTo>
                    <a:pt x="601" y="1"/>
                    <a:pt x="572" y="14"/>
                    <a:pt x="530" y="14"/>
                  </a:cubicBezTo>
                  <a:lnTo>
                    <a:pt x="315" y="29"/>
                  </a:lnTo>
                  <a:lnTo>
                    <a:pt x="1" y="1402"/>
                  </a:lnTo>
                  <a:lnTo>
                    <a:pt x="2674" y="2945"/>
                  </a:lnTo>
                  <a:lnTo>
                    <a:pt x="2817" y="2688"/>
                  </a:lnTo>
                  <a:cubicBezTo>
                    <a:pt x="3217" y="2016"/>
                    <a:pt x="2974" y="1144"/>
                    <a:pt x="2302" y="744"/>
                  </a:cubicBezTo>
                  <a:lnTo>
                    <a:pt x="1344" y="201"/>
                  </a:lnTo>
                  <a:cubicBezTo>
                    <a:pt x="1130" y="72"/>
                    <a:pt x="887" y="1"/>
                    <a:pt x="644"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3"/>
            <p:cNvSpPr/>
            <p:nvPr/>
          </p:nvSpPr>
          <p:spPr>
            <a:xfrm>
              <a:off x="4078094" y="2155093"/>
              <a:ext cx="129145" cy="118460"/>
            </a:xfrm>
            <a:custGeom>
              <a:avLst/>
              <a:gdLst/>
              <a:ahLst/>
              <a:cxnLst/>
              <a:rect l="l" t="t" r="r" b="b"/>
              <a:pathLst>
                <a:path w="3203" h="2938" extrusionOk="0">
                  <a:moveTo>
                    <a:pt x="2564" y="0"/>
                  </a:moveTo>
                  <a:cubicBezTo>
                    <a:pt x="2320" y="0"/>
                    <a:pt x="2079" y="71"/>
                    <a:pt x="1859" y="193"/>
                  </a:cubicBezTo>
                  <a:lnTo>
                    <a:pt x="916" y="736"/>
                  </a:lnTo>
                  <a:cubicBezTo>
                    <a:pt x="230" y="1136"/>
                    <a:pt x="1" y="2008"/>
                    <a:pt x="386" y="2680"/>
                  </a:cubicBezTo>
                  <a:lnTo>
                    <a:pt x="544" y="2937"/>
                  </a:lnTo>
                  <a:lnTo>
                    <a:pt x="3203" y="1394"/>
                  </a:lnTo>
                  <a:lnTo>
                    <a:pt x="2888" y="21"/>
                  </a:lnTo>
                  <a:lnTo>
                    <a:pt x="2688" y="6"/>
                  </a:lnTo>
                  <a:cubicBezTo>
                    <a:pt x="2647" y="2"/>
                    <a:pt x="2605" y="0"/>
                    <a:pt x="2564"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3"/>
            <p:cNvSpPr/>
            <p:nvPr/>
          </p:nvSpPr>
          <p:spPr>
            <a:xfrm>
              <a:off x="4197962" y="2187590"/>
              <a:ext cx="69229" cy="209825"/>
            </a:xfrm>
            <a:custGeom>
              <a:avLst/>
              <a:gdLst/>
              <a:ahLst/>
              <a:cxnLst/>
              <a:rect l="l" t="t" r="r" b="b"/>
              <a:pathLst>
                <a:path w="1717" h="5204" extrusionOk="0">
                  <a:moveTo>
                    <a:pt x="1" y="1"/>
                  </a:moveTo>
                  <a:lnTo>
                    <a:pt x="1" y="5204"/>
                  </a:lnTo>
                  <a:lnTo>
                    <a:pt x="1716" y="5204"/>
                  </a:lnTo>
                  <a:lnTo>
                    <a:pt x="17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3"/>
            <p:cNvSpPr/>
            <p:nvPr/>
          </p:nvSpPr>
          <p:spPr>
            <a:xfrm>
              <a:off x="4197962" y="2278671"/>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3"/>
            <p:cNvSpPr/>
            <p:nvPr/>
          </p:nvSpPr>
          <p:spPr>
            <a:xfrm>
              <a:off x="4197962" y="2328828"/>
              <a:ext cx="69229" cy="23103"/>
            </a:xfrm>
            <a:custGeom>
              <a:avLst/>
              <a:gdLst/>
              <a:ahLst/>
              <a:cxnLst/>
              <a:rect l="l" t="t" r="r" b="b"/>
              <a:pathLst>
                <a:path w="1717" h="573"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3"/>
            <p:cNvSpPr/>
            <p:nvPr/>
          </p:nvSpPr>
          <p:spPr>
            <a:xfrm>
              <a:off x="4197962" y="2229119"/>
              <a:ext cx="69229" cy="23063"/>
            </a:xfrm>
            <a:custGeom>
              <a:avLst/>
              <a:gdLst/>
              <a:ahLst/>
              <a:cxnLst/>
              <a:rect l="l" t="t" r="r" b="b"/>
              <a:pathLst>
                <a:path w="1717" h="572" extrusionOk="0">
                  <a:moveTo>
                    <a:pt x="1" y="0"/>
                  </a:moveTo>
                  <a:lnTo>
                    <a:pt x="1" y="572"/>
                  </a:lnTo>
                  <a:lnTo>
                    <a:pt x="1716" y="572"/>
                  </a:lnTo>
                  <a:lnTo>
                    <a:pt x="1716"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3"/>
            <p:cNvSpPr/>
            <p:nvPr/>
          </p:nvSpPr>
          <p:spPr>
            <a:xfrm>
              <a:off x="4099423" y="2373178"/>
              <a:ext cx="266273" cy="76124"/>
            </a:xfrm>
            <a:custGeom>
              <a:avLst/>
              <a:gdLst/>
              <a:ahLst/>
              <a:cxnLst/>
              <a:rect l="l" t="t" r="r" b="b"/>
              <a:pathLst>
                <a:path w="6604" h="1888" extrusionOk="0">
                  <a:moveTo>
                    <a:pt x="1830" y="0"/>
                  </a:moveTo>
                  <a:cubicBezTo>
                    <a:pt x="816" y="0"/>
                    <a:pt x="0" y="816"/>
                    <a:pt x="0" y="1830"/>
                  </a:cubicBezTo>
                  <a:lnTo>
                    <a:pt x="0" y="1887"/>
                  </a:lnTo>
                  <a:lnTo>
                    <a:pt x="6604" y="1887"/>
                  </a:lnTo>
                  <a:lnTo>
                    <a:pt x="6604" y="1830"/>
                  </a:lnTo>
                  <a:cubicBezTo>
                    <a:pt x="6604" y="829"/>
                    <a:pt x="5775" y="0"/>
                    <a:pt x="477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3"/>
            <p:cNvSpPr/>
            <p:nvPr/>
          </p:nvSpPr>
          <p:spPr>
            <a:xfrm>
              <a:off x="4075796" y="2437729"/>
              <a:ext cx="313569" cy="23103"/>
            </a:xfrm>
            <a:custGeom>
              <a:avLst/>
              <a:gdLst/>
              <a:ahLst/>
              <a:cxnLst/>
              <a:rect l="l" t="t" r="r" b="b"/>
              <a:pathLst>
                <a:path w="7777" h="573" extrusionOk="0">
                  <a:moveTo>
                    <a:pt x="1" y="0"/>
                  </a:moveTo>
                  <a:lnTo>
                    <a:pt x="1" y="572"/>
                  </a:lnTo>
                  <a:lnTo>
                    <a:pt x="7776" y="572"/>
                  </a:lnTo>
                  <a:lnTo>
                    <a:pt x="7776"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63"/>
            <p:cNvSpPr/>
            <p:nvPr/>
          </p:nvSpPr>
          <p:spPr>
            <a:xfrm>
              <a:off x="4174335" y="2143240"/>
              <a:ext cx="116444" cy="65157"/>
            </a:xfrm>
            <a:custGeom>
              <a:avLst/>
              <a:gdLst/>
              <a:ahLst/>
              <a:cxnLst/>
              <a:rect l="l" t="t" r="r" b="b"/>
              <a:pathLst>
                <a:path w="2888" h="1616" extrusionOk="0">
                  <a:moveTo>
                    <a:pt x="801" y="1"/>
                  </a:moveTo>
                  <a:cubicBezTo>
                    <a:pt x="358" y="1"/>
                    <a:pt x="0" y="373"/>
                    <a:pt x="0" y="815"/>
                  </a:cubicBezTo>
                  <a:cubicBezTo>
                    <a:pt x="0" y="1259"/>
                    <a:pt x="358" y="1615"/>
                    <a:pt x="801" y="1615"/>
                  </a:cubicBezTo>
                  <a:cubicBezTo>
                    <a:pt x="1058" y="1615"/>
                    <a:pt x="1287" y="1501"/>
                    <a:pt x="1445" y="1316"/>
                  </a:cubicBezTo>
                  <a:cubicBezTo>
                    <a:pt x="1588" y="1501"/>
                    <a:pt x="1816" y="1615"/>
                    <a:pt x="2074" y="1615"/>
                  </a:cubicBezTo>
                  <a:cubicBezTo>
                    <a:pt x="2531" y="1615"/>
                    <a:pt x="2888" y="1259"/>
                    <a:pt x="2888" y="815"/>
                  </a:cubicBezTo>
                  <a:cubicBezTo>
                    <a:pt x="2888" y="373"/>
                    <a:pt x="2531" y="1"/>
                    <a:pt x="2074" y="1"/>
                  </a:cubicBezTo>
                  <a:cubicBezTo>
                    <a:pt x="2016" y="1"/>
                    <a:pt x="1959" y="15"/>
                    <a:pt x="1902" y="29"/>
                  </a:cubicBezTo>
                  <a:lnTo>
                    <a:pt x="1816" y="43"/>
                  </a:lnTo>
                  <a:lnTo>
                    <a:pt x="1445" y="415"/>
                  </a:lnTo>
                  <a:lnTo>
                    <a:pt x="1058" y="43"/>
                  </a:lnTo>
                  <a:lnTo>
                    <a:pt x="987" y="29"/>
                  </a:lnTo>
                  <a:cubicBezTo>
                    <a:pt x="930" y="15"/>
                    <a:pt x="873" y="1"/>
                    <a:pt x="801"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3"/>
            <p:cNvSpPr/>
            <p:nvPr/>
          </p:nvSpPr>
          <p:spPr>
            <a:xfrm>
              <a:off x="4199696" y="2117314"/>
              <a:ext cx="65722" cy="65722"/>
            </a:xfrm>
            <a:custGeom>
              <a:avLst/>
              <a:gdLst/>
              <a:ahLst/>
              <a:cxnLst/>
              <a:rect l="l" t="t" r="r" b="b"/>
              <a:pathLst>
                <a:path w="1630" h="1630" extrusionOk="0">
                  <a:moveTo>
                    <a:pt x="816" y="0"/>
                  </a:moveTo>
                  <a:cubicBezTo>
                    <a:pt x="372" y="0"/>
                    <a:pt x="0" y="372"/>
                    <a:pt x="0" y="815"/>
                  </a:cubicBezTo>
                  <a:cubicBezTo>
                    <a:pt x="0" y="1258"/>
                    <a:pt x="372" y="1630"/>
                    <a:pt x="816" y="1630"/>
                  </a:cubicBezTo>
                  <a:cubicBezTo>
                    <a:pt x="1258" y="1630"/>
                    <a:pt x="1630" y="1258"/>
                    <a:pt x="1630" y="815"/>
                  </a:cubicBezTo>
                  <a:cubicBezTo>
                    <a:pt x="1630" y="372"/>
                    <a:pt x="1258" y="0"/>
                    <a:pt x="816"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9" name="Google Shape;2649;p63"/>
          <p:cNvGrpSpPr/>
          <p:nvPr/>
        </p:nvGrpSpPr>
        <p:grpSpPr>
          <a:xfrm>
            <a:off x="4702167" y="2305174"/>
            <a:ext cx="360541" cy="318389"/>
            <a:chOff x="4714326" y="2090220"/>
            <a:chExt cx="394249" cy="348156"/>
          </a:xfrm>
        </p:grpSpPr>
        <p:sp>
          <p:nvSpPr>
            <p:cNvPr id="2650" name="Google Shape;2650;p63"/>
            <p:cNvSpPr/>
            <p:nvPr/>
          </p:nvSpPr>
          <p:spPr>
            <a:xfrm>
              <a:off x="4899913" y="2325925"/>
              <a:ext cx="23103" cy="50763"/>
            </a:xfrm>
            <a:custGeom>
              <a:avLst/>
              <a:gdLst/>
              <a:ahLst/>
              <a:cxnLst/>
              <a:rect l="l" t="t" r="r" b="b"/>
              <a:pathLst>
                <a:path w="573"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3"/>
            <p:cNvSpPr/>
            <p:nvPr/>
          </p:nvSpPr>
          <p:spPr>
            <a:xfrm>
              <a:off x="5002484" y="2325925"/>
              <a:ext cx="23103" cy="50763"/>
            </a:xfrm>
            <a:custGeom>
              <a:avLst/>
              <a:gdLst/>
              <a:ahLst/>
              <a:cxnLst/>
              <a:rect l="l" t="t" r="r" b="b"/>
              <a:pathLst>
                <a:path w="573" h="1259" extrusionOk="0">
                  <a:moveTo>
                    <a:pt x="1" y="0"/>
                  </a:moveTo>
                  <a:lnTo>
                    <a:pt x="1"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3"/>
            <p:cNvSpPr/>
            <p:nvPr/>
          </p:nvSpPr>
          <p:spPr>
            <a:xfrm>
              <a:off x="4797342" y="2325925"/>
              <a:ext cx="23063" cy="50763"/>
            </a:xfrm>
            <a:custGeom>
              <a:avLst/>
              <a:gdLst/>
              <a:ahLst/>
              <a:cxnLst/>
              <a:rect l="l" t="t" r="r" b="b"/>
              <a:pathLst>
                <a:path w="572" h="1259" extrusionOk="0">
                  <a:moveTo>
                    <a:pt x="0" y="0"/>
                  </a:moveTo>
                  <a:lnTo>
                    <a:pt x="0" y="1258"/>
                  </a:lnTo>
                  <a:lnTo>
                    <a:pt x="572" y="1258"/>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63"/>
            <p:cNvSpPr/>
            <p:nvPr/>
          </p:nvSpPr>
          <p:spPr>
            <a:xfrm>
              <a:off x="4950634" y="2090220"/>
              <a:ext cx="157329" cy="247283"/>
            </a:xfrm>
            <a:custGeom>
              <a:avLst/>
              <a:gdLst/>
              <a:ahLst/>
              <a:cxnLst/>
              <a:rect l="l" t="t" r="r" b="b"/>
              <a:pathLst>
                <a:path w="3902" h="6133" extrusionOk="0">
                  <a:moveTo>
                    <a:pt x="1572" y="1"/>
                  </a:moveTo>
                  <a:lnTo>
                    <a:pt x="0" y="3359"/>
                  </a:lnTo>
                  <a:lnTo>
                    <a:pt x="686" y="6132"/>
                  </a:lnTo>
                  <a:lnTo>
                    <a:pt x="3902" y="6132"/>
                  </a:lnTo>
                  <a:lnTo>
                    <a:pt x="3373" y="4989"/>
                  </a:lnTo>
                  <a:lnTo>
                    <a:pt x="3902" y="4989"/>
                  </a:lnTo>
                  <a:lnTo>
                    <a:pt x="1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63"/>
            <p:cNvSpPr/>
            <p:nvPr/>
          </p:nvSpPr>
          <p:spPr>
            <a:xfrm>
              <a:off x="4714326" y="2090220"/>
              <a:ext cx="157974" cy="247283"/>
            </a:xfrm>
            <a:custGeom>
              <a:avLst/>
              <a:gdLst/>
              <a:ahLst/>
              <a:cxnLst/>
              <a:rect l="l" t="t" r="r" b="b"/>
              <a:pathLst>
                <a:path w="3918" h="6133" extrusionOk="0">
                  <a:moveTo>
                    <a:pt x="2345" y="1"/>
                  </a:moveTo>
                  <a:lnTo>
                    <a:pt x="1" y="4989"/>
                  </a:lnTo>
                  <a:lnTo>
                    <a:pt x="544" y="4989"/>
                  </a:lnTo>
                  <a:lnTo>
                    <a:pt x="1" y="6132"/>
                  </a:lnTo>
                  <a:lnTo>
                    <a:pt x="3216" y="6132"/>
                  </a:lnTo>
                  <a:lnTo>
                    <a:pt x="3917" y="3359"/>
                  </a:lnTo>
                  <a:lnTo>
                    <a:pt x="23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3"/>
            <p:cNvSpPr/>
            <p:nvPr/>
          </p:nvSpPr>
          <p:spPr>
            <a:xfrm>
              <a:off x="4820364" y="2090220"/>
              <a:ext cx="182166" cy="247283"/>
            </a:xfrm>
            <a:custGeom>
              <a:avLst/>
              <a:gdLst/>
              <a:ahLst/>
              <a:cxnLst/>
              <a:rect l="l" t="t" r="r" b="b"/>
              <a:pathLst>
                <a:path w="4518" h="6133" extrusionOk="0">
                  <a:moveTo>
                    <a:pt x="2259" y="1"/>
                  </a:moveTo>
                  <a:lnTo>
                    <a:pt x="1" y="4989"/>
                  </a:lnTo>
                  <a:lnTo>
                    <a:pt x="529" y="4989"/>
                  </a:lnTo>
                  <a:lnTo>
                    <a:pt x="1" y="6132"/>
                  </a:lnTo>
                  <a:lnTo>
                    <a:pt x="4518" y="6132"/>
                  </a:lnTo>
                  <a:lnTo>
                    <a:pt x="3974" y="4989"/>
                  </a:lnTo>
                  <a:lnTo>
                    <a:pt x="4518" y="4989"/>
                  </a:lnTo>
                  <a:lnTo>
                    <a:pt x="2259"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3"/>
            <p:cNvSpPr/>
            <p:nvPr/>
          </p:nvSpPr>
          <p:spPr>
            <a:xfrm>
              <a:off x="4714890" y="2365115"/>
              <a:ext cx="393684" cy="73261"/>
            </a:xfrm>
            <a:custGeom>
              <a:avLst/>
              <a:gdLst/>
              <a:ahLst/>
              <a:cxnLst/>
              <a:rect l="l" t="t" r="r" b="b"/>
              <a:pathLst>
                <a:path w="9764" h="1817" extrusionOk="0">
                  <a:moveTo>
                    <a:pt x="1" y="0"/>
                  </a:moveTo>
                  <a:lnTo>
                    <a:pt x="1" y="1816"/>
                  </a:lnTo>
                  <a:lnTo>
                    <a:pt x="9764" y="1816"/>
                  </a:lnTo>
                  <a:lnTo>
                    <a:pt x="976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7" name="Google Shape;2657;p63"/>
          <p:cNvGrpSpPr/>
          <p:nvPr/>
        </p:nvGrpSpPr>
        <p:grpSpPr>
          <a:xfrm>
            <a:off x="5323527" y="2340461"/>
            <a:ext cx="359471" cy="247746"/>
            <a:chOff x="5393779" y="2128805"/>
            <a:chExt cx="393080" cy="270908"/>
          </a:xfrm>
        </p:grpSpPr>
        <p:sp>
          <p:nvSpPr>
            <p:cNvPr id="2658" name="Google Shape;2658;p63"/>
            <p:cNvSpPr/>
            <p:nvPr/>
          </p:nvSpPr>
          <p:spPr>
            <a:xfrm>
              <a:off x="5393779" y="2128805"/>
              <a:ext cx="393080" cy="109549"/>
            </a:xfrm>
            <a:custGeom>
              <a:avLst/>
              <a:gdLst/>
              <a:ahLst/>
              <a:cxnLst/>
              <a:rect l="l" t="t" r="r" b="b"/>
              <a:pathLst>
                <a:path w="9749" h="2717" extrusionOk="0">
                  <a:moveTo>
                    <a:pt x="4860" y="1"/>
                  </a:moveTo>
                  <a:cubicBezTo>
                    <a:pt x="4703" y="1"/>
                    <a:pt x="4546" y="87"/>
                    <a:pt x="4446" y="201"/>
                  </a:cubicBezTo>
                  <a:cubicBezTo>
                    <a:pt x="4317" y="359"/>
                    <a:pt x="4145" y="430"/>
                    <a:pt x="3945" y="430"/>
                  </a:cubicBezTo>
                  <a:cubicBezTo>
                    <a:pt x="3760" y="430"/>
                    <a:pt x="3574" y="359"/>
                    <a:pt x="3459" y="216"/>
                  </a:cubicBezTo>
                  <a:cubicBezTo>
                    <a:pt x="3345" y="87"/>
                    <a:pt x="3188" y="16"/>
                    <a:pt x="3030" y="16"/>
                  </a:cubicBezTo>
                  <a:cubicBezTo>
                    <a:pt x="2874" y="16"/>
                    <a:pt x="2716" y="87"/>
                    <a:pt x="2602" y="216"/>
                  </a:cubicBezTo>
                  <a:cubicBezTo>
                    <a:pt x="2474" y="359"/>
                    <a:pt x="2302" y="430"/>
                    <a:pt x="2116" y="430"/>
                  </a:cubicBezTo>
                  <a:cubicBezTo>
                    <a:pt x="1916" y="430"/>
                    <a:pt x="1744" y="359"/>
                    <a:pt x="1616" y="216"/>
                  </a:cubicBezTo>
                  <a:cubicBezTo>
                    <a:pt x="1515" y="87"/>
                    <a:pt x="1359" y="16"/>
                    <a:pt x="1187" y="16"/>
                  </a:cubicBezTo>
                  <a:cubicBezTo>
                    <a:pt x="1029" y="16"/>
                    <a:pt x="873" y="87"/>
                    <a:pt x="772" y="216"/>
                  </a:cubicBezTo>
                  <a:cubicBezTo>
                    <a:pt x="644" y="359"/>
                    <a:pt x="272" y="445"/>
                    <a:pt x="272" y="445"/>
                  </a:cubicBezTo>
                  <a:lnTo>
                    <a:pt x="0" y="445"/>
                  </a:lnTo>
                  <a:lnTo>
                    <a:pt x="0" y="2717"/>
                  </a:lnTo>
                  <a:lnTo>
                    <a:pt x="286" y="2717"/>
                  </a:lnTo>
                  <a:cubicBezTo>
                    <a:pt x="629" y="2717"/>
                    <a:pt x="972" y="2574"/>
                    <a:pt x="1201" y="2303"/>
                  </a:cubicBezTo>
                  <a:cubicBezTo>
                    <a:pt x="1430" y="2574"/>
                    <a:pt x="1773" y="2717"/>
                    <a:pt x="2116" y="2717"/>
                  </a:cubicBezTo>
                  <a:cubicBezTo>
                    <a:pt x="2474" y="2717"/>
                    <a:pt x="2802" y="2574"/>
                    <a:pt x="3045" y="2303"/>
                  </a:cubicBezTo>
                  <a:cubicBezTo>
                    <a:pt x="3274" y="2574"/>
                    <a:pt x="3602" y="2717"/>
                    <a:pt x="3960" y="2717"/>
                  </a:cubicBezTo>
                  <a:cubicBezTo>
                    <a:pt x="4317" y="2717"/>
                    <a:pt x="4646" y="2574"/>
                    <a:pt x="4875" y="2303"/>
                  </a:cubicBezTo>
                  <a:cubicBezTo>
                    <a:pt x="5104" y="2574"/>
                    <a:pt x="5447" y="2717"/>
                    <a:pt x="5790" y="2717"/>
                  </a:cubicBezTo>
                  <a:cubicBezTo>
                    <a:pt x="6146" y="2717"/>
                    <a:pt x="6476" y="2574"/>
                    <a:pt x="6718" y="2303"/>
                  </a:cubicBezTo>
                  <a:cubicBezTo>
                    <a:pt x="6947" y="2574"/>
                    <a:pt x="7276" y="2717"/>
                    <a:pt x="7633" y="2717"/>
                  </a:cubicBezTo>
                  <a:cubicBezTo>
                    <a:pt x="7991" y="2717"/>
                    <a:pt x="8319" y="2574"/>
                    <a:pt x="8548" y="2303"/>
                  </a:cubicBezTo>
                  <a:cubicBezTo>
                    <a:pt x="8776" y="2574"/>
                    <a:pt x="9119" y="2717"/>
                    <a:pt x="9462" y="2717"/>
                  </a:cubicBezTo>
                  <a:lnTo>
                    <a:pt x="9748" y="2717"/>
                  </a:lnTo>
                  <a:lnTo>
                    <a:pt x="9748" y="430"/>
                  </a:lnTo>
                  <a:lnTo>
                    <a:pt x="9462" y="430"/>
                  </a:lnTo>
                  <a:cubicBezTo>
                    <a:pt x="9262" y="430"/>
                    <a:pt x="9091" y="359"/>
                    <a:pt x="8963" y="201"/>
                  </a:cubicBezTo>
                  <a:cubicBezTo>
                    <a:pt x="8862" y="87"/>
                    <a:pt x="8705" y="1"/>
                    <a:pt x="8548" y="1"/>
                  </a:cubicBezTo>
                  <a:cubicBezTo>
                    <a:pt x="8376" y="1"/>
                    <a:pt x="8233" y="87"/>
                    <a:pt x="8119" y="201"/>
                  </a:cubicBezTo>
                  <a:cubicBezTo>
                    <a:pt x="7991" y="359"/>
                    <a:pt x="7819" y="430"/>
                    <a:pt x="7619" y="430"/>
                  </a:cubicBezTo>
                  <a:cubicBezTo>
                    <a:pt x="7433" y="430"/>
                    <a:pt x="7248" y="359"/>
                    <a:pt x="7133" y="201"/>
                  </a:cubicBezTo>
                  <a:cubicBezTo>
                    <a:pt x="7019" y="87"/>
                    <a:pt x="6861" y="1"/>
                    <a:pt x="6704" y="1"/>
                  </a:cubicBezTo>
                  <a:cubicBezTo>
                    <a:pt x="6547" y="1"/>
                    <a:pt x="6390" y="87"/>
                    <a:pt x="6276" y="201"/>
                  </a:cubicBezTo>
                  <a:cubicBezTo>
                    <a:pt x="6161" y="359"/>
                    <a:pt x="5975" y="430"/>
                    <a:pt x="5790" y="430"/>
                  </a:cubicBezTo>
                  <a:cubicBezTo>
                    <a:pt x="5589" y="430"/>
                    <a:pt x="5418" y="359"/>
                    <a:pt x="5289" y="201"/>
                  </a:cubicBezTo>
                  <a:cubicBezTo>
                    <a:pt x="5174" y="87"/>
                    <a:pt x="5031" y="1"/>
                    <a:pt x="4860"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3"/>
            <p:cNvSpPr/>
            <p:nvPr/>
          </p:nvSpPr>
          <p:spPr>
            <a:xfrm>
              <a:off x="5393779" y="2197993"/>
              <a:ext cx="393080" cy="201721"/>
            </a:xfrm>
            <a:custGeom>
              <a:avLst/>
              <a:gdLst/>
              <a:ahLst/>
              <a:cxnLst/>
              <a:rect l="l" t="t" r="r" b="b"/>
              <a:pathLst>
                <a:path w="9749" h="5003" extrusionOk="0">
                  <a:moveTo>
                    <a:pt x="4860" y="0"/>
                  </a:moveTo>
                  <a:cubicBezTo>
                    <a:pt x="4703" y="0"/>
                    <a:pt x="4546" y="86"/>
                    <a:pt x="4446" y="200"/>
                  </a:cubicBezTo>
                  <a:cubicBezTo>
                    <a:pt x="4317" y="358"/>
                    <a:pt x="4145" y="429"/>
                    <a:pt x="3945" y="429"/>
                  </a:cubicBezTo>
                  <a:cubicBezTo>
                    <a:pt x="3760" y="429"/>
                    <a:pt x="3574" y="358"/>
                    <a:pt x="3459" y="215"/>
                  </a:cubicBezTo>
                  <a:cubicBezTo>
                    <a:pt x="3345" y="86"/>
                    <a:pt x="3188" y="15"/>
                    <a:pt x="3030" y="15"/>
                  </a:cubicBezTo>
                  <a:cubicBezTo>
                    <a:pt x="2874" y="15"/>
                    <a:pt x="2716" y="86"/>
                    <a:pt x="2602" y="215"/>
                  </a:cubicBezTo>
                  <a:cubicBezTo>
                    <a:pt x="2474" y="358"/>
                    <a:pt x="2302" y="429"/>
                    <a:pt x="2116" y="429"/>
                  </a:cubicBezTo>
                  <a:cubicBezTo>
                    <a:pt x="1916" y="429"/>
                    <a:pt x="1744" y="358"/>
                    <a:pt x="1616" y="215"/>
                  </a:cubicBezTo>
                  <a:cubicBezTo>
                    <a:pt x="1515" y="86"/>
                    <a:pt x="1359" y="15"/>
                    <a:pt x="1187" y="15"/>
                  </a:cubicBezTo>
                  <a:cubicBezTo>
                    <a:pt x="1029" y="15"/>
                    <a:pt x="873" y="86"/>
                    <a:pt x="772" y="215"/>
                  </a:cubicBezTo>
                  <a:cubicBezTo>
                    <a:pt x="644" y="358"/>
                    <a:pt x="272" y="444"/>
                    <a:pt x="272" y="444"/>
                  </a:cubicBezTo>
                  <a:lnTo>
                    <a:pt x="0" y="444"/>
                  </a:lnTo>
                  <a:lnTo>
                    <a:pt x="0" y="5003"/>
                  </a:lnTo>
                  <a:lnTo>
                    <a:pt x="9748" y="5003"/>
                  </a:lnTo>
                  <a:lnTo>
                    <a:pt x="9748" y="429"/>
                  </a:lnTo>
                  <a:lnTo>
                    <a:pt x="9462" y="429"/>
                  </a:lnTo>
                  <a:cubicBezTo>
                    <a:pt x="9262" y="429"/>
                    <a:pt x="9091" y="358"/>
                    <a:pt x="8963" y="200"/>
                  </a:cubicBezTo>
                  <a:cubicBezTo>
                    <a:pt x="8862" y="86"/>
                    <a:pt x="8705" y="0"/>
                    <a:pt x="8548" y="0"/>
                  </a:cubicBezTo>
                  <a:cubicBezTo>
                    <a:pt x="8376" y="0"/>
                    <a:pt x="8233" y="86"/>
                    <a:pt x="8119" y="200"/>
                  </a:cubicBezTo>
                  <a:cubicBezTo>
                    <a:pt x="7991" y="358"/>
                    <a:pt x="7819" y="429"/>
                    <a:pt x="7619" y="429"/>
                  </a:cubicBezTo>
                  <a:cubicBezTo>
                    <a:pt x="7433" y="429"/>
                    <a:pt x="7248" y="358"/>
                    <a:pt x="7133" y="200"/>
                  </a:cubicBezTo>
                  <a:cubicBezTo>
                    <a:pt x="7019" y="86"/>
                    <a:pt x="6861" y="0"/>
                    <a:pt x="6704" y="0"/>
                  </a:cubicBezTo>
                  <a:cubicBezTo>
                    <a:pt x="6547" y="0"/>
                    <a:pt x="6390" y="86"/>
                    <a:pt x="6276" y="200"/>
                  </a:cubicBezTo>
                  <a:cubicBezTo>
                    <a:pt x="6161" y="358"/>
                    <a:pt x="5975" y="429"/>
                    <a:pt x="5790" y="429"/>
                  </a:cubicBezTo>
                  <a:cubicBezTo>
                    <a:pt x="5589" y="429"/>
                    <a:pt x="5418" y="358"/>
                    <a:pt x="5289" y="200"/>
                  </a:cubicBezTo>
                  <a:cubicBezTo>
                    <a:pt x="5174" y="86"/>
                    <a:pt x="5031" y="0"/>
                    <a:pt x="4860"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3"/>
            <p:cNvSpPr/>
            <p:nvPr/>
          </p:nvSpPr>
          <p:spPr>
            <a:xfrm>
              <a:off x="5578762" y="2309233"/>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3"/>
            <p:cNvSpPr/>
            <p:nvPr/>
          </p:nvSpPr>
          <p:spPr>
            <a:xfrm>
              <a:off x="5516550" y="2265446"/>
              <a:ext cx="23063" cy="23063"/>
            </a:xfrm>
            <a:custGeom>
              <a:avLst/>
              <a:gdLst/>
              <a:ahLst/>
              <a:cxnLst/>
              <a:rect l="l" t="t" r="r" b="b"/>
              <a:pathLst>
                <a:path w="572" h="572"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3"/>
            <p:cNvSpPr/>
            <p:nvPr/>
          </p:nvSpPr>
          <p:spPr>
            <a:xfrm>
              <a:off x="5641014" y="2265446"/>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63"/>
            <p:cNvSpPr/>
            <p:nvPr/>
          </p:nvSpPr>
          <p:spPr>
            <a:xfrm>
              <a:off x="5704960" y="2321328"/>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63"/>
            <p:cNvSpPr/>
            <p:nvPr/>
          </p:nvSpPr>
          <p:spPr>
            <a:xfrm>
              <a:off x="5452564" y="2321328"/>
              <a:ext cx="23063" cy="23063"/>
            </a:xfrm>
            <a:custGeom>
              <a:avLst/>
              <a:gdLst/>
              <a:ahLst/>
              <a:cxnLst/>
              <a:rect l="l" t="t" r="r" b="b"/>
              <a:pathLst>
                <a:path w="572" h="572"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5" name="Google Shape;2665;p63"/>
          <p:cNvGrpSpPr/>
          <p:nvPr/>
        </p:nvGrpSpPr>
        <p:grpSpPr>
          <a:xfrm>
            <a:off x="5951708" y="2284600"/>
            <a:ext cx="343690" cy="359499"/>
            <a:chOff x="6080691" y="2067722"/>
            <a:chExt cx="375823" cy="393110"/>
          </a:xfrm>
        </p:grpSpPr>
        <p:sp>
          <p:nvSpPr>
            <p:cNvPr id="2666" name="Google Shape;2666;p63"/>
            <p:cNvSpPr/>
            <p:nvPr/>
          </p:nvSpPr>
          <p:spPr>
            <a:xfrm>
              <a:off x="6165441" y="2260205"/>
              <a:ext cx="207527" cy="189101"/>
            </a:xfrm>
            <a:custGeom>
              <a:avLst/>
              <a:gdLst/>
              <a:ahLst/>
              <a:cxnLst/>
              <a:rect l="l" t="t" r="r" b="b"/>
              <a:pathLst>
                <a:path w="5147" h="4690" extrusionOk="0">
                  <a:moveTo>
                    <a:pt x="1" y="1"/>
                  </a:moveTo>
                  <a:lnTo>
                    <a:pt x="1" y="387"/>
                  </a:lnTo>
                  <a:cubicBezTo>
                    <a:pt x="1" y="1059"/>
                    <a:pt x="544" y="1602"/>
                    <a:pt x="1215" y="1602"/>
                  </a:cubicBezTo>
                  <a:lnTo>
                    <a:pt x="1329" y="1602"/>
                  </a:lnTo>
                  <a:lnTo>
                    <a:pt x="1329" y="4689"/>
                  </a:lnTo>
                  <a:lnTo>
                    <a:pt x="3816" y="4689"/>
                  </a:lnTo>
                  <a:lnTo>
                    <a:pt x="3816" y="1602"/>
                  </a:lnTo>
                  <a:lnTo>
                    <a:pt x="3931" y="1602"/>
                  </a:lnTo>
                  <a:cubicBezTo>
                    <a:pt x="4603" y="1602"/>
                    <a:pt x="5146" y="1059"/>
                    <a:pt x="5146" y="387"/>
                  </a:cubicBezTo>
                  <a:lnTo>
                    <a:pt x="5146" y="1"/>
                  </a:lnTo>
                  <a:lnTo>
                    <a:pt x="4575" y="1"/>
                  </a:lnTo>
                  <a:lnTo>
                    <a:pt x="4575" y="373"/>
                  </a:lnTo>
                  <a:cubicBezTo>
                    <a:pt x="4575" y="730"/>
                    <a:pt x="4289" y="1016"/>
                    <a:pt x="3931" y="1016"/>
                  </a:cubicBezTo>
                  <a:lnTo>
                    <a:pt x="3816" y="1016"/>
                  </a:lnTo>
                  <a:lnTo>
                    <a:pt x="3816" y="1030"/>
                  </a:lnTo>
                  <a:lnTo>
                    <a:pt x="3788" y="1030"/>
                  </a:lnTo>
                  <a:cubicBezTo>
                    <a:pt x="3917" y="830"/>
                    <a:pt x="4003" y="587"/>
                    <a:pt x="4003" y="330"/>
                  </a:cubicBezTo>
                  <a:lnTo>
                    <a:pt x="4003" y="1"/>
                  </a:lnTo>
                  <a:lnTo>
                    <a:pt x="3431" y="1"/>
                  </a:lnTo>
                  <a:lnTo>
                    <a:pt x="3431" y="330"/>
                  </a:lnTo>
                  <a:cubicBezTo>
                    <a:pt x="3431" y="673"/>
                    <a:pt x="3187" y="959"/>
                    <a:pt x="2859" y="1016"/>
                  </a:cubicBezTo>
                  <a:lnTo>
                    <a:pt x="2859" y="1"/>
                  </a:lnTo>
                  <a:lnTo>
                    <a:pt x="2288" y="1"/>
                  </a:lnTo>
                  <a:lnTo>
                    <a:pt x="2288" y="1030"/>
                  </a:lnTo>
                  <a:cubicBezTo>
                    <a:pt x="1958" y="959"/>
                    <a:pt x="1716" y="673"/>
                    <a:pt x="1716" y="330"/>
                  </a:cubicBezTo>
                  <a:lnTo>
                    <a:pt x="1716" y="1"/>
                  </a:lnTo>
                  <a:lnTo>
                    <a:pt x="1144" y="1"/>
                  </a:lnTo>
                  <a:lnTo>
                    <a:pt x="1144" y="330"/>
                  </a:lnTo>
                  <a:cubicBezTo>
                    <a:pt x="1144" y="587"/>
                    <a:pt x="1215" y="830"/>
                    <a:pt x="1358" y="1030"/>
                  </a:cubicBezTo>
                  <a:lnTo>
                    <a:pt x="1215" y="1030"/>
                  </a:lnTo>
                  <a:cubicBezTo>
                    <a:pt x="858" y="1030"/>
                    <a:pt x="572" y="744"/>
                    <a:pt x="572" y="387"/>
                  </a:cubicBez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63"/>
            <p:cNvSpPr/>
            <p:nvPr/>
          </p:nvSpPr>
          <p:spPr>
            <a:xfrm>
              <a:off x="6080691" y="2067722"/>
              <a:ext cx="375823" cy="204060"/>
            </a:xfrm>
            <a:custGeom>
              <a:avLst/>
              <a:gdLst/>
              <a:ahLst/>
              <a:cxnLst/>
              <a:rect l="l" t="t" r="r" b="b"/>
              <a:pathLst>
                <a:path w="9321" h="5061" extrusionOk="0">
                  <a:moveTo>
                    <a:pt x="4675" y="1"/>
                  </a:moveTo>
                  <a:cubicBezTo>
                    <a:pt x="4247" y="1"/>
                    <a:pt x="3846" y="115"/>
                    <a:pt x="3503" y="344"/>
                  </a:cubicBezTo>
                  <a:cubicBezTo>
                    <a:pt x="3218" y="515"/>
                    <a:pt x="2974" y="759"/>
                    <a:pt x="2802" y="1045"/>
                  </a:cubicBezTo>
                  <a:lnTo>
                    <a:pt x="2789" y="1045"/>
                  </a:lnTo>
                  <a:cubicBezTo>
                    <a:pt x="1931" y="1045"/>
                    <a:pt x="1230" y="1688"/>
                    <a:pt x="1131" y="2517"/>
                  </a:cubicBezTo>
                  <a:cubicBezTo>
                    <a:pt x="487" y="2602"/>
                    <a:pt x="1" y="3160"/>
                    <a:pt x="30" y="3832"/>
                  </a:cubicBezTo>
                  <a:cubicBezTo>
                    <a:pt x="44" y="4518"/>
                    <a:pt x="630" y="5061"/>
                    <a:pt x="1331" y="5061"/>
                  </a:cubicBezTo>
                  <a:lnTo>
                    <a:pt x="8049" y="5061"/>
                  </a:lnTo>
                  <a:cubicBezTo>
                    <a:pt x="8748" y="5061"/>
                    <a:pt x="9320" y="4489"/>
                    <a:pt x="9320" y="3789"/>
                  </a:cubicBezTo>
                  <a:cubicBezTo>
                    <a:pt x="9320" y="3132"/>
                    <a:pt x="8834" y="2589"/>
                    <a:pt x="8205" y="2503"/>
                  </a:cubicBezTo>
                  <a:cubicBezTo>
                    <a:pt x="8106" y="1688"/>
                    <a:pt x="7405" y="1045"/>
                    <a:pt x="6562" y="1045"/>
                  </a:cubicBezTo>
                  <a:lnTo>
                    <a:pt x="6534" y="1045"/>
                  </a:lnTo>
                  <a:cubicBezTo>
                    <a:pt x="6362" y="759"/>
                    <a:pt x="6118" y="515"/>
                    <a:pt x="5847" y="344"/>
                  </a:cubicBezTo>
                  <a:cubicBezTo>
                    <a:pt x="5490" y="115"/>
                    <a:pt x="5089" y="1"/>
                    <a:pt x="4675"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3"/>
            <p:cNvSpPr/>
            <p:nvPr/>
          </p:nvSpPr>
          <p:spPr>
            <a:xfrm>
              <a:off x="6219025" y="2347253"/>
              <a:ext cx="34070" cy="23103"/>
            </a:xfrm>
            <a:custGeom>
              <a:avLst/>
              <a:gdLst/>
              <a:ahLst/>
              <a:cxnLst/>
              <a:rect l="l" t="t" r="r" b="b"/>
              <a:pathLst>
                <a:path w="845" h="573" extrusionOk="0">
                  <a:moveTo>
                    <a:pt x="0" y="1"/>
                  </a:moveTo>
                  <a:lnTo>
                    <a:pt x="0" y="573"/>
                  </a:lnTo>
                  <a:lnTo>
                    <a:pt x="844" y="573"/>
                  </a:lnTo>
                  <a:lnTo>
                    <a:pt x="844"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3"/>
            <p:cNvSpPr/>
            <p:nvPr/>
          </p:nvSpPr>
          <p:spPr>
            <a:xfrm>
              <a:off x="6284704" y="2391604"/>
              <a:ext cx="34635" cy="23103"/>
            </a:xfrm>
            <a:custGeom>
              <a:avLst/>
              <a:gdLst/>
              <a:ahLst/>
              <a:cxnLst/>
              <a:rect l="l" t="t" r="r" b="b"/>
              <a:pathLst>
                <a:path w="859" h="573" extrusionOk="0">
                  <a:moveTo>
                    <a:pt x="1" y="1"/>
                  </a:moveTo>
                  <a:lnTo>
                    <a:pt x="1" y="573"/>
                  </a:lnTo>
                  <a:lnTo>
                    <a:pt x="858" y="573"/>
                  </a:lnTo>
                  <a:lnTo>
                    <a:pt x="858"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63"/>
            <p:cNvSpPr/>
            <p:nvPr/>
          </p:nvSpPr>
          <p:spPr>
            <a:xfrm>
              <a:off x="6142943" y="2437729"/>
              <a:ext cx="253048" cy="23103"/>
            </a:xfrm>
            <a:custGeom>
              <a:avLst/>
              <a:gdLst/>
              <a:ahLst/>
              <a:cxnLst/>
              <a:rect l="l" t="t" r="r" b="b"/>
              <a:pathLst>
                <a:path w="6276" h="573" extrusionOk="0">
                  <a:moveTo>
                    <a:pt x="1" y="0"/>
                  </a:moveTo>
                  <a:lnTo>
                    <a:pt x="1" y="572"/>
                  </a:lnTo>
                  <a:lnTo>
                    <a:pt x="6276" y="572"/>
                  </a:lnTo>
                  <a:lnTo>
                    <a:pt x="62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63"/>
          <p:cNvGrpSpPr/>
          <p:nvPr/>
        </p:nvGrpSpPr>
        <p:grpSpPr>
          <a:xfrm>
            <a:off x="6565177" y="2284305"/>
            <a:ext cx="360021" cy="359800"/>
            <a:chOff x="6751516" y="2067400"/>
            <a:chExt cx="393681" cy="393439"/>
          </a:xfrm>
        </p:grpSpPr>
        <p:sp>
          <p:nvSpPr>
            <p:cNvPr id="2672" name="Google Shape;2672;p63"/>
            <p:cNvSpPr/>
            <p:nvPr/>
          </p:nvSpPr>
          <p:spPr>
            <a:xfrm>
              <a:off x="6811430" y="2067400"/>
              <a:ext cx="84188" cy="76850"/>
            </a:xfrm>
            <a:custGeom>
              <a:avLst/>
              <a:gdLst/>
              <a:ahLst/>
              <a:cxnLst/>
              <a:rect l="l" t="t" r="r" b="b"/>
              <a:pathLst>
                <a:path w="2088" h="1906" extrusionOk="0">
                  <a:moveTo>
                    <a:pt x="1029" y="0"/>
                  </a:moveTo>
                  <a:cubicBezTo>
                    <a:pt x="959" y="0"/>
                    <a:pt x="887" y="8"/>
                    <a:pt x="816" y="24"/>
                  </a:cubicBezTo>
                  <a:cubicBezTo>
                    <a:pt x="315" y="152"/>
                    <a:pt x="1" y="666"/>
                    <a:pt x="115" y="1167"/>
                  </a:cubicBezTo>
                  <a:cubicBezTo>
                    <a:pt x="214" y="1611"/>
                    <a:pt x="609" y="1905"/>
                    <a:pt x="1046" y="1905"/>
                  </a:cubicBezTo>
                  <a:cubicBezTo>
                    <a:pt x="1116" y="1905"/>
                    <a:pt x="1188" y="1898"/>
                    <a:pt x="1259" y="1882"/>
                  </a:cubicBezTo>
                  <a:cubicBezTo>
                    <a:pt x="1773" y="1753"/>
                    <a:pt x="2088" y="1238"/>
                    <a:pt x="1960" y="738"/>
                  </a:cubicBezTo>
                  <a:cubicBezTo>
                    <a:pt x="1861" y="295"/>
                    <a:pt x="1466" y="0"/>
                    <a:pt x="1029"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63"/>
            <p:cNvSpPr/>
            <p:nvPr/>
          </p:nvSpPr>
          <p:spPr>
            <a:xfrm>
              <a:off x="6930169" y="2114452"/>
              <a:ext cx="161401" cy="182125"/>
            </a:xfrm>
            <a:custGeom>
              <a:avLst/>
              <a:gdLst/>
              <a:ahLst/>
              <a:cxnLst/>
              <a:rect l="l" t="t" r="r" b="b"/>
              <a:pathLst>
                <a:path w="4003" h="4517" extrusionOk="0">
                  <a:moveTo>
                    <a:pt x="1816" y="0"/>
                  </a:moveTo>
                  <a:lnTo>
                    <a:pt x="0" y="2259"/>
                  </a:lnTo>
                  <a:lnTo>
                    <a:pt x="1058" y="3859"/>
                  </a:lnTo>
                  <a:lnTo>
                    <a:pt x="1816" y="3145"/>
                  </a:lnTo>
                  <a:lnTo>
                    <a:pt x="3259" y="4517"/>
                  </a:lnTo>
                  <a:lnTo>
                    <a:pt x="4003" y="2730"/>
                  </a:lnTo>
                  <a:lnTo>
                    <a:pt x="181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63"/>
            <p:cNvSpPr/>
            <p:nvPr/>
          </p:nvSpPr>
          <p:spPr>
            <a:xfrm>
              <a:off x="6874851" y="2187066"/>
              <a:ext cx="270346" cy="273773"/>
            </a:xfrm>
            <a:custGeom>
              <a:avLst/>
              <a:gdLst/>
              <a:ahLst/>
              <a:cxnLst/>
              <a:rect l="l" t="t" r="r" b="b"/>
              <a:pathLst>
                <a:path w="6705" h="6790" extrusionOk="0">
                  <a:moveTo>
                    <a:pt x="1744" y="0"/>
                  </a:moveTo>
                  <a:lnTo>
                    <a:pt x="0" y="2173"/>
                  </a:lnTo>
                  <a:lnTo>
                    <a:pt x="3716" y="6789"/>
                  </a:lnTo>
                  <a:lnTo>
                    <a:pt x="6704" y="6789"/>
                  </a:lnTo>
                  <a:lnTo>
                    <a:pt x="6704" y="2573"/>
                  </a:lnTo>
                  <a:lnTo>
                    <a:pt x="4961" y="414"/>
                  </a:lnTo>
                  <a:lnTo>
                    <a:pt x="4417" y="1729"/>
                  </a:lnTo>
                  <a:lnTo>
                    <a:pt x="3188" y="557"/>
                  </a:lnTo>
                  <a:lnTo>
                    <a:pt x="2531" y="1172"/>
                  </a:lnTo>
                  <a:lnTo>
                    <a:pt x="1744"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3"/>
            <p:cNvSpPr/>
            <p:nvPr/>
          </p:nvSpPr>
          <p:spPr>
            <a:xfrm>
              <a:off x="6751516" y="2210653"/>
              <a:ext cx="302642" cy="250186"/>
            </a:xfrm>
            <a:custGeom>
              <a:avLst/>
              <a:gdLst/>
              <a:ahLst/>
              <a:cxnLst/>
              <a:rect l="l" t="t" r="r" b="b"/>
              <a:pathLst>
                <a:path w="7506" h="6205" extrusionOk="0">
                  <a:moveTo>
                    <a:pt x="2516" y="1"/>
                  </a:moveTo>
                  <a:lnTo>
                    <a:pt x="0" y="3131"/>
                  </a:lnTo>
                  <a:lnTo>
                    <a:pt x="0" y="6204"/>
                  </a:lnTo>
                  <a:lnTo>
                    <a:pt x="7505" y="6204"/>
                  </a:lnTo>
                  <a:lnTo>
                    <a:pt x="251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6" name="Google Shape;2676;p63"/>
          <p:cNvGrpSpPr/>
          <p:nvPr/>
        </p:nvGrpSpPr>
        <p:grpSpPr>
          <a:xfrm>
            <a:off x="7186021" y="2284600"/>
            <a:ext cx="359988" cy="359500"/>
            <a:chOff x="7430405" y="2067722"/>
            <a:chExt cx="393644" cy="393111"/>
          </a:xfrm>
        </p:grpSpPr>
        <p:sp>
          <p:nvSpPr>
            <p:cNvPr id="2677" name="Google Shape;2677;p63"/>
            <p:cNvSpPr/>
            <p:nvPr/>
          </p:nvSpPr>
          <p:spPr>
            <a:xfrm>
              <a:off x="7430405" y="2391604"/>
              <a:ext cx="393644" cy="69229"/>
            </a:xfrm>
            <a:custGeom>
              <a:avLst/>
              <a:gdLst/>
              <a:ahLst/>
              <a:cxnLst/>
              <a:rect l="l" t="t" r="r" b="b"/>
              <a:pathLst>
                <a:path w="9763" h="1717" extrusionOk="0">
                  <a:moveTo>
                    <a:pt x="0" y="1"/>
                  </a:moveTo>
                  <a:lnTo>
                    <a:pt x="0" y="1716"/>
                  </a:lnTo>
                  <a:lnTo>
                    <a:pt x="9763" y="1716"/>
                  </a:lnTo>
                  <a:lnTo>
                    <a:pt x="976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3"/>
            <p:cNvSpPr/>
            <p:nvPr/>
          </p:nvSpPr>
          <p:spPr>
            <a:xfrm>
              <a:off x="7430405" y="2171463"/>
              <a:ext cx="139507" cy="153337"/>
            </a:xfrm>
            <a:custGeom>
              <a:avLst/>
              <a:gdLst/>
              <a:ahLst/>
              <a:cxnLst/>
              <a:rect l="l" t="t" r="r" b="b"/>
              <a:pathLst>
                <a:path w="3460" h="3803" extrusionOk="0">
                  <a:moveTo>
                    <a:pt x="2045" y="1"/>
                  </a:moveTo>
                  <a:lnTo>
                    <a:pt x="0" y="2245"/>
                  </a:lnTo>
                  <a:lnTo>
                    <a:pt x="0" y="3803"/>
                  </a:lnTo>
                  <a:lnTo>
                    <a:pt x="1515" y="3803"/>
                  </a:lnTo>
                  <a:lnTo>
                    <a:pt x="3459" y="1559"/>
                  </a:lnTo>
                  <a:lnTo>
                    <a:pt x="204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3"/>
            <p:cNvSpPr/>
            <p:nvPr/>
          </p:nvSpPr>
          <p:spPr>
            <a:xfrm>
              <a:off x="7684534" y="2171463"/>
              <a:ext cx="139507" cy="153337"/>
            </a:xfrm>
            <a:custGeom>
              <a:avLst/>
              <a:gdLst/>
              <a:ahLst/>
              <a:cxnLst/>
              <a:rect l="l" t="t" r="r" b="b"/>
              <a:pathLst>
                <a:path w="3460" h="3803" extrusionOk="0">
                  <a:moveTo>
                    <a:pt x="1415" y="1"/>
                  </a:moveTo>
                  <a:lnTo>
                    <a:pt x="1" y="1559"/>
                  </a:lnTo>
                  <a:lnTo>
                    <a:pt x="1930" y="3803"/>
                  </a:lnTo>
                  <a:lnTo>
                    <a:pt x="3460" y="3803"/>
                  </a:lnTo>
                  <a:lnTo>
                    <a:pt x="3460" y="2245"/>
                  </a:lnTo>
                  <a:lnTo>
                    <a:pt x="141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3"/>
            <p:cNvSpPr/>
            <p:nvPr/>
          </p:nvSpPr>
          <p:spPr>
            <a:xfrm>
              <a:off x="7567005" y="2131749"/>
              <a:ext cx="120436" cy="116444"/>
            </a:xfrm>
            <a:custGeom>
              <a:avLst/>
              <a:gdLst/>
              <a:ahLst/>
              <a:cxnLst/>
              <a:rect l="l" t="t" r="r" b="b"/>
              <a:pathLst>
                <a:path w="2987" h="2888" extrusionOk="0">
                  <a:moveTo>
                    <a:pt x="1487" y="0"/>
                  </a:moveTo>
                  <a:lnTo>
                    <a:pt x="0" y="1729"/>
                  </a:lnTo>
                  <a:lnTo>
                    <a:pt x="1487" y="2887"/>
                  </a:lnTo>
                  <a:lnTo>
                    <a:pt x="2987" y="1744"/>
                  </a:lnTo>
                  <a:lnTo>
                    <a:pt x="148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3"/>
            <p:cNvSpPr/>
            <p:nvPr/>
          </p:nvSpPr>
          <p:spPr>
            <a:xfrm>
              <a:off x="7461490" y="2183599"/>
              <a:ext cx="331471" cy="141201"/>
            </a:xfrm>
            <a:custGeom>
              <a:avLst/>
              <a:gdLst/>
              <a:ahLst/>
              <a:cxnLst/>
              <a:rect l="l" t="t" r="r" b="b"/>
              <a:pathLst>
                <a:path w="8221" h="3502" extrusionOk="0">
                  <a:moveTo>
                    <a:pt x="3002" y="0"/>
                  </a:moveTo>
                  <a:lnTo>
                    <a:pt x="1" y="3502"/>
                  </a:lnTo>
                  <a:lnTo>
                    <a:pt x="8220" y="3502"/>
                  </a:lnTo>
                  <a:lnTo>
                    <a:pt x="5232" y="29"/>
                  </a:lnTo>
                  <a:lnTo>
                    <a:pt x="4104" y="887"/>
                  </a:lnTo>
                  <a:lnTo>
                    <a:pt x="300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3"/>
            <p:cNvSpPr/>
            <p:nvPr/>
          </p:nvSpPr>
          <p:spPr>
            <a:xfrm>
              <a:off x="7430405" y="2301733"/>
              <a:ext cx="393644" cy="112977"/>
            </a:xfrm>
            <a:custGeom>
              <a:avLst/>
              <a:gdLst/>
              <a:ahLst/>
              <a:cxnLst/>
              <a:rect l="l" t="t" r="r" b="b"/>
              <a:pathLst>
                <a:path w="9763" h="2802" extrusionOk="0">
                  <a:moveTo>
                    <a:pt x="0" y="0"/>
                  </a:moveTo>
                  <a:lnTo>
                    <a:pt x="0" y="2802"/>
                  </a:lnTo>
                  <a:lnTo>
                    <a:pt x="9763" y="280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3"/>
            <p:cNvSpPr/>
            <p:nvPr/>
          </p:nvSpPr>
          <p:spPr>
            <a:xfrm>
              <a:off x="7561239" y="2346648"/>
              <a:ext cx="102614" cy="23103"/>
            </a:xfrm>
            <a:custGeom>
              <a:avLst/>
              <a:gdLst/>
              <a:ahLst/>
              <a:cxnLst/>
              <a:rect l="l" t="t" r="r" b="b"/>
              <a:pathLst>
                <a:path w="2545" h="573" extrusionOk="0">
                  <a:moveTo>
                    <a:pt x="0" y="1"/>
                  </a:moveTo>
                  <a:lnTo>
                    <a:pt x="0" y="573"/>
                  </a:lnTo>
                  <a:lnTo>
                    <a:pt x="2544" y="573"/>
                  </a:lnTo>
                  <a:lnTo>
                    <a:pt x="2544"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3"/>
            <p:cNvSpPr/>
            <p:nvPr/>
          </p:nvSpPr>
          <p:spPr>
            <a:xfrm>
              <a:off x="7702396" y="2346648"/>
              <a:ext cx="23103" cy="23103"/>
            </a:xfrm>
            <a:custGeom>
              <a:avLst/>
              <a:gdLst/>
              <a:ahLst/>
              <a:cxnLst/>
              <a:rect l="l" t="t" r="r" b="b"/>
              <a:pathLst>
                <a:path w="573" h="573" extrusionOk="0">
                  <a:moveTo>
                    <a:pt x="1" y="1"/>
                  </a:moveTo>
                  <a:lnTo>
                    <a:pt x="1" y="573"/>
                  </a:lnTo>
                  <a:lnTo>
                    <a:pt x="572" y="573"/>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3"/>
            <p:cNvSpPr/>
            <p:nvPr/>
          </p:nvSpPr>
          <p:spPr>
            <a:xfrm>
              <a:off x="7748480" y="2346648"/>
              <a:ext cx="23103" cy="23103"/>
            </a:xfrm>
            <a:custGeom>
              <a:avLst/>
              <a:gdLst/>
              <a:ahLst/>
              <a:cxnLst/>
              <a:rect l="l" t="t" r="r" b="b"/>
              <a:pathLst>
                <a:path w="573" h="573" extrusionOk="0">
                  <a:moveTo>
                    <a:pt x="1" y="1"/>
                  </a:moveTo>
                  <a:lnTo>
                    <a:pt x="1" y="573"/>
                  </a:lnTo>
                  <a:lnTo>
                    <a:pt x="573" y="573"/>
                  </a:lnTo>
                  <a:lnTo>
                    <a:pt x="5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63"/>
            <p:cNvSpPr/>
            <p:nvPr/>
          </p:nvSpPr>
          <p:spPr>
            <a:xfrm>
              <a:off x="7496689" y="2346648"/>
              <a:ext cx="41530" cy="23103"/>
            </a:xfrm>
            <a:custGeom>
              <a:avLst/>
              <a:gdLst/>
              <a:ahLst/>
              <a:cxnLst/>
              <a:rect l="l" t="t" r="r" b="b"/>
              <a:pathLst>
                <a:path w="1030" h="573" extrusionOk="0">
                  <a:moveTo>
                    <a:pt x="0" y="1"/>
                  </a:moveTo>
                  <a:lnTo>
                    <a:pt x="0" y="573"/>
                  </a:lnTo>
                  <a:lnTo>
                    <a:pt x="1029" y="573"/>
                  </a:lnTo>
                  <a:lnTo>
                    <a:pt x="1029"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63"/>
            <p:cNvSpPr/>
            <p:nvPr/>
          </p:nvSpPr>
          <p:spPr>
            <a:xfrm>
              <a:off x="7473022" y="2067722"/>
              <a:ext cx="79027" cy="79027"/>
            </a:xfrm>
            <a:custGeom>
              <a:avLst/>
              <a:gdLst/>
              <a:ahLst/>
              <a:cxnLst/>
              <a:rect l="l" t="t" r="r" b="b"/>
              <a:pathLst>
                <a:path w="1960" h="1960" extrusionOk="0">
                  <a:moveTo>
                    <a:pt x="988" y="1"/>
                  </a:moveTo>
                  <a:cubicBezTo>
                    <a:pt x="444" y="1"/>
                    <a:pt x="1" y="430"/>
                    <a:pt x="1" y="973"/>
                  </a:cubicBezTo>
                  <a:cubicBezTo>
                    <a:pt x="1" y="1516"/>
                    <a:pt x="444" y="1960"/>
                    <a:pt x="988" y="1960"/>
                  </a:cubicBezTo>
                  <a:cubicBezTo>
                    <a:pt x="1531" y="1960"/>
                    <a:pt x="1960" y="1516"/>
                    <a:pt x="1960" y="973"/>
                  </a:cubicBezTo>
                  <a:cubicBezTo>
                    <a:pt x="1960" y="430"/>
                    <a:pt x="1531" y="1"/>
                    <a:pt x="988"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8" name="Google Shape;2688;p63"/>
          <p:cNvGrpSpPr/>
          <p:nvPr/>
        </p:nvGrpSpPr>
        <p:grpSpPr>
          <a:xfrm>
            <a:off x="1598538" y="2937634"/>
            <a:ext cx="358950" cy="359466"/>
            <a:chOff x="1320527" y="2781811"/>
            <a:chExt cx="392509" cy="393074"/>
          </a:xfrm>
        </p:grpSpPr>
        <p:sp>
          <p:nvSpPr>
            <p:cNvPr id="2689" name="Google Shape;2689;p63"/>
            <p:cNvSpPr/>
            <p:nvPr/>
          </p:nvSpPr>
          <p:spPr>
            <a:xfrm>
              <a:off x="1453660" y="2928733"/>
              <a:ext cx="126847" cy="134346"/>
            </a:xfrm>
            <a:custGeom>
              <a:avLst/>
              <a:gdLst/>
              <a:ahLst/>
              <a:cxnLst/>
              <a:rect l="l" t="t" r="r" b="b"/>
              <a:pathLst>
                <a:path w="3146" h="3332" extrusionOk="0">
                  <a:moveTo>
                    <a:pt x="1573" y="0"/>
                  </a:moveTo>
                  <a:lnTo>
                    <a:pt x="1" y="2016"/>
                  </a:lnTo>
                  <a:lnTo>
                    <a:pt x="1573" y="3331"/>
                  </a:lnTo>
                  <a:lnTo>
                    <a:pt x="3145" y="2016"/>
                  </a:lnTo>
                  <a:lnTo>
                    <a:pt x="1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3"/>
            <p:cNvSpPr/>
            <p:nvPr/>
          </p:nvSpPr>
          <p:spPr>
            <a:xfrm>
              <a:off x="1407575" y="2992114"/>
              <a:ext cx="219018" cy="182771"/>
            </a:xfrm>
            <a:custGeom>
              <a:avLst/>
              <a:gdLst/>
              <a:ahLst/>
              <a:cxnLst/>
              <a:rect l="l" t="t" r="r" b="b"/>
              <a:pathLst>
                <a:path w="5432" h="4533" extrusionOk="0">
                  <a:moveTo>
                    <a:pt x="1487" y="1"/>
                  </a:moveTo>
                  <a:lnTo>
                    <a:pt x="0" y="1902"/>
                  </a:lnTo>
                  <a:lnTo>
                    <a:pt x="1815" y="4532"/>
                  </a:lnTo>
                  <a:lnTo>
                    <a:pt x="3602" y="4532"/>
                  </a:lnTo>
                  <a:lnTo>
                    <a:pt x="5432" y="1902"/>
                  </a:lnTo>
                  <a:lnTo>
                    <a:pt x="3931" y="1"/>
                  </a:lnTo>
                  <a:lnTo>
                    <a:pt x="2716" y="1016"/>
                  </a:lnTo>
                  <a:lnTo>
                    <a:pt x="1487"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3"/>
            <p:cNvSpPr/>
            <p:nvPr/>
          </p:nvSpPr>
          <p:spPr>
            <a:xfrm>
              <a:off x="1320527" y="2999613"/>
              <a:ext cx="188536" cy="175271"/>
            </a:xfrm>
            <a:custGeom>
              <a:avLst/>
              <a:gdLst/>
              <a:ahLst/>
              <a:cxnLst/>
              <a:rect l="l" t="t" r="r" b="b"/>
              <a:pathLst>
                <a:path w="4676" h="4347" extrusionOk="0">
                  <a:moveTo>
                    <a:pt x="1673" y="1"/>
                  </a:moveTo>
                  <a:lnTo>
                    <a:pt x="1" y="2545"/>
                  </a:lnTo>
                  <a:lnTo>
                    <a:pt x="1" y="4346"/>
                  </a:lnTo>
                  <a:lnTo>
                    <a:pt x="4675" y="4346"/>
                  </a:lnTo>
                  <a:lnTo>
                    <a:pt x="1673"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63"/>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BEEB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63"/>
            <p:cNvSpPr/>
            <p:nvPr/>
          </p:nvSpPr>
          <p:spPr>
            <a:xfrm>
              <a:off x="1370684" y="2781811"/>
              <a:ext cx="164868" cy="115275"/>
            </a:xfrm>
            <a:custGeom>
              <a:avLst/>
              <a:gdLst/>
              <a:ahLst/>
              <a:cxnLst/>
              <a:rect l="l" t="t" r="r" b="b"/>
              <a:pathLst>
                <a:path w="4089" h="2859" extrusionOk="0">
                  <a:moveTo>
                    <a:pt x="1" y="0"/>
                  </a:moveTo>
                  <a:lnTo>
                    <a:pt x="1" y="572"/>
                  </a:lnTo>
                  <a:lnTo>
                    <a:pt x="1672" y="572"/>
                  </a:lnTo>
                  <a:cubicBezTo>
                    <a:pt x="1844" y="572"/>
                    <a:pt x="1987" y="728"/>
                    <a:pt x="1958" y="900"/>
                  </a:cubicBezTo>
                  <a:cubicBezTo>
                    <a:pt x="1930" y="1043"/>
                    <a:pt x="1802" y="1144"/>
                    <a:pt x="1672" y="1144"/>
                  </a:cubicBezTo>
                  <a:lnTo>
                    <a:pt x="1387" y="1144"/>
                  </a:lnTo>
                  <a:cubicBezTo>
                    <a:pt x="887" y="1144"/>
                    <a:pt x="487" y="1572"/>
                    <a:pt x="529" y="2072"/>
                  </a:cubicBezTo>
                  <a:cubicBezTo>
                    <a:pt x="572" y="2501"/>
                    <a:pt x="973" y="2859"/>
                    <a:pt x="1401" y="2859"/>
                  </a:cubicBezTo>
                  <a:lnTo>
                    <a:pt x="4089" y="2859"/>
                  </a:lnTo>
                  <a:lnTo>
                    <a:pt x="4089" y="2287"/>
                  </a:lnTo>
                  <a:lnTo>
                    <a:pt x="1387" y="2287"/>
                  </a:lnTo>
                  <a:cubicBezTo>
                    <a:pt x="1215" y="2287"/>
                    <a:pt x="1072" y="2129"/>
                    <a:pt x="1101" y="1944"/>
                  </a:cubicBezTo>
                  <a:cubicBezTo>
                    <a:pt x="1129" y="1801"/>
                    <a:pt x="1258" y="1715"/>
                    <a:pt x="1401" y="1715"/>
                  </a:cubicBezTo>
                  <a:lnTo>
                    <a:pt x="1672" y="1715"/>
                  </a:lnTo>
                  <a:cubicBezTo>
                    <a:pt x="2173" y="1715"/>
                    <a:pt x="2573" y="1286"/>
                    <a:pt x="2530" y="772"/>
                  </a:cubicBezTo>
                  <a:cubicBezTo>
                    <a:pt x="2488" y="343"/>
                    <a:pt x="2087" y="0"/>
                    <a:pt x="16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3"/>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3"/>
            <p:cNvSpPr/>
            <p:nvPr/>
          </p:nvSpPr>
          <p:spPr>
            <a:xfrm>
              <a:off x="1494019" y="2827895"/>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3"/>
            <p:cNvSpPr/>
            <p:nvPr/>
          </p:nvSpPr>
          <p:spPr>
            <a:xfrm>
              <a:off x="1359152" y="2916032"/>
              <a:ext cx="23103" cy="23103"/>
            </a:xfrm>
            <a:custGeom>
              <a:avLst/>
              <a:gdLst/>
              <a:ahLst/>
              <a:cxnLst/>
              <a:rect l="l" t="t" r="r" b="b"/>
              <a:pathLst>
                <a:path w="573" h="573" extrusionOk="0">
                  <a:moveTo>
                    <a:pt x="1" y="1"/>
                  </a:moveTo>
                  <a:lnTo>
                    <a:pt x="1" y="573"/>
                  </a:lnTo>
                  <a:lnTo>
                    <a:pt x="573" y="573"/>
                  </a:lnTo>
                  <a:lnTo>
                    <a:pt x="57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3"/>
            <p:cNvSpPr/>
            <p:nvPr/>
          </p:nvSpPr>
          <p:spPr>
            <a:xfrm>
              <a:off x="1404108" y="2939095"/>
              <a:ext cx="23103" cy="23103"/>
            </a:xfrm>
            <a:custGeom>
              <a:avLst/>
              <a:gdLst/>
              <a:ahLst/>
              <a:cxnLst/>
              <a:rect l="l" t="t" r="r" b="b"/>
              <a:pathLst>
                <a:path w="573" h="573" extrusionOk="0">
                  <a:moveTo>
                    <a:pt x="1" y="1"/>
                  </a:moveTo>
                  <a:lnTo>
                    <a:pt x="1"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3"/>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3"/>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3"/>
            <p:cNvSpPr/>
            <p:nvPr/>
          </p:nvSpPr>
          <p:spPr>
            <a:xfrm>
              <a:off x="1524540" y="2999613"/>
              <a:ext cx="188496" cy="175271"/>
            </a:xfrm>
            <a:custGeom>
              <a:avLst/>
              <a:gdLst/>
              <a:ahLst/>
              <a:cxnLst/>
              <a:rect l="l" t="t" r="r" b="b"/>
              <a:pathLst>
                <a:path w="4675" h="4347" extrusionOk="0">
                  <a:moveTo>
                    <a:pt x="3017" y="1"/>
                  </a:moveTo>
                  <a:lnTo>
                    <a:pt x="0" y="4346"/>
                  </a:lnTo>
                  <a:lnTo>
                    <a:pt x="4675" y="4346"/>
                  </a:lnTo>
                  <a:lnTo>
                    <a:pt x="4675" y="2545"/>
                  </a:lnTo>
                  <a:lnTo>
                    <a:pt x="3017"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3"/>
            <p:cNvSpPr/>
            <p:nvPr/>
          </p:nvSpPr>
          <p:spPr>
            <a:xfrm>
              <a:off x="1535507" y="2827895"/>
              <a:ext cx="162570" cy="115315"/>
            </a:xfrm>
            <a:custGeom>
              <a:avLst/>
              <a:gdLst/>
              <a:ahLst/>
              <a:cxnLst/>
              <a:rect l="l" t="t" r="r" b="b"/>
              <a:pathLst>
                <a:path w="4032" h="2860" extrusionOk="0">
                  <a:moveTo>
                    <a:pt x="1" y="1"/>
                  </a:moveTo>
                  <a:lnTo>
                    <a:pt x="1" y="572"/>
                  </a:lnTo>
                  <a:lnTo>
                    <a:pt x="1687" y="572"/>
                  </a:lnTo>
                  <a:cubicBezTo>
                    <a:pt x="1859" y="572"/>
                    <a:pt x="2002" y="729"/>
                    <a:pt x="1958" y="900"/>
                  </a:cubicBezTo>
                  <a:cubicBezTo>
                    <a:pt x="1944" y="1043"/>
                    <a:pt x="1815" y="1144"/>
                    <a:pt x="1672" y="1144"/>
                  </a:cubicBezTo>
                  <a:lnTo>
                    <a:pt x="1401" y="1144"/>
                  </a:lnTo>
                  <a:cubicBezTo>
                    <a:pt x="900" y="1144"/>
                    <a:pt x="500" y="1573"/>
                    <a:pt x="544" y="2072"/>
                  </a:cubicBezTo>
                  <a:cubicBezTo>
                    <a:pt x="586" y="2501"/>
                    <a:pt x="972" y="2859"/>
                    <a:pt x="1415" y="2859"/>
                  </a:cubicBezTo>
                  <a:lnTo>
                    <a:pt x="4031" y="2859"/>
                  </a:lnTo>
                  <a:lnTo>
                    <a:pt x="4031" y="2287"/>
                  </a:lnTo>
                  <a:lnTo>
                    <a:pt x="1401" y="2287"/>
                  </a:lnTo>
                  <a:cubicBezTo>
                    <a:pt x="1215" y="2287"/>
                    <a:pt x="1087" y="2130"/>
                    <a:pt x="1115" y="1944"/>
                  </a:cubicBezTo>
                  <a:cubicBezTo>
                    <a:pt x="1144" y="1801"/>
                    <a:pt x="1258" y="1716"/>
                    <a:pt x="1401" y="1716"/>
                  </a:cubicBezTo>
                  <a:lnTo>
                    <a:pt x="1687" y="1716"/>
                  </a:lnTo>
                  <a:cubicBezTo>
                    <a:pt x="2187" y="1716"/>
                    <a:pt x="2587" y="1287"/>
                    <a:pt x="2530" y="772"/>
                  </a:cubicBezTo>
                  <a:cubicBezTo>
                    <a:pt x="2501" y="344"/>
                    <a:pt x="2101" y="1"/>
                    <a:pt x="16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3"/>
            <p:cNvSpPr/>
            <p:nvPr/>
          </p:nvSpPr>
          <p:spPr>
            <a:xfrm>
              <a:off x="1604654" y="296905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3"/>
            <p:cNvSpPr/>
            <p:nvPr/>
          </p:nvSpPr>
          <p:spPr>
            <a:xfrm>
              <a:off x="1659407" y="2873980"/>
              <a:ext cx="23063" cy="23103"/>
            </a:xfrm>
            <a:custGeom>
              <a:avLst/>
              <a:gdLst/>
              <a:ahLst/>
              <a:cxnLst/>
              <a:rect l="l" t="t" r="r" b="b"/>
              <a:pathLst>
                <a:path w="572" h="573" extrusionOk="0">
                  <a:moveTo>
                    <a:pt x="0" y="1"/>
                  </a:moveTo>
                  <a:lnTo>
                    <a:pt x="0"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63"/>
          <p:cNvGrpSpPr/>
          <p:nvPr/>
        </p:nvGrpSpPr>
        <p:grpSpPr>
          <a:xfrm>
            <a:off x="2218865" y="2952862"/>
            <a:ext cx="359988" cy="328934"/>
            <a:chOff x="1998851" y="2798462"/>
            <a:chExt cx="393644" cy="359687"/>
          </a:xfrm>
        </p:grpSpPr>
        <p:sp>
          <p:nvSpPr>
            <p:cNvPr id="2705" name="Google Shape;2705;p63"/>
            <p:cNvSpPr/>
            <p:nvPr/>
          </p:nvSpPr>
          <p:spPr>
            <a:xfrm>
              <a:off x="2214920" y="2798462"/>
              <a:ext cx="177569" cy="306109"/>
            </a:xfrm>
            <a:custGeom>
              <a:avLst/>
              <a:gdLst/>
              <a:ahLst/>
              <a:cxnLst/>
              <a:rect l="l" t="t" r="r" b="b"/>
              <a:pathLst>
                <a:path w="4404" h="7592" extrusionOk="0">
                  <a:moveTo>
                    <a:pt x="2116" y="1"/>
                  </a:moveTo>
                  <a:lnTo>
                    <a:pt x="1" y="1645"/>
                  </a:lnTo>
                  <a:lnTo>
                    <a:pt x="1" y="7591"/>
                  </a:lnTo>
                  <a:lnTo>
                    <a:pt x="4403" y="7591"/>
                  </a:lnTo>
                  <a:lnTo>
                    <a:pt x="4403" y="2131"/>
                  </a:lnTo>
                  <a:lnTo>
                    <a:pt x="2116"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3"/>
            <p:cNvSpPr/>
            <p:nvPr/>
          </p:nvSpPr>
          <p:spPr>
            <a:xfrm>
              <a:off x="1998851" y="2798462"/>
              <a:ext cx="177529" cy="306109"/>
            </a:xfrm>
            <a:custGeom>
              <a:avLst/>
              <a:gdLst/>
              <a:ahLst/>
              <a:cxnLst/>
              <a:rect l="l" t="t" r="r" b="b"/>
              <a:pathLst>
                <a:path w="4403" h="7592" extrusionOk="0">
                  <a:moveTo>
                    <a:pt x="2287" y="1"/>
                  </a:moveTo>
                  <a:lnTo>
                    <a:pt x="0" y="2131"/>
                  </a:lnTo>
                  <a:lnTo>
                    <a:pt x="0" y="7591"/>
                  </a:lnTo>
                  <a:lnTo>
                    <a:pt x="4403" y="7591"/>
                  </a:lnTo>
                  <a:lnTo>
                    <a:pt x="4403" y="1645"/>
                  </a:lnTo>
                  <a:lnTo>
                    <a:pt x="2287"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3"/>
            <p:cNvSpPr/>
            <p:nvPr/>
          </p:nvSpPr>
          <p:spPr>
            <a:xfrm>
              <a:off x="2041509" y="2836523"/>
              <a:ext cx="307763" cy="268047"/>
            </a:xfrm>
            <a:custGeom>
              <a:avLst/>
              <a:gdLst/>
              <a:ahLst/>
              <a:cxnLst/>
              <a:rect l="l" t="t" r="r" b="b"/>
              <a:pathLst>
                <a:path w="7633" h="6648" extrusionOk="0">
                  <a:moveTo>
                    <a:pt x="3816" y="0"/>
                  </a:moveTo>
                  <a:lnTo>
                    <a:pt x="1944" y="1230"/>
                  </a:lnTo>
                  <a:lnTo>
                    <a:pt x="1487" y="2487"/>
                  </a:lnTo>
                  <a:lnTo>
                    <a:pt x="557" y="2859"/>
                  </a:lnTo>
                  <a:lnTo>
                    <a:pt x="0" y="6647"/>
                  </a:lnTo>
                  <a:lnTo>
                    <a:pt x="2129" y="6647"/>
                  </a:lnTo>
                  <a:lnTo>
                    <a:pt x="2544" y="4546"/>
                  </a:lnTo>
                  <a:lnTo>
                    <a:pt x="3831" y="4046"/>
                  </a:lnTo>
                  <a:lnTo>
                    <a:pt x="5102" y="4546"/>
                  </a:lnTo>
                  <a:lnTo>
                    <a:pt x="5517" y="6647"/>
                  </a:lnTo>
                  <a:lnTo>
                    <a:pt x="7633" y="6647"/>
                  </a:lnTo>
                  <a:lnTo>
                    <a:pt x="7418" y="3802"/>
                  </a:lnTo>
                  <a:lnTo>
                    <a:pt x="5918" y="2430"/>
                  </a:lnTo>
                  <a:lnTo>
                    <a:pt x="5417" y="1058"/>
                  </a:lnTo>
                  <a:lnTo>
                    <a:pt x="38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3"/>
            <p:cNvSpPr/>
            <p:nvPr/>
          </p:nvSpPr>
          <p:spPr>
            <a:xfrm>
              <a:off x="2104285" y="2974817"/>
              <a:ext cx="183295" cy="129750"/>
            </a:xfrm>
            <a:custGeom>
              <a:avLst/>
              <a:gdLst/>
              <a:ahLst/>
              <a:cxnLst/>
              <a:rect l="l" t="t" r="r" b="b"/>
              <a:pathLst>
                <a:path w="4546" h="3218" extrusionOk="0">
                  <a:moveTo>
                    <a:pt x="2274" y="1"/>
                  </a:moveTo>
                  <a:lnTo>
                    <a:pt x="487" y="702"/>
                  </a:lnTo>
                  <a:lnTo>
                    <a:pt x="1" y="3217"/>
                  </a:lnTo>
                  <a:lnTo>
                    <a:pt x="4546" y="3217"/>
                  </a:lnTo>
                  <a:lnTo>
                    <a:pt x="4046" y="702"/>
                  </a:lnTo>
                  <a:lnTo>
                    <a:pt x="2274"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3"/>
            <p:cNvSpPr/>
            <p:nvPr/>
          </p:nvSpPr>
          <p:spPr>
            <a:xfrm>
              <a:off x="1998851" y="3081461"/>
              <a:ext cx="393644" cy="76689"/>
            </a:xfrm>
            <a:custGeom>
              <a:avLst/>
              <a:gdLst/>
              <a:ahLst/>
              <a:cxnLst/>
              <a:rect l="l" t="t" r="r" b="b"/>
              <a:pathLst>
                <a:path w="9763" h="1902" extrusionOk="0">
                  <a:moveTo>
                    <a:pt x="0" y="1"/>
                  </a:moveTo>
                  <a:lnTo>
                    <a:pt x="0" y="1901"/>
                  </a:lnTo>
                  <a:lnTo>
                    <a:pt x="9762" y="1901"/>
                  </a:lnTo>
                  <a:lnTo>
                    <a:pt x="976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0" name="Google Shape;2710;p63"/>
          <p:cNvGrpSpPr/>
          <p:nvPr/>
        </p:nvGrpSpPr>
        <p:grpSpPr>
          <a:xfrm>
            <a:off x="2839709" y="2974505"/>
            <a:ext cx="359944" cy="285684"/>
            <a:chOff x="2677740" y="2822130"/>
            <a:chExt cx="393597" cy="312393"/>
          </a:xfrm>
        </p:grpSpPr>
        <p:sp>
          <p:nvSpPr>
            <p:cNvPr id="2711" name="Google Shape;2711;p63"/>
            <p:cNvSpPr/>
            <p:nvPr/>
          </p:nvSpPr>
          <p:spPr>
            <a:xfrm>
              <a:off x="2820630" y="2844587"/>
              <a:ext cx="121081" cy="80156"/>
            </a:xfrm>
            <a:custGeom>
              <a:avLst/>
              <a:gdLst/>
              <a:ahLst/>
              <a:cxnLst/>
              <a:rect l="l" t="t" r="r" b="b"/>
              <a:pathLst>
                <a:path w="3003" h="1988" extrusionOk="0">
                  <a:moveTo>
                    <a:pt x="1" y="0"/>
                  </a:moveTo>
                  <a:lnTo>
                    <a:pt x="1" y="572"/>
                  </a:lnTo>
                  <a:cubicBezTo>
                    <a:pt x="487" y="572"/>
                    <a:pt x="887" y="959"/>
                    <a:pt x="887" y="1445"/>
                  </a:cubicBezTo>
                  <a:lnTo>
                    <a:pt x="887" y="1988"/>
                  </a:lnTo>
                  <a:lnTo>
                    <a:pt x="3002" y="1616"/>
                  </a:lnTo>
                  <a:lnTo>
                    <a:pt x="3002" y="1315"/>
                  </a:lnTo>
                  <a:cubicBezTo>
                    <a:pt x="3002" y="587"/>
                    <a:pt x="2402" y="0"/>
                    <a:pt x="1673"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63"/>
            <p:cNvSpPr/>
            <p:nvPr/>
          </p:nvSpPr>
          <p:spPr>
            <a:xfrm>
              <a:off x="2820630" y="3054366"/>
              <a:ext cx="121081" cy="80156"/>
            </a:xfrm>
            <a:custGeom>
              <a:avLst/>
              <a:gdLst/>
              <a:ahLst/>
              <a:cxnLst/>
              <a:rect l="l" t="t" r="r" b="b"/>
              <a:pathLst>
                <a:path w="3003" h="1988" extrusionOk="0">
                  <a:moveTo>
                    <a:pt x="887" y="0"/>
                  </a:moveTo>
                  <a:lnTo>
                    <a:pt x="887" y="543"/>
                  </a:lnTo>
                  <a:cubicBezTo>
                    <a:pt x="887" y="1016"/>
                    <a:pt x="487" y="1416"/>
                    <a:pt x="1" y="1416"/>
                  </a:cubicBezTo>
                  <a:lnTo>
                    <a:pt x="1" y="1988"/>
                  </a:lnTo>
                  <a:lnTo>
                    <a:pt x="1673" y="1988"/>
                  </a:lnTo>
                  <a:cubicBezTo>
                    <a:pt x="2402" y="1988"/>
                    <a:pt x="3002" y="1387"/>
                    <a:pt x="3002" y="658"/>
                  </a:cubicBezTo>
                  <a:lnTo>
                    <a:pt x="3002" y="372"/>
                  </a:lnTo>
                  <a:lnTo>
                    <a:pt x="88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63"/>
            <p:cNvSpPr/>
            <p:nvPr/>
          </p:nvSpPr>
          <p:spPr>
            <a:xfrm>
              <a:off x="2677740" y="2917806"/>
              <a:ext cx="96849" cy="144104"/>
            </a:xfrm>
            <a:custGeom>
              <a:avLst/>
              <a:gdLst/>
              <a:ahLst/>
              <a:cxnLst/>
              <a:rect l="l" t="t" r="r" b="b"/>
              <a:pathLst>
                <a:path w="2402" h="3574" extrusionOk="0">
                  <a:moveTo>
                    <a:pt x="0" y="0"/>
                  </a:moveTo>
                  <a:lnTo>
                    <a:pt x="0" y="814"/>
                  </a:lnTo>
                  <a:cubicBezTo>
                    <a:pt x="0" y="1201"/>
                    <a:pt x="185" y="1558"/>
                    <a:pt x="471" y="1786"/>
                  </a:cubicBezTo>
                  <a:cubicBezTo>
                    <a:pt x="185" y="2015"/>
                    <a:pt x="0" y="2373"/>
                    <a:pt x="0" y="2758"/>
                  </a:cubicBezTo>
                  <a:lnTo>
                    <a:pt x="0" y="3574"/>
                  </a:lnTo>
                  <a:lnTo>
                    <a:pt x="1144" y="3574"/>
                  </a:lnTo>
                  <a:cubicBezTo>
                    <a:pt x="1843" y="3574"/>
                    <a:pt x="2401" y="3016"/>
                    <a:pt x="2401" y="2316"/>
                  </a:cubicBezTo>
                  <a:lnTo>
                    <a:pt x="2401" y="1258"/>
                  </a:lnTo>
                  <a:cubicBezTo>
                    <a:pt x="2401" y="557"/>
                    <a:pt x="1843" y="0"/>
                    <a:pt x="1144"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3"/>
            <p:cNvSpPr/>
            <p:nvPr/>
          </p:nvSpPr>
          <p:spPr>
            <a:xfrm>
              <a:off x="2931305" y="2890672"/>
              <a:ext cx="140031" cy="197770"/>
            </a:xfrm>
            <a:custGeom>
              <a:avLst/>
              <a:gdLst/>
              <a:ahLst/>
              <a:cxnLst/>
              <a:rect l="l" t="t" r="r" b="b"/>
              <a:pathLst>
                <a:path w="3473" h="4905" extrusionOk="0">
                  <a:moveTo>
                    <a:pt x="443" y="1"/>
                  </a:moveTo>
                  <a:cubicBezTo>
                    <a:pt x="157" y="816"/>
                    <a:pt x="0" y="1645"/>
                    <a:pt x="0" y="2459"/>
                  </a:cubicBezTo>
                  <a:cubicBezTo>
                    <a:pt x="0" y="3260"/>
                    <a:pt x="157" y="4089"/>
                    <a:pt x="443" y="4904"/>
                  </a:cubicBezTo>
                  <a:cubicBezTo>
                    <a:pt x="1144" y="4761"/>
                    <a:pt x="1830" y="4375"/>
                    <a:pt x="2459" y="3774"/>
                  </a:cubicBezTo>
                  <a:cubicBezTo>
                    <a:pt x="3044" y="3189"/>
                    <a:pt x="3387" y="2617"/>
                    <a:pt x="3387" y="2602"/>
                  </a:cubicBezTo>
                  <a:lnTo>
                    <a:pt x="3473" y="2459"/>
                  </a:lnTo>
                  <a:lnTo>
                    <a:pt x="3387" y="2316"/>
                  </a:lnTo>
                  <a:cubicBezTo>
                    <a:pt x="3387" y="2288"/>
                    <a:pt x="3044" y="1716"/>
                    <a:pt x="2459" y="1144"/>
                  </a:cubicBezTo>
                  <a:cubicBezTo>
                    <a:pt x="1830" y="530"/>
                    <a:pt x="1144" y="144"/>
                    <a:pt x="443"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3"/>
            <p:cNvSpPr/>
            <p:nvPr/>
          </p:nvSpPr>
          <p:spPr>
            <a:xfrm>
              <a:off x="2748580" y="2888373"/>
              <a:ext cx="223091" cy="202366"/>
            </a:xfrm>
            <a:custGeom>
              <a:avLst/>
              <a:gdLst/>
              <a:ahLst/>
              <a:cxnLst/>
              <a:rect l="l" t="t" r="r" b="b"/>
              <a:pathLst>
                <a:path w="5533" h="5019" extrusionOk="0">
                  <a:moveTo>
                    <a:pt x="4403" y="1"/>
                  </a:moveTo>
                  <a:cubicBezTo>
                    <a:pt x="3360" y="1"/>
                    <a:pt x="2287" y="401"/>
                    <a:pt x="1316" y="1173"/>
                  </a:cubicBezTo>
                  <a:cubicBezTo>
                    <a:pt x="572" y="1745"/>
                    <a:pt x="143" y="2316"/>
                    <a:pt x="130" y="2345"/>
                  </a:cubicBezTo>
                  <a:lnTo>
                    <a:pt x="1" y="2516"/>
                  </a:lnTo>
                  <a:lnTo>
                    <a:pt x="130" y="2688"/>
                  </a:lnTo>
                  <a:cubicBezTo>
                    <a:pt x="143" y="2703"/>
                    <a:pt x="572" y="3275"/>
                    <a:pt x="1316" y="3846"/>
                  </a:cubicBezTo>
                  <a:cubicBezTo>
                    <a:pt x="2287" y="4618"/>
                    <a:pt x="3360" y="5018"/>
                    <a:pt x="4403" y="5018"/>
                  </a:cubicBezTo>
                  <a:cubicBezTo>
                    <a:pt x="4775" y="5018"/>
                    <a:pt x="5161" y="4946"/>
                    <a:pt x="5533" y="4803"/>
                  </a:cubicBezTo>
                  <a:cubicBezTo>
                    <a:pt x="5247" y="4032"/>
                    <a:pt x="5104" y="3275"/>
                    <a:pt x="5104" y="2516"/>
                  </a:cubicBezTo>
                  <a:cubicBezTo>
                    <a:pt x="5104" y="1759"/>
                    <a:pt x="5247" y="988"/>
                    <a:pt x="5533" y="216"/>
                  </a:cubicBezTo>
                  <a:cubicBezTo>
                    <a:pt x="5161" y="73"/>
                    <a:pt x="4775" y="1"/>
                    <a:pt x="44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3"/>
            <p:cNvSpPr/>
            <p:nvPr/>
          </p:nvSpPr>
          <p:spPr>
            <a:xfrm>
              <a:off x="2983720" y="2955827"/>
              <a:ext cx="23063" cy="23103"/>
            </a:xfrm>
            <a:custGeom>
              <a:avLst/>
              <a:gdLst/>
              <a:ahLst/>
              <a:cxnLst/>
              <a:rect l="l" t="t" r="r" b="b"/>
              <a:pathLst>
                <a:path w="572" h="573" extrusionOk="0">
                  <a:moveTo>
                    <a:pt x="0" y="1"/>
                  </a:moveTo>
                  <a:lnTo>
                    <a:pt x="0" y="572"/>
                  </a:lnTo>
                  <a:lnTo>
                    <a:pt x="572" y="572"/>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3"/>
            <p:cNvSpPr/>
            <p:nvPr/>
          </p:nvSpPr>
          <p:spPr>
            <a:xfrm>
              <a:off x="3005048" y="2853256"/>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3"/>
            <p:cNvSpPr/>
            <p:nvPr/>
          </p:nvSpPr>
          <p:spPr>
            <a:xfrm>
              <a:off x="3036175" y="2883777"/>
              <a:ext cx="23103" cy="23103"/>
            </a:xfrm>
            <a:custGeom>
              <a:avLst/>
              <a:gdLst/>
              <a:ahLst/>
              <a:cxnLst/>
              <a:rect l="l" t="t" r="r" b="b"/>
              <a:pathLst>
                <a:path w="573" h="573" extrusionOk="0">
                  <a:moveTo>
                    <a:pt x="1" y="0"/>
                  </a:moveTo>
                  <a:lnTo>
                    <a:pt x="1" y="572"/>
                  </a:lnTo>
                  <a:lnTo>
                    <a:pt x="572" y="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3"/>
            <p:cNvSpPr/>
            <p:nvPr/>
          </p:nvSpPr>
          <p:spPr>
            <a:xfrm>
              <a:off x="3036175" y="2822130"/>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4" name="Google Shape;2724;p63"/>
          <p:cNvGrpSpPr/>
          <p:nvPr/>
        </p:nvGrpSpPr>
        <p:grpSpPr>
          <a:xfrm>
            <a:off x="3461032" y="2940215"/>
            <a:ext cx="359471" cy="354235"/>
            <a:chOff x="3357153" y="2784633"/>
            <a:chExt cx="393080" cy="387354"/>
          </a:xfrm>
        </p:grpSpPr>
        <p:sp>
          <p:nvSpPr>
            <p:cNvPr id="2725" name="Google Shape;2725;p63"/>
            <p:cNvSpPr/>
            <p:nvPr/>
          </p:nvSpPr>
          <p:spPr>
            <a:xfrm>
              <a:off x="3362354" y="2784633"/>
              <a:ext cx="387878" cy="387354"/>
            </a:xfrm>
            <a:custGeom>
              <a:avLst/>
              <a:gdLst/>
              <a:ahLst/>
              <a:cxnLst/>
              <a:rect l="l" t="t" r="r" b="b"/>
              <a:pathLst>
                <a:path w="9620" h="9607" extrusionOk="0">
                  <a:moveTo>
                    <a:pt x="4918" y="1"/>
                  </a:moveTo>
                  <a:lnTo>
                    <a:pt x="4689" y="601"/>
                  </a:lnTo>
                  <a:cubicBezTo>
                    <a:pt x="4474" y="1173"/>
                    <a:pt x="3931" y="1545"/>
                    <a:pt x="3317" y="1545"/>
                  </a:cubicBezTo>
                  <a:cubicBezTo>
                    <a:pt x="3002" y="1545"/>
                    <a:pt x="2716" y="1445"/>
                    <a:pt x="2459" y="1274"/>
                  </a:cubicBezTo>
                  <a:lnTo>
                    <a:pt x="1815" y="816"/>
                  </a:lnTo>
                  <a:lnTo>
                    <a:pt x="1958" y="2188"/>
                  </a:lnTo>
                  <a:cubicBezTo>
                    <a:pt x="2073" y="3231"/>
                    <a:pt x="1516" y="4232"/>
                    <a:pt x="586" y="4689"/>
                  </a:cubicBezTo>
                  <a:lnTo>
                    <a:pt x="1" y="4975"/>
                  </a:lnTo>
                  <a:lnTo>
                    <a:pt x="3117" y="6505"/>
                  </a:lnTo>
                  <a:lnTo>
                    <a:pt x="4632" y="9606"/>
                  </a:lnTo>
                  <a:lnTo>
                    <a:pt x="4918" y="9034"/>
                  </a:lnTo>
                  <a:cubicBezTo>
                    <a:pt x="5118" y="8606"/>
                    <a:pt x="5432" y="8263"/>
                    <a:pt x="5832" y="8020"/>
                  </a:cubicBezTo>
                  <a:cubicBezTo>
                    <a:pt x="6233" y="7763"/>
                    <a:pt x="6675" y="7634"/>
                    <a:pt x="7147" y="7634"/>
                  </a:cubicBezTo>
                  <a:cubicBezTo>
                    <a:pt x="7233" y="7634"/>
                    <a:pt x="7319" y="7649"/>
                    <a:pt x="7405" y="7649"/>
                  </a:cubicBezTo>
                  <a:lnTo>
                    <a:pt x="8805" y="7805"/>
                  </a:lnTo>
                  <a:lnTo>
                    <a:pt x="8348" y="7163"/>
                  </a:lnTo>
                  <a:cubicBezTo>
                    <a:pt x="8076" y="6776"/>
                    <a:pt x="8005" y="6319"/>
                    <a:pt x="8133" y="5876"/>
                  </a:cubicBezTo>
                  <a:cubicBezTo>
                    <a:pt x="8276" y="5432"/>
                    <a:pt x="8590" y="5089"/>
                    <a:pt x="9019" y="4918"/>
                  </a:cubicBezTo>
                  <a:lnTo>
                    <a:pt x="9619" y="4689"/>
                  </a:lnTo>
                  <a:lnTo>
                    <a:pt x="9133" y="4346"/>
                  </a:lnTo>
                  <a:cubicBezTo>
                    <a:pt x="8819" y="4117"/>
                    <a:pt x="8590" y="3803"/>
                    <a:pt x="8491" y="3431"/>
                  </a:cubicBezTo>
                  <a:cubicBezTo>
                    <a:pt x="8377" y="3060"/>
                    <a:pt x="8405" y="2660"/>
                    <a:pt x="8548" y="2316"/>
                  </a:cubicBezTo>
                  <a:lnTo>
                    <a:pt x="9419" y="187"/>
                  </a:lnTo>
                  <a:lnTo>
                    <a:pt x="7304" y="1074"/>
                  </a:lnTo>
                  <a:cubicBezTo>
                    <a:pt x="7104" y="1159"/>
                    <a:pt x="6875" y="1202"/>
                    <a:pt x="6661" y="1202"/>
                  </a:cubicBezTo>
                  <a:cubicBezTo>
                    <a:pt x="6103" y="1202"/>
                    <a:pt x="5589" y="931"/>
                    <a:pt x="5274" y="487"/>
                  </a:cubicBezTo>
                  <a:lnTo>
                    <a:pt x="4918"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3"/>
            <p:cNvSpPr/>
            <p:nvPr/>
          </p:nvSpPr>
          <p:spPr>
            <a:xfrm>
              <a:off x="3357153" y="2784633"/>
              <a:ext cx="393080" cy="327398"/>
            </a:xfrm>
            <a:custGeom>
              <a:avLst/>
              <a:gdLst/>
              <a:ahLst/>
              <a:cxnLst/>
              <a:rect l="l" t="t" r="r" b="b"/>
              <a:pathLst>
                <a:path w="9749" h="8120" extrusionOk="0">
                  <a:moveTo>
                    <a:pt x="5047" y="1"/>
                  </a:moveTo>
                  <a:lnTo>
                    <a:pt x="4832" y="559"/>
                  </a:lnTo>
                  <a:lnTo>
                    <a:pt x="5390" y="3946"/>
                  </a:lnTo>
                  <a:lnTo>
                    <a:pt x="4288" y="5047"/>
                  </a:lnTo>
                  <a:lnTo>
                    <a:pt x="2531" y="1230"/>
                  </a:lnTo>
                  <a:lnTo>
                    <a:pt x="1944" y="816"/>
                  </a:lnTo>
                  <a:lnTo>
                    <a:pt x="2016" y="1487"/>
                  </a:lnTo>
                  <a:lnTo>
                    <a:pt x="3860" y="5476"/>
                  </a:lnTo>
                  <a:lnTo>
                    <a:pt x="2159" y="7176"/>
                  </a:lnTo>
                  <a:cubicBezTo>
                    <a:pt x="1916" y="7419"/>
                    <a:pt x="1598" y="7541"/>
                    <a:pt x="1280" y="7541"/>
                  </a:cubicBezTo>
                  <a:cubicBezTo>
                    <a:pt x="962" y="7541"/>
                    <a:pt x="644" y="7419"/>
                    <a:pt x="401" y="7176"/>
                  </a:cubicBezTo>
                  <a:lnTo>
                    <a:pt x="0" y="7591"/>
                  </a:lnTo>
                  <a:cubicBezTo>
                    <a:pt x="343" y="7934"/>
                    <a:pt x="816" y="8120"/>
                    <a:pt x="1273" y="8120"/>
                  </a:cubicBezTo>
                  <a:cubicBezTo>
                    <a:pt x="1744" y="8120"/>
                    <a:pt x="2216" y="7934"/>
                    <a:pt x="2559" y="7591"/>
                  </a:cubicBezTo>
                  <a:lnTo>
                    <a:pt x="4260" y="5890"/>
                  </a:lnTo>
                  <a:lnTo>
                    <a:pt x="8262" y="7734"/>
                  </a:lnTo>
                  <a:lnTo>
                    <a:pt x="8934" y="7805"/>
                  </a:lnTo>
                  <a:lnTo>
                    <a:pt x="8519" y="7220"/>
                  </a:lnTo>
                  <a:lnTo>
                    <a:pt x="4703" y="5447"/>
                  </a:lnTo>
                  <a:lnTo>
                    <a:pt x="5790" y="4361"/>
                  </a:lnTo>
                  <a:lnTo>
                    <a:pt x="9177" y="4918"/>
                  </a:lnTo>
                  <a:lnTo>
                    <a:pt x="9748" y="4689"/>
                  </a:lnTo>
                  <a:lnTo>
                    <a:pt x="9262" y="4346"/>
                  </a:lnTo>
                  <a:lnTo>
                    <a:pt x="6289" y="3860"/>
                  </a:lnTo>
                  <a:lnTo>
                    <a:pt x="9262" y="887"/>
                  </a:lnTo>
                  <a:lnTo>
                    <a:pt x="9548" y="187"/>
                  </a:lnTo>
                  <a:lnTo>
                    <a:pt x="8862" y="473"/>
                  </a:lnTo>
                  <a:lnTo>
                    <a:pt x="5889" y="3460"/>
                  </a:lnTo>
                  <a:lnTo>
                    <a:pt x="5403" y="487"/>
                  </a:lnTo>
                  <a:lnTo>
                    <a:pt x="5047"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7" name="Google Shape;2727;p63"/>
          <p:cNvGrpSpPr/>
          <p:nvPr/>
        </p:nvGrpSpPr>
        <p:grpSpPr>
          <a:xfrm>
            <a:off x="4094523" y="2937081"/>
            <a:ext cx="334170" cy="360495"/>
            <a:chOff x="4049871" y="2781206"/>
            <a:chExt cx="365413" cy="394199"/>
          </a:xfrm>
        </p:grpSpPr>
        <p:sp>
          <p:nvSpPr>
            <p:cNvPr id="2728" name="Google Shape;2728;p63"/>
            <p:cNvSpPr/>
            <p:nvPr/>
          </p:nvSpPr>
          <p:spPr>
            <a:xfrm>
              <a:off x="4056765" y="2781206"/>
              <a:ext cx="348728" cy="208656"/>
            </a:xfrm>
            <a:custGeom>
              <a:avLst/>
              <a:gdLst/>
              <a:ahLst/>
              <a:cxnLst/>
              <a:rect l="l" t="t" r="r" b="b"/>
              <a:pathLst>
                <a:path w="8649" h="5175" extrusionOk="0">
                  <a:moveTo>
                    <a:pt x="5546" y="0"/>
                  </a:moveTo>
                  <a:cubicBezTo>
                    <a:pt x="5118" y="0"/>
                    <a:pt x="4717" y="129"/>
                    <a:pt x="4361" y="358"/>
                  </a:cubicBezTo>
                  <a:cubicBezTo>
                    <a:pt x="4103" y="515"/>
                    <a:pt x="3888" y="743"/>
                    <a:pt x="3717" y="987"/>
                  </a:cubicBezTo>
                  <a:cubicBezTo>
                    <a:pt x="3460" y="873"/>
                    <a:pt x="3189" y="815"/>
                    <a:pt x="2903" y="815"/>
                  </a:cubicBezTo>
                  <a:cubicBezTo>
                    <a:pt x="1902" y="815"/>
                    <a:pt x="1073" y="1572"/>
                    <a:pt x="987" y="2559"/>
                  </a:cubicBezTo>
                  <a:cubicBezTo>
                    <a:pt x="416" y="2745"/>
                    <a:pt x="1" y="3303"/>
                    <a:pt x="58" y="3945"/>
                  </a:cubicBezTo>
                  <a:cubicBezTo>
                    <a:pt x="115" y="4646"/>
                    <a:pt x="715" y="5174"/>
                    <a:pt x="1416" y="5174"/>
                  </a:cubicBezTo>
                  <a:lnTo>
                    <a:pt x="6919" y="5174"/>
                  </a:lnTo>
                  <a:cubicBezTo>
                    <a:pt x="7833" y="5174"/>
                    <a:pt x="8620" y="4431"/>
                    <a:pt x="8634" y="3516"/>
                  </a:cubicBezTo>
                  <a:cubicBezTo>
                    <a:pt x="8649" y="2874"/>
                    <a:pt x="8291" y="2302"/>
                    <a:pt x="7734" y="2001"/>
                  </a:cubicBezTo>
                  <a:cubicBezTo>
                    <a:pt x="7690" y="1487"/>
                    <a:pt x="7462" y="1016"/>
                    <a:pt x="7090" y="644"/>
                  </a:cubicBezTo>
                  <a:cubicBezTo>
                    <a:pt x="6676" y="229"/>
                    <a:pt x="6133" y="0"/>
                    <a:pt x="5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63"/>
            <p:cNvSpPr/>
            <p:nvPr/>
          </p:nvSpPr>
          <p:spPr>
            <a:xfrm>
              <a:off x="4106922" y="3014007"/>
              <a:ext cx="179263" cy="23103"/>
            </a:xfrm>
            <a:custGeom>
              <a:avLst/>
              <a:gdLst/>
              <a:ahLst/>
              <a:cxnLst/>
              <a:rect l="l" t="t" r="r" b="b"/>
              <a:pathLst>
                <a:path w="4446" h="573" extrusionOk="0">
                  <a:moveTo>
                    <a:pt x="1" y="1"/>
                  </a:moveTo>
                  <a:lnTo>
                    <a:pt x="1" y="572"/>
                  </a:lnTo>
                  <a:lnTo>
                    <a:pt x="4445" y="572"/>
                  </a:lnTo>
                  <a:lnTo>
                    <a:pt x="44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3"/>
            <p:cNvSpPr/>
            <p:nvPr/>
          </p:nvSpPr>
          <p:spPr>
            <a:xfrm>
              <a:off x="4143209" y="3106217"/>
              <a:ext cx="183900" cy="55964"/>
            </a:xfrm>
            <a:custGeom>
              <a:avLst/>
              <a:gdLst/>
              <a:ahLst/>
              <a:cxnLst/>
              <a:rect l="l" t="t" r="r" b="b"/>
              <a:pathLst>
                <a:path w="4561" h="1388" extrusionOk="0">
                  <a:moveTo>
                    <a:pt x="1" y="1"/>
                  </a:moveTo>
                  <a:lnTo>
                    <a:pt x="1" y="572"/>
                  </a:lnTo>
                  <a:lnTo>
                    <a:pt x="3160" y="572"/>
                  </a:lnTo>
                  <a:cubicBezTo>
                    <a:pt x="3617" y="572"/>
                    <a:pt x="3989" y="930"/>
                    <a:pt x="3989" y="1388"/>
                  </a:cubicBezTo>
                  <a:lnTo>
                    <a:pt x="4561" y="1388"/>
                  </a:lnTo>
                  <a:cubicBezTo>
                    <a:pt x="4561" y="616"/>
                    <a:pt x="3932" y="1"/>
                    <a:pt x="31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3"/>
            <p:cNvSpPr/>
            <p:nvPr/>
          </p:nvSpPr>
          <p:spPr>
            <a:xfrm>
              <a:off x="4068297" y="3106217"/>
              <a:ext cx="45602" cy="23103"/>
            </a:xfrm>
            <a:custGeom>
              <a:avLst/>
              <a:gdLst/>
              <a:ahLst/>
              <a:cxnLst/>
              <a:rect l="l" t="t" r="r" b="b"/>
              <a:pathLst>
                <a:path w="1131" h="573" extrusionOk="0">
                  <a:moveTo>
                    <a:pt x="0" y="1"/>
                  </a:moveTo>
                  <a:lnTo>
                    <a:pt x="0" y="572"/>
                  </a:lnTo>
                  <a:lnTo>
                    <a:pt x="1130" y="572"/>
                  </a:lnTo>
                  <a:lnTo>
                    <a:pt x="1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3"/>
            <p:cNvSpPr/>
            <p:nvPr/>
          </p:nvSpPr>
          <p:spPr>
            <a:xfrm>
              <a:off x="4100552" y="3152341"/>
              <a:ext cx="108380" cy="23063"/>
            </a:xfrm>
            <a:custGeom>
              <a:avLst/>
              <a:gdLst/>
              <a:ahLst/>
              <a:cxnLst/>
              <a:rect l="l" t="t" r="r" b="b"/>
              <a:pathLst>
                <a:path w="2688" h="572" extrusionOk="0">
                  <a:moveTo>
                    <a:pt x="1" y="0"/>
                  </a:moveTo>
                  <a:lnTo>
                    <a:pt x="1" y="572"/>
                  </a:lnTo>
                  <a:lnTo>
                    <a:pt x="2688" y="572"/>
                  </a:lnTo>
                  <a:lnTo>
                    <a:pt x="26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3"/>
            <p:cNvSpPr/>
            <p:nvPr/>
          </p:nvSpPr>
          <p:spPr>
            <a:xfrm>
              <a:off x="4231951" y="3152341"/>
              <a:ext cx="23103" cy="23063"/>
            </a:xfrm>
            <a:custGeom>
              <a:avLst/>
              <a:gdLst/>
              <a:ahLst/>
              <a:cxnLst/>
              <a:rect l="l" t="t" r="r" b="b"/>
              <a:pathLst>
                <a:path w="573" h="572"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3"/>
            <p:cNvSpPr/>
            <p:nvPr/>
          </p:nvSpPr>
          <p:spPr>
            <a:xfrm>
              <a:off x="4049871" y="3060132"/>
              <a:ext cx="182125" cy="23063"/>
            </a:xfrm>
            <a:custGeom>
              <a:avLst/>
              <a:gdLst/>
              <a:ahLst/>
              <a:cxnLst/>
              <a:rect l="l" t="t" r="r" b="b"/>
              <a:pathLst>
                <a:path w="4517" h="572" extrusionOk="0">
                  <a:moveTo>
                    <a:pt x="0" y="0"/>
                  </a:moveTo>
                  <a:lnTo>
                    <a:pt x="0" y="572"/>
                  </a:lnTo>
                  <a:lnTo>
                    <a:pt x="4517" y="572"/>
                  </a:lnTo>
                  <a:lnTo>
                    <a:pt x="45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3"/>
            <p:cNvSpPr/>
            <p:nvPr/>
          </p:nvSpPr>
          <p:spPr>
            <a:xfrm>
              <a:off x="4263077" y="3060132"/>
              <a:ext cx="46166" cy="23063"/>
            </a:xfrm>
            <a:custGeom>
              <a:avLst/>
              <a:gdLst/>
              <a:ahLst/>
              <a:cxnLst/>
              <a:rect l="l" t="t" r="r" b="b"/>
              <a:pathLst>
                <a:path w="1145" h="572" extrusionOk="0">
                  <a:moveTo>
                    <a:pt x="1" y="0"/>
                  </a:moveTo>
                  <a:lnTo>
                    <a:pt x="1" y="572"/>
                  </a:lnTo>
                  <a:lnTo>
                    <a:pt x="1144" y="572"/>
                  </a:lnTo>
                  <a:lnTo>
                    <a:pt x="1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3"/>
            <p:cNvSpPr/>
            <p:nvPr/>
          </p:nvSpPr>
          <p:spPr>
            <a:xfrm>
              <a:off x="4309202" y="2993888"/>
              <a:ext cx="106082" cy="43223"/>
            </a:xfrm>
            <a:custGeom>
              <a:avLst/>
              <a:gdLst/>
              <a:ahLst/>
              <a:cxnLst/>
              <a:rect l="l" t="t" r="r" b="b"/>
              <a:pathLst>
                <a:path w="2631" h="1072" extrusionOk="0">
                  <a:moveTo>
                    <a:pt x="2073" y="0"/>
                  </a:moveTo>
                  <a:cubicBezTo>
                    <a:pt x="2073" y="271"/>
                    <a:pt x="1844" y="500"/>
                    <a:pt x="1572" y="500"/>
                  </a:cubicBezTo>
                  <a:lnTo>
                    <a:pt x="0" y="500"/>
                  </a:lnTo>
                  <a:lnTo>
                    <a:pt x="0" y="1071"/>
                  </a:lnTo>
                  <a:lnTo>
                    <a:pt x="1559" y="1071"/>
                  </a:lnTo>
                  <a:cubicBezTo>
                    <a:pt x="2144" y="1071"/>
                    <a:pt x="2630" y="585"/>
                    <a:pt x="263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7" name="Google Shape;2737;p63"/>
          <p:cNvGrpSpPr/>
          <p:nvPr/>
        </p:nvGrpSpPr>
        <p:grpSpPr>
          <a:xfrm>
            <a:off x="4702683" y="2949728"/>
            <a:ext cx="359466" cy="335207"/>
            <a:chOff x="4714890" y="2795035"/>
            <a:chExt cx="393074" cy="366547"/>
          </a:xfrm>
        </p:grpSpPr>
        <p:sp>
          <p:nvSpPr>
            <p:cNvPr id="2738" name="Google Shape;2738;p63"/>
            <p:cNvSpPr/>
            <p:nvPr/>
          </p:nvSpPr>
          <p:spPr>
            <a:xfrm>
              <a:off x="4847458" y="2876318"/>
              <a:ext cx="158538" cy="285264"/>
            </a:xfrm>
            <a:custGeom>
              <a:avLst/>
              <a:gdLst/>
              <a:ahLst/>
              <a:cxnLst/>
              <a:rect l="l" t="t" r="r" b="b"/>
              <a:pathLst>
                <a:path w="3932" h="7075" extrusionOk="0">
                  <a:moveTo>
                    <a:pt x="2731" y="0"/>
                  </a:moveTo>
                  <a:lnTo>
                    <a:pt x="315" y="643"/>
                  </a:lnTo>
                  <a:lnTo>
                    <a:pt x="0" y="1487"/>
                  </a:lnTo>
                  <a:lnTo>
                    <a:pt x="543" y="2687"/>
                  </a:lnTo>
                  <a:lnTo>
                    <a:pt x="257" y="4145"/>
                  </a:lnTo>
                  <a:lnTo>
                    <a:pt x="815" y="5031"/>
                  </a:lnTo>
                  <a:lnTo>
                    <a:pt x="1587" y="7075"/>
                  </a:lnTo>
                  <a:lnTo>
                    <a:pt x="2687" y="4130"/>
                  </a:lnTo>
                  <a:lnTo>
                    <a:pt x="2687" y="3044"/>
                  </a:lnTo>
                  <a:lnTo>
                    <a:pt x="3931" y="1586"/>
                  </a:lnTo>
                  <a:lnTo>
                    <a:pt x="273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3"/>
            <p:cNvSpPr/>
            <p:nvPr/>
          </p:nvSpPr>
          <p:spPr>
            <a:xfrm>
              <a:off x="4714890" y="2795035"/>
              <a:ext cx="253048" cy="273813"/>
            </a:xfrm>
            <a:custGeom>
              <a:avLst/>
              <a:gdLst/>
              <a:ahLst/>
              <a:cxnLst/>
              <a:rect l="l" t="t" r="r" b="b"/>
              <a:pathLst>
                <a:path w="6276" h="6791" extrusionOk="0">
                  <a:moveTo>
                    <a:pt x="1" y="0"/>
                  </a:moveTo>
                  <a:lnTo>
                    <a:pt x="1" y="1502"/>
                  </a:lnTo>
                  <a:lnTo>
                    <a:pt x="572" y="4360"/>
                  </a:lnTo>
                  <a:lnTo>
                    <a:pt x="1316" y="3688"/>
                  </a:lnTo>
                  <a:lnTo>
                    <a:pt x="2102" y="6790"/>
                  </a:lnTo>
                  <a:lnTo>
                    <a:pt x="2859" y="4746"/>
                  </a:lnTo>
                  <a:lnTo>
                    <a:pt x="3431" y="4746"/>
                  </a:lnTo>
                  <a:lnTo>
                    <a:pt x="4031" y="3131"/>
                  </a:lnTo>
                  <a:lnTo>
                    <a:pt x="6276" y="2544"/>
                  </a:lnTo>
                  <a:lnTo>
                    <a:pt x="536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63"/>
            <p:cNvSpPr/>
            <p:nvPr/>
          </p:nvSpPr>
          <p:spPr>
            <a:xfrm>
              <a:off x="4911444" y="2795035"/>
              <a:ext cx="196520" cy="207487"/>
            </a:xfrm>
            <a:custGeom>
              <a:avLst/>
              <a:gdLst/>
              <a:ahLst/>
              <a:cxnLst/>
              <a:rect l="l" t="t" r="r" b="b"/>
              <a:pathLst>
                <a:path w="4874" h="5146" extrusionOk="0">
                  <a:moveTo>
                    <a:pt x="0" y="0"/>
                  </a:moveTo>
                  <a:lnTo>
                    <a:pt x="0" y="1473"/>
                  </a:lnTo>
                  <a:lnTo>
                    <a:pt x="2830" y="5146"/>
                  </a:lnTo>
                  <a:lnTo>
                    <a:pt x="3259" y="3945"/>
                  </a:lnTo>
                  <a:lnTo>
                    <a:pt x="3745" y="3945"/>
                  </a:lnTo>
                  <a:lnTo>
                    <a:pt x="3902" y="2859"/>
                  </a:lnTo>
                  <a:lnTo>
                    <a:pt x="4874" y="3431"/>
                  </a:lnTo>
                  <a:lnTo>
                    <a:pt x="4874"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1" name="Google Shape;2741;p63"/>
          <p:cNvGrpSpPr/>
          <p:nvPr/>
        </p:nvGrpSpPr>
        <p:grpSpPr>
          <a:xfrm>
            <a:off x="5367772" y="2937634"/>
            <a:ext cx="270940" cy="359462"/>
            <a:chOff x="5442161" y="2781811"/>
            <a:chExt cx="296271" cy="393070"/>
          </a:xfrm>
        </p:grpSpPr>
        <p:sp>
          <p:nvSpPr>
            <p:cNvPr id="2742" name="Google Shape;2742;p63"/>
            <p:cNvSpPr/>
            <p:nvPr/>
          </p:nvSpPr>
          <p:spPr>
            <a:xfrm>
              <a:off x="5677906" y="2924701"/>
              <a:ext cx="23103" cy="25966"/>
            </a:xfrm>
            <a:custGeom>
              <a:avLst/>
              <a:gdLst/>
              <a:ahLst/>
              <a:cxnLst/>
              <a:rect l="l" t="t" r="r" b="b"/>
              <a:pathLst>
                <a:path w="573" h="644" extrusionOk="0">
                  <a:moveTo>
                    <a:pt x="0" y="1"/>
                  </a:moveTo>
                  <a:lnTo>
                    <a:pt x="0" y="643"/>
                  </a:lnTo>
                  <a:lnTo>
                    <a:pt x="572" y="643"/>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3"/>
            <p:cNvSpPr/>
            <p:nvPr/>
          </p:nvSpPr>
          <p:spPr>
            <a:xfrm>
              <a:off x="5477924" y="2841725"/>
              <a:ext cx="23063" cy="25402"/>
            </a:xfrm>
            <a:custGeom>
              <a:avLst/>
              <a:gdLst/>
              <a:ahLst/>
              <a:cxnLst/>
              <a:rect l="l" t="t" r="r" b="b"/>
              <a:pathLst>
                <a:path w="572" h="630" extrusionOk="0">
                  <a:moveTo>
                    <a:pt x="0" y="1"/>
                  </a:moveTo>
                  <a:lnTo>
                    <a:pt x="0" y="629"/>
                  </a:lnTo>
                  <a:lnTo>
                    <a:pt x="572" y="629"/>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3"/>
            <p:cNvSpPr/>
            <p:nvPr/>
          </p:nvSpPr>
          <p:spPr>
            <a:xfrm>
              <a:off x="5442161" y="2880914"/>
              <a:ext cx="25402" cy="23103"/>
            </a:xfrm>
            <a:custGeom>
              <a:avLst/>
              <a:gdLst/>
              <a:ahLst/>
              <a:cxnLst/>
              <a:rect l="l" t="t" r="r" b="b"/>
              <a:pathLst>
                <a:path w="630" h="573" extrusionOk="0">
                  <a:moveTo>
                    <a:pt x="1" y="1"/>
                  </a:moveTo>
                  <a:lnTo>
                    <a:pt x="1" y="572"/>
                  </a:lnTo>
                  <a:lnTo>
                    <a:pt x="630" y="572"/>
                  </a:lnTo>
                  <a:lnTo>
                    <a:pt x="630"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3"/>
            <p:cNvSpPr/>
            <p:nvPr/>
          </p:nvSpPr>
          <p:spPr>
            <a:xfrm>
              <a:off x="5700968" y="2932200"/>
              <a:ext cx="36328" cy="36369"/>
            </a:xfrm>
            <a:custGeom>
              <a:avLst/>
              <a:gdLst/>
              <a:ahLst/>
              <a:cxnLst/>
              <a:rect l="l" t="t" r="r" b="b"/>
              <a:pathLst>
                <a:path w="901" h="902" extrusionOk="0">
                  <a:moveTo>
                    <a:pt x="486" y="0"/>
                  </a:moveTo>
                  <a:lnTo>
                    <a:pt x="0" y="501"/>
                  </a:lnTo>
                  <a:lnTo>
                    <a:pt x="400" y="901"/>
                  </a:lnTo>
                  <a:lnTo>
                    <a:pt x="900" y="400"/>
                  </a:lnTo>
                  <a:lnTo>
                    <a:pt x="48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3"/>
            <p:cNvSpPr/>
            <p:nvPr/>
          </p:nvSpPr>
          <p:spPr>
            <a:xfrm>
              <a:off x="5454862" y="2854425"/>
              <a:ext cx="92857" cy="146966"/>
            </a:xfrm>
            <a:custGeom>
              <a:avLst/>
              <a:gdLst/>
              <a:ahLst/>
              <a:cxnLst/>
              <a:rect l="l" t="t" r="r" b="b"/>
              <a:pathLst>
                <a:path w="2303" h="3645" extrusionOk="0">
                  <a:moveTo>
                    <a:pt x="1087" y="0"/>
                  </a:moveTo>
                  <a:cubicBezTo>
                    <a:pt x="801" y="0"/>
                    <a:pt x="530" y="114"/>
                    <a:pt x="315" y="314"/>
                  </a:cubicBezTo>
                  <a:cubicBezTo>
                    <a:pt x="115" y="515"/>
                    <a:pt x="0" y="786"/>
                    <a:pt x="0" y="1086"/>
                  </a:cubicBezTo>
                  <a:cubicBezTo>
                    <a:pt x="0" y="1372"/>
                    <a:pt x="115" y="1643"/>
                    <a:pt x="315" y="1843"/>
                  </a:cubicBezTo>
                  <a:lnTo>
                    <a:pt x="2302" y="3644"/>
                  </a:lnTo>
                  <a:lnTo>
                    <a:pt x="2144" y="629"/>
                  </a:lnTo>
                  <a:lnTo>
                    <a:pt x="1873" y="328"/>
                  </a:lnTo>
                  <a:lnTo>
                    <a:pt x="1858" y="314"/>
                  </a:lnTo>
                  <a:cubicBezTo>
                    <a:pt x="1645" y="114"/>
                    <a:pt x="1372" y="0"/>
                    <a:pt x="1087"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3"/>
            <p:cNvSpPr/>
            <p:nvPr/>
          </p:nvSpPr>
          <p:spPr>
            <a:xfrm>
              <a:off x="5627185" y="2938530"/>
              <a:ext cx="103784" cy="161441"/>
            </a:xfrm>
            <a:custGeom>
              <a:avLst/>
              <a:gdLst/>
              <a:ahLst/>
              <a:cxnLst/>
              <a:rect l="l" t="t" r="r" b="b"/>
              <a:pathLst>
                <a:path w="2574" h="4004" extrusionOk="0">
                  <a:moveTo>
                    <a:pt x="1401" y="1"/>
                  </a:moveTo>
                  <a:cubicBezTo>
                    <a:pt x="1087" y="1"/>
                    <a:pt x="801" y="115"/>
                    <a:pt x="572" y="344"/>
                  </a:cubicBezTo>
                  <a:lnTo>
                    <a:pt x="172" y="786"/>
                  </a:lnTo>
                  <a:lnTo>
                    <a:pt x="1" y="4003"/>
                  </a:lnTo>
                  <a:lnTo>
                    <a:pt x="2216" y="2002"/>
                  </a:lnTo>
                  <a:lnTo>
                    <a:pt x="2230" y="1987"/>
                  </a:lnTo>
                  <a:cubicBezTo>
                    <a:pt x="2444" y="1773"/>
                    <a:pt x="2573" y="1473"/>
                    <a:pt x="2573" y="1173"/>
                  </a:cubicBezTo>
                  <a:cubicBezTo>
                    <a:pt x="2573" y="858"/>
                    <a:pt x="2444" y="558"/>
                    <a:pt x="2230" y="344"/>
                  </a:cubicBezTo>
                  <a:cubicBezTo>
                    <a:pt x="2015" y="115"/>
                    <a:pt x="1716" y="1"/>
                    <a:pt x="14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3"/>
            <p:cNvSpPr/>
            <p:nvPr/>
          </p:nvSpPr>
          <p:spPr>
            <a:xfrm>
              <a:off x="5516550" y="2781811"/>
              <a:ext cx="146966" cy="381548"/>
            </a:xfrm>
            <a:custGeom>
              <a:avLst/>
              <a:gdLst/>
              <a:ahLst/>
              <a:cxnLst/>
              <a:rect l="l" t="t" r="r" b="b"/>
              <a:pathLst>
                <a:path w="3645" h="9463" extrusionOk="0">
                  <a:moveTo>
                    <a:pt x="1830" y="0"/>
                  </a:moveTo>
                  <a:cubicBezTo>
                    <a:pt x="829" y="0"/>
                    <a:pt x="0" y="814"/>
                    <a:pt x="0" y="1815"/>
                  </a:cubicBezTo>
                  <a:lnTo>
                    <a:pt x="429" y="9462"/>
                  </a:lnTo>
                  <a:lnTo>
                    <a:pt x="3231" y="9462"/>
                  </a:lnTo>
                  <a:lnTo>
                    <a:pt x="3645" y="1830"/>
                  </a:lnTo>
                  <a:lnTo>
                    <a:pt x="3645" y="1815"/>
                  </a:lnTo>
                  <a:cubicBezTo>
                    <a:pt x="3645" y="814"/>
                    <a:pt x="2830" y="0"/>
                    <a:pt x="1830"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3"/>
            <p:cNvSpPr/>
            <p:nvPr/>
          </p:nvSpPr>
          <p:spPr>
            <a:xfrm>
              <a:off x="5442161" y="3151777"/>
              <a:ext cx="296271" cy="23103"/>
            </a:xfrm>
            <a:custGeom>
              <a:avLst/>
              <a:gdLst/>
              <a:ahLst/>
              <a:cxnLst/>
              <a:rect l="l" t="t" r="r" b="b"/>
              <a:pathLst>
                <a:path w="7348" h="573" extrusionOk="0">
                  <a:moveTo>
                    <a:pt x="1" y="0"/>
                  </a:moveTo>
                  <a:lnTo>
                    <a:pt x="1" y="572"/>
                  </a:lnTo>
                  <a:lnTo>
                    <a:pt x="7348" y="572"/>
                  </a:lnTo>
                  <a:lnTo>
                    <a:pt x="734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3"/>
            <p:cNvSpPr/>
            <p:nvPr/>
          </p:nvSpPr>
          <p:spPr>
            <a:xfrm>
              <a:off x="5559731" y="2854425"/>
              <a:ext cx="23103" cy="23063"/>
            </a:xfrm>
            <a:custGeom>
              <a:avLst/>
              <a:gdLst/>
              <a:ahLst/>
              <a:cxnLst/>
              <a:rect l="l" t="t" r="r" b="b"/>
              <a:pathLst>
                <a:path w="573" h="572" extrusionOk="0">
                  <a:moveTo>
                    <a:pt x="1" y="0"/>
                  </a:moveTo>
                  <a:lnTo>
                    <a:pt x="1" y="572"/>
                  </a:lnTo>
                  <a:lnTo>
                    <a:pt x="572" y="572"/>
                  </a:lnTo>
                  <a:lnTo>
                    <a:pt x="572"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3"/>
            <p:cNvSpPr/>
            <p:nvPr/>
          </p:nvSpPr>
          <p:spPr>
            <a:xfrm>
              <a:off x="5597792" y="2904501"/>
              <a:ext cx="23063" cy="23103"/>
            </a:xfrm>
            <a:custGeom>
              <a:avLst/>
              <a:gdLst/>
              <a:ahLst/>
              <a:cxnLst/>
              <a:rect l="l" t="t" r="r" b="b"/>
              <a:pathLst>
                <a:path w="572" h="573" extrusionOk="0">
                  <a:moveTo>
                    <a:pt x="0" y="1"/>
                  </a:moveTo>
                  <a:lnTo>
                    <a:pt x="0" y="573"/>
                  </a:lnTo>
                  <a:lnTo>
                    <a:pt x="572" y="573"/>
                  </a:lnTo>
                  <a:lnTo>
                    <a:pt x="572"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2" name="Google Shape;2752;p63"/>
          <p:cNvGrpSpPr/>
          <p:nvPr/>
        </p:nvGrpSpPr>
        <p:grpSpPr>
          <a:xfrm>
            <a:off x="6025008" y="2937597"/>
            <a:ext cx="198188" cy="359499"/>
            <a:chOff x="6160845" y="2781770"/>
            <a:chExt cx="216717" cy="393110"/>
          </a:xfrm>
        </p:grpSpPr>
        <p:sp>
          <p:nvSpPr>
            <p:cNvPr id="2753" name="Google Shape;2753;p63"/>
            <p:cNvSpPr/>
            <p:nvPr/>
          </p:nvSpPr>
          <p:spPr>
            <a:xfrm>
              <a:off x="6269182" y="3008846"/>
              <a:ext cx="80116" cy="71528"/>
            </a:xfrm>
            <a:custGeom>
              <a:avLst/>
              <a:gdLst/>
              <a:ahLst/>
              <a:cxnLst/>
              <a:rect l="l" t="t" r="r" b="b"/>
              <a:pathLst>
                <a:path w="1987" h="1774" extrusionOk="0">
                  <a:moveTo>
                    <a:pt x="872" y="1"/>
                  </a:moveTo>
                  <a:cubicBezTo>
                    <a:pt x="529" y="1"/>
                    <a:pt x="214" y="157"/>
                    <a:pt x="0" y="401"/>
                  </a:cubicBezTo>
                  <a:lnTo>
                    <a:pt x="0" y="1773"/>
                  </a:lnTo>
                  <a:lnTo>
                    <a:pt x="829" y="1773"/>
                  </a:lnTo>
                  <a:cubicBezTo>
                    <a:pt x="1472" y="1773"/>
                    <a:pt x="1987" y="1258"/>
                    <a:pt x="1987" y="630"/>
                  </a:cubicBezTo>
                  <a:lnTo>
                    <a:pt x="1987"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3"/>
            <p:cNvSpPr/>
            <p:nvPr/>
          </p:nvSpPr>
          <p:spPr>
            <a:xfrm>
              <a:off x="6189632" y="3054971"/>
              <a:ext cx="79592" cy="71487"/>
            </a:xfrm>
            <a:custGeom>
              <a:avLst/>
              <a:gdLst/>
              <a:ahLst/>
              <a:cxnLst/>
              <a:rect l="l" t="t" r="r" b="b"/>
              <a:pathLst>
                <a:path w="1974" h="1773" extrusionOk="0">
                  <a:moveTo>
                    <a:pt x="1" y="0"/>
                  </a:moveTo>
                  <a:lnTo>
                    <a:pt x="1" y="629"/>
                  </a:lnTo>
                  <a:cubicBezTo>
                    <a:pt x="1" y="1258"/>
                    <a:pt x="516" y="1773"/>
                    <a:pt x="1144" y="1773"/>
                  </a:cubicBezTo>
                  <a:lnTo>
                    <a:pt x="1973" y="1773"/>
                  </a:lnTo>
                  <a:lnTo>
                    <a:pt x="1973" y="400"/>
                  </a:lnTo>
                  <a:cubicBezTo>
                    <a:pt x="1758" y="157"/>
                    <a:pt x="1459" y="0"/>
                    <a:pt x="11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63"/>
            <p:cNvSpPr/>
            <p:nvPr/>
          </p:nvSpPr>
          <p:spPr>
            <a:xfrm>
              <a:off x="6257650" y="2978285"/>
              <a:ext cx="23103" cy="185069"/>
            </a:xfrm>
            <a:custGeom>
              <a:avLst/>
              <a:gdLst/>
              <a:ahLst/>
              <a:cxnLst/>
              <a:rect l="l" t="t" r="r" b="b"/>
              <a:pathLst>
                <a:path w="573" h="4590" extrusionOk="0">
                  <a:moveTo>
                    <a:pt x="1" y="1"/>
                  </a:moveTo>
                  <a:lnTo>
                    <a:pt x="1" y="4589"/>
                  </a:lnTo>
                  <a:lnTo>
                    <a:pt x="572" y="4589"/>
                  </a:lnTo>
                  <a:lnTo>
                    <a:pt x="572"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63"/>
            <p:cNvSpPr/>
            <p:nvPr/>
          </p:nvSpPr>
          <p:spPr>
            <a:xfrm>
              <a:off x="6172376" y="3151777"/>
              <a:ext cx="193657" cy="23103"/>
            </a:xfrm>
            <a:custGeom>
              <a:avLst/>
              <a:gdLst/>
              <a:ahLst/>
              <a:cxnLst/>
              <a:rect l="l" t="t" r="r" b="b"/>
              <a:pathLst>
                <a:path w="4803" h="573" extrusionOk="0">
                  <a:moveTo>
                    <a:pt x="0" y="0"/>
                  </a:moveTo>
                  <a:lnTo>
                    <a:pt x="0" y="572"/>
                  </a:lnTo>
                  <a:lnTo>
                    <a:pt x="4803" y="572"/>
                  </a:lnTo>
                  <a:lnTo>
                    <a:pt x="480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3"/>
            <p:cNvSpPr/>
            <p:nvPr/>
          </p:nvSpPr>
          <p:spPr>
            <a:xfrm>
              <a:off x="6225395" y="2918371"/>
              <a:ext cx="87615" cy="65157"/>
            </a:xfrm>
            <a:custGeom>
              <a:avLst/>
              <a:gdLst/>
              <a:ahLst/>
              <a:cxnLst/>
              <a:rect l="l" t="t" r="r" b="b"/>
              <a:pathLst>
                <a:path w="2173" h="1616" extrusionOk="0">
                  <a:moveTo>
                    <a:pt x="0" y="0"/>
                  </a:moveTo>
                  <a:lnTo>
                    <a:pt x="0" y="529"/>
                  </a:lnTo>
                  <a:cubicBezTo>
                    <a:pt x="0" y="1130"/>
                    <a:pt x="500" y="1616"/>
                    <a:pt x="1100" y="1616"/>
                  </a:cubicBezTo>
                  <a:cubicBezTo>
                    <a:pt x="1700" y="1601"/>
                    <a:pt x="2173" y="1101"/>
                    <a:pt x="2173" y="515"/>
                  </a:cubicBezTo>
                  <a:lnTo>
                    <a:pt x="2173"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3"/>
            <p:cNvSpPr/>
            <p:nvPr/>
          </p:nvSpPr>
          <p:spPr>
            <a:xfrm>
              <a:off x="6160845" y="2781770"/>
              <a:ext cx="108380" cy="146442"/>
            </a:xfrm>
            <a:custGeom>
              <a:avLst/>
              <a:gdLst/>
              <a:ahLst/>
              <a:cxnLst/>
              <a:rect l="l" t="t" r="r" b="b"/>
              <a:pathLst>
                <a:path w="2688" h="3632" extrusionOk="0">
                  <a:moveTo>
                    <a:pt x="1098" y="1"/>
                  </a:moveTo>
                  <a:cubicBezTo>
                    <a:pt x="1089" y="1"/>
                    <a:pt x="1080" y="1"/>
                    <a:pt x="1072" y="1"/>
                  </a:cubicBezTo>
                  <a:cubicBezTo>
                    <a:pt x="486" y="15"/>
                    <a:pt x="0" y="516"/>
                    <a:pt x="0" y="1101"/>
                  </a:cubicBezTo>
                  <a:lnTo>
                    <a:pt x="0" y="1273"/>
                  </a:lnTo>
                  <a:cubicBezTo>
                    <a:pt x="0" y="2302"/>
                    <a:pt x="614" y="3216"/>
                    <a:pt x="1558" y="3617"/>
                  </a:cubicBezTo>
                  <a:lnTo>
                    <a:pt x="1601" y="3632"/>
                  </a:lnTo>
                  <a:lnTo>
                    <a:pt x="2687" y="3632"/>
                  </a:lnTo>
                  <a:lnTo>
                    <a:pt x="2687" y="3060"/>
                  </a:lnTo>
                  <a:cubicBezTo>
                    <a:pt x="2516" y="3060"/>
                    <a:pt x="2173" y="2574"/>
                    <a:pt x="2173" y="1673"/>
                  </a:cubicBezTo>
                  <a:lnTo>
                    <a:pt x="2173" y="1087"/>
                  </a:lnTo>
                  <a:cubicBezTo>
                    <a:pt x="2173" y="496"/>
                    <a:pt x="1686" y="1"/>
                    <a:pt x="1098"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63"/>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63"/>
            <p:cNvSpPr/>
            <p:nvPr/>
          </p:nvSpPr>
          <p:spPr>
            <a:xfrm>
              <a:off x="6269182" y="2781770"/>
              <a:ext cx="108380" cy="146442"/>
            </a:xfrm>
            <a:custGeom>
              <a:avLst/>
              <a:gdLst/>
              <a:ahLst/>
              <a:cxnLst/>
              <a:rect l="l" t="t" r="r" b="b"/>
              <a:pathLst>
                <a:path w="2688" h="3632" extrusionOk="0">
                  <a:moveTo>
                    <a:pt x="1603" y="1"/>
                  </a:moveTo>
                  <a:cubicBezTo>
                    <a:pt x="1000" y="1"/>
                    <a:pt x="515" y="496"/>
                    <a:pt x="515" y="1087"/>
                  </a:cubicBezTo>
                  <a:lnTo>
                    <a:pt x="515" y="1673"/>
                  </a:lnTo>
                  <a:cubicBezTo>
                    <a:pt x="515" y="2574"/>
                    <a:pt x="172" y="3060"/>
                    <a:pt x="0" y="3060"/>
                  </a:cubicBezTo>
                  <a:lnTo>
                    <a:pt x="0" y="3632"/>
                  </a:lnTo>
                  <a:lnTo>
                    <a:pt x="1087" y="3632"/>
                  </a:lnTo>
                  <a:lnTo>
                    <a:pt x="1144" y="3617"/>
                  </a:lnTo>
                  <a:cubicBezTo>
                    <a:pt x="2087" y="3216"/>
                    <a:pt x="2688" y="2302"/>
                    <a:pt x="2688" y="1273"/>
                  </a:cubicBezTo>
                  <a:lnTo>
                    <a:pt x="2688" y="1101"/>
                  </a:lnTo>
                  <a:cubicBezTo>
                    <a:pt x="2688" y="516"/>
                    <a:pt x="2215" y="15"/>
                    <a:pt x="1630" y="1"/>
                  </a:cubicBezTo>
                  <a:cubicBezTo>
                    <a:pt x="1621" y="1"/>
                    <a:pt x="1612" y="1"/>
                    <a:pt x="1603"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3"/>
            <p:cNvSpPr/>
            <p:nvPr/>
          </p:nvSpPr>
          <p:spPr>
            <a:xfrm>
              <a:off x="6225395" y="2781811"/>
              <a:ext cx="87615" cy="146402"/>
            </a:xfrm>
            <a:custGeom>
              <a:avLst/>
              <a:gdLst/>
              <a:ahLst/>
              <a:cxnLst/>
              <a:rect l="l" t="t" r="r" b="b"/>
              <a:pathLst>
                <a:path w="2173" h="3631" extrusionOk="0">
                  <a:moveTo>
                    <a:pt x="1086" y="0"/>
                  </a:moveTo>
                  <a:cubicBezTo>
                    <a:pt x="486" y="0"/>
                    <a:pt x="0" y="486"/>
                    <a:pt x="0" y="1086"/>
                  </a:cubicBezTo>
                  <a:lnTo>
                    <a:pt x="0" y="1672"/>
                  </a:lnTo>
                  <a:cubicBezTo>
                    <a:pt x="0" y="2158"/>
                    <a:pt x="100" y="2615"/>
                    <a:pt x="271" y="2973"/>
                  </a:cubicBezTo>
                  <a:cubicBezTo>
                    <a:pt x="543" y="3545"/>
                    <a:pt x="900" y="3631"/>
                    <a:pt x="1086" y="3631"/>
                  </a:cubicBezTo>
                  <a:cubicBezTo>
                    <a:pt x="1287" y="3631"/>
                    <a:pt x="1643" y="3545"/>
                    <a:pt x="1915" y="2973"/>
                  </a:cubicBezTo>
                  <a:cubicBezTo>
                    <a:pt x="2087" y="2615"/>
                    <a:pt x="2173" y="2158"/>
                    <a:pt x="2173" y="1672"/>
                  </a:cubicBezTo>
                  <a:lnTo>
                    <a:pt x="2173" y="1086"/>
                  </a:lnTo>
                  <a:cubicBezTo>
                    <a:pt x="2173" y="486"/>
                    <a:pt x="1687" y="0"/>
                    <a:pt x="1086"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2" name="Google Shape;2762;p63"/>
          <p:cNvGrpSpPr/>
          <p:nvPr/>
        </p:nvGrpSpPr>
        <p:grpSpPr>
          <a:xfrm>
            <a:off x="6585752" y="2937634"/>
            <a:ext cx="318358" cy="359462"/>
            <a:chOff x="6774014" y="2781811"/>
            <a:chExt cx="348123" cy="393070"/>
          </a:xfrm>
        </p:grpSpPr>
        <p:sp>
          <p:nvSpPr>
            <p:cNvPr id="2763" name="Google Shape;2763;p63"/>
            <p:cNvSpPr/>
            <p:nvPr/>
          </p:nvSpPr>
          <p:spPr>
            <a:xfrm>
              <a:off x="6973955" y="2948328"/>
              <a:ext cx="123984" cy="143539"/>
            </a:xfrm>
            <a:custGeom>
              <a:avLst/>
              <a:gdLst/>
              <a:ahLst/>
              <a:cxnLst/>
              <a:rect l="l" t="t" r="r" b="b"/>
              <a:pathLst>
                <a:path w="3075" h="3560" extrusionOk="0">
                  <a:moveTo>
                    <a:pt x="1" y="0"/>
                  </a:moveTo>
                  <a:lnTo>
                    <a:pt x="1" y="2531"/>
                  </a:lnTo>
                  <a:lnTo>
                    <a:pt x="1531" y="3560"/>
                  </a:lnTo>
                  <a:lnTo>
                    <a:pt x="3074" y="2531"/>
                  </a:lnTo>
                  <a:lnTo>
                    <a:pt x="3074" y="0"/>
                  </a:lnTo>
                  <a:lnTo>
                    <a:pt x="1531"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63"/>
            <p:cNvSpPr/>
            <p:nvPr/>
          </p:nvSpPr>
          <p:spPr>
            <a:xfrm>
              <a:off x="6973955" y="2781811"/>
              <a:ext cx="123984" cy="159627"/>
            </a:xfrm>
            <a:custGeom>
              <a:avLst/>
              <a:gdLst/>
              <a:ahLst/>
              <a:cxnLst/>
              <a:rect l="l" t="t" r="r" b="b"/>
              <a:pathLst>
                <a:path w="3075" h="3959" extrusionOk="0">
                  <a:moveTo>
                    <a:pt x="1" y="0"/>
                  </a:moveTo>
                  <a:lnTo>
                    <a:pt x="1" y="2930"/>
                  </a:lnTo>
                  <a:lnTo>
                    <a:pt x="1531" y="3959"/>
                  </a:lnTo>
                  <a:lnTo>
                    <a:pt x="3074" y="2930"/>
                  </a:lnTo>
                  <a:lnTo>
                    <a:pt x="3074" y="0"/>
                  </a:lnTo>
                  <a:lnTo>
                    <a:pt x="2503" y="0"/>
                  </a:lnTo>
                  <a:lnTo>
                    <a:pt x="2503" y="728"/>
                  </a:lnTo>
                  <a:lnTo>
                    <a:pt x="1531"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3"/>
            <p:cNvSpPr/>
            <p:nvPr/>
          </p:nvSpPr>
          <p:spPr>
            <a:xfrm>
              <a:off x="6973955" y="2872246"/>
              <a:ext cx="123984" cy="144708"/>
            </a:xfrm>
            <a:custGeom>
              <a:avLst/>
              <a:gdLst/>
              <a:ahLst/>
              <a:cxnLst/>
              <a:rect l="l" t="t" r="r" b="b"/>
              <a:pathLst>
                <a:path w="3075" h="3589" extrusionOk="0">
                  <a:moveTo>
                    <a:pt x="1" y="1"/>
                  </a:moveTo>
                  <a:lnTo>
                    <a:pt x="1" y="2560"/>
                  </a:lnTo>
                  <a:lnTo>
                    <a:pt x="1531" y="3589"/>
                  </a:lnTo>
                  <a:lnTo>
                    <a:pt x="3074" y="2560"/>
                  </a:lnTo>
                  <a:lnTo>
                    <a:pt x="3074" y="1"/>
                  </a:lnTo>
                  <a:lnTo>
                    <a:pt x="1531"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3"/>
            <p:cNvSpPr/>
            <p:nvPr/>
          </p:nvSpPr>
          <p:spPr>
            <a:xfrm>
              <a:off x="7024676" y="2781811"/>
              <a:ext cx="23103" cy="381548"/>
            </a:xfrm>
            <a:custGeom>
              <a:avLst/>
              <a:gdLst/>
              <a:ahLst/>
              <a:cxnLst/>
              <a:rect l="l" t="t" r="r" b="b"/>
              <a:pathLst>
                <a:path w="573" h="9463" extrusionOk="0">
                  <a:moveTo>
                    <a:pt x="0" y="0"/>
                  </a:moveTo>
                  <a:lnTo>
                    <a:pt x="0" y="9462"/>
                  </a:lnTo>
                  <a:lnTo>
                    <a:pt x="572" y="9462"/>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3"/>
            <p:cNvSpPr/>
            <p:nvPr/>
          </p:nvSpPr>
          <p:spPr>
            <a:xfrm>
              <a:off x="6798205" y="2948328"/>
              <a:ext cx="123379" cy="143539"/>
            </a:xfrm>
            <a:custGeom>
              <a:avLst/>
              <a:gdLst/>
              <a:ahLst/>
              <a:cxnLst/>
              <a:rect l="l" t="t" r="r" b="b"/>
              <a:pathLst>
                <a:path w="3060" h="3560" extrusionOk="0">
                  <a:moveTo>
                    <a:pt x="1" y="0"/>
                  </a:moveTo>
                  <a:lnTo>
                    <a:pt x="1" y="2531"/>
                  </a:lnTo>
                  <a:lnTo>
                    <a:pt x="1530" y="3560"/>
                  </a:lnTo>
                  <a:lnTo>
                    <a:pt x="3060" y="2531"/>
                  </a:lnTo>
                  <a:lnTo>
                    <a:pt x="3060" y="0"/>
                  </a:lnTo>
                  <a:lnTo>
                    <a:pt x="1530" y="1016"/>
                  </a:lnTo>
                  <a:lnTo>
                    <a:pt x="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63"/>
            <p:cNvSpPr/>
            <p:nvPr/>
          </p:nvSpPr>
          <p:spPr>
            <a:xfrm>
              <a:off x="6798205" y="2781811"/>
              <a:ext cx="123379" cy="159627"/>
            </a:xfrm>
            <a:custGeom>
              <a:avLst/>
              <a:gdLst/>
              <a:ahLst/>
              <a:cxnLst/>
              <a:rect l="l" t="t" r="r" b="b"/>
              <a:pathLst>
                <a:path w="3060" h="3959" extrusionOk="0">
                  <a:moveTo>
                    <a:pt x="1" y="0"/>
                  </a:moveTo>
                  <a:lnTo>
                    <a:pt x="1" y="2930"/>
                  </a:lnTo>
                  <a:lnTo>
                    <a:pt x="1530" y="3959"/>
                  </a:lnTo>
                  <a:lnTo>
                    <a:pt x="3060" y="2930"/>
                  </a:lnTo>
                  <a:lnTo>
                    <a:pt x="3060" y="0"/>
                  </a:lnTo>
                  <a:lnTo>
                    <a:pt x="2488" y="0"/>
                  </a:lnTo>
                  <a:lnTo>
                    <a:pt x="2488" y="728"/>
                  </a:lnTo>
                  <a:lnTo>
                    <a:pt x="1530" y="1372"/>
                  </a:lnTo>
                  <a:lnTo>
                    <a:pt x="572" y="728"/>
                  </a:lnTo>
                  <a:lnTo>
                    <a:pt x="57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63"/>
            <p:cNvSpPr/>
            <p:nvPr/>
          </p:nvSpPr>
          <p:spPr>
            <a:xfrm>
              <a:off x="6798205" y="2872246"/>
              <a:ext cx="123379" cy="144708"/>
            </a:xfrm>
            <a:custGeom>
              <a:avLst/>
              <a:gdLst/>
              <a:ahLst/>
              <a:cxnLst/>
              <a:rect l="l" t="t" r="r" b="b"/>
              <a:pathLst>
                <a:path w="3060" h="3589" extrusionOk="0">
                  <a:moveTo>
                    <a:pt x="1" y="1"/>
                  </a:moveTo>
                  <a:lnTo>
                    <a:pt x="1" y="2560"/>
                  </a:lnTo>
                  <a:lnTo>
                    <a:pt x="1530" y="3589"/>
                  </a:lnTo>
                  <a:lnTo>
                    <a:pt x="3060" y="2560"/>
                  </a:lnTo>
                  <a:lnTo>
                    <a:pt x="3060" y="1"/>
                  </a:lnTo>
                  <a:lnTo>
                    <a:pt x="1530" y="1030"/>
                  </a:lnTo>
                  <a:lnTo>
                    <a:pt x="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63"/>
            <p:cNvSpPr/>
            <p:nvPr/>
          </p:nvSpPr>
          <p:spPr>
            <a:xfrm>
              <a:off x="6847757" y="2781811"/>
              <a:ext cx="23103" cy="381548"/>
            </a:xfrm>
            <a:custGeom>
              <a:avLst/>
              <a:gdLst/>
              <a:ahLst/>
              <a:cxnLst/>
              <a:rect l="l" t="t" r="r" b="b"/>
              <a:pathLst>
                <a:path w="573" h="9463" extrusionOk="0">
                  <a:moveTo>
                    <a:pt x="1" y="0"/>
                  </a:moveTo>
                  <a:lnTo>
                    <a:pt x="1" y="9462"/>
                  </a:lnTo>
                  <a:lnTo>
                    <a:pt x="573" y="9462"/>
                  </a:lnTo>
                  <a:lnTo>
                    <a:pt x="5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3"/>
            <p:cNvSpPr/>
            <p:nvPr/>
          </p:nvSpPr>
          <p:spPr>
            <a:xfrm>
              <a:off x="6774014" y="3151777"/>
              <a:ext cx="348123" cy="23103"/>
            </a:xfrm>
            <a:custGeom>
              <a:avLst/>
              <a:gdLst/>
              <a:ahLst/>
              <a:cxnLst/>
              <a:rect l="l" t="t" r="r" b="b"/>
              <a:pathLst>
                <a:path w="8634" h="573" extrusionOk="0">
                  <a:moveTo>
                    <a:pt x="0" y="0"/>
                  </a:moveTo>
                  <a:lnTo>
                    <a:pt x="0" y="572"/>
                  </a:lnTo>
                  <a:lnTo>
                    <a:pt x="8634" y="572"/>
                  </a:lnTo>
                  <a:lnTo>
                    <a:pt x="8634"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2" name="Google Shape;2772;p63"/>
          <p:cNvGrpSpPr/>
          <p:nvPr/>
        </p:nvGrpSpPr>
        <p:grpSpPr>
          <a:xfrm>
            <a:off x="7186021" y="2977676"/>
            <a:ext cx="359988" cy="279340"/>
            <a:chOff x="7430405" y="2825597"/>
            <a:chExt cx="393644" cy="305457"/>
          </a:xfrm>
        </p:grpSpPr>
        <p:sp>
          <p:nvSpPr>
            <p:cNvPr id="2773" name="Google Shape;2773;p63"/>
            <p:cNvSpPr/>
            <p:nvPr/>
          </p:nvSpPr>
          <p:spPr>
            <a:xfrm>
              <a:off x="7714532" y="2950061"/>
              <a:ext cx="108945" cy="169465"/>
            </a:xfrm>
            <a:custGeom>
              <a:avLst/>
              <a:gdLst/>
              <a:ahLst/>
              <a:cxnLst/>
              <a:rect l="l" t="t" r="r" b="b"/>
              <a:pathLst>
                <a:path w="2702" h="4203" extrusionOk="0">
                  <a:moveTo>
                    <a:pt x="2701" y="1"/>
                  </a:moveTo>
                  <a:lnTo>
                    <a:pt x="2087" y="157"/>
                  </a:lnTo>
                  <a:cubicBezTo>
                    <a:pt x="858" y="487"/>
                    <a:pt x="0" y="1602"/>
                    <a:pt x="0" y="2873"/>
                  </a:cubicBezTo>
                  <a:lnTo>
                    <a:pt x="0" y="4203"/>
                  </a:lnTo>
                  <a:lnTo>
                    <a:pt x="1715" y="4203"/>
                  </a:lnTo>
                  <a:lnTo>
                    <a:pt x="1715" y="2816"/>
                  </a:lnTo>
                  <a:cubicBezTo>
                    <a:pt x="1715" y="2516"/>
                    <a:pt x="1786" y="2216"/>
                    <a:pt x="1901" y="1930"/>
                  </a:cubicBezTo>
                  <a:lnTo>
                    <a:pt x="270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63"/>
            <p:cNvSpPr/>
            <p:nvPr/>
          </p:nvSpPr>
          <p:spPr>
            <a:xfrm>
              <a:off x="7430969" y="2950061"/>
              <a:ext cx="108420" cy="169465"/>
            </a:xfrm>
            <a:custGeom>
              <a:avLst/>
              <a:gdLst/>
              <a:ahLst/>
              <a:cxnLst/>
              <a:rect l="l" t="t" r="r" b="b"/>
              <a:pathLst>
                <a:path w="2689" h="4203" extrusionOk="0">
                  <a:moveTo>
                    <a:pt x="1" y="1"/>
                  </a:moveTo>
                  <a:lnTo>
                    <a:pt x="801" y="1930"/>
                  </a:lnTo>
                  <a:cubicBezTo>
                    <a:pt x="916" y="2216"/>
                    <a:pt x="973" y="2516"/>
                    <a:pt x="973" y="2816"/>
                  </a:cubicBezTo>
                  <a:lnTo>
                    <a:pt x="973" y="4203"/>
                  </a:lnTo>
                  <a:lnTo>
                    <a:pt x="2688" y="4203"/>
                  </a:lnTo>
                  <a:lnTo>
                    <a:pt x="2688" y="2873"/>
                  </a:lnTo>
                  <a:cubicBezTo>
                    <a:pt x="2688" y="1602"/>
                    <a:pt x="1830" y="487"/>
                    <a:pt x="615" y="157"/>
                  </a:cubicBezTo>
                  <a:lnTo>
                    <a:pt x="1"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63"/>
            <p:cNvSpPr/>
            <p:nvPr/>
          </p:nvSpPr>
          <p:spPr>
            <a:xfrm>
              <a:off x="7667278" y="2896437"/>
              <a:ext cx="111243" cy="223091"/>
            </a:xfrm>
            <a:custGeom>
              <a:avLst/>
              <a:gdLst/>
              <a:ahLst/>
              <a:cxnLst/>
              <a:rect l="l" t="t" r="r" b="b"/>
              <a:pathLst>
                <a:path w="2759" h="5533" extrusionOk="0">
                  <a:moveTo>
                    <a:pt x="2758" y="1"/>
                  </a:moveTo>
                  <a:lnTo>
                    <a:pt x="2129" y="159"/>
                  </a:lnTo>
                  <a:cubicBezTo>
                    <a:pt x="872" y="487"/>
                    <a:pt x="0" y="1630"/>
                    <a:pt x="0" y="2917"/>
                  </a:cubicBezTo>
                  <a:lnTo>
                    <a:pt x="0" y="5533"/>
                  </a:lnTo>
                  <a:lnTo>
                    <a:pt x="1744" y="5533"/>
                  </a:lnTo>
                  <a:lnTo>
                    <a:pt x="1744" y="2860"/>
                  </a:lnTo>
                  <a:cubicBezTo>
                    <a:pt x="1744" y="2545"/>
                    <a:pt x="1815" y="2246"/>
                    <a:pt x="1929" y="1945"/>
                  </a:cubicBezTo>
                  <a:lnTo>
                    <a:pt x="2758"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3"/>
            <p:cNvSpPr/>
            <p:nvPr/>
          </p:nvSpPr>
          <p:spPr>
            <a:xfrm>
              <a:off x="7475925" y="2895308"/>
              <a:ext cx="111243" cy="224220"/>
            </a:xfrm>
            <a:custGeom>
              <a:avLst/>
              <a:gdLst/>
              <a:ahLst/>
              <a:cxnLst/>
              <a:rect l="l" t="t" r="r" b="b"/>
              <a:pathLst>
                <a:path w="2759" h="5561" extrusionOk="0">
                  <a:moveTo>
                    <a:pt x="1" y="0"/>
                  </a:moveTo>
                  <a:lnTo>
                    <a:pt x="815" y="1973"/>
                  </a:lnTo>
                  <a:cubicBezTo>
                    <a:pt x="944" y="2259"/>
                    <a:pt x="1001" y="2559"/>
                    <a:pt x="1001" y="2888"/>
                  </a:cubicBezTo>
                  <a:lnTo>
                    <a:pt x="1001" y="5561"/>
                  </a:lnTo>
                  <a:lnTo>
                    <a:pt x="2759" y="5561"/>
                  </a:lnTo>
                  <a:lnTo>
                    <a:pt x="2759" y="2945"/>
                  </a:lnTo>
                  <a:cubicBezTo>
                    <a:pt x="2759" y="1645"/>
                    <a:pt x="1873" y="501"/>
                    <a:pt x="615" y="172"/>
                  </a:cubicBezTo>
                  <a:lnTo>
                    <a:pt x="1"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3"/>
            <p:cNvSpPr/>
            <p:nvPr/>
          </p:nvSpPr>
          <p:spPr>
            <a:xfrm>
              <a:off x="7519751" y="2825597"/>
              <a:ext cx="213817" cy="293933"/>
            </a:xfrm>
            <a:custGeom>
              <a:avLst/>
              <a:gdLst/>
              <a:ahLst/>
              <a:cxnLst/>
              <a:rect l="l" t="t" r="r" b="b"/>
              <a:pathLst>
                <a:path w="5303" h="7290" extrusionOk="0">
                  <a:moveTo>
                    <a:pt x="0" y="0"/>
                  </a:moveTo>
                  <a:lnTo>
                    <a:pt x="871" y="2101"/>
                  </a:lnTo>
                  <a:cubicBezTo>
                    <a:pt x="1014" y="2415"/>
                    <a:pt x="1086" y="2758"/>
                    <a:pt x="1086" y="3101"/>
                  </a:cubicBezTo>
                  <a:lnTo>
                    <a:pt x="1086" y="7290"/>
                  </a:lnTo>
                  <a:lnTo>
                    <a:pt x="4231" y="7290"/>
                  </a:lnTo>
                  <a:lnTo>
                    <a:pt x="4231" y="3101"/>
                  </a:lnTo>
                  <a:cubicBezTo>
                    <a:pt x="4231" y="2758"/>
                    <a:pt x="4288" y="2415"/>
                    <a:pt x="4431" y="2101"/>
                  </a:cubicBezTo>
                  <a:lnTo>
                    <a:pt x="5302" y="0"/>
                  </a:lnTo>
                  <a:lnTo>
                    <a:pt x="4745" y="157"/>
                  </a:lnTo>
                  <a:cubicBezTo>
                    <a:pt x="3802" y="401"/>
                    <a:pt x="3044" y="1058"/>
                    <a:pt x="2659" y="1916"/>
                  </a:cubicBezTo>
                  <a:cubicBezTo>
                    <a:pt x="2272" y="1058"/>
                    <a:pt x="1515" y="401"/>
                    <a:pt x="557" y="157"/>
                  </a:cubicBezTo>
                  <a:lnTo>
                    <a:pt x="0"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3"/>
            <p:cNvSpPr/>
            <p:nvPr/>
          </p:nvSpPr>
          <p:spPr>
            <a:xfrm>
              <a:off x="7430405" y="3107991"/>
              <a:ext cx="393644" cy="23063"/>
            </a:xfrm>
            <a:custGeom>
              <a:avLst/>
              <a:gdLst/>
              <a:ahLst/>
              <a:cxnLst/>
              <a:rect l="l" t="t" r="r" b="b"/>
              <a:pathLst>
                <a:path w="9763" h="572" extrusionOk="0">
                  <a:moveTo>
                    <a:pt x="0" y="0"/>
                  </a:moveTo>
                  <a:lnTo>
                    <a:pt x="0" y="572"/>
                  </a:lnTo>
                  <a:lnTo>
                    <a:pt x="9763" y="572"/>
                  </a:lnTo>
                  <a:lnTo>
                    <a:pt x="976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9" name="Google Shape;2779;p63"/>
          <p:cNvGrpSpPr/>
          <p:nvPr/>
        </p:nvGrpSpPr>
        <p:grpSpPr>
          <a:xfrm>
            <a:off x="1614356" y="3590594"/>
            <a:ext cx="327355" cy="359462"/>
            <a:chOff x="1337824" y="3495818"/>
            <a:chExt cx="357961" cy="393070"/>
          </a:xfrm>
        </p:grpSpPr>
        <p:sp>
          <p:nvSpPr>
            <p:cNvPr id="2780" name="Google Shape;2780;p63"/>
            <p:cNvSpPr/>
            <p:nvPr/>
          </p:nvSpPr>
          <p:spPr>
            <a:xfrm>
              <a:off x="1582156" y="3645643"/>
              <a:ext cx="102614" cy="135475"/>
            </a:xfrm>
            <a:custGeom>
              <a:avLst/>
              <a:gdLst/>
              <a:ahLst/>
              <a:cxnLst/>
              <a:rect l="l" t="t" r="r" b="b"/>
              <a:pathLst>
                <a:path w="2545" h="3360" extrusionOk="0">
                  <a:moveTo>
                    <a:pt x="1" y="0"/>
                  </a:moveTo>
                  <a:lnTo>
                    <a:pt x="1" y="3360"/>
                  </a:lnTo>
                  <a:lnTo>
                    <a:pt x="2488" y="2059"/>
                  </a:lnTo>
                  <a:lnTo>
                    <a:pt x="2545" y="1515"/>
                  </a:lnTo>
                  <a:lnTo>
                    <a:pt x="1" y="0"/>
                  </a:lnTo>
                  <a:close/>
                </a:path>
              </a:pathLst>
            </a:custGeom>
            <a:solidFill>
              <a:srgbClr val="4895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3"/>
            <p:cNvSpPr/>
            <p:nvPr/>
          </p:nvSpPr>
          <p:spPr>
            <a:xfrm>
              <a:off x="1582156" y="3645643"/>
              <a:ext cx="102614" cy="135475"/>
            </a:xfrm>
            <a:custGeom>
              <a:avLst/>
              <a:gdLst/>
              <a:ahLst/>
              <a:cxnLst/>
              <a:rect l="l" t="t" r="r" b="b"/>
              <a:pathLst>
                <a:path w="2545" h="3360" extrusionOk="0">
                  <a:moveTo>
                    <a:pt x="1" y="0"/>
                  </a:moveTo>
                  <a:lnTo>
                    <a:pt x="1" y="3360"/>
                  </a:lnTo>
                  <a:lnTo>
                    <a:pt x="2488" y="2059"/>
                  </a:lnTo>
                  <a:lnTo>
                    <a:pt x="2545" y="1515"/>
                  </a:lnTo>
                  <a:lnTo>
                    <a:pt x="1"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63"/>
            <p:cNvSpPr/>
            <p:nvPr/>
          </p:nvSpPr>
          <p:spPr>
            <a:xfrm>
              <a:off x="1348790" y="3614517"/>
              <a:ext cx="102010" cy="135516"/>
            </a:xfrm>
            <a:custGeom>
              <a:avLst/>
              <a:gdLst/>
              <a:ahLst/>
              <a:cxnLst/>
              <a:rect l="l" t="t" r="r" b="b"/>
              <a:pathLst>
                <a:path w="2530" h="3361" extrusionOk="0">
                  <a:moveTo>
                    <a:pt x="2530" y="1"/>
                  </a:moveTo>
                  <a:lnTo>
                    <a:pt x="0" y="1530"/>
                  </a:lnTo>
                  <a:lnTo>
                    <a:pt x="29" y="2059"/>
                  </a:lnTo>
                  <a:lnTo>
                    <a:pt x="2530" y="3360"/>
                  </a:lnTo>
                  <a:lnTo>
                    <a:pt x="2530"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63"/>
            <p:cNvSpPr/>
            <p:nvPr/>
          </p:nvSpPr>
          <p:spPr>
            <a:xfrm>
              <a:off x="1427735" y="3495818"/>
              <a:ext cx="177529" cy="138943"/>
            </a:xfrm>
            <a:custGeom>
              <a:avLst/>
              <a:gdLst/>
              <a:ahLst/>
              <a:cxnLst/>
              <a:rect l="l" t="t" r="r" b="b"/>
              <a:pathLst>
                <a:path w="4403" h="3446" extrusionOk="0">
                  <a:moveTo>
                    <a:pt x="2201" y="0"/>
                  </a:moveTo>
                  <a:lnTo>
                    <a:pt x="0" y="1559"/>
                  </a:lnTo>
                  <a:lnTo>
                    <a:pt x="0" y="2102"/>
                  </a:lnTo>
                  <a:lnTo>
                    <a:pt x="2201" y="3445"/>
                  </a:lnTo>
                  <a:lnTo>
                    <a:pt x="4402" y="2102"/>
                  </a:lnTo>
                  <a:lnTo>
                    <a:pt x="4402" y="1559"/>
                  </a:lnTo>
                  <a:lnTo>
                    <a:pt x="2201"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3"/>
            <p:cNvSpPr/>
            <p:nvPr/>
          </p:nvSpPr>
          <p:spPr>
            <a:xfrm>
              <a:off x="1582156" y="3706727"/>
              <a:ext cx="102614" cy="170634"/>
            </a:xfrm>
            <a:custGeom>
              <a:avLst/>
              <a:gdLst/>
              <a:ahLst/>
              <a:cxnLst/>
              <a:rect l="l" t="t" r="r" b="b"/>
              <a:pathLst>
                <a:path w="2545" h="4232" extrusionOk="0">
                  <a:moveTo>
                    <a:pt x="2545" y="0"/>
                  </a:moveTo>
                  <a:lnTo>
                    <a:pt x="1" y="1187"/>
                  </a:lnTo>
                  <a:lnTo>
                    <a:pt x="1" y="4231"/>
                  </a:lnTo>
                  <a:lnTo>
                    <a:pt x="2145" y="4231"/>
                  </a:lnTo>
                  <a:lnTo>
                    <a:pt x="2545" y="0"/>
                  </a:lnTo>
                  <a:close/>
                </a:path>
              </a:pathLst>
            </a:custGeom>
            <a:solidFill>
              <a:srgbClr val="5ECE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3"/>
            <p:cNvSpPr/>
            <p:nvPr/>
          </p:nvSpPr>
          <p:spPr>
            <a:xfrm>
              <a:off x="1582156" y="3706727"/>
              <a:ext cx="102614" cy="170634"/>
            </a:xfrm>
            <a:custGeom>
              <a:avLst/>
              <a:gdLst/>
              <a:ahLst/>
              <a:cxnLst/>
              <a:rect l="l" t="t" r="r" b="b"/>
              <a:pathLst>
                <a:path w="2545" h="4232" extrusionOk="0">
                  <a:moveTo>
                    <a:pt x="2545" y="0"/>
                  </a:moveTo>
                  <a:lnTo>
                    <a:pt x="1" y="1187"/>
                  </a:lnTo>
                  <a:lnTo>
                    <a:pt x="1" y="4231"/>
                  </a:lnTo>
                  <a:lnTo>
                    <a:pt x="2145" y="4231"/>
                  </a:lnTo>
                  <a:lnTo>
                    <a:pt x="2545"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3"/>
            <p:cNvSpPr/>
            <p:nvPr/>
          </p:nvSpPr>
          <p:spPr>
            <a:xfrm>
              <a:off x="1348790" y="3676205"/>
              <a:ext cx="102010" cy="201156"/>
            </a:xfrm>
            <a:custGeom>
              <a:avLst/>
              <a:gdLst/>
              <a:ahLst/>
              <a:cxnLst/>
              <a:rect l="l" t="t" r="r" b="b"/>
              <a:pathLst>
                <a:path w="2530" h="4989" extrusionOk="0">
                  <a:moveTo>
                    <a:pt x="0" y="0"/>
                  </a:moveTo>
                  <a:lnTo>
                    <a:pt x="386" y="4988"/>
                  </a:lnTo>
                  <a:lnTo>
                    <a:pt x="2530" y="4988"/>
                  </a:lnTo>
                  <a:lnTo>
                    <a:pt x="2530" y="1186"/>
                  </a:lnTo>
                  <a:lnTo>
                    <a:pt x="0"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3"/>
            <p:cNvSpPr/>
            <p:nvPr/>
          </p:nvSpPr>
          <p:spPr>
            <a:xfrm>
              <a:off x="1427735" y="3558635"/>
              <a:ext cx="177529" cy="318730"/>
            </a:xfrm>
            <a:custGeom>
              <a:avLst/>
              <a:gdLst/>
              <a:ahLst/>
              <a:cxnLst/>
              <a:rect l="l" t="t" r="r" b="b"/>
              <a:pathLst>
                <a:path w="4403" h="7905" extrusionOk="0">
                  <a:moveTo>
                    <a:pt x="0" y="1"/>
                  </a:moveTo>
                  <a:lnTo>
                    <a:pt x="0" y="7904"/>
                  </a:lnTo>
                  <a:lnTo>
                    <a:pt x="4402" y="7904"/>
                  </a:lnTo>
                  <a:lnTo>
                    <a:pt x="4402" y="1"/>
                  </a:lnTo>
                  <a:lnTo>
                    <a:pt x="2201" y="1215"/>
                  </a:ln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3"/>
            <p:cNvSpPr/>
            <p:nvPr/>
          </p:nvSpPr>
          <p:spPr>
            <a:xfrm>
              <a:off x="1337824" y="3865785"/>
              <a:ext cx="357961" cy="23103"/>
            </a:xfrm>
            <a:custGeom>
              <a:avLst/>
              <a:gdLst/>
              <a:ahLst/>
              <a:cxnLst/>
              <a:rect l="l" t="t" r="r" b="b"/>
              <a:pathLst>
                <a:path w="8878" h="573" extrusionOk="0">
                  <a:moveTo>
                    <a:pt x="0" y="0"/>
                  </a:moveTo>
                  <a:lnTo>
                    <a:pt x="0" y="572"/>
                  </a:lnTo>
                  <a:lnTo>
                    <a:pt x="8877" y="572"/>
                  </a:lnTo>
                  <a:lnTo>
                    <a:pt x="8877"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9" name="Google Shape;2789;p63"/>
          <p:cNvGrpSpPr/>
          <p:nvPr/>
        </p:nvGrpSpPr>
        <p:grpSpPr>
          <a:xfrm>
            <a:off x="2265729" y="3590594"/>
            <a:ext cx="266733" cy="359465"/>
            <a:chOff x="2050096" y="3495818"/>
            <a:chExt cx="291671" cy="393073"/>
          </a:xfrm>
        </p:grpSpPr>
        <p:sp>
          <p:nvSpPr>
            <p:cNvPr id="2790" name="Google Shape;2790;p63"/>
            <p:cNvSpPr/>
            <p:nvPr/>
          </p:nvSpPr>
          <p:spPr>
            <a:xfrm>
              <a:off x="2136540" y="3737288"/>
              <a:ext cx="71528" cy="151603"/>
            </a:xfrm>
            <a:custGeom>
              <a:avLst/>
              <a:gdLst/>
              <a:ahLst/>
              <a:cxnLst/>
              <a:rect l="l" t="t" r="r" b="b"/>
              <a:pathLst>
                <a:path w="1774" h="3760" extrusionOk="0">
                  <a:moveTo>
                    <a:pt x="1202" y="1"/>
                  </a:moveTo>
                  <a:lnTo>
                    <a:pt x="1202" y="2002"/>
                  </a:lnTo>
                  <a:cubicBezTo>
                    <a:pt x="1202" y="2659"/>
                    <a:pt x="658" y="3187"/>
                    <a:pt x="1" y="3187"/>
                  </a:cubicBezTo>
                  <a:lnTo>
                    <a:pt x="1" y="3759"/>
                  </a:lnTo>
                  <a:cubicBezTo>
                    <a:pt x="973" y="3759"/>
                    <a:pt x="1773" y="2974"/>
                    <a:pt x="1773" y="2002"/>
                  </a:cubicBezTo>
                  <a:lnTo>
                    <a:pt x="1773"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3"/>
            <p:cNvSpPr/>
            <p:nvPr/>
          </p:nvSpPr>
          <p:spPr>
            <a:xfrm>
              <a:off x="2050096" y="3495818"/>
              <a:ext cx="145878" cy="145837"/>
            </a:xfrm>
            <a:custGeom>
              <a:avLst/>
              <a:gdLst/>
              <a:ahLst/>
              <a:cxnLst/>
              <a:rect l="l" t="t" r="r" b="b"/>
              <a:pathLst>
                <a:path w="3618" h="3617" extrusionOk="0">
                  <a:moveTo>
                    <a:pt x="2459" y="0"/>
                  </a:moveTo>
                  <a:cubicBezTo>
                    <a:pt x="2160" y="0"/>
                    <a:pt x="1888" y="114"/>
                    <a:pt x="1659" y="315"/>
                  </a:cubicBezTo>
                  <a:cubicBezTo>
                    <a:pt x="1430" y="529"/>
                    <a:pt x="1302" y="829"/>
                    <a:pt x="1287" y="1158"/>
                  </a:cubicBezTo>
                  <a:cubicBezTo>
                    <a:pt x="1287" y="1201"/>
                    <a:pt x="1287" y="1244"/>
                    <a:pt x="1302" y="1301"/>
                  </a:cubicBezTo>
                  <a:cubicBezTo>
                    <a:pt x="1259" y="1286"/>
                    <a:pt x="1216" y="1286"/>
                    <a:pt x="1173" y="1286"/>
                  </a:cubicBezTo>
                  <a:cubicBezTo>
                    <a:pt x="873" y="1286"/>
                    <a:pt x="573" y="1401"/>
                    <a:pt x="359" y="1616"/>
                  </a:cubicBezTo>
                  <a:cubicBezTo>
                    <a:pt x="130" y="1830"/>
                    <a:pt x="1" y="2130"/>
                    <a:pt x="1" y="2445"/>
                  </a:cubicBezTo>
                  <a:cubicBezTo>
                    <a:pt x="1" y="2773"/>
                    <a:pt x="115" y="3074"/>
                    <a:pt x="344" y="3288"/>
                  </a:cubicBezTo>
                  <a:lnTo>
                    <a:pt x="373" y="3316"/>
                  </a:lnTo>
                  <a:cubicBezTo>
                    <a:pt x="573" y="3503"/>
                    <a:pt x="845" y="3617"/>
                    <a:pt x="1131" y="3617"/>
                  </a:cubicBezTo>
                  <a:lnTo>
                    <a:pt x="3618" y="3617"/>
                  </a:lnTo>
                  <a:lnTo>
                    <a:pt x="3618" y="1130"/>
                  </a:lnTo>
                  <a:cubicBezTo>
                    <a:pt x="3618" y="829"/>
                    <a:pt x="3503" y="558"/>
                    <a:pt x="3303" y="358"/>
                  </a:cubicBezTo>
                  <a:cubicBezTo>
                    <a:pt x="3288" y="343"/>
                    <a:pt x="3288" y="329"/>
                    <a:pt x="3275" y="329"/>
                  </a:cubicBezTo>
                  <a:cubicBezTo>
                    <a:pt x="3060" y="114"/>
                    <a:pt x="2774" y="0"/>
                    <a:pt x="245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3"/>
            <p:cNvSpPr/>
            <p:nvPr/>
          </p:nvSpPr>
          <p:spPr>
            <a:xfrm>
              <a:off x="2050096" y="3641612"/>
              <a:ext cx="145878" cy="145273"/>
            </a:xfrm>
            <a:custGeom>
              <a:avLst/>
              <a:gdLst/>
              <a:ahLst/>
              <a:cxnLst/>
              <a:rect l="l" t="t" r="r" b="b"/>
              <a:pathLst>
                <a:path w="3618" h="3603" extrusionOk="0">
                  <a:moveTo>
                    <a:pt x="1131" y="1"/>
                  </a:moveTo>
                  <a:cubicBezTo>
                    <a:pt x="845" y="1"/>
                    <a:pt x="559" y="100"/>
                    <a:pt x="359" y="300"/>
                  </a:cubicBezTo>
                  <a:cubicBezTo>
                    <a:pt x="344" y="315"/>
                    <a:pt x="344" y="329"/>
                    <a:pt x="330" y="329"/>
                  </a:cubicBezTo>
                  <a:cubicBezTo>
                    <a:pt x="115" y="558"/>
                    <a:pt x="1" y="844"/>
                    <a:pt x="1" y="1144"/>
                  </a:cubicBezTo>
                  <a:cubicBezTo>
                    <a:pt x="1" y="1444"/>
                    <a:pt x="115" y="1730"/>
                    <a:pt x="315" y="1945"/>
                  </a:cubicBezTo>
                  <a:cubicBezTo>
                    <a:pt x="530" y="2187"/>
                    <a:pt x="830" y="2316"/>
                    <a:pt x="1159" y="2316"/>
                  </a:cubicBezTo>
                  <a:lnTo>
                    <a:pt x="1302" y="2316"/>
                  </a:lnTo>
                  <a:cubicBezTo>
                    <a:pt x="1287" y="2359"/>
                    <a:pt x="1287" y="2402"/>
                    <a:pt x="1287" y="2431"/>
                  </a:cubicBezTo>
                  <a:cubicBezTo>
                    <a:pt x="1287" y="2745"/>
                    <a:pt x="1402" y="3031"/>
                    <a:pt x="1617" y="3245"/>
                  </a:cubicBezTo>
                  <a:cubicBezTo>
                    <a:pt x="1845" y="3474"/>
                    <a:pt x="2131" y="3603"/>
                    <a:pt x="2459" y="3603"/>
                  </a:cubicBezTo>
                  <a:cubicBezTo>
                    <a:pt x="2774" y="3603"/>
                    <a:pt x="3075" y="3488"/>
                    <a:pt x="3288" y="3260"/>
                  </a:cubicBezTo>
                  <a:cubicBezTo>
                    <a:pt x="3303" y="3245"/>
                    <a:pt x="3317" y="3245"/>
                    <a:pt x="3317" y="3231"/>
                  </a:cubicBezTo>
                  <a:cubicBezTo>
                    <a:pt x="3517" y="3031"/>
                    <a:pt x="3618" y="2759"/>
                    <a:pt x="3618" y="2473"/>
                  </a:cubicBezTo>
                  <a:lnTo>
                    <a:pt x="3618"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00AA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3"/>
            <p:cNvSpPr/>
            <p:nvPr/>
          </p:nvSpPr>
          <p:spPr>
            <a:xfrm>
              <a:off x="2195930" y="3641612"/>
              <a:ext cx="145837" cy="145273"/>
            </a:xfrm>
            <a:custGeom>
              <a:avLst/>
              <a:gdLst/>
              <a:ahLst/>
              <a:cxnLst/>
              <a:rect l="l" t="t" r="r" b="b"/>
              <a:pathLst>
                <a:path w="3617" h="3603" extrusionOk="0">
                  <a:moveTo>
                    <a:pt x="1" y="1"/>
                  </a:moveTo>
                  <a:lnTo>
                    <a:pt x="1" y="2473"/>
                  </a:lnTo>
                  <a:cubicBezTo>
                    <a:pt x="1" y="2774"/>
                    <a:pt x="100" y="3045"/>
                    <a:pt x="300" y="3245"/>
                  </a:cubicBezTo>
                  <a:lnTo>
                    <a:pt x="344" y="3288"/>
                  </a:lnTo>
                  <a:cubicBezTo>
                    <a:pt x="558" y="3488"/>
                    <a:pt x="844" y="3603"/>
                    <a:pt x="1144" y="3603"/>
                  </a:cubicBezTo>
                  <a:cubicBezTo>
                    <a:pt x="1444" y="3603"/>
                    <a:pt x="1730" y="3488"/>
                    <a:pt x="1945" y="3288"/>
                  </a:cubicBezTo>
                  <a:cubicBezTo>
                    <a:pt x="2187" y="3073"/>
                    <a:pt x="2316" y="2774"/>
                    <a:pt x="2316" y="2459"/>
                  </a:cubicBezTo>
                  <a:lnTo>
                    <a:pt x="2316" y="2316"/>
                  </a:lnTo>
                  <a:lnTo>
                    <a:pt x="2444" y="2316"/>
                  </a:lnTo>
                  <a:cubicBezTo>
                    <a:pt x="2745" y="2316"/>
                    <a:pt x="3031" y="2202"/>
                    <a:pt x="3245" y="1987"/>
                  </a:cubicBezTo>
                  <a:cubicBezTo>
                    <a:pt x="3473" y="1773"/>
                    <a:pt x="3603" y="1473"/>
                    <a:pt x="3603" y="1158"/>
                  </a:cubicBezTo>
                  <a:cubicBezTo>
                    <a:pt x="3616" y="844"/>
                    <a:pt x="3488" y="544"/>
                    <a:pt x="3260" y="315"/>
                  </a:cubicBezTo>
                  <a:cubicBezTo>
                    <a:pt x="3260" y="300"/>
                    <a:pt x="3245" y="300"/>
                    <a:pt x="3231" y="287"/>
                  </a:cubicBezTo>
                  <a:cubicBezTo>
                    <a:pt x="3031" y="100"/>
                    <a:pt x="2759" y="1"/>
                    <a:pt x="2473" y="1"/>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3"/>
            <p:cNvSpPr/>
            <p:nvPr/>
          </p:nvSpPr>
          <p:spPr>
            <a:xfrm>
              <a:off x="2195930" y="3495818"/>
              <a:ext cx="145273" cy="145837"/>
            </a:xfrm>
            <a:custGeom>
              <a:avLst/>
              <a:gdLst/>
              <a:ahLst/>
              <a:cxnLst/>
              <a:rect l="l" t="t" r="r" b="b"/>
              <a:pathLst>
                <a:path w="3603" h="3617" extrusionOk="0">
                  <a:moveTo>
                    <a:pt x="1158" y="0"/>
                  </a:moveTo>
                  <a:cubicBezTo>
                    <a:pt x="844" y="0"/>
                    <a:pt x="544" y="114"/>
                    <a:pt x="315" y="343"/>
                  </a:cubicBezTo>
                  <a:lnTo>
                    <a:pt x="287" y="372"/>
                  </a:lnTo>
                  <a:cubicBezTo>
                    <a:pt x="100" y="572"/>
                    <a:pt x="1" y="844"/>
                    <a:pt x="1" y="1130"/>
                  </a:cubicBezTo>
                  <a:lnTo>
                    <a:pt x="1" y="3617"/>
                  </a:lnTo>
                  <a:lnTo>
                    <a:pt x="2473" y="3617"/>
                  </a:lnTo>
                  <a:cubicBezTo>
                    <a:pt x="2774" y="3617"/>
                    <a:pt x="3045" y="3503"/>
                    <a:pt x="3260" y="3302"/>
                  </a:cubicBezTo>
                  <a:cubicBezTo>
                    <a:pt x="3260" y="3288"/>
                    <a:pt x="3273" y="3288"/>
                    <a:pt x="3288" y="3274"/>
                  </a:cubicBezTo>
                  <a:cubicBezTo>
                    <a:pt x="3488" y="3059"/>
                    <a:pt x="3603" y="2759"/>
                    <a:pt x="3603" y="2459"/>
                  </a:cubicBezTo>
                  <a:cubicBezTo>
                    <a:pt x="3603" y="2159"/>
                    <a:pt x="3502" y="1873"/>
                    <a:pt x="3288" y="1658"/>
                  </a:cubicBezTo>
                  <a:cubicBezTo>
                    <a:pt x="3073" y="1429"/>
                    <a:pt x="2774" y="1286"/>
                    <a:pt x="2459" y="1286"/>
                  </a:cubicBezTo>
                  <a:lnTo>
                    <a:pt x="2316" y="1286"/>
                  </a:lnTo>
                  <a:lnTo>
                    <a:pt x="2316" y="1172"/>
                  </a:lnTo>
                  <a:cubicBezTo>
                    <a:pt x="2316" y="858"/>
                    <a:pt x="2202" y="572"/>
                    <a:pt x="1987" y="358"/>
                  </a:cubicBezTo>
                  <a:cubicBezTo>
                    <a:pt x="1773" y="129"/>
                    <a:pt x="1472" y="0"/>
                    <a:pt x="1158"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97" name="Google Shape;2797;p63"/>
          <p:cNvGrpSpPr/>
          <p:nvPr/>
        </p:nvGrpSpPr>
        <p:grpSpPr>
          <a:xfrm>
            <a:off x="2877097" y="3590594"/>
            <a:ext cx="285689" cy="359462"/>
            <a:chOff x="2718623" y="3495818"/>
            <a:chExt cx="312399" cy="393070"/>
          </a:xfrm>
        </p:grpSpPr>
        <p:sp>
          <p:nvSpPr>
            <p:cNvPr id="2798" name="Google Shape;2798;p63"/>
            <p:cNvSpPr/>
            <p:nvPr/>
          </p:nvSpPr>
          <p:spPr>
            <a:xfrm>
              <a:off x="2828129" y="3828328"/>
              <a:ext cx="23063" cy="49029"/>
            </a:xfrm>
            <a:custGeom>
              <a:avLst/>
              <a:gdLst/>
              <a:ahLst/>
              <a:cxnLst/>
              <a:rect l="l" t="t" r="r" b="b"/>
              <a:pathLst>
                <a:path w="572" h="1216" extrusionOk="0">
                  <a:moveTo>
                    <a:pt x="0" y="1"/>
                  </a:moveTo>
                  <a:lnTo>
                    <a:pt x="0" y="1215"/>
                  </a:lnTo>
                  <a:lnTo>
                    <a:pt x="572" y="1215"/>
                  </a:lnTo>
                  <a:lnTo>
                    <a:pt x="572"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3"/>
            <p:cNvSpPr/>
            <p:nvPr/>
          </p:nvSpPr>
          <p:spPr>
            <a:xfrm>
              <a:off x="2877117" y="3818531"/>
              <a:ext cx="23103" cy="58827"/>
            </a:xfrm>
            <a:custGeom>
              <a:avLst/>
              <a:gdLst/>
              <a:ahLst/>
              <a:cxnLst/>
              <a:rect l="l" t="t" r="r" b="b"/>
              <a:pathLst>
                <a:path w="573" h="1459" extrusionOk="0">
                  <a:moveTo>
                    <a:pt x="1" y="0"/>
                  </a:moveTo>
                  <a:lnTo>
                    <a:pt x="1" y="1458"/>
                  </a:lnTo>
                  <a:lnTo>
                    <a:pt x="572" y="1458"/>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6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63"/>
            <p:cNvSpPr/>
            <p:nvPr/>
          </p:nvSpPr>
          <p:spPr>
            <a:xfrm>
              <a:off x="2996985" y="3558635"/>
              <a:ext cx="34030" cy="23103"/>
            </a:xfrm>
            <a:custGeom>
              <a:avLst/>
              <a:gdLst/>
              <a:ahLst/>
              <a:cxnLst/>
              <a:rect l="l" t="t" r="r" b="b"/>
              <a:pathLst>
                <a:path w="844" h="573" extrusionOk="0">
                  <a:moveTo>
                    <a:pt x="1" y="1"/>
                  </a:moveTo>
                  <a:lnTo>
                    <a:pt x="1" y="572"/>
                  </a:lnTo>
                  <a:lnTo>
                    <a:pt x="843" y="572"/>
                  </a:lnTo>
                  <a:lnTo>
                    <a:pt x="843"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3"/>
            <p:cNvSpPr/>
            <p:nvPr/>
          </p:nvSpPr>
          <p:spPr>
            <a:xfrm>
              <a:off x="2817203" y="3495818"/>
              <a:ext cx="191359" cy="344091"/>
            </a:xfrm>
            <a:custGeom>
              <a:avLst/>
              <a:gdLst/>
              <a:ahLst/>
              <a:cxnLst/>
              <a:rect l="l" t="t" r="r" b="b"/>
              <a:pathLst>
                <a:path w="4746" h="8534" extrusionOk="0">
                  <a:moveTo>
                    <a:pt x="2544" y="0"/>
                  </a:moveTo>
                  <a:cubicBezTo>
                    <a:pt x="1815" y="0"/>
                    <a:pt x="1157" y="429"/>
                    <a:pt x="858" y="1086"/>
                  </a:cubicBezTo>
                  <a:lnTo>
                    <a:pt x="0" y="3017"/>
                  </a:lnTo>
                  <a:lnTo>
                    <a:pt x="0" y="8534"/>
                  </a:lnTo>
                  <a:lnTo>
                    <a:pt x="572" y="8534"/>
                  </a:lnTo>
                  <a:cubicBezTo>
                    <a:pt x="2472" y="8534"/>
                    <a:pt x="4002" y="6990"/>
                    <a:pt x="4002" y="5089"/>
                  </a:cubicBezTo>
                  <a:lnTo>
                    <a:pt x="4002" y="3331"/>
                  </a:lnTo>
                  <a:lnTo>
                    <a:pt x="4202" y="3131"/>
                  </a:lnTo>
                  <a:cubicBezTo>
                    <a:pt x="4545" y="2788"/>
                    <a:pt x="4745" y="2330"/>
                    <a:pt x="4745" y="1830"/>
                  </a:cubicBezTo>
                  <a:cubicBezTo>
                    <a:pt x="4745" y="815"/>
                    <a:pt x="3916" y="0"/>
                    <a:pt x="2901"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3"/>
            <p:cNvSpPr/>
            <p:nvPr/>
          </p:nvSpPr>
          <p:spPr>
            <a:xfrm>
              <a:off x="2718623" y="3608752"/>
              <a:ext cx="187367" cy="231719"/>
            </a:xfrm>
            <a:custGeom>
              <a:avLst/>
              <a:gdLst/>
              <a:ahLst/>
              <a:cxnLst/>
              <a:rect l="l" t="t" r="r" b="b"/>
              <a:pathLst>
                <a:path w="4647" h="5747" extrusionOk="0">
                  <a:moveTo>
                    <a:pt x="2545" y="1"/>
                  </a:moveTo>
                  <a:lnTo>
                    <a:pt x="0" y="5747"/>
                  </a:lnTo>
                  <a:lnTo>
                    <a:pt x="2602" y="5747"/>
                  </a:lnTo>
                  <a:cubicBezTo>
                    <a:pt x="3731" y="5747"/>
                    <a:pt x="4646" y="4847"/>
                    <a:pt x="4646" y="3717"/>
                  </a:cubicBezTo>
                  <a:lnTo>
                    <a:pt x="4646" y="2030"/>
                  </a:lnTo>
                  <a:cubicBezTo>
                    <a:pt x="4646" y="902"/>
                    <a:pt x="3731" y="1"/>
                    <a:pt x="2602"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3"/>
            <p:cNvSpPr/>
            <p:nvPr/>
          </p:nvSpPr>
          <p:spPr>
            <a:xfrm>
              <a:off x="2719228" y="3865785"/>
              <a:ext cx="311795" cy="23103"/>
            </a:xfrm>
            <a:custGeom>
              <a:avLst/>
              <a:gdLst/>
              <a:ahLst/>
              <a:cxnLst/>
              <a:rect l="l" t="t" r="r" b="b"/>
              <a:pathLst>
                <a:path w="7733" h="573" extrusionOk="0">
                  <a:moveTo>
                    <a:pt x="0" y="0"/>
                  </a:moveTo>
                  <a:lnTo>
                    <a:pt x="0" y="572"/>
                  </a:lnTo>
                  <a:lnTo>
                    <a:pt x="7732" y="572"/>
                  </a:lnTo>
                  <a:lnTo>
                    <a:pt x="7732"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3"/>
            <p:cNvSpPr/>
            <p:nvPr/>
          </p:nvSpPr>
          <p:spPr>
            <a:xfrm>
              <a:off x="2928967" y="3545370"/>
              <a:ext cx="23103" cy="23103"/>
            </a:xfrm>
            <a:custGeom>
              <a:avLst/>
              <a:gdLst/>
              <a:ahLst/>
              <a:cxnLst/>
              <a:rect l="l" t="t" r="r" b="b"/>
              <a:pathLst>
                <a:path w="573" h="573" extrusionOk="0">
                  <a:moveTo>
                    <a:pt x="1" y="0"/>
                  </a:moveTo>
                  <a:lnTo>
                    <a:pt x="1" y="572"/>
                  </a:lnTo>
                  <a:lnTo>
                    <a:pt x="573" y="572"/>
                  </a:lnTo>
                  <a:lnTo>
                    <a:pt x="573" y="0"/>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8" name="Google Shape;2808;p63"/>
          <p:cNvGrpSpPr/>
          <p:nvPr/>
        </p:nvGrpSpPr>
        <p:grpSpPr>
          <a:xfrm>
            <a:off x="3461032" y="3590594"/>
            <a:ext cx="359463" cy="359463"/>
            <a:chOff x="3357153" y="3495818"/>
            <a:chExt cx="393071" cy="393071"/>
          </a:xfrm>
        </p:grpSpPr>
        <p:sp>
          <p:nvSpPr>
            <p:cNvPr id="2809" name="Google Shape;2809;p63"/>
            <p:cNvSpPr/>
            <p:nvPr/>
          </p:nvSpPr>
          <p:spPr>
            <a:xfrm>
              <a:off x="3668938" y="3568997"/>
              <a:ext cx="81285" cy="44392"/>
            </a:xfrm>
            <a:custGeom>
              <a:avLst/>
              <a:gdLst/>
              <a:ahLst/>
              <a:cxnLst/>
              <a:rect l="l" t="t" r="r" b="b"/>
              <a:pathLst>
                <a:path w="2016" h="1101" extrusionOk="0">
                  <a:moveTo>
                    <a:pt x="1178" y="1"/>
                  </a:moveTo>
                  <a:cubicBezTo>
                    <a:pt x="883" y="1"/>
                    <a:pt x="586" y="115"/>
                    <a:pt x="357" y="344"/>
                  </a:cubicBezTo>
                  <a:lnTo>
                    <a:pt x="1" y="701"/>
                  </a:lnTo>
                  <a:lnTo>
                    <a:pt x="401" y="1101"/>
                  </a:lnTo>
                  <a:lnTo>
                    <a:pt x="758" y="744"/>
                  </a:lnTo>
                  <a:cubicBezTo>
                    <a:pt x="872" y="630"/>
                    <a:pt x="1022" y="573"/>
                    <a:pt x="1172" y="573"/>
                  </a:cubicBezTo>
                  <a:cubicBezTo>
                    <a:pt x="1322" y="573"/>
                    <a:pt x="1472" y="630"/>
                    <a:pt x="1587" y="744"/>
                  </a:cubicBezTo>
                  <a:lnTo>
                    <a:pt x="1615" y="773"/>
                  </a:lnTo>
                  <a:lnTo>
                    <a:pt x="2015" y="373"/>
                  </a:lnTo>
                  <a:lnTo>
                    <a:pt x="1987" y="344"/>
                  </a:lnTo>
                  <a:cubicBezTo>
                    <a:pt x="1766" y="115"/>
                    <a:pt x="1473" y="1"/>
                    <a:pt x="1178"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3"/>
            <p:cNvSpPr/>
            <p:nvPr/>
          </p:nvSpPr>
          <p:spPr>
            <a:xfrm>
              <a:off x="3632611" y="3495818"/>
              <a:ext cx="49069" cy="81285"/>
            </a:xfrm>
            <a:custGeom>
              <a:avLst/>
              <a:gdLst/>
              <a:ahLst/>
              <a:cxnLst/>
              <a:rect l="l" t="t" r="r" b="b"/>
              <a:pathLst>
                <a:path w="1217" h="2016" extrusionOk="0">
                  <a:moveTo>
                    <a:pt x="730" y="0"/>
                  </a:moveTo>
                  <a:lnTo>
                    <a:pt x="330" y="400"/>
                  </a:lnTo>
                  <a:lnTo>
                    <a:pt x="359" y="429"/>
                  </a:lnTo>
                  <a:cubicBezTo>
                    <a:pt x="587" y="658"/>
                    <a:pt x="587" y="1029"/>
                    <a:pt x="359" y="1258"/>
                  </a:cubicBezTo>
                  <a:lnTo>
                    <a:pt x="1" y="1616"/>
                  </a:lnTo>
                  <a:lnTo>
                    <a:pt x="401" y="2016"/>
                  </a:lnTo>
                  <a:lnTo>
                    <a:pt x="759" y="1658"/>
                  </a:lnTo>
                  <a:cubicBezTo>
                    <a:pt x="1216" y="1201"/>
                    <a:pt x="1216" y="472"/>
                    <a:pt x="759" y="29"/>
                  </a:cubicBezTo>
                  <a:lnTo>
                    <a:pt x="730"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63"/>
            <p:cNvSpPr/>
            <p:nvPr/>
          </p:nvSpPr>
          <p:spPr>
            <a:xfrm>
              <a:off x="3553667" y="3552265"/>
              <a:ext cx="140072" cy="134346"/>
            </a:xfrm>
            <a:custGeom>
              <a:avLst/>
              <a:gdLst/>
              <a:ahLst/>
              <a:cxnLst/>
              <a:rect l="l" t="t" r="r" b="b"/>
              <a:pathLst>
                <a:path w="3474" h="3332" extrusionOk="0">
                  <a:moveTo>
                    <a:pt x="1630" y="1"/>
                  </a:moveTo>
                  <a:cubicBezTo>
                    <a:pt x="1230" y="1"/>
                    <a:pt x="859" y="159"/>
                    <a:pt x="573" y="444"/>
                  </a:cubicBezTo>
                  <a:cubicBezTo>
                    <a:pt x="1" y="1016"/>
                    <a:pt x="1" y="1960"/>
                    <a:pt x="573" y="2545"/>
                  </a:cubicBezTo>
                  <a:lnTo>
                    <a:pt x="929" y="2903"/>
                  </a:lnTo>
                  <a:cubicBezTo>
                    <a:pt x="1215" y="3174"/>
                    <a:pt x="1587" y="3332"/>
                    <a:pt x="1987" y="3332"/>
                  </a:cubicBezTo>
                  <a:cubicBezTo>
                    <a:pt x="2387" y="3332"/>
                    <a:pt x="2759" y="3174"/>
                    <a:pt x="3031" y="2903"/>
                  </a:cubicBezTo>
                  <a:cubicBezTo>
                    <a:pt x="3317" y="2617"/>
                    <a:pt x="3474" y="2245"/>
                    <a:pt x="3474" y="1845"/>
                  </a:cubicBezTo>
                  <a:cubicBezTo>
                    <a:pt x="3474" y="1459"/>
                    <a:pt x="3317" y="1087"/>
                    <a:pt x="3031" y="801"/>
                  </a:cubicBezTo>
                  <a:lnTo>
                    <a:pt x="2673" y="444"/>
                  </a:lnTo>
                  <a:cubicBezTo>
                    <a:pt x="2387" y="159"/>
                    <a:pt x="2016" y="1"/>
                    <a:pt x="1630" y="1"/>
                  </a:cubicBez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63"/>
            <p:cNvSpPr/>
            <p:nvPr/>
          </p:nvSpPr>
          <p:spPr>
            <a:xfrm>
              <a:off x="3357153" y="3835263"/>
              <a:ext cx="53666" cy="53626"/>
            </a:xfrm>
            <a:custGeom>
              <a:avLst/>
              <a:gdLst/>
              <a:ahLst/>
              <a:cxnLst/>
              <a:rect l="l" t="t" r="r" b="b"/>
              <a:pathLst>
                <a:path w="1331" h="1330" extrusionOk="0">
                  <a:moveTo>
                    <a:pt x="915" y="0"/>
                  </a:moveTo>
                  <a:lnTo>
                    <a:pt x="0" y="929"/>
                  </a:lnTo>
                  <a:lnTo>
                    <a:pt x="401" y="1329"/>
                  </a:lnTo>
                  <a:lnTo>
                    <a:pt x="1330" y="401"/>
                  </a:lnTo>
                  <a:lnTo>
                    <a:pt x="9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63"/>
            <p:cNvSpPr/>
            <p:nvPr/>
          </p:nvSpPr>
          <p:spPr>
            <a:xfrm>
              <a:off x="3378482" y="3663545"/>
              <a:ext cx="204060" cy="201721"/>
            </a:xfrm>
            <a:custGeom>
              <a:avLst/>
              <a:gdLst/>
              <a:ahLst/>
              <a:cxnLst/>
              <a:rect l="l" t="t" r="r" b="b"/>
              <a:pathLst>
                <a:path w="5061" h="5003" extrusionOk="0">
                  <a:moveTo>
                    <a:pt x="2173" y="0"/>
                  </a:moveTo>
                  <a:lnTo>
                    <a:pt x="929" y="1243"/>
                  </a:lnTo>
                  <a:cubicBezTo>
                    <a:pt x="487" y="1672"/>
                    <a:pt x="215" y="2230"/>
                    <a:pt x="100" y="2830"/>
                  </a:cubicBezTo>
                  <a:cubicBezTo>
                    <a:pt x="1" y="3430"/>
                    <a:pt x="72" y="4031"/>
                    <a:pt x="344" y="4588"/>
                  </a:cubicBezTo>
                  <a:lnTo>
                    <a:pt x="386" y="4673"/>
                  </a:lnTo>
                  <a:lnTo>
                    <a:pt x="472" y="4717"/>
                  </a:lnTo>
                  <a:cubicBezTo>
                    <a:pt x="872" y="4902"/>
                    <a:pt x="1287" y="5003"/>
                    <a:pt x="1730" y="5003"/>
                  </a:cubicBezTo>
                  <a:cubicBezTo>
                    <a:pt x="2516" y="5003"/>
                    <a:pt x="3260" y="4688"/>
                    <a:pt x="3817" y="4130"/>
                  </a:cubicBezTo>
                  <a:lnTo>
                    <a:pt x="5061" y="2887"/>
                  </a:lnTo>
                  <a:lnTo>
                    <a:pt x="4846" y="214"/>
                  </a:lnTo>
                  <a:lnTo>
                    <a:pt x="21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63"/>
            <p:cNvSpPr/>
            <p:nvPr/>
          </p:nvSpPr>
          <p:spPr>
            <a:xfrm>
              <a:off x="3382513" y="3553434"/>
              <a:ext cx="310101" cy="310101"/>
            </a:xfrm>
            <a:custGeom>
              <a:avLst/>
              <a:gdLst/>
              <a:ahLst/>
              <a:cxnLst/>
              <a:rect l="l" t="t" r="r" b="b"/>
              <a:pathLst>
                <a:path w="7691" h="7691" extrusionOk="0">
                  <a:moveTo>
                    <a:pt x="2201" y="0"/>
                  </a:moveTo>
                  <a:cubicBezTo>
                    <a:pt x="1601" y="0"/>
                    <a:pt x="1029" y="244"/>
                    <a:pt x="615" y="658"/>
                  </a:cubicBezTo>
                  <a:lnTo>
                    <a:pt x="0" y="1273"/>
                  </a:lnTo>
                  <a:lnTo>
                    <a:pt x="2144" y="3402"/>
                  </a:lnTo>
                  <a:cubicBezTo>
                    <a:pt x="2487" y="3745"/>
                    <a:pt x="2931" y="3932"/>
                    <a:pt x="3417" y="3932"/>
                  </a:cubicBezTo>
                  <a:cubicBezTo>
                    <a:pt x="3545" y="3932"/>
                    <a:pt x="3674" y="3917"/>
                    <a:pt x="3802" y="3888"/>
                  </a:cubicBezTo>
                  <a:lnTo>
                    <a:pt x="3802" y="3888"/>
                  </a:lnTo>
                  <a:cubicBezTo>
                    <a:pt x="3674" y="4475"/>
                    <a:pt x="3831" y="5089"/>
                    <a:pt x="4275" y="5546"/>
                  </a:cubicBezTo>
                  <a:lnTo>
                    <a:pt x="6419" y="7690"/>
                  </a:lnTo>
                  <a:lnTo>
                    <a:pt x="7033" y="7076"/>
                  </a:lnTo>
                  <a:cubicBezTo>
                    <a:pt x="7448" y="6661"/>
                    <a:pt x="7690" y="6089"/>
                    <a:pt x="7690" y="5489"/>
                  </a:cubicBezTo>
                  <a:cubicBezTo>
                    <a:pt x="7690" y="4889"/>
                    <a:pt x="7448" y="4332"/>
                    <a:pt x="7033" y="3903"/>
                  </a:cubicBezTo>
                  <a:lnTo>
                    <a:pt x="3789" y="658"/>
                  </a:lnTo>
                  <a:cubicBezTo>
                    <a:pt x="3360" y="244"/>
                    <a:pt x="2802" y="0"/>
                    <a:pt x="22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63"/>
            <p:cNvSpPr/>
            <p:nvPr/>
          </p:nvSpPr>
          <p:spPr>
            <a:xfrm>
              <a:off x="3418841" y="3694631"/>
              <a:ext cx="132572" cy="132612"/>
            </a:xfrm>
            <a:custGeom>
              <a:avLst/>
              <a:gdLst/>
              <a:ahLst/>
              <a:cxnLst/>
              <a:rect l="l" t="t" r="r" b="b"/>
              <a:pathLst>
                <a:path w="3288" h="3289" extrusionOk="0">
                  <a:moveTo>
                    <a:pt x="401" y="1"/>
                  </a:moveTo>
                  <a:lnTo>
                    <a:pt x="0" y="401"/>
                  </a:lnTo>
                  <a:lnTo>
                    <a:pt x="2888" y="3288"/>
                  </a:lnTo>
                  <a:lnTo>
                    <a:pt x="3288" y="2888"/>
                  </a:lnTo>
                  <a:lnTo>
                    <a:pt x="401"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63"/>
            <p:cNvSpPr/>
            <p:nvPr/>
          </p:nvSpPr>
          <p:spPr>
            <a:xfrm>
              <a:off x="3384812" y="3744223"/>
              <a:ext cx="117049" cy="117009"/>
            </a:xfrm>
            <a:custGeom>
              <a:avLst/>
              <a:gdLst/>
              <a:ahLst/>
              <a:cxnLst/>
              <a:rect l="l" t="t" r="r" b="b"/>
              <a:pathLst>
                <a:path w="2903" h="2902" extrusionOk="0">
                  <a:moveTo>
                    <a:pt x="215" y="0"/>
                  </a:moveTo>
                  <a:cubicBezTo>
                    <a:pt x="130" y="185"/>
                    <a:pt x="44" y="385"/>
                    <a:pt x="0" y="586"/>
                  </a:cubicBezTo>
                  <a:lnTo>
                    <a:pt x="2316" y="2901"/>
                  </a:lnTo>
                  <a:cubicBezTo>
                    <a:pt x="2516" y="2859"/>
                    <a:pt x="2716" y="2773"/>
                    <a:pt x="2903" y="2687"/>
                  </a:cubicBezTo>
                  <a:lnTo>
                    <a:pt x="215"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7" name="Google Shape;2817;p63"/>
          <p:cNvGrpSpPr/>
          <p:nvPr/>
        </p:nvGrpSpPr>
        <p:grpSpPr>
          <a:xfrm>
            <a:off x="4081839" y="3637495"/>
            <a:ext cx="359508" cy="265661"/>
            <a:chOff x="4036001" y="3547104"/>
            <a:chExt cx="393120" cy="290498"/>
          </a:xfrm>
        </p:grpSpPr>
        <p:sp>
          <p:nvSpPr>
            <p:cNvPr id="2818" name="Google Shape;2818;p63"/>
            <p:cNvSpPr/>
            <p:nvPr/>
          </p:nvSpPr>
          <p:spPr>
            <a:xfrm>
              <a:off x="4059668" y="3594358"/>
              <a:ext cx="345825" cy="231719"/>
            </a:xfrm>
            <a:custGeom>
              <a:avLst/>
              <a:gdLst/>
              <a:ahLst/>
              <a:cxnLst/>
              <a:rect l="l" t="t" r="r" b="b"/>
              <a:pathLst>
                <a:path w="8577" h="5747" extrusionOk="0">
                  <a:moveTo>
                    <a:pt x="1244" y="1"/>
                  </a:moveTo>
                  <a:lnTo>
                    <a:pt x="1244" y="2816"/>
                  </a:lnTo>
                  <a:lnTo>
                    <a:pt x="601" y="2288"/>
                  </a:lnTo>
                  <a:lnTo>
                    <a:pt x="229" y="2730"/>
                  </a:lnTo>
                  <a:lnTo>
                    <a:pt x="1244" y="3559"/>
                  </a:lnTo>
                  <a:lnTo>
                    <a:pt x="1244" y="4232"/>
                  </a:lnTo>
                  <a:cubicBezTo>
                    <a:pt x="1244" y="4903"/>
                    <a:pt x="687" y="5461"/>
                    <a:pt x="1" y="5461"/>
                  </a:cubicBezTo>
                  <a:lnTo>
                    <a:pt x="1" y="5747"/>
                  </a:lnTo>
                  <a:lnTo>
                    <a:pt x="8577" y="5747"/>
                  </a:lnTo>
                  <a:lnTo>
                    <a:pt x="8577" y="5461"/>
                  </a:lnTo>
                  <a:cubicBezTo>
                    <a:pt x="7891" y="5461"/>
                    <a:pt x="7333" y="4903"/>
                    <a:pt x="7333" y="4232"/>
                  </a:cubicBezTo>
                  <a:lnTo>
                    <a:pt x="7333" y="1958"/>
                  </a:lnTo>
                  <a:lnTo>
                    <a:pt x="7976" y="1444"/>
                  </a:lnTo>
                  <a:lnTo>
                    <a:pt x="7605" y="1001"/>
                  </a:lnTo>
                  <a:lnTo>
                    <a:pt x="7333" y="1215"/>
                  </a:lnTo>
                  <a:lnTo>
                    <a:pt x="7333"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3"/>
            <p:cNvSpPr/>
            <p:nvPr/>
          </p:nvSpPr>
          <p:spPr>
            <a:xfrm>
              <a:off x="4197962" y="3724023"/>
              <a:ext cx="23103" cy="102050"/>
            </a:xfrm>
            <a:custGeom>
              <a:avLst/>
              <a:gdLst/>
              <a:ahLst/>
              <a:cxnLst/>
              <a:rect l="l" t="t" r="r" b="b"/>
              <a:pathLst>
                <a:path w="573" h="2531" extrusionOk="0">
                  <a:moveTo>
                    <a:pt x="1" y="0"/>
                  </a:moveTo>
                  <a:lnTo>
                    <a:pt x="1" y="2531"/>
                  </a:lnTo>
                  <a:lnTo>
                    <a:pt x="573" y="2531"/>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3"/>
            <p:cNvSpPr/>
            <p:nvPr/>
          </p:nvSpPr>
          <p:spPr>
            <a:xfrm>
              <a:off x="4244087" y="3699268"/>
              <a:ext cx="23103" cy="75519"/>
            </a:xfrm>
            <a:custGeom>
              <a:avLst/>
              <a:gdLst/>
              <a:ahLst/>
              <a:cxnLst/>
              <a:rect l="l" t="t" r="r" b="b"/>
              <a:pathLst>
                <a:path w="573" h="1873" extrusionOk="0">
                  <a:moveTo>
                    <a:pt x="0" y="0"/>
                  </a:moveTo>
                  <a:lnTo>
                    <a:pt x="0" y="1872"/>
                  </a:lnTo>
                  <a:lnTo>
                    <a:pt x="572" y="18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3"/>
            <p:cNvSpPr/>
            <p:nvPr/>
          </p:nvSpPr>
          <p:spPr>
            <a:xfrm>
              <a:off x="4151878" y="3671609"/>
              <a:ext cx="23103" cy="47295"/>
            </a:xfrm>
            <a:custGeom>
              <a:avLst/>
              <a:gdLst/>
              <a:ahLst/>
              <a:cxnLst/>
              <a:rect l="l" t="t" r="r" b="b"/>
              <a:pathLst>
                <a:path w="573" h="1173" extrusionOk="0">
                  <a:moveTo>
                    <a:pt x="1" y="0"/>
                  </a:moveTo>
                  <a:lnTo>
                    <a:pt x="1" y="1172"/>
                  </a:lnTo>
                  <a:lnTo>
                    <a:pt x="572" y="11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3"/>
            <p:cNvSpPr/>
            <p:nvPr/>
          </p:nvSpPr>
          <p:spPr>
            <a:xfrm>
              <a:off x="4290171" y="3684833"/>
              <a:ext cx="23103" cy="45602"/>
            </a:xfrm>
            <a:custGeom>
              <a:avLst/>
              <a:gdLst/>
              <a:ahLst/>
              <a:cxnLst/>
              <a:rect l="l" t="t" r="r" b="b"/>
              <a:pathLst>
                <a:path w="573" h="1131" extrusionOk="0">
                  <a:moveTo>
                    <a:pt x="1" y="0"/>
                  </a:moveTo>
                  <a:lnTo>
                    <a:pt x="1" y="1130"/>
                  </a:lnTo>
                  <a:lnTo>
                    <a:pt x="573" y="1130"/>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63"/>
            <p:cNvSpPr/>
            <p:nvPr/>
          </p:nvSpPr>
          <p:spPr>
            <a:xfrm>
              <a:off x="4290171" y="3773011"/>
              <a:ext cx="23103" cy="53061"/>
            </a:xfrm>
            <a:custGeom>
              <a:avLst/>
              <a:gdLst/>
              <a:ahLst/>
              <a:cxnLst/>
              <a:rect l="l" t="t" r="r" b="b"/>
              <a:pathLst>
                <a:path w="573" h="1316" extrusionOk="0">
                  <a:moveTo>
                    <a:pt x="1" y="1"/>
                  </a:moveTo>
                  <a:lnTo>
                    <a:pt x="1" y="1316"/>
                  </a:lnTo>
                  <a:lnTo>
                    <a:pt x="573" y="1316"/>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63"/>
            <p:cNvSpPr/>
            <p:nvPr/>
          </p:nvSpPr>
          <p:spPr>
            <a:xfrm>
              <a:off x="4151878" y="3739587"/>
              <a:ext cx="23103" cy="23103"/>
            </a:xfrm>
            <a:custGeom>
              <a:avLst/>
              <a:gdLst/>
              <a:ahLst/>
              <a:cxnLst/>
              <a:rect l="l" t="t" r="r" b="b"/>
              <a:pathLst>
                <a:path w="573" h="573" extrusionOk="0">
                  <a:moveTo>
                    <a:pt x="1" y="1"/>
                  </a:moveTo>
                  <a:lnTo>
                    <a:pt x="1"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3"/>
            <p:cNvSpPr/>
            <p:nvPr/>
          </p:nvSpPr>
          <p:spPr>
            <a:xfrm>
              <a:off x="4244087" y="3660078"/>
              <a:ext cx="23103" cy="23063"/>
            </a:xfrm>
            <a:custGeom>
              <a:avLst/>
              <a:gdLst/>
              <a:ahLst/>
              <a:cxnLst/>
              <a:rect l="l" t="t" r="r" b="b"/>
              <a:pathLst>
                <a:path w="573"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3"/>
            <p:cNvSpPr/>
            <p:nvPr/>
          </p:nvSpPr>
          <p:spPr>
            <a:xfrm>
              <a:off x="4120751" y="3558635"/>
              <a:ext cx="223050" cy="71487"/>
            </a:xfrm>
            <a:custGeom>
              <a:avLst/>
              <a:gdLst/>
              <a:ahLst/>
              <a:cxnLst/>
              <a:rect l="l" t="t" r="r" b="b"/>
              <a:pathLst>
                <a:path w="5532" h="1773" extrusionOk="0">
                  <a:moveTo>
                    <a:pt x="2774" y="1"/>
                  </a:moveTo>
                  <a:cubicBezTo>
                    <a:pt x="1244" y="1"/>
                    <a:pt x="1" y="386"/>
                    <a:pt x="1" y="887"/>
                  </a:cubicBezTo>
                  <a:cubicBezTo>
                    <a:pt x="1" y="1373"/>
                    <a:pt x="1244" y="1773"/>
                    <a:pt x="2774" y="1773"/>
                  </a:cubicBezTo>
                  <a:cubicBezTo>
                    <a:pt x="4289" y="1773"/>
                    <a:pt x="5532" y="1373"/>
                    <a:pt x="5532" y="887"/>
                  </a:cubicBezTo>
                  <a:cubicBezTo>
                    <a:pt x="5532" y="386"/>
                    <a:pt x="4289" y="1"/>
                    <a:pt x="2774"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3"/>
            <p:cNvSpPr/>
            <p:nvPr/>
          </p:nvSpPr>
          <p:spPr>
            <a:xfrm>
              <a:off x="4109220" y="3547104"/>
              <a:ext cx="246113" cy="94550"/>
            </a:xfrm>
            <a:custGeom>
              <a:avLst/>
              <a:gdLst/>
              <a:ahLst/>
              <a:cxnLst/>
              <a:rect l="l" t="t" r="r" b="b"/>
              <a:pathLst>
                <a:path w="6104" h="2345" extrusionOk="0">
                  <a:moveTo>
                    <a:pt x="3060" y="572"/>
                  </a:moveTo>
                  <a:cubicBezTo>
                    <a:pt x="3759" y="572"/>
                    <a:pt x="4432" y="658"/>
                    <a:pt x="4918" y="815"/>
                  </a:cubicBezTo>
                  <a:cubicBezTo>
                    <a:pt x="5432" y="973"/>
                    <a:pt x="5532" y="1144"/>
                    <a:pt x="5532" y="1173"/>
                  </a:cubicBezTo>
                  <a:cubicBezTo>
                    <a:pt x="5532" y="1201"/>
                    <a:pt x="5432" y="1358"/>
                    <a:pt x="4918" y="1530"/>
                  </a:cubicBezTo>
                  <a:cubicBezTo>
                    <a:pt x="4432" y="1687"/>
                    <a:pt x="3759" y="1773"/>
                    <a:pt x="3060" y="1773"/>
                  </a:cubicBezTo>
                  <a:cubicBezTo>
                    <a:pt x="2345" y="1773"/>
                    <a:pt x="1687" y="1687"/>
                    <a:pt x="1187" y="1530"/>
                  </a:cubicBezTo>
                  <a:cubicBezTo>
                    <a:pt x="687" y="1358"/>
                    <a:pt x="573" y="1201"/>
                    <a:pt x="573" y="1173"/>
                  </a:cubicBezTo>
                  <a:cubicBezTo>
                    <a:pt x="573" y="1144"/>
                    <a:pt x="687" y="973"/>
                    <a:pt x="1187" y="815"/>
                  </a:cubicBezTo>
                  <a:cubicBezTo>
                    <a:pt x="1687" y="658"/>
                    <a:pt x="2345" y="572"/>
                    <a:pt x="3060" y="572"/>
                  </a:cubicBezTo>
                  <a:close/>
                  <a:moveTo>
                    <a:pt x="3060" y="1"/>
                  </a:moveTo>
                  <a:cubicBezTo>
                    <a:pt x="1587" y="1"/>
                    <a:pt x="1" y="358"/>
                    <a:pt x="1" y="1173"/>
                  </a:cubicBezTo>
                  <a:cubicBezTo>
                    <a:pt x="1" y="1973"/>
                    <a:pt x="1587" y="2345"/>
                    <a:pt x="3060" y="2345"/>
                  </a:cubicBezTo>
                  <a:cubicBezTo>
                    <a:pt x="4518" y="2345"/>
                    <a:pt x="6104" y="1973"/>
                    <a:pt x="6104" y="1173"/>
                  </a:cubicBezTo>
                  <a:cubicBezTo>
                    <a:pt x="6104" y="358"/>
                    <a:pt x="4518" y="1"/>
                    <a:pt x="3060"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3"/>
            <p:cNvSpPr/>
            <p:nvPr/>
          </p:nvSpPr>
          <p:spPr>
            <a:xfrm>
              <a:off x="4036001" y="3814499"/>
              <a:ext cx="393120" cy="23103"/>
            </a:xfrm>
            <a:custGeom>
              <a:avLst/>
              <a:gdLst/>
              <a:ahLst/>
              <a:cxnLst/>
              <a:rect l="l" t="t" r="r" b="b"/>
              <a:pathLst>
                <a:path w="9750" h="573" extrusionOk="0">
                  <a:moveTo>
                    <a:pt x="1" y="1"/>
                  </a:moveTo>
                  <a:lnTo>
                    <a:pt x="1" y="573"/>
                  </a:lnTo>
                  <a:lnTo>
                    <a:pt x="9749" y="573"/>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29" name="Google Shape;2829;p63"/>
          <p:cNvGrpSpPr/>
          <p:nvPr/>
        </p:nvGrpSpPr>
        <p:grpSpPr>
          <a:xfrm>
            <a:off x="4702683" y="3617990"/>
            <a:ext cx="363194" cy="304640"/>
            <a:chOff x="4714890" y="3525775"/>
            <a:chExt cx="397150" cy="333121"/>
          </a:xfrm>
        </p:grpSpPr>
        <p:sp>
          <p:nvSpPr>
            <p:cNvPr id="2830" name="Google Shape;2830;p63"/>
            <p:cNvSpPr/>
            <p:nvPr/>
          </p:nvSpPr>
          <p:spPr>
            <a:xfrm>
              <a:off x="4775409" y="3525775"/>
              <a:ext cx="336632" cy="331430"/>
            </a:xfrm>
            <a:custGeom>
              <a:avLst/>
              <a:gdLst/>
              <a:ahLst/>
              <a:cxnLst/>
              <a:rect l="l" t="t" r="r" b="b"/>
              <a:pathLst>
                <a:path w="8349" h="8220" extrusionOk="0">
                  <a:moveTo>
                    <a:pt x="6761" y="0"/>
                  </a:moveTo>
                  <a:cubicBezTo>
                    <a:pt x="6233" y="0"/>
                    <a:pt x="5718" y="200"/>
                    <a:pt x="5332" y="543"/>
                  </a:cubicBezTo>
                  <a:cubicBezTo>
                    <a:pt x="5075" y="343"/>
                    <a:pt x="4760" y="229"/>
                    <a:pt x="4417" y="229"/>
                  </a:cubicBezTo>
                  <a:cubicBezTo>
                    <a:pt x="3902" y="229"/>
                    <a:pt x="3431" y="486"/>
                    <a:pt x="3159" y="930"/>
                  </a:cubicBezTo>
                  <a:lnTo>
                    <a:pt x="2988" y="1216"/>
                  </a:lnTo>
                  <a:cubicBezTo>
                    <a:pt x="2730" y="1044"/>
                    <a:pt x="2445" y="959"/>
                    <a:pt x="2130" y="959"/>
                  </a:cubicBezTo>
                  <a:cubicBezTo>
                    <a:pt x="1616" y="959"/>
                    <a:pt x="1116" y="1216"/>
                    <a:pt x="815" y="1645"/>
                  </a:cubicBezTo>
                  <a:cubicBezTo>
                    <a:pt x="358" y="2316"/>
                    <a:pt x="100" y="3088"/>
                    <a:pt x="43" y="3888"/>
                  </a:cubicBezTo>
                  <a:cubicBezTo>
                    <a:pt x="1" y="4689"/>
                    <a:pt x="172" y="5489"/>
                    <a:pt x="544" y="6204"/>
                  </a:cubicBezTo>
                  <a:lnTo>
                    <a:pt x="1059" y="7190"/>
                  </a:lnTo>
                  <a:lnTo>
                    <a:pt x="2059" y="7705"/>
                  </a:lnTo>
                  <a:cubicBezTo>
                    <a:pt x="2673" y="8048"/>
                    <a:pt x="3388" y="8220"/>
                    <a:pt x="4103" y="8220"/>
                  </a:cubicBezTo>
                  <a:cubicBezTo>
                    <a:pt x="5004" y="8220"/>
                    <a:pt x="5861" y="7947"/>
                    <a:pt x="6605" y="7433"/>
                  </a:cubicBezTo>
                  <a:cubicBezTo>
                    <a:pt x="6990" y="7162"/>
                    <a:pt x="7247" y="6733"/>
                    <a:pt x="7291" y="6261"/>
                  </a:cubicBezTo>
                  <a:cubicBezTo>
                    <a:pt x="7319" y="5904"/>
                    <a:pt x="7233" y="5561"/>
                    <a:pt x="7047" y="5260"/>
                  </a:cubicBezTo>
                  <a:lnTo>
                    <a:pt x="7319" y="5089"/>
                  </a:lnTo>
                  <a:cubicBezTo>
                    <a:pt x="7705" y="4860"/>
                    <a:pt x="7962" y="4460"/>
                    <a:pt x="8019" y="4017"/>
                  </a:cubicBezTo>
                  <a:cubicBezTo>
                    <a:pt x="8062" y="3617"/>
                    <a:pt x="7948" y="3231"/>
                    <a:pt x="7705" y="2916"/>
                  </a:cubicBezTo>
                  <a:cubicBezTo>
                    <a:pt x="8148" y="2416"/>
                    <a:pt x="8348" y="1730"/>
                    <a:pt x="8205" y="1073"/>
                  </a:cubicBezTo>
                  <a:lnTo>
                    <a:pt x="8034" y="215"/>
                  </a:lnTo>
                  <a:lnTo>
                    <a:pt x="7190" y="44"/>
                  </a:lnTo>
                  <a:cubicBezTo>
                    <a:pt x="7047" y="15"/>
                    <a:pt x="6904" y="0"/>
                    <a:pt x="676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3"/>
            <p:cNvSpPr/>
            <p:nvPr/>
          </p:nvSpPr>
          <p:spPr>
            <a:xfrm>
              <a:off x="4818066" y="3534444"/>
              <a:ext cx="293973" cy="322762"/>
            </a:xfrm>
            <a:custGeom>
              <a:avLst/>
              <a:gdLst/>
              <a:ahLst/>
              <a:cxnLst/>
              <a:rect l="l" t="t" r="r" b="b"/>
              <a:pathLst>
                <a:path w="7291" h="8005" extrusionOk="0">
                  <a:moveTo>
                    <a:pt x="6976" y="0"/>
                  </a:moveTo>
                  <a:lnTo>
                    <a:pt x="1" y="6975"/>
                  </a:lnTo>
                  <a:lnTo>
                    <a:pt x="1001" y="7490"/>
                  </a:lnTo>
                  <a:cubicBezTo>
                    <a:pt x="1615" y="7833"/>
                    <a:pt x="2330" y="8005"/>
                    <a:pt x="3045" y="8005"/>
                  </a:cubicBezTo>
                  <a:cubicBezTo>
                    <a:pt x="3946" y="8005"/>
                    <a:pt x="4803" y="7732"/>
                    <a:pt x="5547" y="7218"/>
                  </a:cubicBezTo>
                  <a:cubicBezTo>
                    <a:pt x="5932" y="6947"/>
                    <a:pt x="6189" y="6518"/>
                    <a:pt x="6233" y="6046"/>
                  </a:cubicBezTo>
                  <a:cubicBezTo>
                    <a:pt x="6261" y="5689"/>
                    <a:pt x="6175" y="5346"/>
                    <a:pt x="5989" y="5045"/>
                  </a:cubicBezTo>
                  <a:lnTo>
                    <a:pt x="6261" y="4874"/>
                  </a:lnTo>
                  <a:cubicBezTo>
                    <a:pt x="6647" y="4645"/>
                    <a:pt x="6904" y="4245"/>
                    <a:pt x="6961" y="3802"/>
                  </a:cubicBezTo>
                  <a:cubicBezTo>
                    <a:pt x="7004" y="3402"/>
                    <a:pt x="6890" y="3016"/>
                    <a:pt x="6647" y="2701"/>
                  </a:cubicBezTo>
                  <a:cubicBezTo>
                    <a:pt x="7090" y="2201"/>
                    <a:pt x="7290" y="1515"/>
                    <a:pt x="7147" y="858"/>
                  </a:cubicBezTo>
                  <a:lnTo>
                    <a:pt x="6976"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3"/>
            <p:cNvSpPr/>
            <p:nvPr/>
          </p:nvSpPr>
          <p:spPr>
            <a:xfrm>
              <a:off x="4714890" y="3616815"/>
              <a:ext cx="301473" cy="242081"/>
            </a:xfrm>
            <a:custGeom>
              <a:avLst/>
              <a:gdLst/>
              <a:ahLst/>
              <a:cxnLst/>
              <a:rect l="l" t="t" r="r" b="b"/>
              <a:pathLst>
                <a:path w="7477" h="6004" extrusionOk="0">
                  <a:moveTo>
                    <a:pt x="7076" y="1"/>
                  </a:moveTo>
                  <a:lnTo>
                    <a:pt x="6375" y="715"/>
                  </a:lnTo>
                  <a:lnTo>
                    <a:pt x="6375" y="29"/>
                  </a:lnTo>
                  <a:lnTo>
                    <a:pt x="5775" y="29"/>
                  </a:lnTo>
                  <a:lnTo>
                    <a:pt x="5775" y="1302"/>
                  </a:lnTo>
                  <a:lnTo>
                    <a:pt x="5203" y="1887"/>
                  </a:lnTo>
                  <a:lnTo>
                    <a:pt x="5203" y="644"/>
                  </a:lnTo>
                  <a:lnTo>
                    <a:pt x="4632" y="644"/>
                  </a:lnTo>
                  <a:lnTo>
                    <a:pt x="4632" y="2459"/>
                  </a:lnTo>
                  <a:lnTo>
                    <a:pt x="4060" y="3031"/>
                  </a:lnTo>
                  <a:lnTo>
                    <a:pt x="4060" y="1416"/>
                  </a:lnTo>
                  <a:lnTo>
                    <a:pt x="3488" y="1416"/>
                  </a:lnTo>
                  <a:lnTo>
                    <a:pt x="3488" y="3589"/>
                  </a:lnTo>
                  <a:lnTo>
                    <a:pt x="1973" y="5104"/>
                  </a:lnTo>
                  <a:cubicBezTo>
                    <a:pt x="1759" y="5325"/>
                    <a:pt x="1473" y="5436"/>
                    <a:pt x="1187" y="5436"/>
                  </a:cubicBezTo>
                  <a:cubicBezTo>
                    <a:pt x="901" y="5436"/>
                    <a:pt x="615" y="5325"/>
                    <a:pt x="401" y="5104"/>
                  </a:cubicBezTo>
                  <a:lnTo>
                    <a:pt x="1" y="5518"/>
                  </a:lnTo>
                  <a:cubicBezTo>
                    <a:pt x="330" y="5847"/>
                    <a:pt x="759" y="6004"/>
                    <a:pt x="1188" y="6004"/>
                  </a:cubicBezTo>
                  <a:cubicBezTo>
                    <a:pt x="1616" y="6004"/>
                    <a:pt x="2045" y="5847"/>
                    <a:pt x="2373" y="5518"/>
                  </a:cubicBezTo>
                  <a:lnTo>
                    <a:pt x="3903" y="3989"/>
                  </a:lnTo>
                  <a:lnTo>
                    <a:pt x="6061" y="3989"/>
                  </a:lnTo>
                  <a:lnTo>
                    <a:pt x="6061" y="3417"/>
                  </a:lnTo>
                  <a:lnTo>
                    <a:pt x="4446" y="3417"/>
                  </a:lnTo>
                  <a:lnTo>
                    <a:pt x="5032" y="2846"/>
                  </a:lnTo>
                  <a:lnTo>
                    <a:pt x="6848" y="2846"/>
                  </a:lnTo>
                  <a:lnTo>
                    <a:pt x="6848" y="2274"/>
                  </a:lnTo>
                  <a:lnTo>
                    <a:pt x="5618" y="2274"/>
                  </a:lnTo>
                  <a:lnTo>
                    <a:pt x="6190" y="1702"/>
                  </a:lnTo>
                  <a:lnTo>
                    <a:pt x="7462" y="1702"/>
                  </a:lnTo>
                  <a:lnTo>
                    <a:pt x="7462" y="1130"/>
                  </a:lnTo>
                  <a:lnTo>
                    <a:pt x="6762" y="1130"/>
                  </a:lnTo>
                  <a:lnTo>
                    <a:pt x="7477" y="416"/>
                  </a:lnTo>
                  <a:lnTo>
                    <a:pt x="7076"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3" name="Google Shape;2833;p63"/>
          <p:cNvGrpSpPr/>
          <p:nvPr/>
        </p:nvGrpSpPr>
        <p:grpSpPr>
          <a:xfrm>
            <a:off x="5323527" y="3590594"/>
            <a:ext cx="360015" cy="359462"/>
            <a:chOff x="5393779" y="3495818"/>
            <a:chExt cx="393674" cy="393070"/>
          </a:xfrm>
        </p:grpSpPr>
        <p:sp>
          <p:nvSpPr>
            <p:cNvPr id="2834" name="Google Shape;2834;p63"/>
            <p:cNvSpPr/>
            <p:nvPr/>
          </p:nvSpPr>
          <p:spPr>
            <a:xfrm>
              <a:off x="5495181" y="3597220"/>
              <a:ext cx="190230" cy="190230"/>
            </a:xfrm>
            <a:custGeom>
              <a:avLst/>
              <a:gdLst/>
              <a:ahLst/>
              <a:cxnLst/>
              <a:rect l="l" t="t" r="r" b="b"/>
              <a:pathLst>
                <a:path w="4718" h="4718" extrusionOk="0">
                  <a:moveTo>
                    <a:pt x="2360" y="1"/>
                  </a:moveTo>
                  <a:cubicBezTo>
                    <a:pt x="1059" y="1"/>
                    <a:pt x="1" y="1058"/>
                    <a:pt x="1" y="2360"/>
                  </a:cubicBezTo>
                  <a:cubicBezTo>
                    <a:pt x="1" y="3660"/>
                    <a:pt x="1059" y="4718"/>
                    <a:pt x="2360" y="4718"/>
                  </a:cubicBezTo>
                  <a:cubicBezTo>
                    <a:pt x="3660" y="4718"/>
                    <a:pt x="4718" y="3660"/>
                    <a:pt x="4718" y="2360"/>
                  </a:cubicBezTo>
                  <a:cubicBezTo>
                    <a:pt x="4718" y="1058"/>
                    <a:pt x="3660" y="1"/>
                    <a:pt x="2360"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3"/>
            <p:cNvSpPr/>
            <p:nvPr/>
          </p:nvSpPr>
          <p:spPr>
            <a:xfrm>
              <a:off x="5579326" y="3526904"/>
              <a:ext cx="23103" cy="49634"/>
            </a:xfrm>
            <a:custGeom>
              <a:avLst/>
              <a:gdLst/>
              <a:ahLst/>
              <a:cxnLst/>
              <a:rect l="l" t="t" r="r" b="b"/>
              <a:pathLst>
                <a:path w="573" h="1231" extrusionOk="0">
                  <a:moveTo>
                    <a:pt x="1" y="1"/>
                  </a:moveTo>
                  <a:lnTo>
                    <a:pt x="1" y="1230"/>
                  </a:lnTo>
                  <a:lnTo>
                    <a:pt x="572" y="1230"/>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3"/>
            <p:cNvSpPr/>
            <p:nvPr/>
          </p:nvSpPr>
          <p:spPr>
            <a:xfrm>
              <a:off x="5440468" y="3542508"/>
              <a:ext cx="32861" cy="32861"/>
            </a:xfrm>
            <a:custGeom>
              <a:avLst/>
              <a:gdLst/>
              <a:ahLst/>
              <a:cxnLst/>
              <a:rect l="l" t="t" r="r" b="b"/>
              <a:pathLst>
                <a:path w="815" h="815" extrusionOk="0">
                  <a:moveTo>
                    <a:pt x="401" y="0"/>
                  </a:moveTo>
                  <a:lnTo>
                    <a:pt x="1" y="401"/>
                  </a:lnTo>
                  <a:lnTo>
                    <a:pt x="414" y="815"/>
                  </a:lnTo>
                  <a:lnTo>
                    <a:pt x="815" y="414"/>
                  </a:lnTo>
                  <a:lnTo>
                    <a:pt x="4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3"/>
            <p:cNvSpPr/>
            <p:nvPr/>
          </p:nvSpPr>
          <p:spPr>
            <a:xfrm>
              <a:off x="5497519" y="3543072"/>
              <a:ext cx="44433" cy="54190"/>
            </a:xfrm>
            <a:custGeom>
              <a:avLst/>
              <a:gdLst/>
              <a:ahLst/>
              <a:cxnLst/>
              <a:rect l="l" t="t" r="r" b="b"/>
              <a:pathLst>
                <a:path w="1102" h="1344" extrusionOk="0">
                  <a:moveTo>
                    <a:pt x="501" y="0"/>
                  </a:moveTo>
                  <a:lnTo>
                    <a:pt x="0" y="286"/>
                  </a:lnTo>
                  <a:lnTo>
                    <a:pt x="615" y="1344"/>
                  </a:lnTo>
                  <a:lnTo>
                    <a:pt x="1101" y="1058"/>
                  </a:lnTo>
                  <a:lnTo>
                    <a:pt x="5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63"/>
            <p:cNvSpPr/>
            <p:nvPr/>
          </p:nvSpPr>
          <p:spPr>
            <a:xfrm>
              <a:off x="5393779" y="3629516"/>
              <a:ext cx="28305" cy="28305"/>
            </a:xfrm>
            <a:custGeom>
              <a:avLst/>
              <a:gdLst/>
              <a:ahLst/>
              <a:cxnLst/>
              <a:rect l="l" t="t" r="r" b="b"/>
              <a:pathLst>
                <a:path w="702" h="702" extrusionOk="0">
                  <a:moveTo>
                    <a:pt x="143" y="0"/>
                  </a:moveTo>
                  <a:lnTo>
                    <a:pt x="0" y="543"/>
                  </a:lnTo>
                  <a:lnTo>
                    <a:pt x="558" y="701"/>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63"/>
            <p:cNvSpPr/>
            <p:nvPr/>
          </p:nvSpPr>
          <p:spPr>
            <a:xfrm>
              <a:off x="5441032" y="3599519"/>
              <a:ext cx="54190" cy="44473"/>
            </a:xfrm>
            <a:custGeom>
              <a:avLst/>
              <a:gdLst/>
              <a:ahLst/>
              <a:cxnLst/>
              <a:rect l="l" t="t" r="r" b="b"/>
              <a:pathLst>
                <a:path w="1344" h="1103" extrusionOk="0">
                  <a:moveTo>
                    <a:pt x="286" y="1"/>
                  </a:moveTo>
                  <a:lnTo>
                    <a:pt x="0" y="502"/>
                  </a:lnTo>
                  <a:lnTo>
                    <a:pt x="1058" y="1102"/>
                  </a:lnTo>
                  <a:lnTo>
                    <a:pt x="1344" y="616"/>
                  </a:lnTo>
                  <a:lnTo>
                    <a:pt x="2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3"/>
            <p:cNvSpPr/>
            <p:nvPr/>
          </p:nvSpPr>
          <p:spPr>
            <a:xfrm>
              <a:off x="5393779" y="3726926"/>
              <a:ext cx="28829" cy="28264"/>
            </a:xfrm>
            <a:custGeom>
              <a:avLst/>
              <a:gdLst/>
              <a:ahLst/>
              <a:cxnLst/>
              <a:rect l="l" t="t" r="r" b="b"/>
              <a:pathLst>
                <a:path w="715" h="701" extrusionOk="0">
                  <a:moveTo>
                    <a:pt x="558" y="0"/>
                  </a:moveTo>
                  <a:lnTo>
                    <a:pt x="0" y="157"/>
                  </a:lnTo>
                  <a:lnTo>
                    <a:pt x="143" y="700"/>
                  </a:lnTo>
                  <a:lnTo>
                    <a:pt x="715" y="557"/>
                  </a:lnTo>
                  <a:lnTo>
                    <a:pt x="558"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3"/>
            <p:cNvSpPr/>
            <p:nvPr/>
          </p:nvSpPr>
          <p:spPr>
            <a:xfrm>
              <a:off x="5424905" y="3680802"/>
              <a:ext cx="49029" cy="23103"/>
            </a:xfrm>
            <a:custGeom>
              <a:avLst/>
              <a:gdLst/>
              <a:ahLst/>
              <a:cxnLst/>
              <a:rect l="l" t="t" r="r" b="b"/>
              <a:pathLst>
                <a:path w="1216" h="573" extrusionOk="0">
                  <a:moveTo>
                    <a:pt x="0" y="1"/>
                  </a:moveTo>
                  <a:lnTo>
                    <a:pt x="0" y="573"/>
                  </a:lnTo>
                  <a:lnTo>
                    <a:pt x="1216" y="573"/>
                  </a:lnTo>
                  <a:lnTo>
                    <a:pt x="121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63"/>
            <p:cNvSpPr/>
            <p:nvPr/>
          </p:nvSpPr>
          <p:spPr>
            <a:xfrm>
              <a:off x="5440468" y="3809298"/>
              <a:ext cx="32861" cy="32901"/>
            </a:xfrm>
            <a:custGeom>
              <a:avLst/>
              <a:gdLst/>
              <a:ahLst/>
              <a:cxnLst/>
              <a:rect l="l" t="t" r="r" b="b"/>
              <a:pathLst>
                <a:path w="815" h="816" extrusionOk="0">
                  <a:moveTo>
                    <a:pt x="414" y="1"/>
                  </a:moveTo>
                  <a:lnTo>
                    <a:pt x="1" y="416"/>
                  </a:lnTo>
                  <a:lnTo>
                    <a:pt x="401" y="816"/>
                  </a:lnTo>
                  <a:lnTo>
                    <a:pt x="815" y="401"/>
                  </a:lnTo>
                  <a:lnTo>
                    <a:pt x="414"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63"/>
            <p:cNvSpPr/>
            <p:nvPr/>
          </p:nvSpPr>
          <p:spPr>
            <a:xfrm>
              <a:off x="5441032" y="3740756"/>
              <a:ext cx="54190" cy="44392"/>
            </a:xfrm>
            <a:custGeom>
              <a:avLst/>
              <a:gdLst/>
              <a:ahLst/>
              <a:cxnLst/>
              <a:rect l="l" t="t" r="r" b="b"/>
              <a:pathLst>
                <a:path w="1344" h="1101" extrusionOk="0">
                  <a:moveTo>
                    <a:pt x="1058" y="0"/>
                  </a:moveTo>
                  <a:lnTo>
                    <a:pt x="0" y="601"/>
                  </a:lnTo>
                  <a:lnTo>
                    <a:pt x="286" y="1100"/>
                  </a:lnTo>
                  <a:lnTo>
                    <a:pt x="1344" y="486"/>
                  </a:lnTo>
                  <a:lnTo>
                    <a:pt x="1058"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3"/>
            <p:cNvSpPr/>
            <p:nvPr/>
          </p:nvSpPr>
          <p:spPr>
            <a:xfrm>
              <a:off x="5527476" y="3860624"/>
              <a:ext cx="28305" cy="28264"/>
            </a:xfrm>
            <a:custGeom>
              <a:avLst/>
              <a:gdLst/>
              <a:ahLst/>
              <a:cxnLst/>
              <a:rect l="l" t="t" r="r" b="b"/>
              <a:pathLst>
                <a:path w="702" h="701" extrusionOk="0">
                  <a:moveTo>
                    <a:pt x="143" y="0"/>
                  </a:moveTo>
                  <a:lnTo>
                    <a:pt x="0" y="557"/>
                  </a:lnTo>
                  <a:lnTo>
                    <a:pt x="543" y="700"/>
                  </a:lnTo>
                  <a:lnTo>
                    <a:pt x="701" y="143"/>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3"/>
            <p:cNvSpPr/>
            <p:nvPr/>
          </p:nvSpPr>
          <p:spPr>
            <a:xfrm>
              <a:off x="5497519" y="3787405"/>
              <a:ext cx="44433" cy="54230"/>
            </a:xfrm>
            <a:custGeom>
              <a:avLst/>
              <a:gdLst/>
              <a:ahLst/>
              <a:cxnLst/>
              <a:rect l="l" t="t" r="r" b="b"/>
              <a:pathLst>
                <a:path w="1102" h="1345" extrusionOk="0">
                  <a:moveTo>
                    <a:pt x="615" y="1"/>
                  </a:moveTo>
                  <a:lnTo>
                    <a:pt x="0" y="1058"/>
                  </a:lnTo>
                  <a:lnTo>
                    <a:pt x="501" y="1344"/>
                  </a:lnTo>
                  <a:lnTo>
                    <a:pt x="1101" y="286"/>
                  </a:lnTo>
                  <a:lnTo>
                    <a:pt x="615"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3"/>
            <p:cNvSpPr/>
            <p:nvPr/>
          </p:nvSpPr>
          <p:spPr>
            <a:xfrm>
              <a:off x="5624886" y="3860624"/>
              <a:ext cx="28869" cy="28264"/>
            </a:xfrm>
            <a:custGeom>
              <a:avLst/>
              <a:gdLst/>
              <a:ahLst/>
              <a:cxnLst/>
              <a:rect l="l" t="t" r="r" b="b"/>
              <a:pathLst>
                <a:path w="716" h="701" extrusionOk="0">
                  <a:moveTo>
                    <a:pt x="557" y="0"/>
                  </a:moveTo>
                  <a:lnTo>
                    <a:pt x="0" y="143"/>
                  </a:lnTo>
                  <a:lnTo>
                    <a:pt x="157" y="700"/>
                  </a:lnTo>
                  <a:lnTo>
                    <a:pt x="715"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3"/>
            <p:cNvSpPr/>
            <p:nvPr/>
          </p:nvSpPr>
          <p:spPr>
            <a:xfrm>
              <a:off x="5579326" y="3809298"/>
              <a:ext cx="23103" cy="49069"/>
            </a:xfrm>
            <a:custGeom>
              <a:avLst/>
              <a:gdLst/>
              <a:ahLst/>
              <a:cxnLst/>
              <a:rect l="l" t="t" r="r" b="b"/>
              <a:pathLst>
                <a:path w="573" h="1217" extrusionOk="0">
                  <a:moveTo>
                    <a:pt x="1" y="1"/>
                  </a:moveTo>
                  <a:lnTo>
                    <a:pt x="1" y="1216"/>
                  </a:lnTo>
                  <a:lnTo>
                    <a:pt x="572" y="1216"/>
                  </a:lnTo>
                  <a:lnTo>
                    <a:pt x="572"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3"/>
            <p:cNvSpPr/>
            <p:nvPr/>
          </p:nvSpPr>
          <p:spPr>
            <a:xfrm>
              <a:off x="5707258" y="3809298"/>
              <a:ext cx="32941" cy="32901"/>
            </a:xfrm>
            <a:custGeom>
              <a:avLst/>
              <a:gdLst/>
              <a:ahLst/>
              <a:cxnLst/>
              <a:rect l="l" t="t" r="r" b="b"/>
              <a:pathLst>
                <a:path w="817" h="816" extrusionOk="0">
                  <a:moveTo>
                    <a:pt x="401" y="1"/>
                  </a:moveTo>
                  <a:lnTo>
                    <a:pt x="1" y="401"/>
                  </a:lnTo>
                  <a:lnTo>
                    <a:pt x="416" y="816"/>
                  </a:lnTo>
                  <a:lnTo>
                    <a:pt x="816" y="416"/>
                  </a:lnTo>
                  <a:lnTo>
                    <a:pt x="401"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3"/>
            <p:cNvSpPr/>
            <p:nvPr/>
          </p:nvSpPr>
          <p:spPr>
            <a:xfrm>
              <a:off x="5638716" y="3787405"/>
              <a:ext cx="44392" cy="54230"/>
            </a:xfrm>
            <a:custGeom>
              <a:avLst/>
              <a:gdLst/>
              <a:ahLst/>
              <a:cxnLst/>
              <a:rect l="l" t="t" r="r" b="b"/>
              <a:pathLst>
                <a:path w="1101" h="1345" extrusionOk="0">
                  <a:moveTo>
                    <a:pt x="486" y="1"/>
                  </a:moveTo>
                  <a:lnTo>
                    <a:pt x="0" y="286"/>
                  </a:lnTo>
                  <a:lnTo>
                    <a:pt x="601" y="1344"/>
                  </a:lnTo>
                  <a:lnTo>
                    <a:pt x="1100" y="1058"/>
                  </a:lnTo>
                  <a:lnTo>
                    <a:pt x="486"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3"/>
            <p:cNvSpPr/>
            <p:nvPr/>
          </p:nvSpPr>
          <p:spPr>
            <a:xfrm>
              <a:off x="5758584" y="3726926"/>
              <a:ext cx="28869" cy="28264"/>
            </a:xfrm>
            <a:custGeom>
              <a:avLst/>
              <a:gdLst/>
              <a:ahLst/>
              <a:cxnLst/>
              <a:rect l="l" t="t" r="r" b="b"/>
              <a:pathLst>
                <a:path w="716" h="701" extrusionOk="0">
                  <a:moveTo>
                    <a:pt x="143" y="0"/>
                  </a:moveTo>
                  <a:lnTo>
                    <a:pt x="0" y="557"/>
                  </a:lnTo>
                  <a:lnTo>
                    <a:pt x="557" y="700"/>
                  </a:lnTo>
                  <a:lnTo>
                    <a:pt x="715" y="157"/>
                  </a:lnTo>
                  <a:lnTo>
                    <a:pt x="1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63"/>
            <p:cNvSpPr/>
            <p:nvPr/>
          </p:nvSpPr>
          <p:spPr>
            <a:xfrm>
              <a:off x="5685365" y="3740756"/>
              <a:ext cx="54230" cy="44392"/>
            </a:xfrm>
            <a:custGeom>
              <a:avLst/>
              <a:gdLst/>
              <a:ahLst/>
              <a:cxnLst/>
              <a:rect l="l" t="t" r="r" b="b"/>
              <a:pathLst>
                <a:path w="1345" h="1101" extrusionOk="0">
                  <a:moveTo>
                    <a:pt x="287" y="0"/>
                  </a:moveTo>
                  <a:lnTo>
                    <a:pt x="1" y="486"/>
                  </a:lnTo>
                  <a:lnTo>
                    <a:pt x="1058" y="1100"/>
                  </a:lnTo>
                  <a:lnTo>
                    <a:pt x="1344" y="601"/>
                  </a:lnTo>
                  <a:lnTo>
                    <a:pt x="287"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3"/>
            <p:cNvSpPr/>
            <p:nvPr/>
          </p:nvSpPr>
          <p:spPr>
            <a:xfrm>
              <a:off x="5758584" y="3628951"/>
              <a:ext cx="28264" cy="28869"/>
            </a:xfrm>
            <a:custGeom>
              <a:avLst/>
              <a:gdLst/>
              <a:ahLst/>
              <a:cxnLst/>
              <a:rect l="l" t="t" r="r" b="b"/>
              <a:pathLst>
                <a:path w="701" h="716" extrusionOk="0">
                  <a:moveTo>
                    <a:pt x="557" y="0"/>
                  </a:moveTo>
                  <a:lnTo>
                    <a:pt x="0" y="157"/>
                  </a:lnTo>
                  <a:lnTo>
                    <a:pt x="143" y="715"/>
                  </a:lnTo>
                  <a:lnTo>
                    <a:pt x="700" y="557"/>
                  </a:lnTo>
                  <a:lnTo>
                    <a:pt x="5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3"/>
            <p:cNvSpPr/>
            <p:nvPr/>
          </p:nvSpPr>
          <p:spPr>
            <a:xfrm>
              <a:off x="5706734" y="3680802"/>
              <a:ext cx="48989" cy="23103"/>
            </a:xfrm>
            <a:custGeom>
              <a:avLst/>
              <a:gdLst/>
              <a:ahLst/>
              <a:cxnLst/>
              <a:rect l="l" t="t" r="r" b="b"/>
              <a:pathLst>
                <a:path w="1215" h="573" extrusionOk="0">
                  <a:moveTo>
                    <a:pt x="0" y="1"/>
                  </a:moveTo>
                  <a:lnTo>
                    <a:pt x="0" y="573"/>
                  </a:lnTo>
                  <a:lnTo>
                    <a:pt x="1214" y="573"/>
                  </a:lnTo>
                  <a:lnTo>
                    <a:pt x="1214"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63"/>
            <p:cNvSpPr/>
            <p:nvPr/>
          </p:nvSpPr>
          <p:spPr>
            <a:xfrm>
              <a:off x="5707258" y="3542508"/>
              <a:ext cx="32941" cy="32861"/>
            </a:xfrm>
            <a:custGeom>
              <a:avLst/>
              <a:gdLst/>
              <a:ahLst/>
              <a:cxnLst/>
              <a:rect l="l" t="t" r="r" b="b"/>
              <a:pathLst>
                <a:path w="817" h="815" extrusionOk="0">
                  <a:moveTo>
                    <a:pt x="416" y="0"/>
                  </a:moveTo>
                  <a:lnTo>
                    <a:pt x="1" y="414"/>
                  </a:lnTo>
                  <a:lnTo>
                    <a:pt x="401" y="815"/>
                  </a:lnTo>
                  <a:lnTo>
                    <a:pt x="816" y="401"/>
                  </a:lnTo>
                  <a:lnTo>
                    <a:pt x="416"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63"/>
            <p:cNvSpPr/>
            <p:nvPr/>
          </p:nvSpPr>
          <p:spPr>
            <a:xfrm>
              <a:off x="5685365" y="3599519"/>
              <a:ext cx="54230" cy="44473"/>
            </a:xfrm>
            <a:custGeom>
              <a:avLst/>
              <a:gdLst/>
              <a:ahLst/>
              <a:cxnLst/>
              <a:rect l="l" t="t" r="r" b="b"/>
              <a:pathLst>
                <a:path w="1345" h="1103" extrusionOk="0">
                  <a:moveTo>
                    <a:pt x="1058" y="1"/>
                  </a:moveTo>
                  <a:lnTo>
                    <a:pt x="1" y="616"/>
                  </a:lnTo>
                  <a:lnTo>
                    <a:pt x="287" y="1102"/>
                  </a:lnTo>
                  <a:lnTo>
                    <a:pt x="1344" y="502"/>
                  </a:lnTo>
                  <a:lnTo>
                    <a:pt x="1058" y="1"/>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3"/>
            <p:cNvSpPr/>
            <p:nvPr/>
          </p:nvSpPr>
          <p:spPr>
            <a:xfrm>
              <a:off x="5624886" y="3495818"/>
              <a:ext cx="28264" cy="28305"/>
            </a:xfrm>
            <a:custGeom>
              <a:avLst/>
              <a:gdLst/>
              <a:ahLst/>
              <a:cxnLst/>
              <a:rect l="l" t="t" r="r" b="b"/>
              <a:pathLst>
                <a:path w="701" h="702" extrusionOk="0">
                  <a:moveTo>
                    <a:pt x="157" y="0"/>
                  </a:moveTo>
                  <a:lnTo>
                    <a:pt x="0" y="558"/>
                  </a:lnTo>
                  <a:lnTo>
                    <a:pt x="557" y="701"/>
                  </a:lnTo>
                  <a:lnTo>
                    <a:pt x="700" y="143"/>
                  </a:lnTo>
                  <a:lnTo>
                    <a:pt x="157"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3"/>
            <p:cNvSpPr/>
            <p:nvPr/>
          </p:nvSpPr>
          <p:spPr>
            <a:xfrm>
              <a:off x="5638716" y="3543072"/>
              <a:ext cx="44392" cy="54190"/>
            </a:xfrm>
            <a:custGeom>
              <a:avLst/>
              <a:gdLst/>
              <a:ahLst/>
              <a:cxnLst/>
              <a:rect l="l" t="t" r="r" b="b"/>
              <a:pathLst>
                <a:path w="1101" h="1344" extrusionOk="0">
                  <a:moveTo>
                    <a:pt x="601" y="0"/>
                  </a:moveTo>
                  <a:lnTo>
                    <a:pt x="0" y="1058"/>
                  </a:lnTo>
                  <a:lnTo>
                    <a:pt x="486" y="1344"/>
                  </a:lnTo>
                  <a:lnTo>
                    <a:pt x="1100" y="286"/>
                  </a:lnTo>
                  <a:lnTo>
                    <a:pt x="601"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3"/>
            <p:cNvSpPr/>
            <p:nvPr/>
          </p:nvSpPr>
          <p:spPr>
            <a:xfrm>
              <a:off x="5527476" y="3495818"/>
              <a:ext cx="28305" cy="28305"/>
            </a:xfrm>
            <a:custGeom>
              <a:avLst/>
              <a:gdLst/>
              <a:ahLst/>
              <a:cxnLst/>
              <a:rect l="l" t="t" r="r" b="b"/>
              <a:pathLst>
                <a:path w="702" h="702" extrusionOk="0">
                  <a:moveTo>
                    <a:pt x="543" y="0"/>
                  </a:moveTo>
                  <a:lnTo>
                    <a:pt x="0" y="143"/>
                  </a:lnTo>
                  <a:lnTo>
                    <a:pt x="143" y="701"/>
                  </a:lnTo>
                  <a:lnTo>
                    <a:pt x="701" y="558"/>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9" name="Google Shape;2859;p63"/>
          <p:cNvGrpSpPr/>
          <p:nvPr/>
        </p:nvGrpSpPr>
        <p:grpSpPr>
          <a:xfrm>
            <a:off x="5944333" y="3642767"/>
            <a:ext cx="360024" cy="255122"/>
            <a:chOff x="6072627" y="3552870"/>
            <a:chExt cx="393684" cy="278974"/>
          </a:xfrm>
        </p:grpSpPr>
        <p:sp>
          <p:nvSpPr>
            <p:cNvPr id="2860" name="Google Shape;2860;p63"/>
            <p:cNvSpPr/>
            <p:nvPr/>
          </p:nvSpPr>
          <p:spPr>
            <a:xfrm>
              <a:off x="6162538" y="3643345"/>
              <a:ext cx="213857" cy="188496"/>
            </a:xfrm>
            <a:custGeom>
              <a:avLst/>
              <a:gdLst/>
              <a:ahLst/>
              <a:cxnLst/>
              <a:rect l="l" t="t" r="r" b="b"/>
              <a:pathLst>
                <a:path w="5304" h="4675" extrusionOk="0">
                  <a:moveTo>
                    <a:pt x="2645" y="0"/>
                  </a:moveTo>
                  <a:cubicBezTo>
                    <a:pt x="1188" y="0"/>
                    <a:pt x="1" y="1187"/>
                    <a:pt x="15" y="2630"/>
                  </a:cubicBezTo>
                  <a:lnTo>
                    <a:pt x="15" y="4660"/>
                  </a:lnTo>
                  <a:lnTo>
                    <a:pt x="1702" y="4660"/>
                  </a:lnTo>
                  <a:lnTo>
                    <a:pt x="1702" y="2630"/>
                  </a:lnTo>
                  <a:cubicBezTo>
                    <a:pt x="1702" y="2116"/>
                    <a:pt x="2131" y="1687"/>
                    <a:pt x="2645" y="1687"/>
                  </a:cubicBezTo>
                  <a:cubicBezTo>
                    <a:pt x="3174" y="1687"/>
                    <a:pt x="3603" y="2116"/>
                    <a:pt x="3603" y="2630"/>
                  </a:cubicBezTo>
                  <a:lnTo>
                    <a:pt x="3603" y="4675"/>
                  </a:lnTo>
                  <a:lnTo>
                    <a:pt x="5304" y="4675"/>
                  </a:lnTo>
                  <a:lnTo>
                    <a:pt x="5304" y="2630"/>
                  </a:lnTo>
                  <a:cubicBezTo>
                    <a:pt x="5289" y="1187"/>
                    <a:pt x="4103" y="0"/>
                    <a:pt x="26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3"/>
            <p:cNvSpPr/>
            <p:nvPr/>
          </p:nvSpPr>
          <p:spPr>
            <a:xfrm>
              <a:off x="6072627" y="3552870"/>
              <a:ext cx="393684" cy="278974"/>
            </a:xfrm>
            <a:custGeom>
              <a:avLst/>
              <a:gdLst/>
              <a:ahLst/>
              <a:cxnLst/>
              <a:rect l="l" t="t" r="r" b="b"/>
              <a:pathLst>
                <a:path w="9764" h="6919" extrusionOk="0">
                  <a:moveTo>
                    <a:pt x="4875" y="1"/>
                  </a:moveTo>
                  <a:cubicBezTo>
                    <a:pt x="3574" y="1"/>
                    <a:pt x="2345" y="515"/>
                    <a:pt x="1430" y="1430"/>
                  </a:cubicBezTo>
                  <a:cubicBezTo>
                    <a:pt x="502" y="2359"/>
                    <a:pt x="1" y="3574"/>
                    <a:pt x="1" y="4874"/>
                  </a:cubicBezTo>
                  <a:lnTo>
                    <a:pt x="1" y="6904"/>
                  </a:lnTo>
                  <a:lnTo>
                    <a:pt x="1702" y="6904"/>
                  </a:lnTo>
                  <a:lnTo>
                    <a:pt x="1702" y="4874"/>
                  </a:lnTo>
                  <a:cubicBezTo>
                    <a:pt x="1687" y="3117"/>
                    <a:pt x="3117" y="1687"/>
                    <a:pt x="4875" y="1687"/>
                  </a:cubicBezTo>
                  <a:cubicBezTo>
                    <a:pt x="6633" y="1687"/>
                    <a:pt x="8062" y="3117"/>
                    <a:pt x="8077" y="4874"/>
                  </a:cubicBezTo>
                  <a:lnTo>
                    <a:pt x="8077" y="6919"/>
                  </a:lnTo>
                  <a:lnTo>
                    <a:pt x="9764" y="6919"/>
                  </a:lnTo>
                  <a:lnTo>
                    <a:pt x="9764" y="4874"/>
                  </a:lnTo>
                  <a:cubicBezTo>
                    <a:pt x="9764" y="3574"/>
                    <a:pt x="9249" y="2359"/>
                    <a:pt x="8334" y="1430"/>
                  </a:cubicBezTo>
                  <a:cubicBezTo>
                    <a:pt x="7405" y="515"/>
                    <a:pt x="6176" y="1"/>
                    <a:pt x="4875"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3"/>
            <p:cNvSpPr/>
            <p:nvPr/>
          </p:nvSpPr>
          <p:spPr>
            <a:xfrm>
              <a:off x="6121655" y="3601857"/>
              <a:ext cx="296271" cy="229985"/>
            </a:xfrm>
            <a:custGeom>
              <a:avLst/>
              <a:gdLst/>
              <a:ahLst/>
              <a:cxnLst/>
              <a:rect l="l" t="t" r="r" b="b"/>
              <a:pathLst>
                <a:path w="7348" h="5704" extrusionOk="0">
                  <a:moveTo>
                    <a:pt x="3659" y="0"/>
                  </a:moveTo>
                  <a:cubicBezTo>
                    <a:pt x="1643" y="0"/>
                    <a:pt x="0" y="1644"/>
                    <a:pt x="0" y="3659"/>
                  </a:cubicBezTo>
                  <a:lnTo>
                    <a:pt x="0" y="5689"/>
                  </a:lnTo>
                  <a:lnTo>
                    <a:pt x="1515" y="5689"/>
                  </a:lnTo>
                  <a:lnTo>
                    <a:pt x="1515" y="3659"/>
                  </a:lnTo>
                  <a:cubicBezTo>
                    <a:pt x="1501" y="2473"/>
                    <a:pt x="2473" y="1501"/>
                    <a:pt x="3659" y="1501"/>
                  </a:cubicBezTo>
                  <a:cubicBezTo>
                    <a:pt x="4860" y="1501"/>
                    <a:pt x="5832" y="2473"/>
                    <a:pt x="5832" y="3659"/>
                  </a:cubicBezTo>
                  <a:lnTo>
                    <a:pt x="5832" y="5704"/>
                  </a:lnTo>
                  <a:lnTo>
                    <a:pt x="7347" y="5704"/>
                  </a:lnTo>
                  <a:lnTo>
                    <a:pt x="7347" y="3659"/>
                  </a:lnTo>
                  <a:cubicBezTo>
                    <a:pt x="7332" y="1644"/>
                    <a:pt x="5689" y="0"/>
                    <a:pt x="3659"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3" name="Google Shape;2863;p63"/>
          <p:cNvGrpSpPr/>
          <p:nvPr/>
        </p:nvGrpSpPr>
        <p:grpSpPr>
          <a:xfrm>
            <a:off x="6565177" y="3620644"/>
            <a:ext cx="360024" cy="299398"/>
            <a:chOff x="6751516" y="3528678"/>
            <a:chExt cx="393684" cy="327390"/>
          </a:xfrm>
        </p:grpSpPr>
        <p:sp>
          <p:nvSpPr>
            <p:cNvPr id="2864" name="Google Shape;2864;p63"/>
            <p:cNvSpPr/>
            <p:nvPr/>
          </p:nvSpPr>
          <p:spPr>
            <a:xfrm>
              <a:off x="6936539" y="3528678"/>
              <a:ext cx="23063" cy="44392"/>
            </a:xfrm>
            <a:custGeom>
              <a:avLst/>
              <a:gdLst/>
              <a:ahLst/>
              <a:cxnLst/>
              <a:rect l="l" t="t" r="r" b="b"/>
              <a:pathLst>
                <a:path w="572" h="1101" extrusionOk="0">
                  <a:moveTo>
                    <a:pt x="0" y="0"/>
                  </a:moveTo>
                  <a:lnTo>
                    <a:pt x="0" y="1100"/>
                  </a:lnTo>
                  <a:lnTo>
                    <a:pt x="572" y="1100"/>
                  </a:lnTo>
                  <a:lnTo>
                    <a:pt x="572"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3"/>
            <p:cNvSpPr/>
            <p:nvPr/>
          </p:nvSpPr>
          <p:spPr>
            <a:xfrm>
              <a:off x="6852958" y="3545370"/>
              <a:ext cx="42659" cy="50198"/>
            </a:xfrm>
            <a:custGeom>
              <a:avLst/>
              <a:gdLst/>
              <a:ahLst/>
              <a:cxnLst/>
              <a:rect l="l" t="t" r="r" b="b"/>
              <a:pathLst>
                <a:path w="1058" h="1245" extrusionOk="0">
                  <a:moveTo>
                    <a:pt x="501" y="0"/>
                  </a:moveTo>
                  <a:lnTo>
                    <a:pt x="0" y="286"/>
                  </a:lnTo>
                  <a:lnTo>
                    <a:pt x="558" y="1244"/>
                  </a:lnTo>
                  <a:lnTo>
                    <a:pt x="1058" y="959"/>
                  </a:lnTo>
                  <a:lnTo>
                    <a:pt x="5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3"/>
            <p:cNvSpPr/>
            <p:nvPr/>
          </p:nvSpPr>
          <p:spPr>
            <a:xfrm>
              <a:off x="6795302" y="3603591"/>
              <a:ext cx="50198" cy="42094"/>
            </a:xfrm>
            <a:custGeom>
              <a:avLst/>
              <a:gdLst/>
              <a:ahLst/>
              <a:cxnLst/>
              <a:rect l="l" t="t" r="r" b="b"/>
              <a:pathLst>
                <a:path w="1245" h="1044" extrusionOk="0">
                  <a:moveTo>
                    <a:pt x="287" y="1"/>
                  </a:moveTo>
                  <a:lnTo>
                    <a:pt x="1" y="500"/>
                  </a:lnTo>
                  <a:lnTo>
                    <a:pt x="959" y="1043"/>
                  </a:lnTo>
                  <a:lnTo>
                    <a:pt x="1245" y="557"/>
                  </a:lnTo>
                  <a:lnTo>
                    <a:pt x="287"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3"/>
            <p:cNvSpPr/>
            <p:nvPr/>
          </p:nvSpPr>
          <p:spPr>
            <a:xfrm>
              <a:off x="6778610" y="3687132"/>
              <a:ext cx="44392" cy="23103"/>
            </a:xfrm>
            <a:custGeom>
              <a:avLst/>
              <a:gdLst/>
              <a:ahLst/>
              <a:cxnLst/>
              <a:rect l="l" t="t" r="r" b="b"/>
              <a:pathLst>
                <a:path w="1101" h="573" extrusionOk="0">
                  <a:moveTo>
                    <a:pt x="1" y="0"/>
                  </a:moveTo>
                  <a:lnTo>
                    <a:pt x="1" y="572"/>
                  </a:lnTo>
                  <a:lnTo>
                    <a:pt x="1101" y="572"/>
                  </a:lnTo>
                  <a:lnTo>
                    <a:pt x="1101"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3"/>
            <p:cNvSpPr/>
            <p:nvPr/>
          </p:nvSpPr>
          <p:spPr>
            <a:xfrm>
              <a:off x="7073704" y="3687132"/>
              <a:ext cx="44392" cy="23103"/>
            </a:xfrm>
            <a:custGeom>
              <a:avLst/>
              <a:gdLst/>
              <a:ahLst/>
              <a:cxnLst/>
              <a:rect l="l" t="t" r="r" b="b"/>
              <a:pathLst>
                <a:path w="1101" h="573" extrusionOk="0">
                  <a:moveTo>
                    <a:pt x="0" y="0"/>
                  </a:moveTo>
                  <a:lnTo>
                    <a:pt x="0" y="572"/>
                  </a:lnTo>
                  <a:lnTo>
                    <a:pt x="1100" y="572"/>
                  </a:lnTo>
                  <a:lnTo>
                    <a:pt x="1100"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3"/>
            <p:cNvSpPr/>
            <p:nvPr/>
          </p:nvSpPr>
          <p:spPr>
            <a:xfrm>
              <a:off x="7051166" y="3603591"/>
              <a:ext cx="50239" cy="42094"/>
            </a:xfrm>
            <a:custGeom>
              <a:avLst/>
              <a:gdLst/>
              <a:ahLst/>
              <a:cxnLst/>
              <a:rect l="l" t="t" r="r" b="b"/>
              <a:pathLst>
                <a:path w="1246" h="1044" extrusionOk="0">
                  <a:moveTo>
                    <a:pt x="959" y="1"/>
                  </a:moveTo>
                  <a:lnTo>
                    <a:pt x="1" y="557"/>
                  </a:lnTo>
                  <a:lnTo>
                    <a:pt x="287" y="1043"/>
                  </a:lnTo>
                  <a:lnTo>
                    <a:pt x="1245" y="500"/>
                  </a:lnTo>
                  <a:lnTo>
                    <a:pt x="959"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3"/>
            <p:cNvSpPr/>
            <p:nvPr/>
          </p:nvSpPr>
          <p:spPr>
            <a:xfrm>
              <a:off x="7001090" y="3545370"/>
              <a:ext cx="42054" cy="50198"/>
            </a:xfrm>
            <a:custGeom>
              <a:avLst/>
              <a:gdLst/>
              <a:ahLst/>
              <a:cxnLst/>
              <a:rect l="l" t="t" r="r" b="b"/>
              <a:pathLst>
                <a:path w="1043" h="1245" extrusionOk="0">
                  <a:moveTo>
                    <a:pt x="543" y="0"/>
                  </a:moveTo>
                  <a:lnTo>
                    <a:pt x="0" y="959"/>
                  </a:lnTo>
                  <a:lnTo>
                    <a:pt x="486" y="1244"/>
                  </a:lnTo>
                  <a:lnTo>
                    <a:pt x="1043" y="286"/>
                  </a:lnTo>
                  <a:lnTo>
                    <a:pt x="54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3"/>
            <p:cNvSpPr/>
            <p:nvPr/>
          </p:nvSpPr>
          <p:spPr>
            <a:xfrm>
              <a:off x="6844854" y="3597220"/>
              <a:ext cx="204664" cy="155111"/>
            </a:xfrm>
            <a:custGeom>
              <a:avLst/>
              <a:gdLst/>
              <a:ahLst/>
              <a:cxnLst/>
              <a:rect l="l" t="t" r="r" b="b"/>
              <a:pathLst>
                <a:path w="5076" h="3847" extrusionOk="0">
                  <a:moveTo>
                    <a:pt x="2557" y="1"/>
                  </a:moveTo>
                  <a:cubicBezTo>
                    <a:pt x="2548" y="1"/>
                    <a:pt x="2540" y="1"/>
                    <a:pt x="2531" y="1"/>
                  </a:cubicBezTo>
                  <a:cubicBezTo>
                    <a:pt x="1116" y="29"/>
                    <a:pt x="1" y="1216"/>
                    <a:pt x="44" y="2617"/>
                  </a:cubicBezTo>
                  <a:cubicBezTo>
                    <a:pt x="58" y="3060"/>
                    <a:pt x="187" y="3475"/>
                    <a:pt x="430" y="3846"/>
                  </a:cubicBezTo>
                  <a:lnTo>
                    <a:pt x="4704" y="3846"/>
                  </a:lnTo>
                  <a:cubicBezTo>
                    <a:pt x="4946" y="3446"/>
                    <a:pt x="5076" y="2989"/>
                    <a:pt x="5076" y="2516"/>
                  </a:cubicBezTo>
                  <a:cubicBezTo>
                    <a:pt x="5076" y="1124"/>
                    <a:pt x="3946" y="1"/>
                    <a:pt x="2557"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3"/>
            <p:cNvSpPr/>
            <p:nvPr/>
          </p:nvSpPr>
          <p:spPr>
            <a:xfrm>
              <a:off x="6751516" y="3740756"/>
              <a:ext cx="393684" cy="23103"/>
            </a:xfrm>
            <a:custGeom>
              <a:avLst/>
              <a:gdLst/>
              <a:ahLst/>
              <a:cxnLst/>
              <a:rect l="l" t="t" r="r" b="b"/>
              <a:pathLst>
                <a:path w="9764" h="573" extrusionOk="0">
                  <a:moveTo>
                    <a:pt x="0" y="0"/>
                  </a:moveTo>
                  <a:lnTo>
                    <a:pt x="0" y="572"/>
                  </a:lnTo>
                  <a:lnTo>
                    <a:pt x="9763" y="572"/>
                  </a:lnTo>
                  <a:lnTo>
                    <a:pt x="9763"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63"/>
            <p:cNvSpPr/>
            <p:nvPr/>
          </p:nvSpPr>
          <p:spPr>
            <a:xfrm>
              <a:off x="6799939" y="3786840"/>
              <a:ext cx="52497" cy="23103"/>
            </a:xfrm>
            <a:custGeom>
              <a:avLst/>
              <a:gdLst/>
              <a:ahLst/>
              <a:cxnLst/>
              <a:rect l="l" t="t" r="r" b="b"/>
              <a:pathLst>
                <a:path w="1302" h="573" extrusionOk="0">
                  <a:moveTo>
                    <a:pt x="0" y="1"/>
                  </a:moveTo>
                  <a:lnTo>
                    <a:pt x="0" y="573"/>
                  </a:lnTo>
                  <a:lnTo>
                    <a:pt x="1301" y="573"/>
                  </a:lnTo>
                  <a:lnTo>
                    <a:pt x="1301"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63"/>
            <p:cNvSpPr/>
            <p:nvPr/>
          </p:nvSpPr>
          <p:spPr>
            <a:xfrm>
              <a:off x="6875456" y="3786840"/>
              <a:ext cx="122734" cy="23103"/>
            </a:xfrm>
            <a:custGeom>
              <a:avLst/>
              <a:gdLst/>
              <a:ahLst/>
              <a:cxnLst/>
              <a:rect l="l" t="t" r="r" b="b"/>
              <a:pathLst>
                <a:path w="3044" h="573" extrusionOk="0">
                  <a:moveTo>
                    <a:pt x="0" y="1"/>
                  </a:moveTo>
                  <a:lnTo>
                    <a:pt x="0" y="573"/>
                  </a:lnTo>
                  <a:lnTo>
                    <a:pt x="3044" y="573"/>
                  </a:lnTo>
                  <a:lnTo>
                    <a:pt x="3044"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3"/>
            <p:cNvSpPr/>
            <p:nvPr/>
          </p:nvSpPr>
          <p:spPr>
            <a:xfrm>
              <a:off x="7021209" y="3786840"/>
              <a:ext cx="27176" cy="23103"/>
            </a:xfrm>
            <a:custGeom>
              <a:avLst/>
              <a:gdLst/>
              <a:ahLst/>
              <a:cxnLst/>
              <a:rect l="l" t="t" r="r" b="b"/>
              <a:pathLst>
                <a:path w="674" h="573" extrusionOk="0">
                  <a:moveTo>
                    <a:pt x="1" y="1"/>
                  </a:moveTo>
                  <a:lnTo>
                    <a:pt x="1" y="573"/>
                  </a:lnTo>
                  <a:lnTo>
                    <a:pt x="673" y="573"/>
                  </a:lnTo>
                  <a:lnTo>
                    <a:pt x="6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3"/>
            <p:cNvSpPr/>
            <p:nvPr/>
          </p:nvSpPr>
          <p:spPr>
            <a:xfrm>
              <a:off x="6863925" y="3832965"/>
              <a:ext cx="26531" cy="23103"/>
            </a:xfrm>
            <a:custGeom>
              <a:avLst/>
              <a:gdLst/>
              <a:ahLst/>
              <a:cxnLst/>
              <a:rect l="l" t="t" r="r" b="b"/>
              <a:pathLst>
                <a:path w="658" h="573" extrusionOk="0">
                  <a:moveTo>
                    <a:pt x="0" y="0"/>
                  </a:moveTo>
                  <a:lnTo>
                    <a:pt x="0" y="572"/>
                  </a:lnTo>
                  <a:lnTo>
                    <a:pt x="658" y="572"/>
                  </a:lnTo>
                  <a:lnTo>
                    <a:pt x="658"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3"/>
            <p:cNvSpPr/>
            <p:nvPr/>
          </p:nvSpPr>
          <p:spPr>
            <a:xfrm>
              <a:off x="6913477" y="3832965"/>
              <a:ext cx="115315" cy="23103"/>
            </a:xfrm>
            <a:custGeom>
              <a:avLst/>
              <a:gdLst/>
              <a:ahLst/>
              <a:cxnLst/>
              <a:rect l="l" t="t" r="r" b="b"/>
              <a:pathLst>
                <a:path w="2860" h="573" extrusionOk="0">
                  <a:moveTo>
                    <a:pt x="0" y="0"/>
                  </a:moveTo>
                  <a:lnTo>
                    <a:pt x="0" y="572"/>
                  </a:lnTo>
                  <a:lnTo>
                    <a:pt x="2859" y="572"/>
                  </a:lnTo>
                  <a:lnTo>
                    <a:pt x="2859"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3"/>
            <p:cNvSpPr/>
            <p:nvPr/>
          </p:nvSpPr>
          <p:spPr>
            <a:xfrm>
              <a:off x="7051770" y="3832965"/>
              <a:ext cx="42699" cy="23103"/>
            </a:xfrm>
            <a:custGeom>
              <a:avLst/>
              <a:gdLst/>
              <a:ahLst/>
              <a:cxnLst/>
              <a:rect l="l" t="t" r="r" b="b"/>
              <a:pathLst>
                <a:path w="1059" h="573" extrusionOk="0">
                  <a:moveTo>
                    <a:pt x="1" y="0"/>
                  </a:moveTo>
                  <a:lnTo>
                    <a:pt x="1" y="572"/>
                  </a:lnTo>
                  <a:lnTo>
                    <a:pt x="1059" y="572"/>
                  </a:lnTo>
                  <a:lnTo>
                    <a:pt x="1059"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79" name="Google Shape;2879;p63"/>
          <p:cNvGrpSpPr/>
          <p:nvPr/>
        </p:nvGrpSpPr>
        <p:grpSpPr>
          <a:xfrm>
            <a:off x="7186021" y="3622193"/>
            <a:ext cx="359988" cy="296229"/>
            <a:chOff x="7430405" y="3530372"/>
            <a:chExt cx="393644" cy="323924"/>
          </a:xfrm>
        </p:grpSpPr>
        <p:sp>
          <p:nvSpPr>
            <p:cNvPr id="2880" name="Google Shape;2880;p63"/>
            <p:cNvSpPr/>
            <p:nvPr/>
          </p:nvSpPr>
          <p:spPr>
            <a:xfrm>
              <a:off x="7615387" y="3594358"/>
              <a:ext cx="23103" cy="147007"/>
            </a:xfrm>
            <a:custGeom>
              <a:avLst/>
              <a:gdLst/>
              <a:ahLst/>
              <a:cxnLst/>
              <a:rect l="l" t="t" r="r" b="b"/>
              <a:pathLst>
                <a:path w="573" h="3646" extrusionOk="0">
                  <a:moveTo>
                    <a:pt x="1" y="1"/>
                  </a:moveTo>
                  <a:lnTo>
                    <a:pt x="1" y="3645"/>
                  </a:lnTo>
                  <a:lnTo>
                    <a:pt x="573" y="3645"/>
                  </a:lnTo>
                  <a:lnTo>
                    <a:pt x="573" y="1"/>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3"/>
            <p:cNvSpPr/>
            <p:nvPr/>
          </p:nvSpPr>
          <p:spPr>
            <a:xfrm>
              <a:off x="7741585" y="3688301"/>
              <a:ext cx="23103" cy="53061"/>
            </a:xfrm>
            <a:custGeom>
              <a:avLst/>
              <a:gdLst/>
              <a:ahLst/>
              <a:cxnLst/>
              <a:rect l="l" t="t" r="r" b="b"/>
              <a:pathLst>
                <a:path w="573" h="1316" extrusionOk="0">
                  <a:moveTo>
                    <a:pt x="0" y="0"/>
                  </a:moveTo>
                  <a:lnTo>
                    <a:pt x="0" y="1315"/>
                  </a:lnTo>
                  <a:lnTo>
                    <a:pt x="572" y="131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3"/>
            <p:cNvSpPr/>
            <p:nvPr/>
          </p:nvSpPr>
          <p:spPr>
            <a:xfrm>
              <a:off x="7741585" y="3688301"/>
              <a:ext cx="23103" cy="53061"/>
            </a:xfrm>
            <a:custGeom>
              <a:avLst/>
              <a:gdLst/>
              <a:ahLst/>
              <a:cxnLst/>
              <a:rect l="l" t="t" r="r" b="b"/>
              <a:pathLst>
                <a:path w="573" h="1316" extrusionOk="0">
                  <a:moveTo>
                    <a:pt x="0" y="0"/>
                  </a:moveTo>
                  <a:lnTo>
                    <a:pt x="0" y="1315"/>
                  </a:lnTo>
                  <a:lnTo>
                    <a:pt x="572" y="1315"/>
                  </a:lnTo>
                  <a:lnTo>
                    <a:pt x="572"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3"/>
            <p:cNvSpPr/>
            <p:nvPr/>
          </p:nvSpPr>
          <p:spPr>
            <a:xfrm>
              <a:off x="7489754" y="3688301"/>
              <a:ext cx="23103" cy="53061"/>
            </a:xfrm>
            <a:custGeom>
              <a:avLst/>
              <a:gdLst/>
              <a:ahLst/>
              <a:cxnLst/>
              <a:rect l="l" t="t" r="r" b="b"/>
              <a:pathLst>
                <a:path w="573" h="1316" extrusionOk="0">
                  <a:moveTo>
                    <a:pt x="1" y="0"/>
                  </a:moveTo>
                  <a:lnTo>
                    <a:pt x="1" y="1315"/>
                  </a:lnTo>
                  <a:lnTo>
                    <a:pt x="573" y="1315"/>
                  </a:lnTo>
                  <a:lnTo>
                    <a:pt x="573" y="0"/>
                  </a:ln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63"/>
            <p:cNvSpPr/>
            <p:nvPr/>
          </p:nvSpPr>
          <p:spPr>
            <a:xfrm>
              <a:off x="7556603" y="3530372"/>
              <a:ext cx="141241" cy="75560"/>
            </a:xfrm>
            <a:custGeom>
              <a:avLst/>
              <a:gdLst/>
              <a:ahLst/>
              <a:cxnLst/>
              <a:rect l="l" t="t" r="r" b="b"/>
              <a:pathLst>
                <a:path w="3503" h="1874" extrusionOk="0">
                  <a:moveTo>
                    <a:pt x="1" y="1"/>
                  </a:moveTo>
                  <a:lnTo>
                    <a:pt x="1" y="744"/>
                  </a:lnTo>
                  <a:cubicBezTo>
                    <a:pt x="1" y="1373"/>
                    <a:pt x="501" y="1874"/>
                    <a:pt x="1129" y="1874"/>
                  </a:cubicBezTo>
                  <a:lnTo>
                    <a:pt x="2374" y="1874"/>
                  </a:lnTo>
                  <a:cubicBezTo>
                    <a:pt x="3002" y="1874"/>
                    <a:pt x="3502" y="1373"/>
                    <a:pt x="3502" y="744"/>
                  </a:cubicBezTo>
                  <a:lnTo>
                    <a:pt x="3502" y="1"/>
                  </a:lnTo>
                  <a:lnTo>
                    <a:pt x="2587" y="1"/>
                  </a:lnTo>
                  <a:cubicBezTo>
                    <a:pt x="2259" y="1"/>
                    <a:pt x="1958" y="158"/>
                    <a:pt x="1745" y="387"/>
                  </a:cubicBezTo>
                  <a:cubicBezTo>
                    <a:pt x="1545" y="158"/>
                    <a:pt x="1244" y="1"/>
                    <a:pt x="901" y="1"/>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63"/>
            <p:cNvSpPr/>
            <p:nvPr/>
          </p:nvSpPr>
          <p:spPr>
            <a:xfrm>
              <a:off x="7430405" y="3624355"/>
              <a:ext cx="141241" cy="75479"/>
            </a:xfrm>
            <a:custGeom>
              <a:avLst/>
              <a:gdLst/>
              <a:ahLst/>
              <a:cxnLst/>
              <a:rect l="l" t="t" r="r" b="b"/>
              <a:pathLst>
                <a:path w="3503" h="1872" extrusionOk="0">
                  <a:moveTo>
                    <a:pt x="0" y="0"/>
                  </a:moveTo>
                  <a:lnTo>
                    <a:pt x="0" y="743"/>
                  </a:lnTo>
                  <a:cubicBezTo>
                    <a:pt x="0" y="1357"/>
                    <a:pt x="501" y="1872"/>
                    <a:pt x="1130" y="1872"/>
                  </a:cubicBezTo>
                  <a:lnTo>
                    <a:pt x="2373" y="1872"/>
                  </a:lnTo>
                  <a:cubicBezTo>
                    <a:pt x="3002" y="1872"/>
                    <a:pt x="3502" y="1357"/>
                    <a:pt x="3502" y="743"/>
                  </a:cubicBezTo>
                  <a:lnTo>
                    <a:pt x="3502" y="0"/>
                  </a:lnTo>
                  <a:lnTo>
                    <a:pt x="2601" y="0"/>
                  </a:lnTo>
                  <a:cubicBezTo>
                    <a:pt x="2258" y="0"/>
                    <a:pt x="1959" y="143"/>
                    <a:pt x="1759" y="372"/>
                  </a:cubicBezTo>
                  <a:cubicBezTo>
                    <a:pt x="1544" y="143"/>
                    <a:pt x="1244" y="0"/>
                    <a:pt x="915"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3"/>
            <p:cNvSpPr/>
            <p:nvPr/>
          </p:nvSpPr>
          <p:spPr>
            <a:xfrm>
              <a:off x="7430405" y="3785107"/>
              <a:ext cx="393644" cy="69189"/>
            </a:xfrm>
            <a:custGeom>
              <a:avLst/>
              <a:gdLst/>
              <a:ahLst/>
              <a:cxnLst/>
              <a:rect l="l" t="t" r="r" b="b"/>
              <a:pathLst>
                <a:path w="9763" h="1716" extrusionOk="0">
                  <a:moveTo>
                    <a:pt x="0" y="0"/>
                  </a:moveTo>
                  <a:lnTo>
                    <a:pt x="0" y="1716"/>
                  </a:lnTo>
                  <a:lnTo>
                    <a:pt x="9763" y="1716"/>
                  </a:lnTo>
                  <a:lnTo>
                    <a:pt x="976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3"/>
            <p:cNvSpPr/>
            <p:nvPr/>
          </p:nvSpPr>
          <p:spPr>
            <a:xfrm>
              <a:off x="7430405" y="3729789"/>
              <a:ext cx="393644" cy="78422"/>
            </a:xfrm>
            <a:custGeom>
              <a:avLst/>
              <a:gdLst/>
              <a:ahLst/>
              <a:cxnLst/>
              <a:rect l="l" t="t" r="r" b="b"/>
              <a:pathLst>
                <a:path w="9763" h="1945" extrusionOk="0">
                  <a:moveTo>
                    <a:pt x="0" y="0"/>
                  </a:moveTo>
                  <a:lnTo>
                    <a:pt x="0" y="1944"/>
                  </a:lnTo>
                  <a:lnTo>
                    <a:pt x="9763" y="1944"/>
                  </a:lnTo>
                  <a:lnTo>
                    <a:pt x="9763" y="0"/>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3"/>
            <p:cNvSpPr/>
            <p:nvPr/>
          </p:nvSpPr>
          <p:spPr>
            <a:xfrm>
              <a:off x="7682236" y="3624355"/>
              <a:ext cx="141805" cy="75479"/>
            </a:xfrm>
            <a:custGeom>
              <a:avLst/>
              <a:gdLst/>
              <a:ahLst/>
              <a:cxnLst/>
              <a:rect l="l" t="t" r="r" b="b"/>
              <a:pathLst>
                <a:path w="3517" h="1872" extrusionOk="0">
                  <a:moveTo>
                    <a:pt x="1" y="0"/>
                  </a:moveTo>
                  <a:lnTo>
                    <a:pt x="1" y="743"/>
                  </a:lnTo>
                  <a:cubicBezTo>
                    <a:pt x="1" y="1357"/>
                    <a:pt x="515" y="1872"/>
                    <a:pt x="1129" y="1872"/>
                  </a:cubicBezTo>
                  <a:lnTo>
                    <a:pt x="2387" y="1872"/>
                  </a:lnTo>
                  <a:cubicBezTo>
                    <a:pt x="3002" y="1872"/>
                    <a:pt x="3517" y="1357"/>
                    <a:pt x="3517" y="743"/>
                  </a:cubicBezTo>
                  <a:lnTo>
                    <a:pt x="3517" y="0"/>
                  </a:lnTo>
                  <a:lnTo>
                    <a:pt x="2602" y="0"/>
                  </a:lnTo>
                  <a:cubicBezTo>
                    <a:pt x="2273" y="0"/>
                    <a:pt x="1958" y="143"/>
                    <a:pt x="1758" y="372"/>
                  </a:cubicBezTo>
                  <a:cubicBezTo>
                    <a:pt x="1558" y="143"/>
                    <a:pt x="1244" y="0"/>
                    <a:pt x="916" y="0"/>
                  </a:cubicBez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9" name="Google Shape;2889;p63"/>
          <p:cNvGrpSpPr/>
          <p:nvPr/>
        </p:nvGrpSpPr>
        <p:grpSpPr>
          <a:xfrm>
            <a:off x="1598022" y="4243038"/>
            <a:ext cx="359981" cy="360541"/>
            <a:chOff x="1319963" y="4209262"/>
            <a:chExt cx="393637" cy="394249"/>
          </a:xfrm>
        </p:grpSpPr>
        <p:sp>
          <p:nvSpPr>
            <p:cNvPr id="2890" name="Google Shape;2890;p63"/>
            <p:cNvSpPr/>
            <p:nvPr/>
          </p:nvSpPr>
          <p:spPr>
            <a:xfrm>
              <a:off x="1422574" y="4209866"/>
              <a:ext cx="189060" cy="393644"/>
            </a:xfrm>
            <a:custGeom>
              <a:avLst/>
              <a:gdLst/>
              <a:ahLst/>
              <a:cxnLst/>
              <a:rect l="l" t="t" r="r" b="b"/>
              <a:pathLst>
                <a:path w="4689" h="9763" extrusionOk="0">
                  <a:moveTo>
                    <a:pt x="0" y="0"/>
                  </a:moveTo>
                  <a:lnTo>
                    <a:pt x="0" y="9762"/>
                  </a:lnTo>
                  <a:lnTo>
                    <a:pt x="4688" y="9762"/>
                  </a:lnTo>
                  <a:lnTo>
                    <a:pt x="4688"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3"/>
            <p:cNvSpPr/>
            <p:nvPr/>
          </p:nvSpPr>
          <p:spPr>
            <a:xfrm>
              <a:off x="1319963" y="4209866"/>
              <a:ext cx="125677" cy="179827"/>
            </a:xfrm>
            <a:custGeom>
              <a:avLst/>
              <a:gdLst/>
              <a:ahLst/>
              <a:cxnLst/>
              <a:rect l="l" t="t" r="r" b="b"/>
              <a:pathLst>
                <a:path w="3117" h="4460" extrusionOk="0">
                  <a:moveTo>
                    <a:pt x="1787" y="0"/>
                  </a:moveTo>
                  <a:lnTo>
                    <a:pt x="1129" y="743"/>
                  </a:lnTo>
                  <a:lnTo>
                    <a:pt x="1" y="743"/>
                  </a:lnTo>
                  <a:lnTo>
                    <a:pt x="1" y="4460"/>
                  </a:lnTo>
                  <a:lnTo>
                    <a:pt x="3117" y="4460"/>
                  </a:lnTo>
                  <a:lnTo>
                    <a:pt x="31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3"/>
            <p:cNvSpPr/>
            <p:nvPr/>
          </p:nvSpPr>
          <p:spPr>
            <a:xfrm>
              <a:off x="1319963" y="4328565"/>
              <a:ext cx="125677" cy="231114"/>
            </a:xfrm>
            <a:custGeom>
              <a:avLst/>
              <a:gdLst/>
              <a:ahLst/>
              <a:cxnLst/>
              <a:rect l="l" t="t" r="r" b="b"/>
              <a:pathLst>
                <a:path w="3117" h="5732" extrusionOk="0">
                  <a:moveTo>
                    <a:pt x="1" y="1"/>
                  </a:moveTo>
                  <a:lnTo>
                    <a:pt x="1" y="5732"/>
                  </a:lnTo>
                  <a:lnTo>
                    <a:pt x="3117" y="5732"/>
                  </a:lnTo>
                  <a:lnTo>
                    <a:pt x="3117" y="1101"/>
                  </a:lnTo>
                  <a:lnTo>
                    <a:pt x="1745"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3"/>
            <p:cNvSpPr/>
            <p:nvPr/>
          </p:nvSpPr>
          <p:spPr>
            <a:xfrm>
              <a:off x="1588526" y="4209262"/>
              <a:ext cx="125073" cy="180432"/>
            </a:xfrm>
            <a:custGeom>
              <a:avLst/>
              <a:gdLst/>
              <a:ahLst/>
              <a:cxnLst/>
              <a:rect l="l" t="t" r="r" b="b"/>
              <a:pathLst>
                <a:path w="3102" h="4475" extrusionOk="0">
                  <a:moveTo>
                    <a:pt x="1" y="0"/>
                  </a:moveTo>
                  <a:lnTo>
                    <a:pt x="1" y="4475"/>
                  </a:lnTo>
                  <a:lnTo>
                    <a:pt x="3102" y="4475"/>
                  </a:lnTo>
                  <a:lnTo>
                    <a:pt x="3102" y="758"/>
                  </a:lnTo>
                  <a:lnTo>
                    <a:pt x="1973" y="758"/>
                  </a:lnTo>
                  <a:lnTo>
                    <a:pt x="1301"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3"/>
            <p:cNvSpPr/>
            <p:nvPr/>
          </p:nvSpPr>
          <p:spPr>
            <a:xfrm>
              <a:off x="1588526" y="4328565"/>
              <a:ext cx="125073" cy="231114"/>
            </a:xfrm>
            <a:custGeom>
              <a:avLst/>
              <a:gdLst/>
              <a:ahLst/>
              <a:cxnLst/>
              <a:rect l="l" t="t" r="r" b="b"/>
              <a:pathLst>
                <a:path w="3102" h="5732" extrusionOk="0">
                  <a:moveTo>
                    <a:pt x="1373" y="1"/>
                  </a:moveTo>
                  <a:lnTo>
                    <a:pt x="1" y="1101"/>
                  </a:lnTo>
                  <a:lnTo>
                    <a:pt x="1" y="5732"/>
                  </a:lnTo>
                  <a:lnTo>
                    <a:pt x="3102" y="5732"/>
                  </a:lnTo>
                  <a:lnTo>
                    <a:pt x="3102" y="1"/>
                  </a:lnTo>
                  <a:close/>
                </a:path>
              </a:pathLst>
            </a:custGeom>
            <a:solidFill>
              <a:srgbClr val="683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3"/>
            <p:cNvSpPr/>
            <p:nvPr/>
          </p:nvSpPr>
          <p:spPr>
            <a:xfrm>
              <a:off x="1319963" y="4473794"/>
              <a:ext cx="156200" cy="129709"/>
            </a:xfrm>
            <a:custGeom>
              <a:avLst/>
              <a:gdLst/>
              <a:ahLst/>
              <a:cxnLst/>
              <a:rect l="l" t="t" r="r" b="b"/>
              <a:pathLst>
                <a:path w="3874" h="3217" extrusionOk="0">
                  <a:moveTo>
                    <a:pt x="1" y="1"/>
                  </a:moveTo>
                  <a:lnTo>
                    <a:pt x="1" y="3216"/>
                  </a:lnTo>
                  <a:lnTo>
                    <a:pt x="3874" y="3216"/>
                  </a:lnTo>
                  <a:lnTo>
                    <a:pt x="3874" y="2616"/>
                  </a:lnTo>
                  <a:cubicBezTo>
                    <a:pt x="3874" y="2030"/>
                    <a:pt x="3403" y="1558"/>
                    <a:pt x="2831" y="1558"/>
                  </a:cubicBezTo>
                  <a:lnTo>
                    <a:pt x="2774" y="1558"/>
                  </a:lnTo>
                  <a:cubicBezTo>
                    <a:pt x="2659" y="1173"/>
                    <a:pt x="2345" y="887"/>
                    <a:pt x="1945" y="815"/>
                  </a:cubicBezTo>
                  <a:cubicBezTo>
                    <a:pt x="1844" y="344"/>
                    <a:pt x="1430" y="1"/>
                    <a:pt x="9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3"/>
            <p:cNvSpPr/>
            <p:nvPr/>
          </p:nvSpPr>
          <p:spPr>
            <a:xfrm>
              <a:off x="1557400" y="4473794"/>
              <a:ext cx="156200" cy="129709"/>
            </a:xfrm>
            <a:custGeom>
              <a:avLst/>
              <a:gdLst/>
              <a:ahLst/>
              <a:cxnLst/>
              <a:rect l="l" t="t" r="r" b="b"/>
              <a:pathLst>
                <a:path w="3874" h="3217" extrusionOk="0">
                  <a:moveTo>
                    <a:pt x="2959" y="1"/>
                  </a:moveTo>
                  <a:cubicBezTo>
                    <a:pt x="2459" y="1"/>
                    <a:pt x="2030" y="344"/>
                    <a:pt x="1930" y="815"/>
                  </a:cubicBezTo>
                  <a:cubicBezTo>
                    <a:pt x="1530" y="887"/>
                    <a:pt x="1215" y="1173"/>
                    <a:pt x="1101" y="1558"/>
                  </a:cubicBezTo>
                  <a:lnTo>
                    <a:pt x="1058" y="1558"/>
                  </a:lnTo>
                  <a:cubicBezTo>
                    <a:pt x="472" y="1558"/>
                    <a:pt x="1" y="2030"/>
                    <a:pt x="1" y="2602"/>
                  </a:cubicBezTo>
                  <a:lnTo>
                    <a:pt x="1" y="3216"/>
                  </a:lnTo>
                  <a:lnTo>
                    <a:pt x="3874" y="3216"/>
                  </a:lnTo>
                  <a:lnTo>
                    <a:pt x="387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3"/>
            <p:cNvSpPr/>
            <p:nvPr/>
          </p:nvSpPr>
          <p:spPr>
            <a:xfrm>
              <a:off x="1505550" y="4353926"/>
              <a:ext cx="23103" cy="37498"/>
            </a:xfrm>
            <a:custGeom>
              <a:avLst/>
              <a:gdLst/>
              <a:ahLst/>
              <a:cxnLst/>
              <a:rect l="l" t="t" r="r" b="b"/>
              <a:pathLst>
                <a:path w="573" h="930" extrusionOk="0">
                  <a:moveTo>
                    <a:pt x="0" y="1"/>
                  </a:moveTo>
                  <a:lnTo>
                    <a:pt x="0" y="929"/>
                  </a:lnTo>
                  <a:lnTo>
                    <a:pt x="572" y="9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3"/>
            <p:cNvSpPr/>
            <p:nvPr/>
          </p:nvSpPr>
          <p:spPr>
            <a:xfrm>
              <a:off x="1543571" y="4280707"/>
              <a:ext cx="23103" cy="45602"/>
            </a:xfrm>
            <a:custGeom>
              <a:avLst/>
              <a:gdLst/>
              <a:ahLst/>
              <a:cxnLst/>
              <a:rect l="l" t="t" r="r" b="b"/>
              <a:pathLst>
                <a:path w="573" h="1131" extrusionOk="0">
                  <a:moveTo>
                    <a:pt x="1" y="1"/>
                  </a:moveTo>
                  <a:lnTo>
                    <a:pt x="1" y="1130"/>
                  </a:lnTo>
                  <a:lnTo>
                    <a:pt x="572" y="1130"/>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3"/>
            <p:cNvSpPr/>
            <p:nvPr/>
          </p:nvSpPr>
          <p:spPr>
            <a:xfrm>
              <a:off x="1466925" y="4280707"/>
              <a:ext cx="23063" cy="45602"/>
            </a:xfrm>
            <a:custGeom>
              <a:avLst/>
              <a:gdLst/>
              <a:ahLst/>
              <a:cxnLst/>
              <a:rect l="l" t="t" r="r" b="b"/>
              <a:pathLst>
                <a:path w="572" h="1131" extrusionOk="0">
                  <a:moveTo>
                    <a:pt x="0" y="1"/>
                  </a:moveTo>
                  <a:lnTo>
                    <a:pt x="0" y="1130"/>
                  </a:lnTo>
                  <a:lnTo>
                    <a:pt x="572" y="1130"/>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3"/>
            <p:cNvSpPr/>
            <p:nvPr/>
          </p:nvSpPr>
          <p:spPr>
            <a:xfrm>
              <a:off x="1543571" y="4417307"/>
              <a:ext cx="23103" cy="45562"/>
            </a:xfrm>
            <a:custGeom>
              <a:avLst/>
              <a:gdLst/>
              <a:ahLst/>
              <a:cxnLst/>
              <a:rect l="l" t="t" r="r" b="b"/>
              <a:pathLst>
                <a:path w="573" h="1130" extrusionOk="0">
                  <a:moveTo>
                    <a:pt x="1" y="1"/>
                  </a:moveTo>
                  <a:lnTo>
                    <a:pt x="1" y="1129"/>
                  </a:lnTo>
                  <a:lnTo>
                    <a:pt x="572" y="11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3"/>
            <p:cNvSpPr/>
            <p:nvPr/>
          </p:nvSpPr>
          <p:spPr>
            <a:xfrm>
              <a:off x="1505550" y="4489922"/>
              <a:ext cx="23103" cy="37498"/>
            </a:xfrm>
            <a:custGeom>
              <a:avLst/>
              <a:gdLst/>
              <a:ahLst/>
              <a:cxnLst/>
              <a:rect l="l" t="t" r="r" b="b"/>
              <a:pathLst>
                <a:path w="573" h="930" extrusionOk="0">
                  <a:moveTo>
                    <a:pt x="0" y="1"/>
                  </a:moveTo>
                  <a:lnTo>
                    <a:pt x="0" y="929"/>
                  </a:lnTo>
                  <a:lnTo>
                    <a:pt x="572" y="9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63"/>
            <p:cNvSpPr/>
            <p:nvPr/>
          </p:nvSpPr>
          <p:spPr>
            <a:xfrm>
              <a:off x="1466925" y="4417307"/>
              <a:ext cx="23063" cy="45562"/>
            </a:xfrm>
            <a:custGeom>
              <a:avLst/>
              <a:gdLst/>
              <a:ahLst/>
              <a:cxnLst/>
              <a:rect l="l" t="t" r="r" b="b"/>
              <a:pathLst>
                <a:path w="572" h="1130" extrusionOk="0">
                  <a:moveTo>
                    <a:pt x="0" y="1"/>
                  </a:moveTo>
                  <a:lnTo>
                    <a:pt x="0" y="1129"/>
                  </a:lnTo>
                  <a:lnTo>
                    <a:pt x="572" y="1129"/>
                  </a:lnTo>
                  <a:lnTo>
                    <a:pt x="572" y="1"/>
                  </a:ln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3" name="Google Shape;2903;p63"/>
          <p:cNvGrpSpPr/>
          <p:nvPr/>
        </p:nvGrpSpPr>
        <p:grpSpPr>
          <a:xfrm>
            <a:off x="2218865" y="4243591"/>
            <a:ext cx="359988" cy="359463"/>
            <a:chOff x="1998851" y="4209866"/>
            <a:chExt cx="393644" cy="393071"/>
          </a:xfrm>
        </p:grpSpPr>
        <p:sp>
          <p:nvSpPr>
            <p:cNvPr id="2904" name="Google Shape;2904;p63"/>
            <p:cNvSpPr/>
            <p:nvPr/>
          </p:nvSpPr>
          <p:spPr>
            <a:xfrm>
              <a:off x="2117550" y="4408115"/>
              <a:ext cx="155676" cy="149265"/>
            </a:xfrm>
            <a:custGeom>
              <a:avLst/>
              <a:gdLst/>
              <a:ahLst/>
              <a:cxnLst/>
              <a:rect l="l" t="t" r="r" b="b"/>
              <a:pathLst>
                <a:path w="3861" h="3702" extrusionOk="0">
                  <a:moveTo>
                    <a:pt x="916" y="0"/>
                  </a:moveTo>
                  <a:cubicBezTo>
                    <a:pt x="430" y="0"/>
                    <a:pt x="15" y="400"/>
                    <a:pt x="1" y="886"/>
                  </a:cubicBezTo>
                  <a:cubicBezTo>
                    <a:pt x="1" y="1386"/>
                    <a:pt x="401" y="1801"/>
                    <a:pt x="901" y="1801"/>
                  </a:cubicBezTo>
                  <a:lnTo>
                    <a:pt x="944" y="1801"/>
                  </a:lnTo>
                  <a:lnTo>
                    <a:pt x="1158" y="3702"/>
                  </a:lnTo>
                  <a:lnTo>
                    <a:pt x="2702" y="3702"/>
                  </a:lnTo>
                  <a:lnTo>
                    <a:pt x="2917" y="1801"/>
                  </a:lnTo>
                  <a:lnTo>
                    <a:pt x="2959" y="1801"/>
                  </a:lnTo>
                  <a:cubicBezTo>
                    <a:pt x="3460" y="1801"/>
                    <a:pt x="3860" y="1401"/>
                    <a:pt x="3860" y="900"/>
                  </a:cubicBezTo>
                  <a:cubicBezTo>
                    <a:pt x="3860" y="400"/>
                    <a:pt x="3460" y="0"/>
                    <a:pt x="2959" y="0"/>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3"/>
            <p:cNvSpPr/>
            <p:nvPr/>
          </p:nvSpPr>
          <p:spPr>
            <a:xfrm>
              <a:off x="2092754" y="4358522"/>
              <a:ext cx="205229" cy="72092"/>
            </a:xfrm>
            <a:custGeom>
              <a:avLst/>
              <a:gdLst/>
              <a:ahLst/>
              <a:cxnLst/>
              <a:rect l="l" t="t" r="r" b="b"/>
              <a:pathLst>
                <a:path w="5090" h="1788" extrusionOk="0">
                  <a:moveTo>
                    <a:pt x="930" y="1"/>
                  </a:moveTo>
                  <a:cubicBezTo>
                    <a:pt x="429" y="1"/>
                    <a:pt x="29" y="386"/>
                    <a:pt x="16" y="872"/>
                  </a:cubicBezTo>
                  <a:cubicBezTo>
                    <a:pt x="1" y="1373"/>
                    <a:pt x="416" y="1787"/>
                    <a:pt x="915" y="1787"/>
                  </a:cubicBezTo>
                  <a:lnTo>
                    <a:pt x="4174" y="1787"/>
                  </a:lnTo>
                  <a:cubicBezTo>
                    <a:pt x="4660" y="1787"/>
                    <a:pt x="5075" y="1402"/>
                    <a:pt x="5075" y="901"/>
                  </a:cubicBezTo>
                  <a:cubicBezTo>
                    <a:pt x="5089" y="401"/>
                    <a:pt x="4689" y="1"/>
                    <a:pt x="4189" y="1"/>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3"/>
            <p:cNvSpPr/>
            <p:nvPr/>
          </p:nvSpPr>
          <p:spPr>
            <a:xfrm>
              <a:off x="2068563" y="4308970"/>
              <a:ext cx="254218" cy="72657"/>
            </a:xfrm>
            <a:custGeom>
              <a:avLst/>
              <a:gdLst/>
              <a:ahLst/>
              <a:cxnLst/>
              <a:rect l="l" t="t" r="r" b="b"/>
              <a:pathLst>
                <a:path w="6305" h="1802" extrusionOk="0">
                  <a:moveTo>
                    <a:pt x="915" y="1"/>
                  </a:moveTo>
                  <a:cubicBezTo>
                    <a:pt x="429" y="1"/>
                    <a:pt x="15" y="401"/>
                    <a:pt x="0" y="887"/>
                  </a:cubicBezTo>
                  <a:cubicBezTo>
                    <a:pt x="0" y="1387"/>
                    <a:pt x="401" y="1802"/>
                    <a:pt x="901" y="1802"/>
                  </a:cubicBezTo>
                  <a:lnTo>
                    <a:pt x="5375" y="1802"/>
                  </a:lnTo>
                  <a:cubicBezTo>
                    <a:pt x="5876" y="1802"/>
                    <a:pt x="6289" y="1401"/>
                    <a:pt x="6289" y="915"/>
                  </a:cubicBezTo>
                  <a:cubicBezTo>
                    <a:pt x="6304" y="415"/>
                    <a:pt x="5889" y="1"/>
                    <a:pt x="5403" y="1"/>
                  </a:cubicBez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3"/>
            <p:cNvSpPr/>
            <p:nvPr/>
          </p:nvSpPr>
          <p:spPr>
            <a:xfrm>
              <a:off x="2043807" y="4259418"/>
              <a:ext cx="303731" cy="72052"/>
            </a:xfrm>
            <a:custGeom>
              <a:avLst/>
              <a:gdLst/>
              <a:ahLst/>
              <a:cxnLst/>
              <a:rect l="l" t="t" r="r" b="b"/>
              <a:pathLst>
                <a:path w="7533" h="1787" extrusionOk="0">
                  <a:moveTo>
                    <a:pt x="915" y="0"/>
                  </a:moveTo>
                  <a:cubicBezTo>
                    <a:pt x="429" y="0"/>
                    <a:pt x="14" y="386"/>
                    <a:pt x="0" y="872"/>
                  </a:cubicBezTo>
                  <a:cubicBezTo>
                    <a:pt x="0" y="1373"/>
                    <a:pt x="401" y="1787"/>
                    <a:pt x="900" y="1787"/>
                  </a:cubicBezTo>
                  <a:lnTo>
                    <a:pt x="6604" y="1787"/>
                  </a:lnTo>
                  <a:cubicBezTo>
                    <a:pt x="7104" y="1787"/>
                    <a:pt x="7504" y="1401"/>
                    <a:pt x="7519" y="900"/>
                  </a:cubicBezTo>
                  <a:cubicBezTo>
                    <a:pt x="7532" y="401"/>
                    <a:pt x="7118" y="0"/>
                    <a:pt x="6618" y="0"/>
                  </a:cubicBezTo>
                  <a:close/>
                </a:path>
              </a:pathLst>
            </a:custGeom>
            <a:solidFill>
              <a:srgbClr val="0931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63"/>
            <p:cNvSpPr/>
            <p:nvPr/>
          </p:nvSpPr>
          <p:spPr>
            <a:xfrm>
              <a:off x="2018446" y="4209866"/>
              <a:ext cx="353889" cy="72657"/>
            </a:xfrm>
            <a:custGeom>
              <a:avLst/>
              <a:gdLst/>
              <a:ahLst/>
              <a:cxnLst/>
              <a:rect l="l" t="t" r="r" b="b"/>
              <a:pathLst>
                <a:path w="8777" h="1802" extrusionOk="0">
                  <a:moveTo>
                    <a:pt x="0" y="0"/>
                  </a:moveTo>
                  <a:lnTo>
                    <a:pt x="0" y="900"/>
                  </a:lnTo>
                  <a:cubicBezTo>
                    <a:pt x="0" y="1386"/>
                    <a:pt x="401" y="1801"/>
                    <a:pt x="900" y="1801"/>
                  </a:cubicBezTo>
                  <a:lnTo>
                    <a:pt x="7875" y="1801"/>
                  </a:lnTo>
                  <a:cubicBezTo>
                    <a:pt x="8376" y="1801"/>
                    <a:pt x="8777" y="1386"/>
                    <a:pt x="8777" y="900"/>
                  </a:cubicBezTo>
                  <a:lnTo>
                    <a:pt x="8777"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63"/>
            <p:cNvSpPr/>
            <p:nvPr/>
          </p:nvSpPr>
          <p:spPr>
            <a:xfrm>
              <a:off x="1998851" y="4533748"/>
              <a:ext cx="393644" cy="69189"/>
            </a:xfrm>
            <a:custGeom>
              <a:avLst/>
              <a:gdLst/>
              <a:ahLst/>
              <a:cxnLst/>
              <a:rect l="l" t="t" r="r" b="b"/>
              <a:pathLst>
                <a:path w="9763" h="1716" extrusionOk="0">
                  <a:moveTo>
                    <a:pt x="0" y="0"/>
                  </a:moveTo>
                  <a:lnTo>
                    <a:pt x="0" y="1715"/>
                  </a:lnTo>
                  <a:lnTo>
                    <a:pt x="9762" y="1715"/>
                  </a:lnTo>
                  <a:lnTo>
                    <a:pt x="9762"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3"/>
            <p:cNvSpPr/>
            <p:nvPr/>
          </p:nvSpPr>
          <p:spPr>
            <a:xfrm>
              <a:off x="2344021" y="4449603"/>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3"/>
            <p:cNvSpPr/>
            <p:nvPr/>
          </p:nvSpPr>
          <p:spPr>
            <a:xfrm>
              <a:off x="2313500"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3"/>
            <p:cNvSpPr/>
            <p:nvPr/>
          </p:nvSpPr>
          <p:spPr>
            <a:xfrm>
              <a:off x="2297936" y="4488188"/>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63"/>
            <p:cNvSpPr/>
            <p:nvPr/>
          </p:nvSpPr>
          <p:spPr>
            <a:xfrm>
              <a:off x="2023607" y="4449603"/>
              <a:ext cx="23103" cy="23103"/>
            </a:xfrm>
            <a:custGeom>
              <a:avLst/>
              <a:gdLst/>
              <a:ahLst/>
              <a:cxnLst/>
              <a:rect l="l" t="t" r="r" b="b"/>
              <a:pathLst>
                <a:path w="573"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63"/>
            <p:cNvSpPr/>
            <p:nvPr/>
          </p:nvSpPr>
          <p:spPr>
            <a:xfrm>
              <a:off x="2054169"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3"/>
            <p:cNvSpPr/>
            <p:nvPr/>
          </p:nvSpPr>
          <p:spPr>
            <a:xfrm>
              <a:off x="2069691" y="4488188"/>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3"/>
            <p:cNvSpPr/>
            <p:nvPr/>
          </p:nvSpPr>
          <p:spPr>
            <a:xfrm>
              <a:off x="2344021" y="4449603"/>
              <a:ext cx="23103" cy="23103"/>
            </a:xfrm>
            <a:custGeom>
              <a:avLst/>
              <a:gdLst/>
              <a:ahLst/>
              <a:cxnLst/>
              <a:rect l="l" t="t" r="r" b="b"/>
              <a:pathLst>
                <a:path w="573" h="573" extrusionOk="0">
                  <a:moveTo>
                    <a:pt x="1" y="0"/>
                  </a:moveTo>
                  <a:lnTo>
                    <a:pt x="1"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3"/>
            <p:cNvSpPr/>
            <p:nvPr/>
          </p:nvSpPr>
          <p:spPr>
            <a:xfrm>
              <a:off x="2313500" y="4411542"/>
              <a:ext cx="23103" cy="23103"/>
            </a:xfrm>
            <a:custGeom>
              <a:avLst/>
              <a:gdLst/>
              <a:ahLst/>
              <a:cxnLst/>
              <a:rect l="l" t="t" r="r" b="b"/>
              <a:pathLst>
                <a:path w="573" h="573" extrusionOk="0">
                  <a:moveTo>
                    <a:pt x="1" y="1"/>
                  </a:moveTo>
                  <a:lnTo>
                    <a:pt x="1" y="573"/>
                  </a:lnTo>
                  <a:lnTo>
                    <a:pt x="572" y="573"/>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3"/>
            <p:cNvSpPr/>
            <p:nvPr/>
          </p:nvSpPr>
          <p:spPr>
            <a:xfrm>
              <a:off x="2297936" y="4488188"/>
              <a:ext cx="23063" cy="23103"/>
            </a:xfrm>
            <a:custGeom>
              <a:avLst/>
              <a:gdLst/>
              <a:ahLst/>
              <a:cxnLst/>
              <a:rect l="l" t="t" r="r" b="b"/>
              <a:pathLst>
                <a:path w="572" h="573" extrusionOk="0">
                  <a:moveTo>
                    <a:pt x="0" y="0"/>
                  </a:moveTo>
                  <a:lnTo>
                    <a:pt x="0" y="572"/>
                  </a:lnTo>
                  <a:lnTo>
                    <a:pt x="572" y="572"/>
                  </a:lnTo>
                  <a:lnTo>
                    <a:pt x="5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9" name="Google Shape;2919;p63"/>
          <p:cNvGrpSpPr/>
          <p:nvPr/>
        </p:nvGrpSpPr>
        <p:grpSpPr>
          <a:xfrm>
            <a:off x="2860210" y="4243038"/>
            <a:ext cx="318904" cy="360534"/>
            <a:chOff x="2700157" y="4209262"/>
            <a:chExt cx="348720" cy="394242"/>
          </a:xfrm>
        </p:grpSpPr>
        <p:sp>
          <p:nvSpPr>
            <p:cNvPr id="2920" name="Google Shape;2920;p63"/>
            <p:cNvSpPr/>
            <p:nvPr/>
          </p:nvSpPr>
          <p:spPr>
            <a:xfrm>
              <a:off x="2771643" y="4480124"/>
              <a:ext cx="206358" cy="123379"/>
            </a:xfrm>
            <a:custGeom>
              <a:avLst/>
              <a:gdLst/>
              <a:ahLst/>
              <a:cxnLst/>
              <a:rect l="l" t="t" r="r" b="b"/>
              <a:pathLst>
                <a:path w="5118" h="3060" extrusionOk="0">
                  <a:moveTo>
                    <a:pt x="2274" y="0"/>
                  </a:moveTo>
                  <a:cubicBezTo>
                    <a:pt x="2274" y="886"/>
                    <a:pt x="1544" y="1616"/>
                    <a:pt x="644" y="1616"/>
                  </a:cubicBezTo>
                  <a:lnTo>
                    <a:pt x="0" y="1616"/>
                  </a:lnTo>
                  <a:cubicBezTo>
                    <a:pt x="101" y="1788"/>
                    <a:pt x="229" y="1944"/>
                    <a:pt x="358" y="2102"/>
                  </a:cubicBezTo>
                  <a:cubicBezTo>
                    <a:pt x="930" y="2702"/>
                    <a:pt x="1730" y="3059"/>
                    <a:pt x="2559" y="3059"/>
                  </a:cubicBezTo>
                  <a:cubicBezTo>
                    <a:pt x="3388" y="3059"/>
                    <a:pt x="4189" y="2702"/>
                    <a:pt x="4746" y="2102"/>
                  </a:cubicBezTo>
                  <a:cubicBezTo>
                    <a:pt x="4889" y="1944"/>
                    <a:pt x="5018" y="1788"/>
                    <a:pt x="5117" y="1616"/>
                  </a:cubicBezTo>
                  <a:lnTo>
                    <a:pt x="4460" y="1616"/>
                  </a:lnTo>
                  <a:cubicBezTo>
                    <a:pt x="3574" y="1616"/>
                    <a:pt x="2845" y="886"/>
                    <a:pt x="2845"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3"/>
            <p:cNvSpPr/>
            <p:nvPr/>
          </p:nvSpPr>
          <p:spPr>
            <a:xfrm>
              <a:off x="2700157" y="4443232"/>
              <a:ext cx="66367" cy="35199"/>
            </a:xfrm>
            <a:custGeom>
              <a:avLst/>
              <a:gdLst/>
              <a:ahLst/>
              <a:cxnLst/>
              <a:rect l="l" t="t" r="r" b="b"/>
              <a:pathLst>
                <a:path w="1646" h="873" extrusionOk="0">
                  <a:moveTo>
                    <a:pt x="487" y="0"/>
                  </a:moveTo>
                  <a:lnTo>
                    <a:pt x="1" y="473"/>
                  </a:lnTo>
                  <a:lnTo>
                    <a:pt x="416" y="873"/>
                  </a:lnTo>
                  <a:lnTo>
                    <a:pt x="716" y="572"/>
                  </a:lnTo>
                  <a:lnTo>
                    <a:pt x="1645" y="572"/>
                  </a:lnTo>
                  <a:lnTo>
                    <a:pt x="164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3"/>
            <p:cNvSpPr/>
            <p:nvPr/>
          </p:nvSpPr>
          <p:spPr>
            <a:xfrm>
              <a:off x="2743419" y="4525684"/>
              <a:ext cx="43828" cy="54190"/>
            </a:xfrm>
            <a:custGeom>
              <a:avLst/>
              <a:gdLst/>
              <a:ahLst/>
              <a:cxnLst/>
              <a:rect l="l" t="t" r="r" b="b"/>
              <a:pathLst>
                <a:path w="1087" h="1344" extrusionOk="0">
                  <a:moveTo>
                    <a:pt x="715" y="0"/>
                  </a:moveTo>
                  <a:lnTo>
                    <a:pt x="0" y="614"/>
                  </a:lnTo>
                  <a:lnTo>
                    <a:pt x="0" y="1344"/>
                  </a:lnTo>
                  <a:lnTo>
                    <a:pt x="572" y="1344"/>
                  </a:lnTo>
                  <a:lnTo>
                    <a:pt x="572" y="871"/>
                  </a:lnTo>
                  <a:lnTo>
                    <a:pt x="1087" y="443"/>
                  </a:lnTo>
                  <a:lnTo>
                    <a:pt x="715"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3"/>
            <p:cNvSpPr/>
            <p:nvPr/>
          </p:nvSpPr>
          <p:spPr>
            <a:xfrm>
              <a:off x="2730154" y="4341790"/>
              <a:ext cx="57658" cy="42134"/>
            </a:xfrm>
            <a:custGeom>
              <a:avLst/>
              <a:gdLst/>
              <a:ahLst/>
              <a:cxnLst/>
              <a:rect l="l" t="t" r="r" b="b"/>
              <a:pathLst>
                <a:path w="1430" h="1045" extrusionOk="0">
                  <a:moveTo>
                    <a:pt x="0" y="1"/>
                  </a:moveTo>
                  <a:lnTo>
                    <a:pt x="0" y="573"/>
                  </a:lnTo>
                  <a:lnTo>
                    <a:pt x="501" y="573"/>
                  </a:lnTo>
                  <a:lnTo>
                    <a:pt x="1058" y="1045"/>
                  </a:lnTo>
                  <a:lnTo>
                    <a:pt x="1430" y="601"/>
                  </a:lnTo>
                  <a:lnTo>
                    <a:pt x="701"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3"/>
            <p:cNvSpPr/>
            <p:nvPr/>
          </p:nvSpPr>
          <p:spPr>
            <a:xfrm>
              <a:off x="2983155" y="4443232"/>
              <a:ext cx="65722" cy="35199"/>
            </a:xfrm>
            <a:custGeom>
              <a:avLst/>
              <a:gdLst/>
              <a:ahLst/>
              <a:cxnLst/>
              <a:rect l="l" t="t" r="r" b="b"/>
              <a:pathLst>
                <a:path w="1630" h="873" extrusionOk="0">
                  <a:moveTo>
                    <a:pt x="1" y="0"/>
                  </a:moveTo>
                  <a:lnTo>
                    <a:pt x="1" y="572"/>
                  </a:lnTo>
                  <a:lnTo>
                    <a:pt x="915" y="572"/>
                  </a:lnTo>
                  <a:lnTo>
                    <a:pt x="1230" y="873"/>
                  </a:lnTo>
                  <a:lnTo>
                    <a:pt x="1630" y="473"/>
                  </a:lnTo>
                  <a:lnTo>
                    <a:pt x="11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3"/>
            <p:cNvSpPr/>
            <p:nvPr/>
          </p:nvSpPr>
          <p:spPr>
            <a:xfrm>
              <a:off x="2962391" y="4525684"/>
              <a:ext cx="43868" cy="54190"/>
            </a:xfrm>
            <a:custGeom>
              <a:avLst/>
              <a:gdLst/>
              <a:ahLst/>
              <a:cxnLst/>
              <a:rect l="l" t="t" r="r" b="b"/>
              <a:pathLst>
                <a:path w="1088" h="1344" extrusionOk="0">
                  <a:moveTo>
                    <a:pt x="358" y="0"/>
                  </a:moveTo>
                  <a:lnTo>
                    <a:pt x="1" y="443"/>
                  </a:lnTo>
                  <a:lnTo>
                    <a:pt x="516" y="871"/>
                  </a:lnTo>
                  <a:lnTo>
                    <a:pt x="516" y="1344"/>
                  </a:lnTo>
                  <a:lnTo>
                    <a:pt x="1087" y="1344"/>
                  </a:lnTo>
                  <a:lnTo>
                    <a:pt x="1087" y="614"/>
                  </a:lnTo>
                  <a:lnTo>
                    <a:pt x="358"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3"/>
            <p:cNvSpPr/>
            <p:nvPr/>
          </p:nvSpPr>
          <p:spPr>
            <a:xfrm>
              <a:off x="2961262" y="4341790"/>
              <a:ext cx="57658" cy="42134"/>
            </a:xfrm>
            <a:custGeom>
              <a:avLst/>
              <a:gdLst/>
              <a:ahLst/>
              <a:cxnLst/>
              <a:rect l="l" t="t" r="r" b="b"/>
              <a:pathLst>
                <a:path w="1430" h="1045" extrusionOk="0">
                  <a:moveTo>
                    <a:pt x="729" y="1"/>
                  </a:moveTo>
                  <a:lnTo>
                    <a:pt x="0" y="601"/>
                  </a:lnTo>
                  <a:lnTo>
                    <a:pt x="372" y="1045"/>
                  </a:lnTo>
                  <a:lnTo>
                    <a:pt x="944" y="573"/>
                  </a:lnTo>
                  <a:lnTo>
                    <a:pt x="1430" y="573"/>
                  </a:lnTo>
                  <a:lnTo>
                    <a:pt x="1430"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3"/>
            <p:cNvSpPr/>
            <p:nvPr/>
          </p:nvSpPr>
          <p:spPr>
            <a:xfrm>
              <a:off x="2886874" y="4209262"/>
              <a:ext cx="39231" cy="56529"/>
            </a:xfrm>
            <a:custGeom>
              <a:avLst/>
              <a:gdLst/>
              <a:ahLst/>
              <a:cxnLst/>
              <a:rect l="l" t="t" r="r" b="b"/>
              <a:pathLst>
                <a:path w="973" h="1402" extrusionOk="0">
                  <a:moveTo>
                    <a:pt x="973" y="0"/>
                  </a:moveTo>
                  <a:cubicBezTo>
                    <a:pt x="445" y="0"/>
                    <a:pt x="1" y="444"/>
                    <a:pt x="1" y="972"/>
                  </a:cubicBezTo>
                  <a:lnTo>
                    <a:pt x="1" y="1401"/>
                  </a:lnTo>
                  <a:lnTo>
                    <a:pt x="573" y="1401"/>
                  </a:lnTo>
                  <a:lnTo>
                    <a:pt x="573" y="972"/>
                  </a:lnTo>
                  <a:cubicBezTo>
                    <a:pt x="573" y="758"/>
                    <a:pt x="759" y="572"/>
                    <a:pt x="973" y="572"/>
                  </a:cubicBezTo>
                  <a:lnTo>
                    <a:pt x="9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63"/>
            <p:cNvSpPr/>
            <p:nvPr/>
          </p:nvSpPr>
          <p:spPr>
            <a:xfrm>
              <a:off x="2822928" y="4209262"/>
              <a:ext cx="39231" cy="56529"/>
            </a:xfrm>
            <a:custGeom>
              <a:avLst/>
              <a:gdLst/>
              <a:ahLst/>
              <a:cxnLst/>
              <a:rect l="l" t="t" r="r" b="b"/>
              <a:pathLst>
                <a:path w="973" h="1402" extrusionOk="0">
                  <a:moveTo>
                    <a:pt x="1" y="0"/>
                  </a:moveTo>
                  <a:lnTo>
                    <a:pt x="1" y="572"/>
                  </a:lnTo>
                  <a:cubicBezTo>
                    <a:pt x="230" y="572"/>
                    <a:pt x="401" y="758"/>
                    <a:pt x="401" y="972"/>
                  </a:cubicBezTo>
                  <a:lnTo>
                    <a:pt x="401" y="1401"/>
                  </a:lnTo>
                  <a:lnTo>
                    <a:pt x="973" y="1401"/>
                  </a:lnTo>
                  <a:lnTo>
                    <a:pt x="973" y="972"/>
                  </a:lnTo>
                  <a:cubicBezTo>
                    <a:pt x="973" y="444"/>
                    <a:pt x="544" y="0"/>
                    <a:pt x="1" y="0"/>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63"/>
            <p:cNvSpPr/>
            <p:nvPr/>
          </p:nvSpPr>
          <p:spPr>
            <a:xfrm>
              <a:off x="2813735" y="4247282"/>
              <a:ext cx="121605" cy="96889"/>
            </a:xfrm>
            <a:custGeom>
              <a:avLst/>
              <a:gdLst/>
              <a:ahLst/>
              <a:cxnLst/>
              <a:rect l="l" t="t" r="r" b="b"/>
              <a:pathLst>
                <a:path w="3016" h="2403" extrusionOk="0">
                  <a:moveTo>
                    <a:pt x="1515" y="1"/>
                  </a:moveTo>
                  <a:cubicBezTo>
                    <a:pt x="686" y="1"/>
                    <a:pt x="0" y="673"/>
                    <a:pt x="0" y="1502"/>
                  </a:cubicBezTo>
                  <a:lnTo>
                    <a:pt x="0" y="2402"/>
                  </a:lnTo>
                  <a:lnTo>
                    <a:pt x="3016" y="2402"/>
                  </a:lnTo>
                  <a:lnTo>
                    <a:pt x="3016" y="1502"/>
                  </a:lnTo>
                  <a:cubicBezTo>
                    <a:pt x="3016" y="673"/>
                    <a:pt x="2344" y="1"/>
                    <a:pt x="1515" y="1"/>
                  </a:cubicBez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3"/>
            <p:cNvSpPr/>
            <p:nvPr/>
          </p:nvSpPr>
          <p:spPr>
            <a:xfrm>
              <a:off x="2754951" y="4309817"/>
              <a:ext cx="239783" cy="258532"/>
            </a:xfrm>
            <a:custGeom>
              <a:avLst/>
              <a:gdLst/>
              <a:ahLst/>
              <a:cxnLst/>
              <a:rect l="l" t="t" r="r" b="b"/>
              <a:pathLst>
                <a:path w="5947" h="6412" extrusionOk="0">
                  <a:moveTo>
                    <a:pt x="2967" y="0"/>
                  </a:moveTo>
                  <a:cubicBezTo>
                    <a:pt x="2051" y="0"/>
                    <a:pt x="1041" y="415"/>
                    <a:pt x="115" y="1423"/>
                  </a:cubicBezTo>
                  <a:cubicBezTo>
                    <a:pt x="43" y="1509"/>
                    <a:pt x="0" y="1623"/>
                    <a:pt x="0" y="1737"/>
                  </a:cubicBezTo>
                  <a:lnTo>
                    <a:pt x="0" y="5282"/>
                  </a:lnTo>
                  <a:cubicBezTo>
                    <a:pt x="0" y="5396"/>
                    <a:pt x="43" y="5511"/>
                    <a:pt x="115" y="5596"/>
                  </a:cubicBezTo>
                  <a:lnTo>
                    <a:pt x="872" y="6412"/>
                  </a:lnTo>
                  <a:lnTo>
                    <a:pt x="1072" y="6412"/>
                  </a:lnTo>
                  <a:cubicBezTo>
                    <a:pt x="1887" y="6412"/>
                    <a:pt x="2587" y="5968"/>
                    <a:pt x="2973" y="5311"/>
                  </a:cubicBezTo>
                  <a:cubicBezTo>
                    <a:pt x="3345" y="5968"/>
                    <a:pt x="4060" y="6412"/>
                    <a:pt x="4874" y="6412"/>
                  </a:cubicBezTo>
                  <a:lnTo>
                    <a:pt x="5074" y="6412"/>
                  </a:lnTo>
                  <a:lnTo>
                    <a:pt x="5817" y="5596"/>
                  </a:lnTo>
                  <a:cubicBezTo>
                    <a:pt x="5903" y="5511"/>
                    <a:pt x="5946" y="5396"/>
                    <a:pt x="5946" y="5282"/>
                  </a:cubicBezTo>
                  <a:lnTo>
                    <a:pt x="5946" y="2966"/>
                  </a:lnTo>
                  <a:cubicBezTo>
                    <a:pt x="5946" y="1333"/>
                    <a:pt x="4609" y="0"/>
                    <a:pt x="29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3"/>
            <p:cNvSpPr/>
            <p:nvPr/>
          </p:nvSpPr>
          <p:spPr>
            <a:xfrm>
              <a:off x="2923241" y="4453070"/>
              <a:ext cx="23063" cy="23063"/>
            </a:xfrm>
            <a:custGeom>
              <a:avLst/>
              <a:gdLst/>
              <a:ahLst/>
              <a:cxnLst/>
              <a:rect l="l" t="t" r="r" b="b"/>
              <a:pathLst>
                <a:path w="572" h="572" extrusionOk="0">
                  <a:moveTo>
                    <a:pt x="0" y="0"/>
                  </a:moveTo>
                  <a:lnTo>
                    <a:pt x="0" y="572"/>
                  </a:lnTo>
                  <a:lnTo>
                    <a:pt x="572" y="572"/>
                  </a:lnTo>
                  <a:lnTo>
                    <a:pt x="572"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3"/>
            <p:cNvSpPr/>
            <p:nvPr/>
          </p:nvSpPr>
          <p:spPr>
            <a:xfrm>
              <a:off x="2911710" y="4404042"/>
              <a:ext cx="23063" cy="23103"/>
            </a:xfrm>
            <a:custGeom>
              <a:avLst/>
              <a:gdLst/>
              <a:ahLst/>
              <a:cxnLst/>
              <a:rect l="l" t="t" r="r" b="b"/>
              <a:pathLst>
                <a:path w="572" h="573" extrusionOk="0">
                  <a:moveTo>
                    <a:pt x="0" y="1"/>
                  </a:moveTo>
                  <a:lnTo>
                    <a:pt x="0" y="572"/>
                  </a:lnTo>
                  <a:lnTo>
                    <a:pt x="572" y="572"/>
                  </a:lnTo>
                  <a:lnTo>
                    <a:pt x="572"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3"/>
            <p:cNvSpPr/>
            <p:nvPr/>
          </p:nvSpPr>
          <p:spPr>
            <a:xfrm>
              <a:off x="2803333" y="4453070"/>
              <a:ext cx="23103" cy="23063"/>
            </a:xfrm>
            <a:custGeom>
              <a:avLst/>
              <a:gdLst/>
              <a:ahLst/>
              <a:cxnLst/>
              <a:rect l="l" t="t" r="r" b="b"/>
              <a:pathLst>
                <a:path w="573" h="572" extrusionOk="0">
                  <a:moveTo>
                    <a:pt x="1" y="0"/>
                  </a:moveTo>
                  <a:lnTo>
                    <a:pt x="1" y="572"/>
                  </a:lnTo>
                  <a:lnTo>
                    <a:pt x="573" y="572"/>
                  </a:lnTo>
                  <a:lnTo>
                    <a:pt x="573"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3"/>
            <p:cNvSpPr/>
            <p:nvPr/>
          </p:nvSpPr>
          <p:spPr>
            <a:xfrm>
              <a:off x="2814864" y="4404042"/>
              <a:ext cx="23103" cy="23103"/>
            </a:xfrm>
            <a:custGeom>
              <a:avLst/>
              <a:gdLst/>
              <a:ahLst/>
              <a:cxnLst/>
              <a:rect l="l" t="t" r="r" b="b"/>
              <a:pathLst>
                <a:path w="573" h="573" extrusionOk="0">
                  <a:moveTo>
                    <a:pt x="1" y="1"/>
                  </a:moveTo>
                  <a:lnTo>
                    <a:pt x="1" y="572"/>
                  </a:lnTo>
                  <a:lnTo>
                    <a:pt x="573" y="572"/>
                  </a:lnTo>
                  <a:lnTo>
                    <a:pt x="573" y="1"/>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5" name="Google Shape;2935;p63"/>
          <p:cNvGrpSpPr/>
          <p:nvPr/>
        </p:nvGrpSpPr>
        <p:grpSpPr>
          <a:xfrm>
            <a:off x="3460516" y="4266783"/>
            <a:ext cx="360541" cy="313086"/>
            <a:chOff x="3356588" y="4235227"/>
            <a:chExt cx="394249" cy="342357"/>
          </a:xfrm>
        </p:grpSpPr>
        <p:sp>
          <p:nvSpPr>
            <p:cNvPr id="2936" name="Google Shape;2936;p63"/>
            <p:cNvSpPr/>
            <p:nvPr/>
          </p:nvSpPr>
          <p:spPr>
            <a:xfrm>
              <a:off x="3445330" y="4489922"/>
              <a:ext cx="217284" cy="87656"/>
            </a:xfrm>
            <a:custGeom>
              <a:avLst/>
              <a:gdLst/>
              <a:ahLst/>
              <a:cxnLst/>
              <a:rect l="l" t="t" r="r" b="b"/>
              <a:pathLst>
                <a:path w="5389" h="2174" extrusionOk="0">
                  <a:moveTo>
                    <a:pt x="1" y="1"/>
                  </a:moveTo>
                  <a:lnTo>
                    <a:pt x="1" y="2173"/>
                  </a:lnTo>
                  <a:lnTo>
                    <a:pt x="5389" y="2173"/>
                  </a:lnTo>
                  <a:lnTo>
                    <a:pt x="5389"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3"/>
            <p:cNvSpPr/>
            <p:nvPr/>
          </p:nvSpPr>
          <p:spPr>
            <a:xfrm>
              <a:off x="3553667" y="4489922"/>
              <a:ext cx="108945" cy="87656"/>
            </a:xfrm>
            <a:custGeom>
              <a:avLst/>
              <a:gdLst/>
              <a:ahLst/>
              <a:cxnLst/>
              <a:rect l="l" t="t" r="r" b="b"/>
              <a:pathLst>
                <a:path w="2702" h="2174" extrusionOk="0">
                  <a:moveTo>
                    <a:pt x="1" y="1"/>
                  </a:moveTo>
                  <a:lnTo>
                    <a:pt x="1" y="2173"/>
                  </a:lnTo>
                  <a:lnTo>
                    <a:pt x="2702" y="2173"/>
                  </a:lnTo>
                  <a:lnTo>
                    <a:pt x="2702" y="1"/>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3"/>
            <p:cNvSpPr/>
            <p:nvPr/>
          </p:nvSpPr>
          <p:spPr>
            <a:xfrm>
              <a:off x="3356588" y="4340097"/>
              <a:ext cx="394249" cy="237485"/>
            </a:xfrm>
            <a:custGeom>
              <a:avLst/>
              <a:gdLst/>
              <a:ahLst/>
              <a:cxnLst/>
              <a:rect l="l" t="t" r="r" b="b"/>
              <a:pathLst>
                <a:path w="9778" h="5890" extrusionOk="0">
                  <a:moveTo>
                    <a:pt x="1501" y="1"/>
                  </a:moveTo>
                  <a:cubicBezTo>
                    <a:pt x="1144" y="1"/>
                    <a:pt x="815" y="129"/>
                    <a:pt x="544" y="344"/>
                  </a:cubicBezTo>
                  <a:cubicBezTo>
                    <a:pt x="214" y="629"/>
                    <a:pt x="14" y="1030"/>
                    <a:pt x="14" y="1458"/>
                  </a:cubicBezTo>
                  <a:cubicBezTo>
                    <a:pt x="1" y="1887"/>
                    <a:pt x="186" y="2301"/>
                    <a:pt x="500" y="2602"/>
                  </a:cubicBezTo>
                  <a:lnTo>
                    <a:pt x="4074" y="5889"/>
                  </a:lnTo>
                  <a:lnTo>
                    <a:pt x="5703" y="5889"/>
                  </a:lnTo>
                  <a:lnTo>
                    <a:pt x="9276" y="2602"/>
                  </a:lnTo>
                  <a:cubicBezTo>
                    <a:pt x="9591" y="2301"/>
                    <a:pt x="9777" y="1887"/>
                    <a:pt x="9762" y="1458"/>
                  </a:cubicBezTo>
                  <a:cubicBezTo>
                    <a:pt x="9749" y="1030"/>
                    <a:pt x="9562" y="629"/>
                    <a:pt x="9234" y="344"/>
                  </a:cubicBezTo>
                  <a:cubicBezTo>
                    <a:pt x="8962" y="129"/>
                    <a:pt x="8619" y="1"/>
                    <a:pt x="8276" y="1"/>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3"/>
            <p:cNvSpPr/>
            <p:nvPr/>
          </p:nvSpPr>
          <p:spPr>
            <a:xfrm>
              <a:off x="3401544" y="4272078"/>
              <a:ext cx="304335" cy="305505"/>
            </a:xfrm>
            <a:custGeom>
              <a:avLst/>
              <a:gdLst/>
              <a:ahLst/>
              <a:cxnLst/>
              <a:rect l="l" t="t" r="r" b="b"/>
              <a:pathLst>
                <a:path w="7548" h="7577" extrusionOk="0">
                  <a:moveTo>
                    <a:pt x="1744" y="1"/>
                  </a:moveTo>
                  <a:cubicBezTo>
                    <a:pt x="1544" y="1"/>
                    <a:pt x="1358" y="43"/>
                    <a:pt x="1173" y="115"/>
                  </a:cubicBezTo>
                  <a:cubicBezTo>
                    <a:pt x="715" y="272"/>
                    <a:pt x="357" y="630"/>
                    <a:pt x="172" y="1087"/>
                  </a:cubicBezTo>
                  <a:cubicBezTo>
                    <a:pt x="1" y="1530"/>
                    <a:pt x="29" y="2044"/>
                    <a:pt x="258" y="2473"/>
                  </a:cubicBezTo>
                  <a:lnTo>
                    <a:pt x="2945" y="7576"/>
                  </a:lnTo>
                  <a:lnTo>
                    <a:pt x="4588" y="7576"/>
                  </a:lnTo>
                  <a:lnTo>
                    <a:pt x="7290" y="2473"/>
                  </a:lnTo>
                  <a:cubicBezTo>
                    <a:pt x="7519" y="2044"/>
                    <a:pt x="7547" y="1530"/>
                    <a:pt x="7361" y="1087"/>
                  </a:cubicBezTo>
                  <a:cubicBezTo>
                    <a:pt x="7190" y="630"/>
                    <a:pt x="6833" y="272"/>
                    <a:pt x="6375" y="115"/>
                  </a:cubicBezTo>
                  <a:cubicBezTo>
                    <a:pt x="6189" y="43"/>
                    <a:pt x="6004" y="1"/>
                    <a:pt x="5804" y="1"/>
                  </a:cubicBezTo>
                  <a:cubicBezTo>
                    <a:pt x="5575" y="1"/>
                    <a:pt x="5360" y="58"/>
                    <a:pt x="5146" y="144"/>
                  </a:cubicBezTo>
                  <a:lnTo>
                    <a:pt x="2402" y="144"/>
                  </a:lnTo>
                  <a:cubicBezTo>
                    <a:pt x="2187" y="58"/>
                    <a:pt x="1958" y="1"/>
                    <a:pt x="1744" y="1"/>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3"/>
            <p:cNvSpPr/>
            <p:nvPr/>
          </p:nvSpPr>
          <p:spPr>
            <a:xfrm>
              <a:off x="3479319" y="4235227"/>
              <a:ext cx="148740" cy="342357"/>
            </a:xfrm>
            <a:custGeom>
              <a:avLst/>
              <a:gdLst/>
              <a:ahLst/>
              <a:cxnLst/>
              <a:rect l="l" t="t" r="r" b="b"/>
              <a:pathLst>
                <a:path w="3689" h="8491" extrusionOk="0">
                  <a:moveTo>
                    <a:pt x="1845" y="0"/>
                  </a:moveTo>
                  <a:cubicBezTo>
                    <a:pt x="1330" y="0"/>
                    <a:pt x="830" y="229"/>
                    <a:pt x="501" y="614"/>
                  </a:cubicBezTo>
                  <a:cubicBezTo>
                    <a:pt x="158" y="1001"/>
                    <a:pt x="1" y="1529"/>
                    <a:pt x="73" y="2044"/>
                  </a:cubicBezTo>
                  <a:lnTo>
                    <a:pt x="1030" y="8490"/>
                  </a:lnTo>
                  <a:lnTo>
                    <a:pt x="2659" y="8490"/>
                  </a:lnTo>
                  <a:lnTo>
                    <a:pt x="3617" y="2044"/>
                  </a:lnTo>
                  <a:cubicBezTo>
                    <a:pt x="3688" y="1529"/>
                    <a:pt x="3532" y="1001"/>
                    <a:pt x="3189" y="614"/>
                  </a:cubicBezTo>
                  <a:cubicBezTo>
                    <a:pt x="2846" y="229"/>
                    <a:pt x="2360" y="0"/>
                    <a:pt x="1845"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3"/>
          <p:cNvGrpSpPr/>
          <p:nvPr/>
        </p:nvGrpSpPr>
        <p:grpSpPr>
          <a:xfrm>
            <a:off x="4105584" y="4243591"/>
            <a:ext cx="310431" cy="359469"/>
            <a:chOff x="4061967" y="4209866"/>
            <a:chExt cx="339454" cy="393077"/>
          </a:xfrm>
        </p:grpSpPr>
        <p:sp>
          <p:nvSpPr>
            <p:cNvPr id="2942" name="Google Shape;2942;p63"/>
            <p:cNvSpPr/>
            <p:nvPr/>
          </p:nvSpPr>
          <p:spPr>
            <a:xfrm>
              <a:off x="4061967" y="4209866"/>
              <a:ext cx="339454" cy="203455"/>
            </a:xfrm>
            <a:custGeom>
              <a:avLst/>
              <a:gdLst/>
              <a:ahLst/>
              <a:cxnLst/>
              <a:rect l="l" t="t" r="r" b="b"/>
              <a:pathLst>
                <a:path w="8419" h="5046" extrusionOk="0">
                  <a:moveTo>
                    <a:pt x="5404" y="0"/>
                  </a:moveTo>
                  <a:cubicBezTo>
                    <a:pt x="4989" y="0"/>
                    <a:pt x="4588" y="115"/>
                    <a:pt x="4245" y="343"/>
                  </a:cubicBezTo>
                  <a:cubicBezTo>
                    <a:pt x="3988" y="500"/>
                    <a:pt x="3774" y="700"/>
                    <a:pt x="3616" y="957"/>
                  </a:cubicBezTo>
                  <a:cubicBezTo>
                    <a:pt x="3374" y="843"/>
                    <a:pt x="3102" y="772"/>
                    <a:pt x="2831" y="772"/>
                  </a:cubicBezTo>
                  <a:cubicBezTo>
                    <a:pt x="1844" y="772"/>
                    <a:pt x="1044" y="1529"/>
                    <a:pt x="958" y="2472"/>
                  </a:cubicBezTo>
                  <a:cubicBezTo>
                    <a:pt x="401" y="2659"/>
                    <a:pt x="1" y="3216"/>
                    <a:pt x="58" y="3845"/>
                  </a:cubicBezTo>
                  <a:cubicBezTo>
                    <a:pt x="115" y="4531"/>
                    <a:pt x="701" y="5045"/>
                    <a:pt x="1387" y="5045"/>
                  </a:cubicBezTo>
                  <a:lnTo>
                    <a:pt x="6732" y="5045"/>
                  </a:lnTo>
                  <a:cubicBezTo>
                    <a:pt x="7619" y="5045"/>
                    <a:pt x="8390" y="4317"/>
                    <a:pt x="8405" y="3431"/>
                  </a:cubicBezTo>
                  <a:cubicBezTo>
                    <a:pt x="8419" y="2802"/>
                    <a:pt x="8091" y="2230"/>
                    <a:pt x="7548" y="1944"/>
                  </a:cubicBezTo>
                  <a:cubicBezTo>
                    <a:pt x="7490" y="1443"/>
                    <a:pt x="7276" y="972"/>
                    <a:pt x="6919" y="614"/>
                  </a:cubicBezTo>
                  <a:cubicBezTo>
                    <a:pt x="6504" y="214"/>
                    <a:pt x="5975" y="0"/>
                    <a:pt x="54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3"/>
            <p:cNvSpPr/>
            <p:nvPr/>
          </p:nvSpPr>
          <p:spPr>
            <a:xfrm>
              <a:off x="4159941" y="4305503"/>
              <a:ext cx="144668" cy="297441"/>
            </a:xfrm>
            <a:custGeom>
              <a:avLst/>
              <a:gdLst/>
              <a:ahLst/>
              <a:cxnLst/>
              <a:rect l="l" t="t" r="r" b="b"/>
              <a:pathLst>
                <a:path w="3588" h="7377" extrusionOk="0">
                  <a:moveTo>
                    <a:pt x="2616" y="1"/>
                  </a:moveTo>
                  <a:lnTo>
                    <a:pt x="1" y="3788"/>
                  </a:lnTo>
                  <a:lnTo>
                    <a:pt x="1272" y="4388"/>
                  </a:lnTo>
                  <a:lnTo>
                    <a:pt x="973" y="7376"/>
                  </a:lnTo>
                  <a:lnTo>
                    <a:pt x="3588" y="3603"/>
                  </a:lnTo>
                  <a:lnTo>
                    <a:pt x="2316" y="2988"/>
                  </a:lnTo>
                  <a:lnTo>
                    <a:pt x="2616"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4" name="Google Shape;2944;p63"/>
          <p:cNvGrpSpPr/>
          <p:nvPr/>
        </p:nvGrpSpPr>
        <p:grpSpPr>
          <a:xfrm>
            <a:off x="4726944" y="4243038"/>
            <a:ext cx="309915" cy="360538"/>
            <a:chOff x="4741420" y="4209262"/>
            <a:chExt cx="338890" cy="394246"/>
          </a:xfrm>
        </p:grpSpPr>
        <p:sp>
          <p:nvSpPr>
            <p:cNvPr id="2945" name="Google Shape;2945;p63"/>
            <p:cNvSpPr/>
            <p:nvPr/>
          </p:nvSpPr>
          <p:spPr>
            <a:xfrm>
              <a:off x="4910840" y="4209262"/>
              <a:ext cx="77253" cy="73261"/>
            </a:xfrm>
            <a:custGeom>
              <a:avLst/>
              <a:gdLst/>
              <a:ahLst/>
              <a:cxnLst/>
              <a:rect l="l" t="t" r="r" b="b"/>
              <a:pathLst>
                <a:path w="1916" h="1817" extrusionOk="0">
                  <a:moveTo>
                    <a:pt x="987" y="0"/>
                  </a:moveTo>
                  <a:cubicBezTo>
                    <a:pt x="444" y="0"/>
                    <a:pt x="0" y="444"/>
                    <a:pt x="0" y="987"/>
                  </a:cubicBezTo>
                  <a:lnTo>
                    <a:pt x="0" y="1816"/>
                  </a:lnTo>
                  <a:lnTo>
                    <a:pt x="915" y="1816"/>
                  </a:lnTo>
                  <a:cubicBezTo>
                    <a:pt x="1473" y="1816"/>
                    <a:pt x="1916" y="1373"/>
                    <a:pt x="1916" y="829"/>
                  </a:cubicBezTo>
                  <a:lnTo>
                    <a:pt x="1916" y="0"/>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3"/>
            <p:cNvSpPr/>
            <p:nvPr/>
          </p:nvSpPr>
          <p:spPr>
            <a:xfrm>
              <a:off x="4854353" y="4209866"/>
              <a:ext cx="68060" cy="133137"/>
            </a:xfrm>
            <a:custGeom>
              <a:avLst/>
              <a:gdLst/>
              <a:ahLst/>
              <a:cxnLst/>
              <a:rect l="l" t="t" r="r" b="b"/>
              <a:pathLst>
                <a:path w="1688" h="3302" extrusionOk="0">
                  <a:moveTo>
                    <a:pt x="1" y="0"/>
                  </a:moveTo>
                  <a:lnTo>
                    <a:pt x="1" y="572"/>
                  </a:lnTo>
                  <a:cubicBezTo>
                    <a:pt x="616" y="572"/>
                    <a:pt x="1115" y="1087"/>
                    <a:pt x="1115" y="1701"/>
                  </a:cubicBezTo>
                  <a:lnTo>
                    <a:pt x="1115" y="3301"/>
                  </a:lnTo>
                  <a:lnTo>
                    <a:pt x="1687" y="3301"/>
                  </a:lnTo>
                  <a:lnTo>
                    <a:pt x="1687" y="1701"/>
                  </a:lnTo>
                  <a:cubicBezTo>
                    <a:pt x="1687" y="757"/>
                    <a:pt x="930" y="0"/>
                    <a:pt x="1"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3"/>
            <p:cNvSpPr/>
            <p:nvPr/>
          </p:nvSpPr>
          <p:spPr>
            <a:xfrm>
              <a:off x="4741420" y="4313607"/>
              <a:ext cx="338890" cy="289901"/>
            </a:xfrm>
            <a:custGeom>
              <a:avLst/>
              <a:gdLst/>
              <a:ahLst/>
              <a:cxnLst/>
              <a:rect l="l" t="t" r="r" b="b"/>
              <a:pathLst>
                <a:path w="8405" h="7190" extrusionOk="0">
                  <a:moveTo>
                    <a:pt x="2459" y="0"/>
                  </a:moveTo>
                  <a:cubicBezTo>
                    <a:pt x="2245" y="0"/>
                    <a:pt x="2045" y="29"/>
                    <a:pt x="1845" y="86"/>
                  </a:cubicBezTo>
                  <a:cubicBezTo>
                    <a:pt x="1187" y="257"/>
                    <a:pt x="644" y="700"/>
                    <a:pt x="329" y="1315"/>
                  </a:cubicBezTo>
                  <a:cubicBezTo>
                    <a:pt x="29" y="1915"/>
                    <a:pt x="0" y="2615"/>
                    <a:pt x="244" y="3244"/>
                  </a:cubicBezTo>
                  <a:lnTo>
                    <a:pt x="1273" y="5874"/>
                  </a:lnTo>
                  <a:cubicBezTo>
                    <a:pt x="1429" y="6274"/>
                    <a:pt x="1687" y="6604"/>
                    <a:pt x="2045" y="6832"/>
                  </a:cubicBezTo>
                  <a:cubicBezTo>
                    <a:pt x="2388" y="7061"/>
                    <a:pt x="2773" y="7189"/>
                    <a:pt x="3188" y="7189"/>
                  </a:cubicBezTo>
                  <a:cubicBezTo>
                    <a:pt x="3373" y="7189"/>
                    <a:pt x="3545" y="7160"/>
                    <a:pt x="3716" y="7118"/>
                  </a:cubicBezTo>
                  <a:cubicBezTo>
                    <a:pt x="3888" y="7075"/>
                    <a:pt x="4046" y="7004"/>
                    <a:pt x="4202" y="6918"/>
                  </a:cubicBezTo>
                  <a:cubicBezTo>
                    <a:pt x="4345" y="7004"/>
                    <a:pt x="4517" y="7075"/>
                    <a:pt x="4675" y="7118"/>
                  </a:cubicBezTo>
                  <a:cubicBezTo>
                    <a:pt x="4846" y="7160"/>
                    <a:pt x="5031" y="7189"/>
                    <a:pt x="5218" y="7189"/>
                  </a:cubicBezTo>
                  <a:cubicBezTo>
                    <a:pt x="5618" y="7189"/>
                    <a:pt x="6018" y="7061"/>
                    <a:pt x="6361" y="6832"/>
                  </a:cubicBezTo>
                  <a:cubicBezTo>
                    <a:pt x="6704" y="6604"/>
                    <a:pt x="6975" y="6274"/>
                    <a:pt x="7133" y="5874"/>
                  </a:cubicBezTo>
                  <a:lnTo>
                    <a:pt x="8162" y="3244"/>
                  </a:lnTo>
                  <a:cubicBezTo>
                    <a:pt x="8405" y="2615"/>
                    <a:pt x="8376" y="1915"/>
                    <a:pt x="8062" y="1315"/>
                  </a:cubicBezTo>
                  <a:cubicBezTo>
                    <a:pt x="7762" y="700"/>
                    <a:pt x="7219" y="257"/>
                    <a:pt x="6561" y="86"/>
                  </a:cubicBezTo>
                  <a:cubicBezTo>
                    <a:pt x="6361" y="29"/>
                    <a:pt x="6146" y="0"/>
                    <a:pt x="5946" y="0"/>
                  </a:cubicBezTo>
                  <a:cubicBezTo>
                    <a:pt x="5561" y="0"/>
                    <a:pt x="5174" y="100"/>
                    <a:pt x="4831" y="286"/>
                  </a:cubicBezTo>
                  <a:cubicBezTo>
                    <a:pt x="4631" y="385"/>
                    <a:pt x="4417" y="443"/>
                    <a:pt x="4202" y="443"/>
                  </a:cubicBezTo>
                  <a:cubicBezTo>
                    <a:pt x="3989" y="443"/>
                    <a:pt x="3760" y="385"/>
                    <a:pt x="3573" y="286"/>
                  </a:cubicBezTo>
                  <a:cubicBezTo>
                    <a:pt x="3230" y="100"/>
                    <a:pt x="2845" y="0"/>
                    <a:pt x="2459"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8" name="Google Shape;2948;p63"/>
          <p:cNvGrpSpPr/>
          <p:nvPr/>
        </p:nvGrpSpPr>
        <p:grpSpPr>
          <a:xfrm>
            <a:off x="5348820" y="4243480"/>
            <a:ext cx="309435" cy="359573"/>
            <a:chOff x="5421437" y="4209745"/>
            <a:chExt cx="338365" cy="393191"/>
          </a:xfrm>
        </p:grpSpPr>
        <p:sp>
          <p:nvSpPr>
            <p:cNvPr id="2949" name="Google Shape;2949;p63"/>
            <p:cNvSpPr/>
            <p:nvPr/>
          </p:nvSpPr>
          <p:spPr>
            <a:xfrm>
              <a:off x="5421437" y="4209745"/>
              <a:ext cx="338365" cy="296392"/>
            </a:xfrm>
            <a:custGeom>
              <a:avLst/>
              <a:gdLst/>
              <a:ahLst/>
              <a:cxnLst/>
              <a:rect l="l" t="t" r="r" b="b"/>
              <a:pathLst>
                <a:path w="8392" h="7351" extrusionOk="0">
                  <a:moveTo>
                    <a:pt x="4189" y="0"/>
                  </a:moveTo>
                  <a:cubicBezTo>
                    <a:pt x="4156" y="0"/>
                    <a:pt x="4122" y="1"/>
                    <a:pt x="4088" y="3"/>
                  </a:cubicBezTo>
                  <a:cubicBezTo>
                    <a:pt x="3688" y="32"/>
                    <a:pt x="3303" y="188"/>
                    <a:pt x="3002" y="474"/>
                  </a:cubicBezTo>
                  <a:cubicBezTo>
                    <a:pt x="2702" y="746"/>
                    <a:pt x="2516" y="1103"/>
                    <a:pt x="2459" y="1490"/>
                  </a:cubicBezTo>
                  <a:cubicBezTo>
                    <a:pt x="2045" y="1604"/>
                    <a:pt x="1658" y="1846"/>
                    <a:pt x="1387" y="2176"/>
                  </a:cubicBezTo>
                  <a:cubicBezTo>
                    <a:pt x="1044" y="2576"/>
                    <a:pt x="858" y="3076"/>
                    <a:pt x="858" y="3605"/>
                  </a:cubicBezTo>
                  <a:cubicBezTo>
                    <a:pt x="858" y="3819"/>
                    <a:pt x="886" y="4034"/>
                    <a:pt x="944" y="4234"/>
                  </a:cubicBezTo>
                  <a:cubicBezTo>
                    <a:pt x="715" y="4334"/>
                    <a:pt x="515" y="4491"/>
                    <a:pt x="358" y="4691"/>
                  </a:cubicBezTo>
                  <a:cubicBezTo>
                    <a:pt x="129" y="4977"/>
                    <a:pt x="0" y="5349"/>
                    <a:pt x="0" y="5721"/>
                  </a:cubicBezTo>
                  <a:cubicBezTo>
                    <a:pt x="0" y="6621"/>
                    <a:pt x="730" y="7350"/>
                    <a:pt x="1630" y="7350"/>
                  </a:cubicBezTo>
                  <a:lnTo>
                    <a:pt x="6747" y="7350"/>
                  </a:lnTo>
                  <a:cubicBezTo>
                    <a:pt x="7648" y="7350"/>
                    <a:pt x="8391" y="6621"/>
                    <a:pt x="8391" y="5721"/>
                  </a:cubicBezTo>
                  <a:cubicBezTo>
                    <a:pt x="8391" y="5349"/>
                    <a:pt x="8262" y="4977"/>
                    <a:pt x="8019" y="4691"/>
                  </a:cubicBezTo>
                  <a:cubicBezTo>
                    <a:pt x="7862" y="4491"/>
                    <a:pt x="7662" y="4334"/>
                    <a:pt x="7433" y="4234"/>
                  </a:cubicBezTo>
                  <a:cubicBezTo>
                    <a:pt x="7490" y="4034"/>
                    <a:pt x="7519" y="3819"/>
                    <a:pt x="7519" y="3605"/>
                  </a:cubicBezTo>
                  <a:cubicBezTo>
                    <a:pt x="7519" y="3076"/>
                    <a:pt x="7333" y="2576"/>
                    <a:pt x="7004" y="2176"/>
                  </a:cubicBezTo>
                  <a:cubicBezTo>
                    <a:pt x="6718" y="1846"/>
                    <a:pt x="6333" y="1604"/>
                    <a:pt x="5918" y="1490"/>
                  </a:cubicBezTo>
                  <a:cubicBezTo>
                    <a:pt x="5861" y="1118"/>
                    <a:pt x="5689" y="775"/>
                    <a:pt x="5418" y="503"/>
                  </a:cubicBezTo>
                  <a:cubicBezTo>
                    <a:pt x="5084" y="183"/>
                    <a:pt x="4652" y="0"/>
                    <a:pt x="4189" y="0"/>
                  </a:cubicBezTo>
                  <a:close/>
                </a:path>
              </a:pathLst>
            </a:custGeom>
            <a:solidFill>
              <a:srgbClr val="536A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3"/>
            <p:cNvSpPr/>
            <p:nvPr/>
          </p:nvSpPr>
          <p:spPr>
            <a:xfrm>
              <a:off x="5536669" y="4310140"/>
              <a:ext cx="107251" cy="281272"/>
            </a:xfrm>
            <a:custGeom>
              <a:avLst/>
              <a:gdLst/>
              <a:ahLst/>
              <a:cxnLst/>
              <a:rect l="l" t="t" r="r" b="b"/>
              <a:pathLst>
                <a:path w="2660" h="6976" extrusionOk="0">
                  <a:moveTo>
                    <a:pt x="1045" y="0"/>
                  </a:moveTo>
                  <a:lnTo>
                    <a:pt x="1045" y="858"/>
                  </a:lnTo>
                  <a:lnTo>
                    <a:pt x="401" y="229"/>
                  </a:lnTo>
                  <a:lnTo>
                    <a:pt x="1" y="629"/>
                  </a:lnTo>
                  <a:lnTo>
                    <a:pt x="1045" y="1672"/>
                  </a:lnTo>
                  <a:lnTo>
                    <a:pt x="1045" y="2916"/>
                  </a:lnTo>
                  <a:lnTo>
                    <a:pt x="401" y="2287"/>
                  </a:lnTo>
                  <a:lnTo>
                    <a:pt x="1" y="2687"/>
                  </a:lnTo>
                  <a:lnTo>
                    <a:pt x="1045" y="3730"/>
                  </a:lnTo>
                  <a:lnTo>
                    <a:pt x="1045" y="6975"/>
                  </a:lnTo>
                  <a:lnTo>
                    <a:pt x="1617" y="6975"/>
                  </a:lnTo>
                  <a:lnTo>
                    <a:pt x="1617" y="2701"/>
                  </a:lnTo>
                  <a:lnTo>
                    <a:pt x="2660" y="1658"/>
                  </a:lnTo>
                  <a:lnTo>
                    <a:pt x="2259" y="1258"/>
                  </a:lnTo>
                  <a:lnTo>
                    <a:pt x="1617" y="1887"/>
                  </a:lnTo>
                  <a:lnTo>
                    <a:pt x="1617" y="0"/>
                  </a:lnTo>
                  <a:close/>
                </a:path>
              </a:pathLst>
            </a:custGeom>
            <a:solidFill>
              <a:srgbClr val="7741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3"/>
            <p:cNvSpPr/>
            <p:nvPr/>
          </p:nvSpPr>
          <p:spPr>
            <a:xfrm>
              <a:off x="5484254" y="4579833"/>
              <a:ext cx="212688" cy="23103"/>
            </a:xfrm>
            <a:custGeom>
              <a:avLst/>
              <a:gdLst/>
              <a:ahLst/>
              <a:cxnLst/>
              <a:rect l="l" t="t" r="r" b="b"/>
              <a:pathLst>
                <a:path w="5275" h="573" extrusionOk="0">
                  <a:moveTo>
                    <a:pt x="1" y="1"/>
                  </a:moveTo>
                  <a:lnTo>
                    <a:pt x="1" y="572"/>
                  </a:lnTo>
                  <a:lnTo>
                    <a:pt x="5275" y="572"/>
                  </a:lnTo>
                  <a:lnTo>
                    <a:pt x="5275"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2" name="Google Shape;2952;p63"/>
          <p:cNvGrpSpPr/>
          <p:nvPr/>
        </p:nvGrpSpPr>
        <p:grpSpPr>
          <a:xfrm>
            <a:off x="5942232" y="4243591"/>
            <a:ext cx="362126" cy="359463"/>
            <a:chOff x="6070329" y="4209866"/>
            <a:chExt cx="395983" cy="393071"/>
          </a:xfrm>
        </p:grpSpPr>
        <p:sp>
          <p:nvSpPr>
            <p:cNvPr id="2953" name="Google Shape;2953;p63"/>
            <p:cNvSpPr/>
            <p:nvPr/>
          </p:nvSpPr>
          <p:spPr>
            <a:xfrm>
              <a:off x="6070329" y="4209866"/>
              <a:ext cx="395983" cy="235711"/>
            </a:xfrm>
            <a:custGeom>
              <a:avLst/>
              <a:gdLst/>
              <a:ahLst/>
              <a:cxnLst/>
              <a:rect l="l" t="t" r="r" b="b"/>
              <a:pathLst>
                <a:path w="9821" h="5846" extrusionOk="0">
                  <a:moveTo>
                    <a:pt x="6318" y="0"/>
                  </a:moveTo>
                  <a:cubicBezTo>
                    <a:pt x="5832" y="0"/>
                    <a:pt x="5375" y="128"/>
                    <a:pt x="4975" y="386"/>
                  </a:cubicBezTo>
                  <a:cubicBezTo>
                    <a:pt x="4675" y="586"/>
                    <a:pt x="4418" y="843"/>
                    <a:pt x="4231" y="1144"/>
                  </a:cubicBezTo>
                  <a:cubicBezTo>
                    <a:pt x="3932" y="986"/>
                    <a:pt x="3603" y="915"/>
                    <a:pt x="3274" y="915"/>
                  </a:cubicBezTo>
                  <a:cubicBezTo>
                    <a:pt x="2145" y="915"/>
                    <a:pt x="1216" y="1801"/>
                    <a:pt x="1130" y="2901"/>
                  </a:cubicBezTo>
                  <a:cubicBezTo>
                    <a:pt x="473" y="3101"/>
                    <a:pt x="1" y="3745"/>
                    <a:pt x="58" y="4460"/>
                  </a:cubicBezTo>
                  <a:cubicBezTo>
                    <a:pt x="130" y="5245"/>
                    <a:pt x="787" y="5846"/>
                    <a:pt x="1573" y="5846"/>
                  </a:cubicBezTo>
                  <a:lnTo>
                    <a:pt x="7891" y="5846"/>
                  </a:lnTo>
                  <a:cubicBezTo>
                    <a:pt x="8920" y="5846"/>
                    <a:pt x="9777" y="5032"/>
                    <a:pt x="9806" y="4016"/>
                  </a:cubicBezTo>
                  <a:cubicBezTo>
                    <a:pt x="9821" y="3602"/>
                    <a:pt x="9706" y="3202"/>
                    <a:pt x="9478" y="2873"/>
                  </a:cubicBezTo>
                  <a:cubicBezTo>
                    <a:pt x="9306" y="2615"/>
                    <a:pt x="9063" y="2415"/>
                    <a:pt x="8792" y="2272"/>
                  </a:cubicBezTo>
                  <a:cubicBezTo>
                    <a:pt x="8734" y="1672"/>
                    <a:pt x="8491" y="1129"/>
                    <a:pt x="8062" y="715"/>
                  </a:cubicBezTo>
                  <a:cubicBezTo>
                    <a:pt x="7591" y="243"/>
                    <a:pt x="6976" y="0"/>
                    <a:pt x="6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63"/>
            <p:cNvSpPr/>
            <p:nvPr/>
          </p:nvSpPr>
          <p:spPr>
            <a:xfrm>
              <a:off x="6257650" y="4465730"/>
              <a:ext cx="23103" cy="61125"/>
            </a:xfrm>
            <a:custGeom>
              <a:avLst/>
              <a:gdLst/>
              <a:ahLst/>
              <a:cxnLst/>
              <a:rect l="l" t="t" r="r" b="b"/>
              <a:pathLst>
                <a:path w="573" h="1516" extrusionOk="0">
                  <a:moveTo>
                    <a:pt x="1" y="1"/>
                  </a:moveTo>
                  <a:lnTo>
                    <a:pt x="1" y="1516"/>
                  </a:lnTo>
                  <a:lnTo>
                    <a:pt x="572" y="1516"/>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63"/>
            <p:cNvSpPr/>
            <p:nvPr/>
          </p:nvSpPr>
          <p:spPr>
            <a:xfrm>
              <a:off x="6303775" y="4480729"/>
              <a:ext cx="23063" cy="34595"/>
            </a:xfrm>
            <a:custGeom>
              <a:avLst/>
              <a:gdLst/>
              <a:ahLst/>
              <a:cxnLst/>
              <a:rect l="l" t="t" r="r" b="b"/>
              <a:pathLst>
                <a:path w="572" h="858" extrusionOk="0">
                  <a:moveTo>
                    <a:pt x="0" y="0"/>
                  </a:moveTo>
                  <a:lnTo>
                    <a:pt x="0" y="858"/>
                  </a:lnTo>
                  <a:lnTo>
                    <a:pt x="572" y="858"/>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63"/>
            <p:cNvSpPr/>
            <p:nvPr/>
          </p:nvSpPr>
          <p:spPr>
            <a:xfrm>
              <a:off x="6349860" y="4473189"/>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63"/>
            <p:cNvSpPr/>
            <p:nvPr/>
          </p:nvSpPr>
          <p:spPr>
            <a:xfrm>
              <a:off x="6349860" y="4519314"/>
              <a:ext cx="23103" cy="61730"/>
            </a:xfrm>
            <a:custGeom>
              <a:avLst/>
              <a:gdLst/>
              <a:ahLst/>
              <a:cxnLst/>
              <a:rect l="l" t="t" r="r" b="b"/>
              <a:pathLst>
                <a:path w="573" h="1531" extrusionOk="0">
                  <a:moveTo>
                    <a:pt x="1" y="0"/>
                  </a:moveTo>
                  <a:lnTo>
                    <a:pt x="1" y="1530"/>
                  </a:lnTo>
                  <a:lnTo>
                    <a:pt x="572" y="1530"/>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3"/>
            <p:cNvSpPr/>
            <p:nvPr/>
          </p:nvSpPr>
          <p:spPr>
            <a:xfrm>
              <a:off x="6395944" y="4465730"/>
              <a:ext cx="23103" cy="23103"/>
            </a:xfrm>
            <a:custGeom>
              <a:avLst/>
              <a:gdLst/>
              <a:ahLst/>
              <a:cxnLst/>
              <a:rect l="l" t="t" r="r" b="b"/>
              <a:pathLst>
                <a:path w="573" h="573" extrusionOk="0">
                  <a:moveTo>
                    <a:pt x="1" y="1"/>
                  </a:moveTo>
                  <a:lnTo>
                    <a:pt x="1" y="572"/>
                  </a:lnTo>
                  <a:lnTo>
                    <a:pt x="573" y="572"/>
                  </a:lnTo>
                  <a:lnTo>
                    <a:pt x="5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63"/>
            <p:cNvSpPr/>
            <p:nvPr/>
          </p:nvSpPr>
          <p:spPr>
            <a:xfrm>
              <a:off x="6395944" y="4511815"/>
              <a:ext cx="23103" cy="23103"/>
            </a:xfrm>
            <a:custGeom>
              <a:avLst/>
              <a:gdLst/>
              <a:ahLst/>
              <a:cxnLst/>
              <a:rect l="l" t="t" r="r" b="b"/>
              <a:pathLst>
                <a:path w="573" h="573" extrusionOk="0">
                  <a:moveTo>
                    <a:pt x="1" y="1"/>
                  </a:moveTo>
                  <a:lnTo>
                    <a:pt x="1" y="573"/>
                  </a:lnTo>
                  <a:lnTo>
                    <a:pt x="573" y="573"/>
                  </a:lnTo>
                  <a:lnTo>
                    <a:pt x="573"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63"/>
            <p:cNvSpPr/>
            <p:nvPr/>
          </p:nvSpPr>
          <p:spPr>
            <a:xfrm>
              <a:off x="6119357" y="4465730"/>
              <a:ext cx="23063" cy="23103"/>
            </a:xfrm>
            <a:custGeom>
              <a:avLst/>
              <a:gdLst/>
              <a:ahLst/>
              <a:cxnLst/>
              <a:rect l="l" t="t" r="r" b="b"/>
              <a:pathLst>
                <a:path w="572" h="573" extrusionOk="0">
                  <a:moveTo>
                    <a:pt x="0" y="1"/>
                  </a:moveTo>
                  <a:lnTo>
                    <a:pt x="0"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3"/>
            <p:cNvSpPr/>
            <p:nvPr/>
          </p:nvSpPr>
          <p:spPr>
            <a:xfrm>
              <a:off x="6119357" y="4511815"/>
              <a:ext cx="23063" cy="23103"/>
            </a:xfrm>
            <a:custGeom>
              <a:avLst/>
              <a:gdLst/>
              <a:ahLst/>
              <a:cxnLst/>
              <a:rect l="l" t="t" r="r" b="b"/>
              <a:pathLst>
                <a:path w="572" h="573" extrusionOk="0">
                  <a:moveTo>
                    <a:pt x="0" y="1"/>
                  </a:moveTo>
                  <a:lnTo>
                    <a:pt x="0" y="573"/>
                  </a:lnTo>
                  <a:lnTo>
                    <a:pt x="572" y="573"/>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63"/>
            <p:cNvSpPr/>
            <p:nvPr/>
          </p:nvSpPr>
          <p:spPr>
            <a:xfrm>
              <a:off x="6303775" y="4539514"/>
              <a:ext cx="23063" cy="63423"/>
            </a:xfrm>
            <a:custGeom>
              <a:avLst/>
              <a:gdLst/>
              <a:ahLst/>
              <a:cxnLst/>
              <a:rect l="l" t="t" r="r" b="b"/>
              <a:pathLst>
                <a:path w="572" h="1573" extrusionOk="0">
                  <a:moveTo>
                    <a:pt x="0" y="0"/>
                  </a:moveTo>
                  <a:lnTo>
                    <a:pt x="0" y="1572"/>
                  </a:lnTo>
                  <a:lnTo>
                    <a:pt x="572" y="1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63"/>
            <p:cNvSpPr/>
            <p:nvPr/>
          </p:nvSpPr>
          <p:spPr>
            <a:xfrm>
              <a:off x="6257650" y="4551005"/>
              <a:ext cx="23103" cy="23103"/>
            </a:xfrm>
            <a:custGeom>
              <a:avLst/>
              <a:gdLst/>
              <a:ahLst/>
              <a:cxnLst/>
              <a:rect l="l" t="t" r="r" b="b"/>
              <a:pathLst>
                <a:path w="573" h="573" extrusionOk="0">
                  <a:moveTo>
                    <a:pt x="1" y="1"/>
                  </a:moveTo>
                  <a:lnTo>
                    <a:pt x="1" y="573"/>
                  </a:lnTo>
                  <a:lnTo>
                    <a:pt x="572" y="573"/>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63"/>
            <p:cNvSpPr/>
            <p:nvPr/>
          </p:nvSpPr>
          <p:spPr>
            <a:xfrm>
              <a:off x="6211566" y="4480729"/>
              <a:ext cx="23063" cy="34595"/>
            </a:xfrm>
            <a:custGeom>
              <a:avLst/>
              <a:gdLst/>
              <a:ahLst/>
              <a:cxnLst/>
              <a:rect l="l" t="t" r="r" b="b"/>
              <a:pathLst>
                <a:path w="572" h="858" extrusionOk="0">
                  <a:moveTo>
                    <a:pt x="0" y="0"/>
                  </a:moveTo>
                  <a:lnTo>
                    <a:pt x="0" y="858"/>
                  </a:lnTo>
                  <a:lnTo>
                    <a:pt x="572" y="858"/>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63"/>
            <p:cNvSpPr/>
            <p:nvPr/>
          </p:nvSpPr>
          <p:spPr>
            <a:xfrm>
              <a:off x="6165441" y="4473189"/>
              <a:ext cx="23103" cy="23103"/>
            </a:xfrm>
            <a:custGeom>
              <a:avLst/>
              <a:gdLst/>
              <a:ahLst/>
              <a:cxnLst/>
              <a:rect l="l" t="t" r="r" b="b"/>
              <a:pathLst>
                <a:path w="573" h="573" extrusionOk="0">
                  <a:moveTo>
                    <a:pt x="1" y="1"/>
                  </a:moveTo>
                  <a:lnTo>
                    <a:pt x="1" y="572"/>
                  </a:lnTo>
                  <a:lnTo>
                    <a:pt x="572" y="572"/>
                  </a:lnTo>
                  <a:lnTo>
                    <a:pt x="572" y="1"/>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63"/>
            <p:cNvSpPr/>
            <p:nvPr/>
          </p:nvSpPr>
          <p:spPr>
            <a:xfrm>
              <a:off x="6165441" y="4519314"/>
              <a:ext cx="23103" cy="61730"/>
            </a:xfrm>
            <a:custGeom>
              <a:avLst/>
              <a:gdLst/>
              <a:ahLst/>
              <a:cxnLst/>
              <a:rect l="l" t="t" r="r" b="b"/>
              <a:pathLst>
                <a:path w="573" h="1531" extrusionOk="0">
                  <a:moveTo>
                    <a:pt x="1" y="0"/>
                  </a:moveTo>
                  <a:lnTo>
                    <a:pt x="1" y="1530"/>
                  </a:lnTo>
                  <a:lnTo>
                    <a:pt x="572" y="1530"/>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63"/>
            <p:cNvSpPr/>
            <p:nvPr/>
          </p:nvSpPr>
          <p:spPr>
            <a:xfrm>
              <a:off x="6211566" y="4539514"/>
              <a:ext cx="23063" cy="63423"/>
            </a:xfrm>
            <a:custGeom>
              <a:avLst/>
              <a:gdLst/>
              <a:ahLst/>
              <a:cxnLst/>
              <a:rect l="l" t="t" r="r" b="b"/>
              <a:pathLst>
                <a:path w="572" h="1573" extrusionOk="0">
                  <a:moveTo>
                    <a:pt x="0" y="0"/>
                  </a:moveTo>
                  <a:lnTo>
                    <a:pt x="0" y="1572"/>
                  </a:lnTo>
                  <a:lnTo>
                    <a:pt x="572" y="1572"/>
                  </a:lnTo>
                  <a:lnTo>
                    <a:pt x="572" y="0"/>
                  </a:lnTo>
                  <a:close/>
                </a:path>
              </a:pathLst>
            </a:custGeom>
            <a:solidFill>
              <a:srgbClr val="2A56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8" name="Google Shape;2968;p63"/>
          <p:cNvGrpSpPr/>
          <p:nvPr/>
        </p:nvGrpSpPr>
        <p:grpSpPr>
          <a:xfrm>
            <a:off x="6563629" y="4258856"/>
            <a:ext cx="366841" cy="328896"/>
            <a:chOff x="6749822" y="4226558"/>
            <a:chExt cx="401138" cy="359645"/>
          </a:xfrm>
        </p:grpSpPr>
        <p:sp>
          <p:nvSpPr>
            <p:cNvPr id="2969" name="Google Shape;2969;p63"/>
            <p:cNvSpPr/>
            <p:nvPr/>
          </p:nvSpPr>
          <p:spPr>
            <a:xfrm>
              <a:off x="6849491" y="4374690"/>
              <a:ext cx="75560" cy="199987"/>
            </a:xfrm>
            <a:custGeom>
              <a:avLst/>
              <a:gdLst/>
              <a:ahLst/>
              <a:cxnLst/>
              <a:rect l="l" t="t" r="r" b="b"/>
              <a:pathLst>
                <a:path w="1874" h="4960" extrusionOk="0">
                  <a:moveTo>
                    <a:pt x="0" y="0"/>
                  </a:moveTo>
                  <a:lnTo>
                    <a:pt x="0" y="4959"/>
                  </a:lnTo>
                  <a:lnTo>
                    <a:pt x="1873" y="4959"/>
                  </a:lnTo>
                  <a:lnTo>
                    <a:pt x="1873" y="0"/>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63"/>
            <p:cNvSpPr/>
            <p:nvPr/>
          </p:nvSpPr>
          <p:spPr>
            <a:xfrm>
              <a:off x="6749822" y="4226558"/>
              <a:ext cx="274337" cy="171199"/>
            </a:xfrm>
            <a:custGeom>
              <a:avLst/>
              <a:gdLst/>
              <a:ahLst/>
              <a:cxnLst/>
              <a:rect l="l" t="t" r="r" b="b"/>
              <a:pathLst>
                <a:path w="6804" h="4246" extrusionOk="0">
                  <a:moveTo>
                    <a:pt x="3416" y="0"/>
                  </a:moveTo>
                  <a:cubicBezTo>
                    <a:pt x="2558" y="0"/>
                    <a:pt x="1786" y="543"/>
                    <a:pt x="1500" y="1344"/>
                  </a:cubicBezTo>
                  <a:lnTo>
                    <a:pt x="1300" y="1887"/>
                  </a:lnTo>
                  <a:cubicBezTo>
                    <a:pt x="1258" y="1988"/>
                    <a:pt x="1186" y="2073"/>
                    <a:pt x="1086" y="2116"/>
                  </a:cubicBezTo>
                  <a:lnTo>
                    <a:pt x="600" y="2359"/>
                  </a:lnTo>
                  <a:cubicBezTo>
                    <a:pt x="286" y="2516"/>
                    <a:pt x="57" y="2830"/>
                    <a:pt x="42" y="3188"/>
                  </a:cubicBezTo>
                  <a:cubicBezTo>
                    <a:pt x="0" y="3774"/>
                    <a:pt x="458" y="4246"/>
                    <a:pt x="1029" y="4246"/>
                  </a:cubicBezTo>
                  <a:lnTo>
                    <a:pt x="5788" y="4246"/>
                  </a:lnTo>
                  <a:cubicBezTo>
                    <a:pt x="6318" y="4246"/>
                    <a:pt x="6775" y="3817"/>
                    <a:pt x="6789" y="3288"/>
                  </a:cubicBezTo>
                  <a:cubicBezTo>
                    <a:pt x="6804" y="2902"/>
                    <a:pt x="6589" y="2544"/>
                    <a:pt x="6246" y="2373"/>
                  </a:cubicBezTo>
                  <a:lnTo>
                    <a:pt x="5746" y="2116"/>
                  </a:lnTo>
                  <a:cubicBezTo>
                    <a:pt x="5645" y="2073"/>
                    <a:pt x="5575" y="1988"/>
                    <a:pt x="5531" y="1887"/>
                  </a:cubicBezTo>
                  <a:lnTo>
                    <a:pt x="5346" y="1344"/>
                  </a:lnTo>
                  <a:cubicBezTo>
                    <a:pt x="5045" y="543"/>
                    <a:pt x="4273" y="0"/>
                    <a:pt x="3416"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3"/>
            <p:cNvSpPr/>
            <p:nvPr/>
          </p:nvSpPr>
          <p:spPr>
            <a:xfrm>
              <a:off x="7014919" y="4501453"/>
              <a:ext cx="69713" cy="73221"/>
            </a:xfrm>
            <a:custGeom>
              <a:avLst/>
              <a:gdLst/>
              <a:ahLst/>
              <a:cxnLst/>
              <a:rect l="l" t="t" r="r" b="b"/>
              <a:pathLst>
                <a:path w="1729" h="1816" extrusionOk="0">
                  <a:moveTo>
                    <a:pt x="0" y="1"/>
                  </a:moveTo>
                  <a:lnTo>
                    <a:pt x="0" y="1815"/>
                  </a:lnTo>
                  <a:lnTo>
                    <a:pt x="1729" y="1815"/>
                  </a:lnTo>
                  <a:lnTo>
                    <a:pt x="1729" y="1"/>
                  </a:ln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63"/>
            <p:cNvSpPr/>
            <p:nvPr/>
          </p:nvSpPr>
          <p:spPr>
            <a:xfrm>
              <a:off x="6946901" y="4402430"/>
              <a:ext cx="204060" cy="122129"/>
            </a:xfrm>
            <a:custGeom>
              <a:avLst/>
              <a:gdLst/>
              <a:ahLst/>
              <a:cxnLst/>
              <a:rect l="l" t="t" r="r" b="b"/>
              <a:pathLst>
                <a:path w="5061" h="3029" extrusionOk="0">
                  <a:moveTo>
                    <a:pt x="2553" y="1"/>
                  </a:moveTo>
                  <a:cubicBezTo>
                    <a:pt x="1941" y="1"/>
                    <a:pt x="1385" y="365"/>
                    <a:pt x="1144" y="927"/>
                  </a:cubicBezTo>
                  <a:lnTo>
                    <a:pt x="1072" y="1098"/>
                  </a:lnTo>
                  <a:cubicBezTo>
                    <a:pt x="1043" y="1155"/>
                    <a:pt x="1001" y="1213"/>
                    <a:pt x="944" y="1241"/>
                  </a:cubicBezTo>
                  <a:lnTo>
                    <a:pt x="658" y="1384"/>
                  </a:lnTo>
                  <a:cubicBezTo>
                    <a:pt x="500" y="1456"/>
                    <a:pt x="372" y="1584"/>
                    <a:pt x="300" y="1756"/>
                  </a:cubicBezTo>
                  <a:cubicBezTo>
                    <a:pt x="0" y="2400"/>
                    <a:pt x="472" y="3028"/>
                    <a:pt x="1087" y="3028"/>
                  </a:cubicBezTo>
                  <a:lnTo>
                    <a:pt x="4102" y="3028"/>
                  </a:lnTo>
                  <a:cubicBezTo>
                    <a:pt x="4374" y="3028"/>
                    <a:pt x="4617" y="2899"/>
                    <a:pt x="4760" y="2671"/>
                  </a:cubicBezTo>
                  <a:cubicBezTo>
                    <a:pt x="5060" y="2156"/>
                    <a:pt x="4874" y="1584"/>
                    <a:pt x="4417" y="1370"/>
                  </a:cubicBezTo>
                  <a:lnTo>
                    <a:pt x="4159" y="1241"/>
                  </a:lnTo>
                  <a:cubicBezTo>
                    <a:pt x="4102" y="1213"/>
                    <a:pt x="4060" y="1155"/>
                    <a:pt x="4045" y="1098"/>
                  </a:cubicBezTo>
                  <a:lnTo>
                    <a:pt x="3931" y="856"/>
                  </a:lnTo>
                  <a:cubicBezTo>
                    <a:pt x="3816" y="584"/>
                    <a:pt x="3616" y="355"/>
                    <a:pt x="3345" y="212"/>
                  </a:cubicBezTo>
                  <a:cubicBezTo>
                    <a:pt x="3085" y="67"/>
                    <a:pt x="2814" y="1"/>
                    <a:pt x="2553" y="1"/>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63"/>
            <p:cNvSpPr/>
            <p:nvPr/>
          </p:nvSpPr>
          <p:spPr>
            <a:xfrm>
              <a:off x="6855256" y="4300302"/>
              <a:ext cx="23063" cy="23103"/>
            </a:xfrm>
            <a:custGeom>
              <a:avLst/>
              <a:gdLst/>
              <a:ahLst/>
              <a:cxnLst/>
              <a:rect l="l" t="t" r="r" b="b"/>
              <a:pathLst>
                <a:path w="572"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3"/>
            <p:cNvSpPr/>
            <p:nvPr/>
          </p:nvSpPr>
          <p:spPr>
            <a:xfrm>
              <a:off x="6903639" y="4309535"/>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D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3"/>
            <p:cNvSpPr/>
            <p:nvPr/>
          </p:nvSpPr>
          <p:spPr>
            <a:xfrm>
              <a:off x="7050037" y="4459360"/>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D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3"/>
            <p:cNvSpPr/>
            <p:nvPr/>
          </p:nvSpPr>
          <p:spPr>
            <a:xfrm>
              <a:off x="6751516" y="4563100"/>
              <a:ext cx="393080" cy="23103"/>
            </a:xfrm>
            <a:custGeom>
              <a:avLst/>
              <a:gdLst/>
              <a:ahLst/>
              <a:cxnLst/>
              <a:rect l="l" t="t" r="r" b="b"/>
              <a:pathLst>
                <a:path w="9749" h="573" extrusionOk="0">
                  <a:moveTo>
                    <a:pt x="0" y="1"/>
                  </a:moveTo>
                  <a:lnTo>
                    <a:pt x="0" y="572"/>
                  </a:lnTo>
                  <a:lnTo>
                    <a:pt x="9749" y="572"/>
                  </a:lnTo>
                  <a:lnTo>
                    <a:pt x="9749" y="1"/>
                  </a:lnTo>
                  <a:close/>
                </a:path>
              </a:pathLst>
            </a:custGeom>
            <a:solidFill>
              <a:srgbClr val="A2B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63"/>
            <p:cNvSpPr/>
            <p:nvPr/>
          </p:nvSpPr>
          <p:spPr>
            <a:xfrm>
              <a:off x="6903639" y="4309535"/>
              <a:ext cx="23103" cy="23103"/>
            </a:xfrm>
            <a:custGeom>
              <a:avLst/>
              <a:gdLst/>
              <a:ahLst/>
              <a:cxnLst/>
              <a:rect l="l" t="t" r="r" b="b"/>
              <a:pathLst>
                <a:path w="573" h="573" extrusionOk="0">
                  <a:moveTo>
                    <a:pt x="1" y="0"/>
                  </a:moveTo>
                  <a:lnTo>
                    <a:pt x="1" y="572"/>
                  </a:lnTo>
                  <a:lnTo>
                    <a:pt x="573" y="572"/>
                  </a:lnTo>
                  <a:lnTo>
                    <a:pt x="57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63"/>
            <p:cNvSpPr/>
            <p:nvPr/>
          </p:nvSpPr>
          <p:spPr>
            <a:xfrm>
              <a:off x="7050037" y="4459360"/>
              <a:ext cx="23103" cy="23103"/>
            </a:xfrm>
            <a:custGeom>
              <a:avLst/>
              <a:gdLst/>
              <a:ahLst/>
              <a:cxnLst/>
              <a:rect l="l" t="t" r="r" b="b"/>
              <a:pathLst>
                <a:path w="573" h="573" extrusionOk="0">
                  <a:moveTo>
                    <a:pt x="0" y="1"/>
                  </a:moveTo>
                  <a:lnTo>
                    <a:pt x="0" y="572"/>
                  </a:lnTo>
                  <a:lnTo>
                    <a:pt x="572" y="572"/>
                  </a:lnTo>
                  <a:lnTo>
                    <a:pt x="5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9" name="Google Shape;2979;p63"/>
          <p:cNvGrpSpPr/>
          <p:nvPr/>
        </p:nvGrpSpPr>
        <p:grpSpPr>
          <a:xfrm>
            <a:off x="7186021" y="4243591"/>
            <a:ext cx="359982" cy="359466"/>
            <a:chOff x="7430405" y="4209866"/>
            <a:chExt cx="393638" cy="393074"/>
          </a:xfrm>
        </p:grpSpPr>
        <p:sp>
          <p:nvSpPr>
            <p:cNvPr id="2980" name="Google Shape;2980;p63"/>
            <p:cNvSpPr/>
            <p:nvPr/>
          </p:nvSpPr>
          <p:spPr>
            <a:xfrm>
              <a:off x="7637845" y="4209866"/>
              <a:ext cx="186198" cy="240912"/>
            </a:xfrm>
            <a:custGeom>
              <a:avLst/>
              <a:gdLst/>
              <a:ahLst/>
              <a:cxnLst/>
              <a:rect l="l" t="t" r="r" b="b"/>
              <a:pathLst>
                <a:path w="4618" h="5975" extrusionOk="0">
                  <a:moveTo>
                    <a:pt x="2230" y="0"/>
                  </a:moveTo>
                  <a:cubicBezTo>
                    <a:pt x="1001" y="0"/>
                    <a:pt x="1" y="986"/>
                    <a:pt x="1" y="2215"/>
                  </a:cubicBezTo>
                  <a:lnTo>
                    <a:pt x="1" y="5975"/>
                  </a:lnTo>
                  <a:lnTo>
                    <a:pt x="2388" y="5975"/>
                  </a:lnTo>
                  <a:cubicBezTo>
                    <a:pt x="3617" y="5975"/>
                    <a:pt x="4618" y="4988"/>
                    <a:pt x="4618" y="3759"/>
                  </a:cubicBezTo>
                  <a:lnTo>
                    <a:pt x="4618"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3"/>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3"/>
            <p:cNvSpPr/>
            <p:nvPr/>
          </p:nvSpPr>
          <p:spPr>
            <a:xfrm>
              <a:off x="7649376" y="4439241"/>
              <a:ext cx="118742" cy="117613"/>
            </a:xfrm>
            <a:custGeom>
              <a:avLst/>
              <a:gdLst/>
              <a:ahLst/>
              <a:cxnLst/>
              <a:rect l="l" t="t" r="r" b="b"/>
              <a:pathLst>
                <a:path w="2945" h="2917" extrusionOk="0">
                  <a:moveTo>
                    <a:pt x="1" y="0"/>
                  </a:moveTo>
                  <a:lnTo>
                    <a:pt x="1" y="1443"/>
                  </a:lnTo>
                  <a:cubicBezTo>
                    <a:pt x="1" y="2230"/>
                    <a:pt x="616" y="2887"/>
                    <a:pt x="1401" y="2916"/>
                  </a:cubicBezTo>
                  <a:cubicBezTo>
                    <a:pt x="1418" y="2916"/>
                    <a:pt x="1435" y="2917"/>
                    <a:pt x="1452" y="2917"/>
                  </a:cubicBezTo>
                  <a:cubicBezTo>
                    <a:pt x="2273" y="2917"/>
                    <a:pt x="2944" y="2241"/>
                    <a:pt x="2916" y="1401"/>
                  </a:cubicBezTo>
                  <a:cubicBezTo>
                    <a:pt x="2888" y="614"/>
                    <a:pt x="2230" y="0"/>
                    <a:pt x="1445"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63"/>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63"/>
            <p:cNvSpPr/>
            <p:nvPr/>
          </p:nvSpPr>
          <p:spPr>
            <a:xfrm>
              <a:off x="7638450" y="4427710"/>
              <a:ext cx="140676" cy="175231"/>
            </a:xfrm>
            <a:custGeom>
              <a:avLst/>
              <a:gdLst/>
              <a:ahLst/>
              <a:cxnLst/>
              <a:rect l="l" t="t" r="r" b="b"/>
              <a:pathLst>
                <a:path w="3489" h="4346" extrusionOk="0">
                  <a:moveTo>
                    <a:pt x="1716" y="572"/>
                  </a:moveTo>
                  <a:cubicBezTo>
                    <a:pt x="2330" y="572"/>
                    <a:pt x="2859" y="1043"/>
                    <a:pt x="2902" y="1672"/>
                  </a:cubicBezTo>
                  <a:cubicBezTo>
                    <a:pt x="2943" y="2349"/>
                    <a:pt x="2398" y="2918"/>
                    <a:pt x="1716" y="2918"/>
                  </a:cubicBezTo>
                  <a:cubicBezTo>
                    <a:pt x="1692" y="2918"/>
                    <a:pt x="1668" y="2917"/>
                    <a:pt x="1644" y="2916"/>
                  </a:cubicBezTo>
                  <a:cubicBezTo>
                    <a:pt x="1030" y="2873"/>
                    <a:pt x="557" y="2344"/>
                    <a:pt x="557" y="1729"/>
                  </a:cubicBezTo>
                  <a:lnTo>
                    <a:pt x="557" y="572"/>
                  </a:lnTo>
                  <a:close/>
                  <a:moveTo>
                    <a:pt x="1" y="0"/>
                  </a:moveTo>
                  <a:lnTo>
                    <a:pt x="1" y="1744"/>
                  </a:lnTo>
                  <a:cubicBezTo>
                    <a:pt x="1" y="2615"/>
                    <a:pt x="629" y="3330"/>
                    <a:pt x="1458" y="3459"/>
                  </a:cubicBezTo>
                  <a:lnTo>
                    <a:pt x="1458" y="4345"/>
                  </a:lnTo>
                  <a:lnTo>
                    <a:pt x="2030" y="4345"/>
                  </a:lnTo>
                  <a:lnTo>
                    <a:pt x="2030" y="3459"/>
                  </a:lnTo>
                  <a:cubicBezTo>
                    <a:pt x="2844" y="3330"/>
                    <a:pt x="3473" y="2615"/>
                    <a:pt x="3488" y="1758"/>
                  </a:cubicBezTo>
                  <a:cubicBezTo>
                    <a:pt x="3488" y="801"/>
                    <a:pt x="2688" y="0"/>
                    <a:pt x="1716"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3"/>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D875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3"/>
            <p:cNvSpPr/>
            <p:nvPr/>
          </p:nvSpPr>
          <p:spPr>
            <a:xfrm>
              <a:off x="7430405" y="4209866"/>
              <a:ext cx="186198" cy="240912"/>
            </a:xfrm>
            <a:custGeom>
              <a:avLst/>
              <a:gdLst/>
              <a:ahLst/>
              <a:cxnLst/>
              <a:rect l="l" t="t" r="r" b="b"/>
              <a:pathLst>
                <a:path w="4618" h="5975" extrusionOk="0">
                  <a:moveTo>
                    <a:pt x="0" y="0"/>
                  </a:moveTo>
                  <a:lnTo>
                    <a:pt x="0" y="3759"/>
                  </a:lnTo>
                  <a:cubicBezTo>
                    <a:pt x="0" y="4988"/>
                    <a:pt x="1001" y="5975"/>
                    <a:pt x="2230" y="5975"/>
                  </a:cubicBezTo>
                  <a:lnTo>
                    <a:pt x="4617" y="5975"/>
                  </a:lnTo>
                  <a:lnTo>
                    <a:pt x="4617" y="2230"/>
                  </a:lnTo>
                  <a:cubicBezTo>
                    <a:pt x="4617" y="1001"/>
                    <a:pt x="3617" y="0"/>
                    <a:pt x="2388" y="0"/>
                  </a:cubicBez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3"/>
            <p:cNvSpPr/>
            <p:nvPr/>
          </p:nvSpPr>
          <p:spPr>
            <a:xfrm>
              <a:off x="7486327" y="4439241"/>
              <a:ext cx="118742" cy="117573"/>
            </a:xfrm>
            <a:custGeom>
              <a:avLst/>
              <a:gdLst/>
              <a:ahLst/>
              <a:cxnLst/>
              <a:rect l="l" t="t" r="r" b="b"/>
              <a:pathLst>
                <a:path w="2945" h="2916" extrusionOk="0">
                  <a:moveTo>
                    <a:pt x="1500" y="0"/>
                  </a:moveTo>
                  <a:cubicBezTo>
                    <a:pt x="715" y="0"/>
                    <a:pt x="57" y="629"/>
                    <a:pt x="29" y="1414"/>
                  </a:cubicBezTo>
                  <a:cubicBezTo>
                    <a:pt x="0" y="2244"/>
                    <a:pt x="658" y="2916"/>
                    <a:pt x="1487" y="2916"/>
                  </a:cubicBezTo>
                  <a:cubicBezTo>
                    <a:pt x="2287" y="2916"/>
                    <a:pt x="2945" y="2272"/>
                    <a:pt x="2945" y="1458"/>
                  </a:cubicBezTo>
                  <a:lnTo>
                    <a:pt x="2945" y="0"/>
                  </a:lnTo>
                  <a:close/>
                </a:path>
              </a:pathLst>
            </a:custGeom>
            <a:solidFill>
              <a:srgbClr val="9A80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3"/>
            <p:cNvSpPr/>
            <p:nvPr/>
          </p:nvSpPr>
          <p:spPr>
            <a:xfrm>
              <a:off x="7475320" y="4427710"/>
              <a:ext cx="140112" cy="175231"/>
            </a:xfrm>
            <a:custGeom>
              <a:avLst/>
              <a:gdLst/>
              <a:ahLst/>
              <a:cxnLst/>
              <a:rect l="l" t="t" r="r" b="b"/>
              <a:pathLst>
                <a:path w="3475" h="4346" extrusionOk="0">
                  <a:moveTo>
                    <a:pt x="2932" y="572"/>
                  </a:moveTo>
                  <a:lnTo>
                    <a:pt x="2932" y="1744"/>
                  </a:lnTo>
                  <a:cubicBezTo>
                    <a:pt x="2932" y="2398"/>
                    <a:pt x="2402" y="2917"/>
                    <a:pt x="1754" y="2917"/>
                  </a:cubicBezTo>
                  <a:cubicBezTo>
                    <a:pt x="1737" y="2917"/>
                    <a:pt x="1720" y="2917"/>
                    <a:pt x="1702" y="2916"/>
                  </a:cubicBezTo>
                  <a:cubicBezTo>
                    <a:pt x="1102" y="2887"/>
                    <a:pt x="616" y="2401"/>
                    <a:pt x="588" y="1801"/>
                  </a:cubicBezTo>
                  <a:cubicBezTo>
                    <a:pt x="559" y="1129"/>
                    <a:pt x="1087" y="572"/>
                    <a:pt x="1760" y="572"/>
                  </a:cubicBezTo>
                  <a:close/>
                  <a:moveTo>
                    <a:pt x="1773" y="0"/>
                  </a:moveTo>
                  <a:cubicBezTo>
                    <a:pt x="801" y="0"/>
                    <a:pt x="1" y="801"/>
                    <a:pt x="16" y="1758"/>
                  </a:cubicBezTo>
                  <a:cubicBezTo>
                    <a:pt x="16" y="2615"/>
                    <a:pt x="645" y="3330"/>
                    <a:pt x="1459" y="3459"/>
                  </a:cubicBezTo>
                  <a:lnTo>
                    <a:pt x="1459" y="4345"/>
                  </a:lnTo>
                  <a:lnTo>
                    <a:pt x="2031" y="4345"/>
                  </a:lnTo>
                  <a:lnTo>
                    <a:pt x="2031" y="3459"/>
                  </a:lnTo>
                  <a:cubicBezTo>
                    <a:pt x="2846" y="3330"/>
                    <a:pt x="3475" y="2615"/>
                    <a:pt x="3475" y="1744"/>
                  </a:cubicBezTo>
                  <a:lnTo>
                    <a:pt x="3475"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3"/>
            <p:cNvSpPr/>
            <p:nvPr/>
          </p:nvSpPr>
          <p:spPr>
            <a:xfrm>
              <a:off x="7481085" y="4260588"/>
              <a:ext cx="84793" cy="139507"/>
            </a:xfrm>
            <a:custGeom>
              <a:avLst/>
              <a:gdLst/>
              <a:ahLst/>
              <a:cxnLst/>
              <a:rect l="l" t="t" r="r" b="b"/>
              <a:pathLst>
                <a:path w="2103" h="3460" extrusionOk="0">
                  <a:moveTo>
                    <a:pt x="1" y="0"/>
                  </a:moveTo>
                  <a:lnTo>
                    <a:pt x="1" y="2272"/>
                  </a:lnTo>
                  <a:cubicBezTo>
                    <a:pt x="1" y="2930"/>
                    <a:pt x="530" y="3459"/>
                    <a:pt x="1201" y="3459"/>
                  </a:cubicBezTo>
                  <a:lnTo>
                    <a:pt x="2103" y="3459"/>
                  </a:lnTo>
                  <a:lnTo>
                    <a:pt x="2103" y="1186"/>
                  </a:lnTo>
                  <a:cubicBezTo>
                    <a:pt x="2103" y="528"/>
                    <a:pt x="1559" y="0"/>
                    <a:pt x="902"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63"/>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7C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63"/>
            <p:cNvSpPr/>
            <p:nvPr/>
          </p:nvSpPr>
          <p:spPr>
            <a:xfrm>
              <a:off x="7525517" y="4477826"/>
              <a:ext cx="40360" cy="40360"/>
            </a:xfrm>
            <a:custGeom>
              <a:avLst/>
              <a:gdLst/>
              <a:ahLst/>
              <a:cxnLst/>
              <a:rect l="l" t="t" r="r" b="b"/>
              <a:pathLst>
                <a:path w="1001" h="1001" extrusionOk="0">
                  <a:moveTo>
                    <a:pt x="500" y="0"/>
                  </a:moveTo>
                  <a:cubicBezTo>
                    <a:pt x="229" y="0"/>
                    <a:pt x="0" y="229"/>
                    <a:pt x="0" y="501"/>
                  </a:cubicBezTo>
                  <a:cubicBezTo>
                    <a:pt x="0" y="772"/>
                    <a:pt x="229" y="1001"/>
                    <a:pt x="500" y="1001"/>
                  </a:cubicBezTo>
                  <a:cubicBezTo>
                    <a:pt x="786" y="1001"/>
                    <a:pt x="1001" y="772"/>
                    <a:pt x="1001" y="501"/>
                  </a:cubicBezTo>
                  <a:cubicBezTo>
                    <a:pt x="1001"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63"/>
            <p:cNvSpPr/>
            <p:nvPr/>
          </p:nvSpPr>
          <p:spPr>
            <a:xfrm>
              <a:off x="7603856" y="4293689"/>
              <a:ext cx="45562" cy="222204"/>
            </a:xfrm>
            <a:custGeom>
              <a:avLst/>
              <a:gdLst/>
              <a:ahLst/>
              <a:cxnLst/>
              <a:rect l="l" t="t" r="r" b="b"/>
              <a:pathLst>
                <a:path w="1130" h="5511" extrusionOk="0">
                  <a:moveTo>
                    <a:pt x="567" y="0"/>
                  </a:moveTo>
                  <a:cubicBezTo>
                    <a:pt x="536" y="0"/>
                    <a:pt x="504" y="3"/>
                    <a:pt x="472" y="8"/>
                  </a:cubicBezTo>
                  <a:cubicBezTo>
                    <a:pt x="201" y="50"/>
                    <a:pt x="1" y="294"/>
                    <a:pt x="1" y="580"/>
                  </a:cubicBezTo>
                  <a:lnTo>
                    <a:pt x="1" y="4954"/>
                  </a:lnTo>
                  <a:cubicBezTo>
                    <a:pt x="1" y="5253"/>
                    <a:pt x="258" y="5510"/>
                    <a:pt x="573" y="5510"/>
                  </a:cubicBezTo>
                  <a:cubicBezTo>
                    <a:pt x="872" y="5510"/>
                    <a:pt x="1130" y="5253"/>
                    <a:pt x="1130" y="4954"/>
                  </a:cubicBezTo>
                  <a:lnTo>
                    <a:pt x="1130" y="565"/>
                  </a:lnTo>
                  <a:cubicBezTo>
                    <a:pt x="1130" y="253"/>
                    <a:pt x="882" y="0"/>
                    <a:pt x="567" y="0"/>
                  </a:cubicBezTo>
                  <a:close/>
                </a:path>
              </a:pathLst>
            </a:custGeom>
            <a:solidFill>
              <a:srgbClr val="FFCC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3"/>
            <p:cNvSpPr/>
            <p:nvPr/>
          </p:nvSpPr>
          <p:spPr>
            <a:xfrm>
              <a:off x="7688566" y="4260588"/>
              <a:ext cx="84793" cy="139507"/>
            </a:xfrm>
            <a:custGeom>
              <a:avLst/>
              <a:gdLst/>
              <a:ahLst/>
              <a:cxnLst/>
              <a:rect l="l" t="t" r="r" b="b"/>
              <a:pathLst>
                <a:path w="2103" h="3460" extrusionOk="0">
                  <a:moveTo>
                    <a:pt x="1201" y="0"/>
                  </a:moveTo>
                  <a:cubicBezTo>
                    <a:pt x="530" y="0"/>
                    <a:pt x="0" y="528"/>
                    <a:pt x="0" y="1186"/>
                  </a:cubicBezTo>
                  <a:lnTo>
                    <a:pt x="0" y="3459"/>
                  </a:lnTo>
                  <a:lnTo>
                    <a:pt x="902" y="3459"/>
                  </a:lnTo>
                  <a:cubicBezTo>
                    <a:pt x="1559" y="3459"/>
                    <a:pt x="2102" y="2930"/>
                    <a:pt x="2102" y="2272"/>
                  </a:cubicBezTo>
                  <a:lnTo>
                    <a:pt x="2102" y="0"/>
                  </a:ln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3"/>
            <p:cNvSpPr/>
            <p:nvPr/>
          </p:nvSpPr>
          <p:spPr>
            <a:xfrm>
              <a:off x="7688002" y="4477826"/>
              <a:ext cx="40925" cy="40360"/>
            </a:xfrm>
            <a:custGeom>
              <a:avLst/>
              <a:gdLst/>
              <a:ahLst/>
              <a:cxnLst/>
              <a:rect l="l" t="t" r="r" b="b"/>
              <a:pathLst>
                <a:path w="1015" h="1001" extrusionOk="0">
                  <a:moveTo>
                    <a:pt x="500" y="0"/>
                  </a:moveTo>
                  <a:cubicBezTo>
                    <a:pt x="229" y="0"/>
                    <a:pt x="1" y="229"/>
                    <a:pt x="1" y="501"/>
                  </a:cubicBezTo>
                  <a:cubicBezTo>
                    <a:pt x="1" y="772"/>
                    <a:pt x="229" y="1001"/>
                    <a:pt x="500" y="1001"/>
                  </a:cubicBezTo>
                  <a:cubicBezTo>
                    <a:pt x="786" y="1001"/>
                    <a:pt x="1015" y="772"/>
                    <a:pt x="1015" y="501"/>
                  </a:cubicBezTo>
                  <a:cubicBezTo>
                    <a:pt x="1015" y="229"/>
                    <a:pt x="786" y="0"/>
                    <a:pt x="500" y="0"/>
                  </a:cubicBezTo>
                  <a:close/>
                </a:path>
              </a:pathLst>
            </a:custGeom>
            <a:solidFill>
              <a:srgbClr val="FFA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95" name="Google Shape;2995;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 Pack</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2999"/>
        <p:cNvGrpSpPr/>
        <p:nvPr/>
      </p:nvGrpSpPr>
      <p:grpSpPr>
        <a:xfrm>
          <a:off x="0" y="0"/>
          <a:ext cx="0" cy="0"/>
          <a:chOff x="0" y="0"/>
          <a:chExt cx="0" cy="0"/>
        </a:xfrm>
      </p:grpSpPr>
      <p:sp>
        <p:nvSpPr>
          <p:cNvPr id="3000" name="Google Shape;3000;p64"/>
          <p:cNvSpPr/>
          <p:nvPr/>
        </p:nvSpPr>
        <p:spPr>
          <a:xfrm>
            <a:off x="1513763" y="404875"/>
            <a:ext cx="6116475" cy="843325"/>
          </a:xfrm>
          <a:custGeom>
            <a:avLst/>
            <a:gdLst/>
            <a:ahLst/>
            <a:cxnLst/>
            <a:rect l="l" t="t" r="r" b="b"/>
            <a:pathLst>
              <a:path w="244659" h="33733" extrusionOk="0">
                <a:moveTo>
                  <a:pt x="3896" y="4933"/>
                </a:moveTo>
                <a:lnTo>
                  <a:pt x="9611" y="0"/>
                </a:lnTo>
                <a:lnTo>
                  <a:pt x="97335" y="648"/>
                </a:lnTo>
                <a:lnTo>
                  <a:pt x="175247" y="1214"/>
                </a:lnTo>
                <a:lnTo>
                  <a:pt x="239843" y="931"/>
                </a:lnTo>
                <a:lnTo>
                  <a:pt x="244376" y="6881"/>
                </a:lnTo>
                <a:lnTo>
                  <a:pt x="244659" y="21330"/>
                </a:lnTo>
                <a:lnTo>
                  <a:pt x="240693" y="28979"/>
                </a:lnTo>
                <a:lnTo>
                  <a:pt x="235027" y="32946"/>
                </a:lnTo>
                <a:lnTo>
                  <a:pt x="164481" y="32946"/>
                </a:lnTo>
                <a:lnTo>
                  <a:pt x="91102" y="32662"/>
                </a:lnTo>
                <a:lnTo>
                  <a:pt x="11169" y="33733"/>
                </a:lnTo>
                <a:lnTo>
                  <a:pt x="2858" y="28482"/>
                </a:lnTo>
                <a:lnTo>
                  <a:pt x="0" y="13844"/>
                </a:lnTo>
                <a:close/>
              </a:path>
            </a:pathLst>
          </a:custGeom>
          <a:solidFill>
            <a:schemeClr val="dk1"/>
          </a:solidFill>
          <a:ln w="19050" cap="flat" cmpd="sng">
            <a:solidFill>
              <a:schemeClr val="accent6"/>
            </a:solidFill>
            <a:prstDash val="solid"/>
            <a:round/>
            <a:headEnd type="none" w="med" len="med"/>
            <a:tailEnd type="none" w="med" len="med"/>
          </a:ln>
          <a:effectLst>
            <a:outerShdw dist="19050" dir="5400000" algn="bl" rotWithShape="0">
              <a:srgbClr val="9A80C1">
                <a:alpha val="82000"/>
              </a:srgbClr>
            </a:outerShdw>
          </a:effectLst>
        </p:spPr>
        <p:txBody>
          <a:bodyPr/>
          <a:lstStyle/>
          <a:p>
            <a:endParaRPr lang="pl-PL"/>
          </a:p>
        </p:txBody>
      </p:sp>
      <p:sp>
        <p:nvSpPr>
          <p:cNvPr id="3001" name="Google Shape;3001;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Resources</a:t>
            </a:r>
            <a:endParaRPr>
              <a:solidFill>
                <a:schemeClr val="lt1"/>
              </a:solidFill>
            </a:endParaRPr>
          </a:p>
        </p:txBody>
      </p:sp>
      <p:sp>
        <p:nvSpPr>
          <p:cNvPr id="3002" name="Google Shape;3002;p64"/>
          <p:cNvSpPr txBox="1">
            <a:spLocks noGrp="1"/>
          </p:cNvSpPr>
          <p:nvPr>
            <p:ph type="body" idx="1"/>
          </p:nvPr>
        </p:nvSpPr>
        <p:spPr>
          <a:xfrm>
            <a:off x="720000" y="1354250"/>
            <a:ext cx="7704000" cy="321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u="none">
                <a:latin typeface="Freckle Face"/>
                <a:ea typeface="Freckle Face"/>
                <a:cs typeface="Freckle Face"/>
                <a:sym typeface="Freckle Face"/>
              </a:rPr>
              <a:t>Vectors</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3"/>
              </a:rPr>
              <a:t>Hand-drawn bigfoot sasquatch and yeti abominable snowman illustration</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4"/>
              </a:rPr>
              <a:t>Cartoon bigfoot sasquatch character pack</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5"/>
              </a:rPr>
              <a:t>Cartoon bigfoot sasquatch character collection </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6"/>
              </a:rPr>
              <a:t>Cartoon bigfoot sasquatch character collection</a:t>
            </a:r>
            <a:endParaRPr u="none"/>
          </a:p>
          <a:p>
            <a:pPr marL="0" lvl="0" indent="0" algn="l" rtl="0">
              <a:spcBef>
                <a:spcPts val="0"/>
              </a:spcBef>
              <a:spcAft>
                <a:spcPts val="0"/>
              </a:spcAft>
              <a:buNone/>
            </a:pPr>
            <a:endParaRPr u="none"/>
          </a:p>
          <a:p>
            <a:pPr marL="0" lvl="0" indent="0" algn="l" rtl="0">
              <a:spcBef>
                <a:spcPts val="0"/>
              </a:spcBef>
              <a:spcAft>
                <a:spcPts val="0"/>
              </a:spcAft>
              <a:buNone/>
            </a:pPr>
            <a:r>
              <a:rPr lang="en" sz="2000" u="none">
                <a:latin typeface="Freckle Face"/>
                <a:ea typeface="Freckle Face"/>
                <a:cs typeface="Freckle Face"/>
                <a:sym typeface="Freckle Face"/>
              </a:rPr>
              <a:t>Icons</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7"/>
              </a:rPr>
              <a:t>Nature Icon Pack</a:t>
            </a:r>
            <a:endParaRPr u="none"/>
          </a:p>
          <a:p>
            <a:pPr marL="0" lvl="0" indent="0" algn="l" rtl="0">
              <a:spcBef>
                <a:spcPts val="0"/>
              </a:spcBef>
              <a:spcAft>
                <a:spcPts val="0"/>
              </a:spcAft>
              <a:buNone/>
            </a:pPr>
            <a:endParaRPr u="none"/>
          </a:p>
          <a:p>
            <a:pPr marL="0" lvl="0" indent="0" algn="l" rtl="0">
              <a:spcBef>
                <a:spcPts val="0"/>
              </a:spcBef>
              <a:spcAft>
                <a:spcPts val="0"/>
              </a:spcAft>
              <a:buNone/>
            </a:pPr>
            <a:r>
              <a:rPr lang="en" sz="2000" u="none">
                <a:latin typeface="Freckle Face"/>
                <a:ea typeface="Freckle Face"/>
                <a:cs typeface="Freckle Face"/>
                <a:sym typeface="Freckle Face"/>
              </a:rPr>
              <a:t>Photos</a:t>
            </a:r>
            <a:endParaRPr sz="2000" u="none">
              <a:latin typeface="Freckle Face"/>
              <a:ea typeface="Freckle Face"/>
              <a:cs typeface="Freckle Face"/>
              <a:sym typeface="Freckle Face"/>
            </a:endParaRPr>
          </a:p>
          <a:p>
            <a:pPr marL="457200" lvl="0" indent="-304800" algn="l" rtl="0">
              <a:spcBef>
                <a:spcPts val="0"/>
              </a:spcBef>
              <a:spcAft>
                <a:spcPts val="0"/>
              </a:spcAft>
              <a:buSzPts val="1200"/>
              <a:buAutoNum type="arabicPeriod"/>
            </a:pPr>
            <a:r>
              <a:rPr lang="en" u="none">
                <a:solidFill>
                  <a:schemeClr val="hlink"/>
                </a:solidFill>
                <a:uFill>
                  <a:noFill/>
                </a:uFill>
                <a:hlinkClick r:id="rId8"/>
              </a:rPr>
              <a:t>Vegetation natural plants in the park</a:t>
            </a:r>
            <a:endParaRPr u="none"/>
          </a:p>
          <a:p>
            <a:pPr marL="457200" lvl="0" indent="-304800" algn="l" rtl="0">
              <a:spcBef>
                <a:spcPts val="0"/>
              </a:spcBef>
              <a:spcAft>
                <a:spcPts val="0"/>
              </a:spcAft>
              <a:buSzPts val="1200"/>
              <a:buAutoNum type="arabicPeriod"/>
            </a:pPr>
            <a:r>
              <a:rPr lang="en" u="none">
                <a:solidFill>
                  <a:schemeClr val="hlink"/>
                </a:solidFill>
                <a:uFill>
                  <a:noFill/>
                </a:uFill>
                <a:hlinkClick r:id="rId9"/>
              </a:rPr>
              <a:t>Vegetation natural plants in the park</a:t>
            </a:r>
            <a:endParaRPr u="none"/>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006"/>
        <p:cNvGrpSpPr/>
        <p:nvPr/>
      </p:nvGrpSpPr>
      <p:grpSpPr>
        <a:xfrm>
          <a:off x="0" y="0"/>
          <a:ext cx="0" cy="0"/>
          <a:chOff x="0" y="0"/>
          <a:chExt cx="0" cy="0"/>
        </a:xfrm>
      </p:grpSpPr>
      <p:sp>
        <p:nvSpPr>
          <p:cNvPr id="3007" name="Google Shape;3007;p65"/>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3008" name="Google Shape;3008;p65"/>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3009" name="Google Shape;3009;p65"/>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Arial"/>
                <a:ea typeface="Arial"/>
                <a:cs typeface="Arial"/>
                <a:sym typeface="Arial"/>
              </a:rPr>
              <a:t>Freckle Face</a:t>
            </a:r>
            <a:endParaRPr b="1">
              <a:solidFill>
                <a:schemeClr val="lt1"/>
              </a:solidFill>
              <a:latin typeface="Arial"/>
              <a:ea typeface="Arial"/>
              <a:cs typeface="Arial"/>
              <a:sym typeface="Arial"/>
            </a:endParaRPr>
          </a:p>
          <a:p>
            <a:pPr marL="0" lvl="0" indent="0" algn="ctr" rtl="0">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https://fonts.google.com/specimen/Freckle+Face</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ctr" rtl="0">
              <a:spcBef>
                <a:spcPts val="0"/>
              </a:spcBef>
              <a:spcAft>
                <a:spcPts val="0"/>
              </a:spcAft>
              <a:buNone/>
            </a:pPr>
            <a:endParaRPr sz="800">
              <a:solidFill>
                <a:schemeClr val="lt1"/>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Coda</a:t>
            </a:r>
            <a:endParaRPr b="1">
              <a:solidFill>
                <a:schemeClr val="lt1"/>
              </a:solidFill>
              <a:latin typeface="Arial"/>
              <a:ea typeface="Arial"/>
              <a:cs typeface="Arial"/>
              <a:sym typeface="Arial"/>
            </a:endParaRPr>
          </a:p>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https://fonts.google.com/specimen/Coda</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p:txBody>
      </p:sp>
      <p:sp>
        <p:nvSpPr>
          <p:cNvPr id="3010" name="Google Shape;3010;p65"/>
          <p:cNvSpPr/>
          <p:nvPr/>
        </p:nvSpPr>
        <p:spPr>
          <a:xfrm>
            <a:off x="3114463" y="319502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65"/>
          <p:cNvSpPr/>
          <p:nvPr/>
        </p:nvSpPr>
        <p:spPr>
          <a:xfrm>
            <a:off x="4176282" y="3195025"/>
            <a:ext cx="791400" cy="754200"/>
          </a:xfrm>
          <a:prstGeom prst="roundRect">
            <a:avLst>
              <a:gd name="adj" fmla="val 16667"/>
            </a:avLst>
          </a:prstGeom>
          <a:solidFill>
            <a:srgbClr val="68373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65"/>
          <p:cNvSpPr/>
          <p:nvPr/>
        </p:nvSpPr>
        <p:spPr>
          <a:xfrm>
            <a:off x="5238102" y="3195025"/>
            <a:ext cx="791400" cy="754200"/>
          </a:xfrm>
          <a:prstGeom prst="roundRect">
            <a:avLst>
              <a:gd name="adj" fmla="val 16667"/>
            </a:avLst>
          </a:prstGeom>
          <a:solidFill>
            <a:srgbClr val="77413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65"/>
          <p:cNvSpPr/>
          <p:nvPr/>
        </p:nvSpPr>
        <p:spPr>
          <a:xfrm>
            <a:off x="2052638" y="3195025"/>
            <a:ext cx="791400" cy="754200"/>
          </a:xfrm>
          <a:prstGeom prst="roundRect">
            <a:avLst>
              <a:gd name="adj" fmla="val 16667"/>
            </a:avLst>
          </a:prstGeom>
          <a:solidFill>
            <a:srgbClr val="09315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65"/>
          <p:cNvSpPr txBox="1"/>
          <p:nvPr/>
        </p:nvSpPr>
        <p:spPr>
          <a:xfrm>
            <a:off x="3114463"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3015" name="Google Shape;3015;p65"/>
          <p:cNvSpPr txBox="1"/>
          <p:nvPr/>
        </p:nvSpPr>
        <p:spPr>
          <a:xfrm>
            <a:off x="417628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#683735</a:t>
            </a:r>
            <a:endParaRPr sz="1000">
              <a:solidFill>
                <a:srgbClr val="FFFFFF"/>
              </a:solidFill>
            </a:endParaRPr>
          </a:p>
        </p:txBody>
      </p:sp>
      <p:sp>
        <p:nvSpPr>
          <p:cNvPr id="3016" name="Google Shape;3016;p65"/>
          <p:cNvSpPr txBox="1"/>
          <p:nvPr/>
        </p:nvSpPr>
        <p:spPr>
          <a:xfrm>
            <a:off x="5238113"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#77413e</a:t>
            </a:r>
            <a:endParaRPr sz="1000">
              <a:solidFill>
                <a:srgbClr val="FFFFFF"/>
              </a:solidFill>
            </a:endParaRPr>
          </a:p>
        </p:txBody>
      </p:sp>
      <p:sp>
        <p:nvSpPr>
          <p:cNvPr id="3017" name="Google Shape;3017;p65"/>
          <p:cNvSpPr txBox="1"/>
          <p:nvPr/>
        </p:nvSpPr>
        <p:spPr>
          <a:xfrm>
            <a:off x="205263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#093156</a:t>
            </a:r>
            <a:endParaRPr sz="1000">
              <a:solidFill>
                <a:srgbClr val="FFFFFF"/>
              </a:solidFill>
            </a:endParaRPr>
          </a:p>
        </p:txBody>
      </p:sp>
      <p:sp>
        <p:nvSpPr>
          <p:cNvPr id="3018" name="Google Shape;3018;p65"/>
          <p:cNvSpPr/>
          <p:nvPr/>
        </p:nvSpPr>
        <p:spPr>
          <a:xfrm>
            <a:off x="6299927" y="3195025"/>
            <a:ext cx="791400" cy="754200"/>
          </a:xfrm>
          <a:prstGeom prst="roundRect">
            <a:avLst>
              <a:gd name="adj" fmla="val 16667"/>
            </a:avLst>
          </a:prstGeom>
          <a:solidFill>
            <a:srgbClr val="2A567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65"/>
          <p:cNvSpPr txBox="1"/>
          <p:nvPr/>
        </p:nvSpPr>
        <p:spPr>
          <a:xfrm>
            <a:off x="6299938" y="33520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#2a5677</a:t>
            </a:r>
            <a:endParaRPr sz="1000">
              <a:solidFill>
                <a:srgbClr val="FFFFFF"/>
              </a:solidFill>
            </a:endParaRPr>
          </a:p>
        </p:txBody>
      </p:sp>
      <p:sp>
        <p:nvSpPr>
          <p:cNvPr id="3020" name="Google Shape;3020;p65"/>
          <p:cNvSpPr/>
          <p:nvPr/>
        </p:nvSpPr>
        <p:spPr>
          <a:xfrm>
            <a:off x="3114463" y="4056925"/>
            <a:ext cx="791400" cy="754200"/>
          </a:xfrm>
          <a:prstGeom prst="roundRect">
            <a:avLst>
              <a:gd name="adj" fmla="val 16667"/>
            </a:avLst>
          </a:prstGeom>
          <a:solidFill>
            <a:srgbClr val="536A6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65"/>
          <p:cNvSpPr/>
          <p:nvPr/>
        </p:nvSpPr>
        <p:spPr>
          <a:xfrm>
            <a:off x="4176282" y="4056925"/>
            <a:ext cx="791400" cy="754200"/>
          </a:xfrm>
          <a:prstGeom prst="roundRect">
            <a:avLst>
              <a:gd name="adj" fmla="val 16667"/>
            </a:avLst>
          </a:prstGeom>
          <a:solidFill>
            <a:srgbClr val="FFAC0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65"/>
          <p:cNvSpPr/>
          <p:nvPr/>
        </p:nvSpPr>
        <p:spPr>
          <a:xfrm>
            <a:off x="5238102" y="4056925"/>
            <a:ext cx="791400" cy="754200"/>
          </a:xfrm>
          <a:prstGeom prst="roundRect">
            <a:avLst>
              <a:gd name="adj" fmla="val 16667"/>
            </a:avLst>
          </a:prstGeom>
          <a:solidFill>
            <a:srgbClr val="FFCC7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65"/>
          <p:cNvSpPr/>
          <p:nvPr/>
        </p:nvSpPr>
        <p:spPr>
          <a:xfrm>
            <a:off x="2052638" y="4056925"/>
            <a:ext cx="791400" cy="754200"/>
          </a:xfrm>
          <a:prstGeom prst="roundRect">
            <a:avLst>
              <a:gd name="adj" fmla="val 16667"/>
            </a:avLst>
          </a:prstGeom>
          <a:solidFill>
            <a:srgbClr val="A2B9B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65"/>
          <p:cNvSpPr txBox="1"/>
          <p:nvPr/>
        </p:nvSpPr>
        <p:spPr>
          <a:xfrm>
            <a:off x="3114463"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#536a67</a:t>
            </a:r>
            <a:endParaRPr sz="1000">
              <a:solidFill>
                <a:srgbClr val="FFFFFF"/>
              </a:solidFill>
            </a:endParaRPr>
          </a:p>
        </p:txBody>
      </p:sp>
      <p:sp>
        <p:nvSpPr>
          <p:cNvPr id="3025" name="Google Shape;3025;p65"/>
          <p:cNvSpPr txBox="1"/>
          <p:nvPr/>
        </p:nvSpPr>
        <p:spPr>
          <a:xfrm>
            <a:off x="417628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#ffac00</a:t>
            </a:r>
            <a:endParaRPr sz="1000">
              <a:solidFill>
                <a:srgbClr val="FFFFFF"/>
              </a:solidFill>
            </a:endParaRPr>
          </a:p>
        </p:txBody>
      </p:sp>
      <p:sp>
        <p:nvSpPr>
          <p:cNvPr id="3026" name="Google Shape;3026;p65"/>
          <p:cNvSpPr txBox="1"/>
          <p:nvPr/>
        </p:nvSpPr>
        <p:spPr>
          <a:xfrm>
            <a:off x="5238113"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#ffcc71</a:t>
            </a:r>
            <a:endParaRPr sz="1000">
              <a:solidFill>
                <a:srgbClr val="FFFFFF"/>
              </a:solidFill>
            </a:endParaRPr>
          </a:p>
        </p:txBody>
      </p:sp>
      <p:sp>
        <p:nvSpPr>
          <p:cNvPr id="3027" name="Google Shape;3027;p65"/>
          <p:cNvSpPr txBox="1"/>
          <p:nvPr/>
        </p:nvSpPr>
        <p:spPr>
          <a:xfrm>
            <a:off x="205263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#a2b9b6</a:t>
            </a:r>
            <a:endParaRPr sz="1000">
              <a:solidFill>
                <a:srgbClr val="FFFFFF"/>
              </a:solidFill>
            </a:endParaRPr>
          </a:p>
        </p:txBody>
      </p:sp>
      <p:sp>
        <p:nvSpPr>
          <p:cNvPr id="3028" name="Google Shape;3028;p65"/>
          <p:cNvSpPr/>
          <p:nvPr/>
        </p:nvSpPr>
        <p:spPr>
          <a:xfrm>
            <a:off x="6299927" y="4056925"/>
            <a:ext cx="791400" cy="754200"/>
          </a:xfrm>
          <a:prstGeom prst="roundRect">
            <a:avLst>
              <a:gd name="adj" fmla="val 16667"/>
            </a:avLst>
          </a:prstGeom>
          <a:solidFill>
            <a:srgbClr val="9A80C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65"/>
          <p:cNvSpPr txBox="1"/>
          <p:nvPr/>
        </p:nvSpPr>
        <p:spPr>
          <a:xfrm>
            <a:off x="6299938" y="42139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#9a80c1</a:t>
            </a:r>
            <a:endParaRPr sz="10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033"/>
        <p:cNvGrpSpPr/>
        <p:nvPr/>
      </p:nvGrpSpPr>
      <p:grpSpPr>
        <a:xfrm>
          <a:off x="0" y="0"/>
          <a:ext cx="0" cy="0"/>
          <a:chOff x="0" y="0"/>
          <a:chExt cx="0" cy="0"/>
        </a:xfrm>
      </p:grpSpPr>
      <p:sp>
        <p:nvSpPr>
          <p:cNvPr id="3034" name="Google Shape;3034;p66"/>
          <p:cNvSpPr txBox="1">
            <a:spLocks noGrp="1"/>
          </p:cNvSpPr>
          <p:nvPr>
            <p:ph type="title" idx="4294967295"/>
          </p:nvPr>
        </p:nvSpPr>
        <p:spPr>
          <a:xfrm>
            <a:off x="1048350" y="6496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Storyset</a:t>
            </a:r>
            <a:endParaRPr>
              <a:solidFill>
                <a:srgbClr val="FFFFFF"/>
              </a:solidFill>
              <a:latin typeface="Arial"/>
              <a:ea typeface="Arial"/>
              <a:cs typeface="Arial"/>
              <a:sym typeface="Arial"/>
            </a:endParaRPr>
          </a:p>
        </p:txBody>
      </p:sp>
      <p:sp>
        <p:nvSpPr>
          <p:cNvPr id="3035" name="Google Shape;3035;p66"/>
          <p:cNvSpPr txBox="1"/>
          <p:nvPr/>
        </p:nvSpPr>
        <p:spPr>
          <a:xfrm>
            <a:off x="1252436" y="1169999"/>
            <a:ext cx="6630900" cy="318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pic>
        <p:nvPicPr>
          <p:cNvPr id="3036" name="Google Shape;3036;p66"/>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3037" name="Google Shape;3037;p66">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3038" name="Google Shape;3038;p66">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3039" name="Google Shape;3039;p66">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3040" name="Google Shape;3040;p66">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3041" name="Google Shape;3041;p66"/>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3042" name="Google Shape;3042;p66"/>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3043" name="Google Shape;3043;p66"/>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3044" name="Google Shape;3044;p66"/>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3045" name="Google Shape;3045;p66">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049"/>
        <p:cNvGrpSpPr/>
        <p:nvPr/>
      </p:nvGrpSpPr>
      <p:grpSpPr>
        <a:xfrm>
          <a:off x="0" y="0"/>
          <a:ext cx="0" cy="0"/>
          <a:chOff x="0" y="0"/>
          <a:chExt cx="0" cy="0"/>
        </a:xfrm>
      </p:grpSpPr>
      <p:sp>
        <p:nvSpPr>
          <p:cNvPr id="3050" name="Google Shape;3050;p67"/>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3051" name="Google Shape;3051;p67"/>
          <p:cNvGrpSpPr/>
          <p:nvPr/>
        </p:nvGrpSpPr>
        <p:grpSpPr>
          <a:xfrm>
            <a:off x="5156078" y="3085736"/>
            <a:ext cx="474294" cy="551291"/>
            <a:chOff x="4727025" y="1332775"/>
            <a:chExt cx="59900" cy="69625"/>
          </a:xfrm>
        </p:grpSpPr>
        <p:sp>
          <p:nvSpPr>
            <p:cNvPr id="3052" name="Google Shape;3052;p6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6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4" name="Google Shape;3054;p67"/>
          <p:cNvGrpSpPr/>
          <p:nvPr/>
        </p:nvGrpSpPr>
        <p:grpSpPr>
          <a:xfrm>
            <a:off x="5769734" y="2314340"/>
            <a:ext cx="555653" cy="557031"/>
            <a:chOff x="4820425" y="1329900"/>
            <a:chExt cx="70175" cy="70350"/>
          </a:xfrm>
        </p:grpSpPr>
        <p:sp>
          <p:nvSpPr>
            <p:cNvPr id="3055" name="Google Shape;3055;p6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6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9" name="Google Shape;3059;p67"/>
          <p:cNvGrpSpPr/>
          <p:nvPr/>
        </p:nvGrpSpPr>
        <p:grpSpPr>
          <a:xfrm>
            <a:off x="6396103" y="2318845"/>
            <a:ext cx="582574" cy="533871"/>
            <a:chOff x="4903200" y="1331525"/>
            <a:chExt cx="73575" cy="67425"/>
          </a:xfrm>
        </p:grpSpPr>
        <p:sp>
          <p:nvSpPr>
            <p:cNvPr id="3060" name="Google Shape;3060;p6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6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2" name="Google Shape;3062;p67"/>
          <p:cNvGrpSpPr/>
          <p:nvPr/>
        </p:nvGrpSpPr>
        <p:grpSpPr>
          <a:xfrm>
            <a:off x="5755581" y="3078709"/>
            <a:ext cx="583960" cy="565345"/>
            <a:chOff x="4815575" y="1416800"/>
            <a:chExt cx="73750" cy="71400"/>
          </a:xfrm>
        </p:grpSpPr>
        <p:sp>
          <p:nvSpPr>
            <p:cNvPr id="3063" name="Google Shape;3063;p6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6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6" name="Google Shape;3066;p67"/>
          <p:cNvGrpSpPr/>
          <p:nvPr/>
        </p:nvGrpSpPr>
        <p:grpSpPr>
          <a:xfrm>
            <a:off x="6390362" y="3108896"/>
            <a:ext cx="589898" cy="504970"/>
            <a:chOff x="4902475" y="1418875"/>
            <a:chExt cx="74500" cy="63775"/>
          </a:xfrm>
        </p:grpSpPr>
        <p:sp>
          <p:nvSpPr>
            <p:cNvPr id="3067" name="Google Shape;3067;p6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67"/>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9" name="Google Shape;3069;p67"/>
          <p:cNvGrpSpPr/>
          <p:nvPr/>
        </p:nvGrpSpPr>
        <p:grpSpPr>
          <a:xfrm>
            <a:off x="5765577" y="3826000"/>
            <a:ext cx="563967" cy="567127"/>
            <a:chOff x="4818100" y="1507675"/>
            <a:chExt cx="71225" cy="71625"/>
          </a:xfrm>
        </p:grpSpPr>
        <p:sp>
          <p:nvSpPr>
            <p:cNvPr id="3070" name="Google Shape;3070;p6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6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6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4" name="Google Shape;3074;p67"/>
          <p:cNvGrpSpPr/>
          <p:nvPr/>
        </p:nvGrpSpPr>
        <p:grpSpPr>
          <a:xfrm>
            <a:off x="5079075" y="3829461"/>
            <a:ext cx="628301" cy="588505"/>
            <a:chOff x="4721450" y="1509475"/>
            <a:chExt cx="79350" cy="74325"/>
          </a:xfrm>
        </p:grpSpPr>
        <p:sp>
          <p:nvSpPr>
            <p:cNvPr id="3075" name="Google Shape;3075;p6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6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9" name="Google Shape;3079;p67"/>
          <p:cNvGrpSpPr/>
          <p:nvPr/>
        </p:nvGrpSpPr>
        <p:grpSpPr>
          <a:xfrm>
            <a:off x="6424608" y="3814027"/>
            <a:ext cx="557038" cy="562772"/>
            <a:chOff x="4906800" y="1507500"/>
            <a:chExt cx="70350" cy="71075"/>
          </a:xfrm>
        </p:grpSpPr>
        <p:sp>
          <p:nvSpPr>
            <p:cNvPr id="3080" name="Google Shape;3080;p6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6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6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6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6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5" name="Google Shape;3085;p67"/>
          <p:cNvGrpSpPr/>
          <p:nvPr/>
        </p:nvGrpSpPr>
        <p:grpSpPr>
          <a:xfrm>
            <a:off x="4462216" y="2340963"/>
            <a:ext cx="517934" cy="517934"/>
            <a:chOff x="3736598" y="2170606"/>
            <a:chExt cx="404889" cy="404889"/>
          </a:xfrm>
        </p:grpSpPr>
        <p:sp>
          <p:nvSpPr>
            <p:cNvPr id="3086" name="Google Shape;3086;p6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6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6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6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0" name="Google Shape;3090;p67"/>
          <p:cNvGrpSpPr/>
          <p:nvPr/>
        </p:nvGrpSpPr>
        <p:grpSpPr>
          <a:xfrm>
            <a:off x="3729277" y="2341061"/>
            <a:ext cx="586986" cy="517740"/>
            <a:chOff x="3161917" y="2170682"/>
            <a:chExt cx="458870" cy="404737"/>
          </a:xfrm>
        </p:grpSpPr>
        <p:sp>
          <p:nvSpPr>
            <p:cNvPr id="3091" name="Google Shape;3091;p6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6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6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4" name="Google Shape;3094;p67"/>
          <p:cNvGrpSpPr/>
          <p:nvPr/>
        </p:nvGrpSpPr>
        <p:grpSpPr>
          <a:xfrm>
            <a:off x="3752299" y="3102400"/>
            <a:ext cx="540943" cy="517963"/>
            <a:chOff x="3179914" y="2889488"/>
            <a:chExt cx="422876" cy="404911"/>
          </a:xfrm>
        </p:grpSpPr>
        <p:sp>
          <p:nvSpPr>
            <p:cNvPr id="3095" name="Google Shape;3095;p6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6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6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6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6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6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1" name="Google Shape;3101;p67"/>
          <p:cNvGrpSpPr/>
          <p:nvPr/>
        </p:nvGrpSpPr>
        <p:grpSpPr>
          <a:xfrm>
            <a:off x="4453093" y="3102358"/>
            <a:ext cx="536180" cy="518047"/>
            <a:chOff x="3729467" y="2889422"/>
            <a:chExt cx="419153" cy="404977"/>
          </a:xfrm>
        </p:grpSpPr>
        <p:sp>
          <p:nvSpPr>
            <p:cNvPr id="3102" name="Google Shape;3102;p6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6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6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6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6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6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6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9" name="Google Shape;3109;p67"/>
          <p:cNvGrpSpPr/>
          <p:nvPr/>
        </p:nvGrpSpPr>
        <p:grpSpPr>
          <a:xfrm>
            <a:off x="1990126" y="3445787"/>
            <a:ext cx="965351" cy="134611"/>
            <a:chOff x="4411970" y="2962952"/>
            <a:chExt cx="706544" cy="104212"/>
          </a:xfrm>
        </p:grpSpPr>
        <p:sp>
          <p:nvSpPr>
            <p:cNvPr id="3110" name="Google Shape;3110;p6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6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6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6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4" name="Google Shape;3114;p67"/>
          <p:cNvGrpSpPr/>
          <p:nvPr/>
        </p:nvGrpSpPr>
        <p:grpSpPr>
          <a:xfrm>
            <a:off x="1990126" y="3041077"/>
            <a:ext cx="960158" cy="289172"/>
            <a:chOff x="4411970" y="2726085"/>
            <a:chExt cx="643107" cy="193659"/>
          </a:xfrm>
        </p:grpSpPr>
        <p:sp>
          <p:nvSpPr>
            <p:cNvPr id="3115" name="Google Shape;3115;p6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6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6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8" name="Google Shape;3118;p67"/>
          <p:cNvGrpSpPr/>
          <p:nvPr/>
        </p:nvGrpSpPr>
        <p:grpSpPr>
          <a:xfrm>
            <a:off x="998624" y="3295400"/>
            <a:ext cx="811503" cy="252584"/>
            <a:chOff x="4411970" y="4340222"/>
            <a:chExt cx="779467" cy="242683"/>
          </a:xfrm>
        </p:grpSpPr>
        <p:sp>
          <p:nvSpPr>
            <p:cNvPr id="3119" name="Google Shape;3119;p6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6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6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2" name="Google Shape;3122;p67"/>
          <p:cNvGrpSpPr/>
          <p:nvPr/>
        </p:nvGrpSpPr>
        <p:grpSpPr>
          <a:xfrm>
            <a:off x="1990126" y="2709308"/>
            <a:ext cx="965160" cy="216230"/>
            <a:chOff x="4411970" y="2468674"/>
            <a:chExt cx="747317" cy="167425"/>
          </a:xfrm>
        </p:grpSpPr>
        <p:sp>
          <p:nvSpPr>
            <p:cNvPr id="3123" name="Google Shape;3123;p6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6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25" name="Google Shape;3125;p67"/>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26" name="Google Shape;3126;p67"/>
          <p:cNvGrpSpPr/>
          <p:nvPr/>
        </p:nvGrpSpPr>
        <p:grpSpPr>
          <a:xfrm>
            <a:off x="997692" y="2334687"/>
            <a:ext cx="1959041" cy="208784"/>
            <a:chOff x="6336019" y="3733725"/>
            <a:chExt cx="2566206" cy="351310"/>
          </a:xfrm>
        </p:grpSpPr>
        <p:sp>
          <p:nvSpPr>
            <p:cNvPr id="3127" name="Google Shape;3127;p67"/>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67"/>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67"/>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67"/>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1" name="Google Shape;3131;p67"/>
          <p:cNvGrpSpPr/>
          <p:nvPr/>
        </p:nvGrpSpPr>
        <p:grpSpPr>
          <a:xfrm>
            <a:off x="1990126" y="3950602"/>
            <a:ext cx="946551" cy="153200"/>
            <a:chOff x="4404545" y="3301592"/>
            <a:chExt cx="782403" cy="129272"/>
          </a:xfrm>
        </p:grpSpPr>
        <p:sp>
          <p:nvSpPr>
            <p:cNvPr id="3132" name="Google Shape;3132;p6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67"/>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4" name="Google Shape;3134;p67"/>
          <p:cNvGrpSpPr/>
          <p:nvPr/>
        </p:nvGrpSpPr>
        <p:grpSpPr>
          <a:xfrm>
            <a:off x="1990126" y="3695937"/>
            <a:ext cx="962257" cy="139127"/>
            <a:chOff x="4411970" y="3131459"/>
            <a:chExt cx="710520" cy="117397"/>
          </a:xfrm>
        </p:grpSpPr>
        <p:sp>
          <p:nvSpPr>
            <p:cNvPr id="3135" name="Google Shape;3135;p6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6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37" name="Google Shape;3137;p67"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38" name="Google Shape;3138;p67"/>
          <p:cNvGrpSpPr/>
          <p:nvPr/>
        </p:nvGrpSpPr>
        <p:grpSpPr>
          <a:xfrm>
            <a:off x="990271" y="3621603"/>
            <a:ext cx="823838" cy="458988"/>
            <a:chOff x="4411970" y="1801825"/>
            <a:chExt cx="734586" cy="409262"/>
          </a:xfrm>
        </p:grpSpPr>
        <p:sp>
          <p:nvSpPr>
            <p:cNvPr id="3139" name="Google Shape;3139;p6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6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1" name="Google Shape;3141;p67"/>
          <p:cNvGrpSpPr/>
          <p:nvPr/>
        </p:nvGrpSpPr>
        <p:grpSpPr>
          <a:xfrm>
            <a:off x="3095243" y="2339173"/>
            <a:ext cx="521514" cy="521514"/>
            <a:chOff x="5681300" y="2527788"/>
            <a:chExt cx="805800" cy="805800"/>
          </a:xfrm>
        </p:grpSpPr>
        <p:sp>
          <p:nvSpPr>
            <p:cNvPr id="3142" name="Google Shape;3142;p67"/>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6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4" name="Google Shape;3144;p67"/>
          <p:cNvGrpSpPr/>
          <p:nvPr/>
        </p:nvGrpSpPr>
        <p:grpSpPr>
          <a:xfrm>
            <a:off x="3089483" y="3094865"/>
            <a:ext cx="533033" cy="533033"/>
            <a:chOff x="4049800" y="640400"/>
            <a:chExt cx="858900" cy="858900"/>
          </a:xfrm>
        </p:grpSpPr>
        <p:sp>
          <p:nvSpPr>
            <p:cNvPr id="3145" name="Google Shape;3145;p67"/>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67"/>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7" name="Google Shape;3147;p67"/>
          <p:cNvGrpSpPr/>
          <p:nvPr/>
        </p:nvGrpSpPr>
        <p:grpSpPr>
          <a:xfrm>
            <a:off x="3014966" y="3772543"/>
            <a:ext cx="682068" cy="682068"/>
            <a:chOff x="5080188" y="927900"/>
            <a:chExt cx="961200" cy="961200"/>
          </a:xfrm>
        </p:grpSpPr>
        <p:sp>
          <p:nvSpPr>
            <p:cNvPr id="3148" name="Google Shape;3148;p67"/>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67"/>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67"/>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67"/>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6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6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6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6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6" name="Google Shape;3156;p67"/>
          <p:cNvGrpSpPr/>
          <p:nvPr/>
        </p:nvGrpSpPr>
        <p:grpSpPr>
          <a:xfrm>
            <a:off x="4478465" y="3869234"/>
            <a:ext cx="505650" cy="504006"/>
            <a:chOff x="6039282" y="1042577"/>
            <a:chExt cx="734315" cy="731929"/>
          </a:xfrm>
        </p:grpSpPr>
        <p:sp>
          <p:nvSpPr>
            <p:cNvPr id="3157" name="Google Shape;3157;p6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6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6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6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6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6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6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6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6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6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6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6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6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6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6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6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6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6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6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6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6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8" name="Google Shape;3178;p67"/>
          <p:cNvGrpSpPr/>
          <p:nvPr/>
        </p:nvGrpSpPr>
        <p:grpSpPr>
          <a:xfrm>
            <a:off x="5091067" y="2298862"/>
            <a:ext cx="567744" cy="602136"/>
            <a:chOff x="1825800" y="1651625"/>
            <a:chExt cx="539989" cy="571775"/>
          </a:xfrm>
        </p:grpSpPr>
        <p:sp>
          <p:nvSpPr>
            <p:cNvPr id="3179" name="Google Shape;3179;p67"/>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67"/>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67"/>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6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67"/>
          <p:cNvGrpSpPr/>
          <p:nvPr/>
        </p:nvGrpSpPr>
        <p:grpSpPr>
          <a:xfrm>
            <a:off x="3765995" y="3855579"/>
            <a:ext cx="508123" cy="507955"/>
            <a:chOff x="1897577" y="2802432"/>
            <a:chExt cx="492176" cy="492014"/>
          </a:xfrm>
        </p:grpSpPr>
        <p:sp>
          <p:nvSpPr>
            <p:cNvPr id="3184" name="Google Shape;3184;p67"/>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67"/>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67"/>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67"/>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67"/>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67"/>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67"/>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67"/>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67"/>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67"/>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6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67"/>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67"/>
          <p:cNvGrpSpPr/>
          <p:nvPr/>
        </p:nvGrpSpPr>
        <p:grpSpPr>
          <a:xfrm>
            <a:off x="997525" y="4169123"/>
            <a:ext cx="809227" cy="200842"/>
            <a:chOff x="2013045" y="4813233"/>
            <a:chExt cx="921986" cy="228854"/>
          </a:xfrm>
        </p:grpSpPr>
        <p:sp>
          <p:nvSpPr>
            <p:cNvPr id="3197" name="Google Shape;3197;p67"/>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67"/>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9" name="Google Shape;3199;p67"/>
          <p:cNvGrpSpPr/>
          <p:nvPr/>
        </p:nvGrpSpPr>
        <p:grpSpPr>
          <a:xfrm>
            <a:off x="1005985" y="2656004"/>
            <a:ext cx="792421" cy="269941"/>
            <a:chOff x="1046767" y="4756633"/>
            <a:chExt cx="859646" cy="292841"/>
          </a:xfrm>
        </p:grpSpPr>
        <p:sp>
          <p:nvSpPr>
            <p:cNvPr id="3200" name="Google Shape;3200;p67"/>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67"/>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67"/>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03" name="Google Shape;3203;p6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6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6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6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07" name="Google Shape;3207;p67"/>
          <p:cNvGrpSpPr/>
          <p:nvPr/>
        </p:nvGrpSpPr>
        <p:grpSpPr>
          <a:xfrm>
            <a:off x="7141841" y="2550562"/>
            <a:ext cx="166473" cy="141497"/>
            <a:chOff x="4660325" y="1866850"/>
            <a:chExt cx="68350" cy="58100"/>
          </a:xfrm>
        </p:grpSpPr>
        <p:sp>
          <p:nvSpPr>
            <p:cNvPr id="3208" name="Google Shape;3208;p6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6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0" name="Google Shape;3210;p67"/>
          <p:cNvGrpSpPr/>
          <p:nvPr/>
        </p:nvGrpSpPr>
        <p:grpSpPr>
          <a:xfrm>
            <a:off x="7451186" y="2576286"/>
            <a:ext cx="162515" cy="90049"/>
            <a:chOff x="4791775" y="1877500"/>
            <a:chExt cx="66725" cy="36975"/>
          </a:xfrm>
        </p:grpSpPr>
        <p:sp>
          <p:nvSpPr>
            <p:cNvPr id="3211" name="Google Shape;3211;p6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6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3" name="Google Shape;3213;p67"/>
          <p:cNvGrpSpPr/>
          <p:nvPr/>
        </p:nvGrpSpPr>
        <p:grpSpPr>
          <a:xfrm>
            <a:off x="7772899" y="2576286"/>
            <a:ext cx="144979" cy="90049"/>
            <a:chOff x="4923925" y="1877500"/>
            <a:chExt cx="59525" cy="36975"/>
          </a:xfrm>
        </p:grpSpPr>
        <p:sp>
          <p:nvSpPr>
            <p:cNvPr id="3214" name="Google Shape;3214;p6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6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6" name="Google Shape;3216;p67"/>
          <p:cNvGrpSpPr/>
          <p:nvPr/>
        </p:nvGrpSpPr>
        <p:grpSpPr>
          <a:xfrm>
            <a:off x="8067390" y="2558477"/>
            <a:ext cx="141447" cy="125667"/>
            <a:chOff x="5058450" y="1870100"/>
            <a:chExt cx="58075" cy="51600"/>
          </a:xfrm>
        </p:grpSpPr>
        <p:sp>
          <p:nvSpPr>
            <p:cNvPr id="3217" name="Google Shape;3217;p6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6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9" name="Google Shape;3219;p67"/>
          <p:cNvGrpSpPr/>
          <p:nvPr/>
        </p:nvGrpSpPr>
        <p:grpSpPr>
          <a:xfrm>
            <a:off x="7481905" y="2980885"/>
            <a:ext cx="101077" cy="107645"/>
            <a:chOff x="4811425" y="2065025"/>
            <a:chExt cx="41500" cy="44200"/>
          </a:xfrm>
        </p:grpSpPr>
        <p:sp>
          <p:nvSpPr>
            <p:cNvPr id="3220" name="Google Shape;3220;p6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6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2" name="Google Shape;3222;p67"/>
          <p:cNvGrpSpPr/>
          <p:nvPr/>
        </p:nvGrpSpPr>
        <p:grpSpPr>
          <a:xfrm>
            <a:off x="7774342" y="2981098"/>
            <a:ext cx="120867" cy="107218"/>
            <a:chOff x="4929875" y="2065025"/>
            <a:chExt cx="49625" cy="44025"/>
          </a:xfrm>
        </p:grpSpPr>
        <p:sp>
          <p:nvSpPr>
            <p:cNvPr id="3223" name="Google Shape;3223;p6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6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5" name="Google Shape;3225;p67"/>
          <p:cNvGrpSpPr/>
          <p:nvPr/>
        </p:nvGrpSpPr>
        <p:grpSpPr>
          <a:xfrm>
            <a:off x="8103011" y="2984112"/>
            <a:ext cx="70206" cy="101191"/>
            <a:chOff x="5083925" y="2066350"/>
            <a:chExt cx="28825" cy="41550"/>
          </a:xfrm>
        </p:grpSpPr>
        <p:sp>
          <p:nvSpPr>
            <p:cNvPr id="3226" name="Google Shape;3226;p6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6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8" name="Google Shape;3228;p67"/>
          <p:cNvGrpSpPr/>
          <p:nvPr/>
        </p:nvGrpSpPr>
        <p:grpSpPr>
          <a:xfrm>
            <a:off x="7134565" y="2999759"/>
            <a:ext cx="181026" cy="69896"/>
            <a:chOff x="4659775" y="2072775"/>
            <a:chExt cx="74325" cy="28700"/>
          </a:xfrm>
        </p:grpSpPr>
        <p:sp>
          <p:nvSpPr>
            <p:cNvPr id="3229" name="Google Shape;3229;p6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6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6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2" name="Google Shape;3232;p67"/>
          <p:cNvGrpSpPr/>
          <p:nvPr/>
        </p:nvGrpSpPr>
        <p:grpSpPr>
          <a:xfrm>
            <a:off x="8054421" y="2790324"/>
            <a:ext cx="167387" cy="89197"/>
            <a:chOff x="4662475" y="1976500"/>
            <a:chExt cx="68725" cy="36625"/>
          </a:xfrm>
        </p:grpSpPr>
        <p:sp>
          <p:nvSpPr>
            <p:cNvPr id="3233" name="Google Shape;3233;p6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6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6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6" name="Google Shape;3236;p67"/>
          <p:cNvGrpSpPr/>
          <p:nvPr/>
        </p:nvGrpSpPr>
        <p:grpSpPr>
          <a:xfrm>
            <a:off x="7751326" y="2793764"/>
            <a:ext cx="166899" cy="82317"/>
            <a:chOff x="4920150" y="1977875"/>
            <a:chExt cx="68525" cy="33800"/>
          </a:xfrm>
        </p:grpSpPr>
        <p:sp>
          <p:nvSpPr>
            <p:cNvPr id="3237" name="Google Shape;3237;p6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6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6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0" name="Google Shape;3240;p67"/>
          <p:cNvGrpSpPr/>
          <p:nvPr/>
        </p:nvGrpSpPr>
        <p:grpSpPr>
          <a:xfrm>
            <a:off x="7162483" y="3197682"/>
            <a:ext cx="125190" cy="127859"/>
            <a:chOff x="4676550" y="2160575"/>
            <a:chExt cx="51400" cy="52500"/>
          </a:xfrm>
        </p:grpSpPr>
        <p:sp>
          <p:nvSpPr>
            <p:cNvPr id="3241" name="Google Shape;3241;p6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6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6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4" name="Google Shape;3244;p67"/>
          <p:cNvGrpSpPr/>
          <p:nvPr/>
        </p:nvGrpSpPr>
        <p:grpSpPr>
          <a:xfrm>
            <a:off x="7459741" y="3204714"/>
            <a:ext cx="145405" cy="113794"/>
            <a:chOff x="4768325" y="2163475"/>
            <a:chExt cx="59700" cy="46725"/>
          </a:xfrm>
        </p:grpSpPr>
        <p:sp>
          <p:nvSpPr>
            <p:cNvPr id="3245" name="Google Shape;3245;p6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6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47" name="Google Shape;3247;p6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6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6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6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6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6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53" name="Google Shape;3253;p67"/>
          <p:cNvGrpSpPr/>
          <p:nvPr/>
        </p:nvGrpSpPr>
        <p:grpSpPr>
          <a:xfrm>
            <a:off x="7476059" y="3459808"/>
            <a:ext cx="112768" cy="106853"/>
            <a:chOff x="4768575" y="2253950"/>
            <a:chExt cx="46300" cy="43875"/>
          </a:xfrm>
        </p:grpSpPr>
        <p:sp>
          <p:nvSpPr>
            <p:cNvPr id="3254" name="Google Shape;3254;p6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6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6" name="Google Shape;3256;p67"/>
          <p:cNvGrpSpPr/>
          <p:nvPr/>
        </p:nvGrpSpPr>
        <p:grpSpPr>
          <a:xfrm>
            <a:off x="7775682" y="3948834"/>
            <a:ext cx="118187" cy="146246"/>
            <a:chOff x="4960900" y="2433225"/>
            <a:chExt cx="48525" cy="60050"/>
          </a:xfrm>
        </p:grpSpPr>
        <p:sp>
          <p:nvSpPr>
            <p:cNvPr id="3257" name="Google Shape;3257;p6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6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9" name="Google Shape;3259;p67"/>
          <p:cNvGrpSpPr/>
          <p:nvPr/>
        </p:nvGrpSpPr>
        <p:grpSpPr>
          <a:xfrm>
            <a:off x="7464247" y="4212895"/>
            <a:ext cx="136394" cy="143810"/>
            <a:chOff x="4854075" y="2527625"/>
            <a:chExt cx="56000" cy="59050"/>
          </a:xfrm>
        </p:grpSpPr>
        <p:sp>
          <p:nvSpPr>
            <p:cNvPr id="3260" name="Google Shape;3260;p6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6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62" name="Google Shape;3262;p6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6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6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65" name="Google Shape;3265;p67"/>
          <p:cNvGrpSpPr/>
          <p:nvPr/>
        </p:nvGrpSpPr>
        <p:grpSpPr>
          <a:xfrm>
            <a:off x="8088458" y="3676639"/>
            <a:ext cx="99312" cy="160797"/>
            <a:chOff x="5059700" y="2334775"/>
            <a:chExt cx="40775" cy="66025"/>
          </a:xfrm>
        </p:grpSpPr>
        <p:sp>
          <p:nvSpPr>
            <p:cNvPr id="3266" name="Google Shape;3266;p6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6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6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6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6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6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6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6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6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5" name="Google Shape;3275;p67"/>
          <p:cNvGrpSpPr/>
          <p:nvPr/>
        </p:nvGrpSpPr>
        <p:grpSpPr>
          <a:xfrm>
            <a:off x="8045622" y="3941771"/>
            <a:ext cx="184984" cy="160371"/>
            <a:chOff x="5037700" y="2430325"/>
            <a:chExt cx="75950" cy="65850"/>
          </a:xfrm>
        </p:grpSpPr>
        <p:sp>
          <p:nvSpPr>
            <p:cNvPr id="3276" name="Google Shape;3276;p6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6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8" name="Google Shape;3278;p67"/>
          <p:cNvGrpSpPr/>
          <p:nvPr/>
        </p:nvGrpSpPr>
        <p:grpSpPr>
          <a:xfrm>
            <a:off x="7465128" y="3708223"/>
            <a:ext cx="173014" cy="97629"/>
            <a:chOff x="4756975" y="2341800"/>
            <a:chExt cx="91975" cy="51925"/>
          </a:xfrm>
        </p:grpSpPr>
        <p:sp>
          <p:nvSpPr>
            <p:cNvPr id="3279" name="Google Shape;3279;p6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6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6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6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6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6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6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6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6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6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6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6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6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6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6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6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6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6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6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6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9" name="Google Shape;3299;p67"/>
          <p:cNvGrpSpPr/>
          <p:nvPr/>
        </p:nvGrpSpPr>
        <p:grpSpPr>
          <a:xfrm>
            <a:off x="7732065" y="4196920"/>
            <a:ext cx="212497" cy="175761"/>
            <a:chOff x="4943575" y="2516350"/>
            <a:chExt cx="98675" cy="81700"/>
          </a:xfrm>
        </p:grpSpPr>
        <p:sp>
          <p:nvSpPr>
            <p:cNvPr id="3300" name="Google Shape;3300;p6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6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6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6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6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6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6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6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6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6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6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6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6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6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6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6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6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6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6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6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6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6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6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6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6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6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6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6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6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6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6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6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6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6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6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6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6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6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6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6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6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6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6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6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6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6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6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6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6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6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6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6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6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6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6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6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6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6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6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6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6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6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6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6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6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6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6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6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6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6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6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6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6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6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6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6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6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6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78" name="Google Shape;3378;p6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6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67"/>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67"/>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67"/>
          <p:cNvSpPr txBox="1">
            <a:spLocks noGrp="1"/>
          </p:cNvSpPr>
          <p:nvPr>
            <p:ph type="title" idx="4294967295"/>
          </p:nvPr>
        </p:nvSpPr>
        <p:spPr>
          <a:xfrm>
            <a:off x="1068100" y="937076"/>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3386"/>
        <p:cNvGrpSpPr/>
        <p:nvPr/>
      </p:nvGrpSpPr>
      <p:grpSpPr>
        <a:xfrm>
          <a:off x="0" y="0"/>
          <a:ext cx="0" cy="0"/>
          <a:chOff x="0" y="0"/>
          <a:chExt cx="0" cy="0"/>
        </a:xfrm>
      </p:grpSpPr>
      <p:grpSp>
        <p:nvGrpSpPr>
          <p:cNvPr id="3387" name="Google Shape;3387;p68"/>
          <p:cNvGrpSpPr/>
          <p:nvPr/>
        </p:nvGrpSpPr>
        <p:grpSpPr>
          <a:xfrm>
            <a:off x="745571" y="1168666"/>
            <a:ext cx="2492868" cy="1379876"/>
            <a:chOff x="2654821" y="2311071"/>
            <a:chExt cx="2279715" cy="1262120"/>
          </a:xfrm>
        </p:grpSpPr>
        <p:grpSp>
          <p:nvGrpSpPr>
            <p:cNvPr id="3388" name="Google Shape;3388;p68"/>
            <p:cNvGrpSpPr/>
            <p:nvPr/>
          </p:nvGrpSpPr>
          <p:grpSpPr>
            <a:xfrm>
              <a:off x="4034269" y="2840745"/>
              <a:ext cx="40212" cy="36437"/>
              <a:chOff x="4293400" y="2574725"/>
              <a:chExt cx="84425" cy="80100"/>
            </a:xfrm>
          </p:grpSpPr>
          <p:sp>
            <p:nvSpPr>
              <p:cNvPr id="3389" name="Google Shape;3389;p6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pl-PL"/>
              </a:p>
            </p:txBody>
          </p:sp>
          <p:sp>
            <p:nvSpPr>
              <p:cNvPr id="3390" name="Google Shape;3390;p6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1" name="Google Shape;3391;p68"/>
            <p:cNvGrpSpPr/>
            <p:nvPr/>
          </p:nvGrpSpPr>
          <p:grpSpPr>
            <a:xfrm>
              <a:off x="3894606" y="2334874"/>
              <a:ext cx="913198" cy="518984"/>
              <a:chOff x="4000175" y="1462675"/>
              <a:chExt cx="1917275" cy="1140875"/>
            </a:xfrm>
          </p:grpSpPr>
          <p:sp>
            <p:nvSpPr>
              <p:cNvPr id="3392" name="Google Shape;3392;p6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pl-PL"/>
              </a:p>
            </p:txBody>
          </p:sp>
          <p:grpSp>
            <p:nvGrpSpPr>
              <p:cNvPr id="3393" name="Google Shape;3393;p68"/>
              <p:cNvGrpSpPr/>
              <p:nvPr/>
            </p:nvGrpSpPr>
            <p:grpSpPr>
              <a:xfrm>
                <a:off x="4000175" y="1462675"/>
                <a:ext cx="1917275" cy="1140875"/>
                <a:chOff x="4000175" y="1462675"/>
                <a:chExt cx="1917275" cy="1140875"/>
              </a:xfrm>
            </p:grpSpPr>
            <p:sp>
              <p:nvSpPr>
                <p:cNvPr id="3394" name="Google Shape;3394;p6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pl-PL"/>
                </a:p>
              </p:txBody>
            </p:sp>
            <p:sp>
              <p:nvSpPr>
                <p:cNvPr id="3395" name="Google Shape;3395;p6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6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6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6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399" name="Google Shape;3399;p6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00" name="Google Shape;3400;p68"/>
            <p:cNvGrpSpPr/>
            <p:nvPr/>
          </p:nvGrpSpPr>
          <p:grpSpPr>
            <a:xfrm>
              <a:off x="3875768" y="2846704"/>
              <a:ext cx="44796" cy="47366"/>
              <a:chOff x="3960625" y="2587825"/>
              <a:chExt cx="94050" cy="104125"/>
            </a:xfrm>
          </p:grpSpPr>
          <p:sp>
            <p:nvSpPr>
              <p:cNvPr id="3401" name="Google Shape;3401;p6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pl-PL"/>
              </a:p>
            </p:txBody>
          </p:sp>
          <p:sp>
            <p:nvSpPr>
              <p:cNvPr id="3402" name="Google Shape;3402;p6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3" name="Google Shape;3403;p68"/>
            <p:cNvGrpSpPr/>
            <p:nvPr/>
          </p:nvGrpSpPr>
          <p:grpSpPr>
            <a:xfrm>
              <a:off x="3782759" y="2807162"/>
              <a:ext cx="82686" cy="85487"/>
              <a:chOff x="3765350" y="2500900"/>
              <a:chExt cx="173600" cy="187925"/>
            </a:xfrm>
          </p:grpSpPr>
          <p:sp>
            <p:nvSpPr>
              <p:cNvPr id="3404" name="Google Shape;3404;p6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pl-PL"/>
              </a:p>
            </p:txBody>
          </p:sp>
          <p:sp>
            <p:nvSpPr>
              <p:cNvPr id="3405" name="Google Shape;3405;p6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6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6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6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6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0" name="Google Shape;3410;p68"/>
            <p:cNvGrpSpPr/>
            <p:nvPr/>
          </p:nvGrpSpPr>
          <p:grpSpPr>
            <a:xfrm>
              <a:off x="3775674" y="2798496"/>
              <a:ext cx="40545" cy="23564"/>
              <a:chOff x="3750475" y="2481850"/>
              <a:chExt cx="85125" cy="51800"/>
            </a:xfrm>
          </p:grpSpPr>
          <p:sp>
            <p:nvSpPr>
              <p:cNvPr id="3411" name="Google Shape;3411;p6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6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pl-PL"/>
              </a:p>
            </p:txBody>
          </p:sp>
        </p:grpSp>
        <p:grpSp>
          <p:nvGrpSpPr>
            <p:cNvPr id="3413" name="Google Shape;3413;p68"/>
            <p:cNvGrpSpPr/>
            <p:nvPr/>
          </p:nvGrpSpPr>
          <p:grpSpPr>
            <a:xfrm>
              <a:off x="3716946" y="2776024"/>
              <a:ext cx="81971" cy="76912"/>
              <a:chOff x="3627175" y="2432450"/>
              <a:chExt cx="172100" cy="169075"/>
            </a:xfrm>
          </p:grpSpPr>
          <p:sp>
            <p:nvSpPr>
              <p:cNvPr id="3414" name="Google Shape;3414;p6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6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pl-PL"/>
              </a:p>
            </p:txBody>
          </p:sp>
          <p:sp>
            <p:nvSpPr>
              <p:cNvPr id="3416" name="Google Shape;3416;p6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pl-PL"/>
              </a:p>
            </p:txBody>
          </p:sp>
        </p:grpSp>
        <p:grpSp>
          <p:nvGrpSpPr>
            <p:cNvPr id="3417" name="Google Shape;3417;p68"/>
            <p:cNvGrpSpPr/>
            <p:nvPr/>
          </p:nvGrpSpPr>
          <p:grpSpPr>
            <a:xfrm>
              <a:off x="3685682" y="2845624"/>
              <a:ext cx="29311" cy="45055"/>
              <a:chOff x="3561536" y="2585450"/>
              <a:chExt cx="61539" cy="99045"/>
            </a:xfrm>
          </p:grpSpPr>
          <p:sp>
            <p:nvSpPr>
              <p:cNvPr id="3418" name="Google Shape;3418;p6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6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pl-PL"/>
              </a:p>
            </p:txBody>
          </p:sp>
        </p:grpSp>
        <p:grpSp>
          <p:nvGrpSpPr>
            <p:cNvPr id="3420" name="Google Shape;3420;p68"/>
            <p:cNvGrpSpPr/>
            <p:nvPr/>
          </p:nvGrpSpPr>
          <p:grpSpPr>
            <a:xfrm>
              <a:off x="3849905" y="2572252"/>
              <a:ext cx="74339" cy="119559"/>
              <a:chOff x="3906325" y="1984500"/>
              <a:chExt cx="156075" cy="262825"/>
            </a:xfrm>
          </p:grpSpPr>
          <p:sp>
            <p:nvSpPr>
              <p:cNvPr id="3421" name="Google Shape;3421;p6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pl-PL"/>
              </a:p>
            </p:txBody>
          </p:sp>
          <p:sp>
            <p:nvSpPr>
              <p:cNvPr id="3422" name="Google Shape;3422;p6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3" name="Google Shape;3423;p68"/>
            <p:cNvGrpSpPr/>
            <p:nvPr/>
          </p:nvGrpSpPr>
          <p:grpSpPr>
            <a:xfrm>
              <a:off x="2654821" y="2414345"/>
              <a:ext cx="667570" cy="558731"/>
              <a:chOff x="1397225" y="1637375"/>
              <a:chExt cx="1401575" cy="1228250"/>
            </a:xfrm>
          </p:grpSpPr>
          <p:sp>
            <p:nvSpPr>
              <p:cNvPr id="3424" name="Google Shape;3424;p6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pl-PL"/>
              </a:p>
            </p:txBody>
          </p:sp>
          <p:grpSp>
            <p:nvGrpSpPr>
              <p:cNvPr id="3425" name="Google Shape;3425;p68"/>
              <p:cNvGrpSpPr/>
              <p:nvPr/>
            </p:nvGrpSpPr>
            <p:grpSpPr>
              <a:xfrm>
                <a:off x="1397225" y="1637375"/>
                <a:ext cx="1398775" cy="1228250"/>
                <a:chOff x="1397225" y="1637375"/>
                <a:chExt cx="1398775" cy="1228250"/>
              </a:xfrm>
            </p:grpSpPr>
            <p:sp>
              <p:nvSpPr>
                <p:cNvPr id="3426" name="Google Shape;3426;p6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6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28" name="Google Shape;3428;p68"/>
            <p:cNvGrpSpPr/>
            <p:nvPr/>
          </p:nvGrpSpPr>
          <p:grpSpPr>
            <a:xfrm>
              <a:off x="3230417" y="3103734"/>
              <a:ext cx="282982" cy="280332"/>
              <a:chOff x="2605700" y="3152850"/>
              <a:chExt cx="594125" cy="616250"/>
            </a:xfrm>
          </p:grpSpPr>
          <p:sp>
            <p:nvSpPr>
              <p:cNvPr id="3429" name="Google Shape;3429;p6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pl-PL"/>
              </a:p>
            </p:txBody>
          </p:sp>
          <p:sp>
            <p:nvSpPr>
              <p:cNvPr id="3430" name="Google Shape;3430;p6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3431" name="Google Shape;3431;p68"/>
            <p:cNvGrpSpPr/>
            <p:nvPr/>
          </p:nvGrpSpPr>
          <p:grpSpPr>
            <a:xfrm>
              <a:off x="3265985" y="3226989"/>
              <a:ext cx="87151" cy="346202"/>
              <a:chOff x="2680375" y="3423800"/>
              <a:chExt cx="182975" cy="761050"/>
            </a:xfrm>
          </p:grpSpPr>
          <p:sp>
            <p:nvSpPr>
              <p:cNvPr id="3432" name="Google Shape;3432;p6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pl-PL"/>
              </a:p>
            </p:txBody>
          </p:sp>
          <p:sp>
            <p:nvSpPr>
              <p:cNvPr id="3433" name="Google Shape;3433;p6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4" name="Google Shape;3434;p68"/>
            <p:cNvGrpSpPr/>
            <p:nvPr/>
          </p:nvGrpSpPr>
          <p:grpSpPr>
            <a:xfrm>
              <a:off x="3855466" y="3289811"/>
              <a:ext cx="112514" cy="94210"/>
              <a:chOff x="3918000" y="3561900"/>
              <a:chExt cx="236225" cy="207100"/>
            </a:xfrm>
          </p:grpSpPr>
          <p:sp>
            <p:nvSpPr>
              <p:cNvPr id="3435" name="Google Shape;3435;p6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pl-PL"/>
              </a:p>
            </p:txBody>
          </p:sp>
          <p:sp>
            <p:nvSpPr>
              <p:cNvPr id="3436" name="Google Shape;3436;p6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37" name="Google Shape;3437;p6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6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6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3440" name="Google Shape;3440;p68"/>
            <p:cNvGrpSpPr/>
            <p:nvPr/>
          </p:nvGrpSpPr>
          <p:grpSpPr>
            <a:xfrm>
              <a:off x="2905224" y="2311071"/>
              <a:ext cx="596721" cy="528992"/>
              <a:chOff x="1922950" y="1410350"/>
              <a:chExt cx="1252825" cy="1162875"/>
            </a:xfrm>
          </p:grpSpPr>
          <p:sp>
            <p:nvSpPr>
              <p:cNvPr id="3441" name="Google Shape;3441;p6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6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6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6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6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6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6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6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6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6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6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6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6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6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6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6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3457" name="Google Shape;3457;p6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6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6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6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6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6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6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6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6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6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6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6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6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6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6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6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6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6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6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6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477" name="Google Shape;3477;p6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478" name="Google Shape;3478;p6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79" name="Google Shape;3479;p68"/>
            <p:cNvGrpSpPr/>
            <p:nvPr/>
          </p:nvGrpSpPr>
          <p:grpSpPr>
            <a:xfrm>
              <a:off x="3280929" y="3294542"/>
              <a:ext cx="109894" cy="272224"/>
              <a:chOff x="2711750" y="3572300"/>
              <a:chExt cx="230725" cy="598425"/>
            </a:xfrm>
          </p:grpSpPr>
          <p:sp>
            <p:nvSpPr>
              <p:cNvPr id="3480" name="Google Shape;3480;p6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6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2" name="Google Shape;3482;p6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83" name="Google Shape;3483;p68"/>
            <p:cNvGrpSpPr/>
            <p:nvPr/>
          </p:nvGrpSpPr>
          <p:grpSpPr>
            <a:xfrm>
              <a:off x="3790439" y="2408636"/>
              <a:ext cx="73017" cy="75684"/>
              <a:chOff x="3781475" y="1624825"/>
              <a:chExt cx="153300" cy="166375"/>
            </a:xfrm>
          </p:grpSpPr>
          <p:sp>
            <p:nvSpPr>
              <p:cNvPr id="3484" name="Google Shape;3484;p6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6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6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6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88" name="Google Shape;3488;p6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6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6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6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6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6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6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95" name="Google Shape;3495;p68"/>
            <p:cNvGrpSpPr/>
            <p:nvPr/>
          </p:nvGrpSpPr>
          <p:grpSpPr>
            <a:xfrm>
              <a:off x="4403342" y="3107749"/>
              <a:ext cx="316680" cy="101374"/>
              <a:chOff x="5068275" y="3161675"/>
              <a:chExt cx="664875" cy="222850"/>
            </a:xfrm>
          </p:grpSpPr>
          <p:sp>
            <p:nvSpPr>
              <p:cNvPr id="3496" name="Google Shape;3496;p6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6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6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6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0" name="Google Shape;3500;p6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6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6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6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6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6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6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6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6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6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6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6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6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6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6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6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6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6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6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6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6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6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6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6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6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6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6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6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6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29" name="Google Shape;3529;p68"/>
            <p:cNvGrpSpPr/>
            <p:nvPr/>
          </p:nvGrpSpPr>
          <p:grpSpPr>
            <a:xfrm>
              <a:off x="3697513" y="2707266"/>
              <a:ext cx="59549" cy="79733"/>
              <a:chOff x="3586375" y="2281300"/>
              <a:chExt cx="125025" cy="175275"/>
            </a:xfrm>
          </p:grpSpPr>
          <p:sp>
            <p:nvSpPr>
              <p:cNvPr id="3530" name="Google Shape;3530;p6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6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2" name="Google Shape;3532;p6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3" name="Google Shape;3533;p68"/>
            <p:cNvGrpSpPr/>
            <p:nvPr/>
          </p:nvGrpSpPr>
          <p:grpSpPr>
            <a:xfrm>
              <a:off x="4513224" y="3221724"/>
              <a:ext cx="274563" cy="280321"/>
              <a:chOff x="5298975" y="3412225"/>
              <a:chExt cx="576450" cy="616225"/>
            </a:xfrm>
          </p:grpSpPr>
          <p:sp>
            <p:nvSpPr>
              <p:cNvPr id="3534" name="Google Shape;3534;p6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535" name="Google Shape;3535;p6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6" name="Google Shape;3536;p68"/>
            <p:cNvGrpSpPr/>
            <p:nvPr/>
          </p:nvGrpSpPr>
          <p:grpSpPr>
            <a:xfrm>
              <a:off x="4824403" y="3421846"/>
              <a:ext cx="110132" cy="130647"/>
              <a:chOff x="5952300" y="3852150"/>
              <a:chExt cx="231225" cy="287200"/>
            </a:xfrm>
          </p:grpSpPr>
          <p:sp>
            <p:nvSpPr>
              <p:cNvPr id="3537" name="Google Shape;3537;p6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6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9" name="Google Shape;3539;p6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6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6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6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6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6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6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6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7" name="Google Shape;3547;p68"/>
            <p:cNvGrpSpPr/>
            <p:nvPr/>
          </p:nvGrpSpPr>
          <p:grpSpPr>
            <a:xfrm>
              <a:off x="4295710" y="3079670"/>
              <a:ext cx="14968" cy="27135"/>
              <a:chOff x="4842300" y="3099950"/>
              <a:chExt cx="31425" cy="59650"/>
            </a:xfrm>
          </p:grpSpPr>
          <p:sp>
            <p:nvSpPr>
              <p:cNvPr id="3548" name="Google Shape;3548;p6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6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6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6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52" name="Google Shape;3552;p6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6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6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6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6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6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6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6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60" name="Google Shape;3560;p68"/>
            <p:cNvGrpSpPr/>
            <p:nvPr/>
          </p:nvGrpSpPr>
          <p:grpSpPr>
            <a:xfrm>
              <a:off x="3831056" y="2816010"/>
              <a:ext cx="37378" cy="27612"/>
              <a:chOff x="3866750" y="2520350"/>
              <a:chExt cx="78475" cy="60700"/>
            </a:xfrm>
          </p:grpSpPr>
          <p:sp>
            <p:nvSpPr>
              <p:cNvPr id="3561" name="Google Shape;3561;p6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6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6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6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65" name="Google Shape;3565;p6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6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6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6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6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6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6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6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6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6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6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6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6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6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6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6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6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582" name="Google Shape;3582;p6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6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6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6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6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6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6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6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6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6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6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6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594" name="Google Shape;3594;p6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6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6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6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6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6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6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6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6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6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6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6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6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7" name="Google Shape;3607;p68"/>
            <p:cNvGrpSpPr/>
            <p:nvPr/>
          </p:nvGrpSpPr>
          <p:grpSpPr>
            <a:xfrm>
              <a:off x="3632736" y="3051591"/>
              <a:ext cx="63288" cy="45217"/>
              <a:chOff x="3450375" y="3038225"/>
              <a:chExt cx="132875" cy="99400"/>
            </a:xfrm>
          </p:grpSpPr>
          <p:sp>
            <p:nvSpPr>
              <p:cNvPr id="3608" name="Google Shape;3608;p6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6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10" name="Google Shape;3610;p6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6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6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6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6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6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6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6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6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619" name="Google Shape;3619;p6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6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6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6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6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6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6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6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6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3629" name="Google Shape;3629;p6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3635" name="Google Shape;3635;p6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5" name="Google Shape;3645;p68"/>
          <p:cNvGrpSpPr/>
          <p:nvPr/>
        </p:nvGrpSpPr>
        <p:grpSpPr>
          <a:xfrm>
            <a:off x="3554131" y="1233340"/>
            <a:ext cx="2078182" cy="1366558"/>
            <a:chOff x="235800" y="830650"/>
            <a:chExt cx="6978450" cy="4588844"/>
          </a:xfrm>
        </p:grpSpPr>
        <p:sp>
          <p:nvSpPr>
            <p:cNvPr id="3646" name="Google Shape;3646;p6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2" name="Google Shape;3652;p68"/>
          <p:cNvGrpSpPr/>
          <p:nvPr/>
        </p:nvGrpSpPr>
        <p:grpSpPr>
          <a:xfrm>
            <a:off x="742628" y="3064442"/>
            <a:ext cx="2622876" cy="1333540"/>
            <a:chOff x="238125" y="1038125"/>
            <a:chExt cx="7146800" cy="3633625"/>
          </a:xfrm>
        </p:grpSpPr>
        <p:sp>
          <p:nvSpPr>
            <p:cNvPr id="3653" name="Google Shape;3653;p6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6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6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6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6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6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6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6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6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6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6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6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6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6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6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6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6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6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6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6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6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6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6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6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6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6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6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6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6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6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6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6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6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6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6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6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6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6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6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6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6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6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6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6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6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6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6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6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6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6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6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6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6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6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6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6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6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6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6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6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6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6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6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6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6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6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6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6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6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6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6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6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6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6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6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6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6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6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6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6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6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6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6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6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6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6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6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6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6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6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6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6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6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6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6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6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6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6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6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6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6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6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6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6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6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6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6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6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6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6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6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6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6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6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6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6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6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6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6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6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6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6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6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6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6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6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6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6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6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6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6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6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6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6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6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6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6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6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6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6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6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6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6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6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6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6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6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6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6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6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6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6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6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6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6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6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6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6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6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6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6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6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6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6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6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6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6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6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6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6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6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6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6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6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6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6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6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6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6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6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6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6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6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6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6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6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6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6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6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6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6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6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6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6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6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6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6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6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6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6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6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6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6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6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6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6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6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6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6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6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6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6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6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6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6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6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6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6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6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6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6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6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6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6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6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6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6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6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6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6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6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6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6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6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6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6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6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6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6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6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6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6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6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6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6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6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6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6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6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6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6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6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6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6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6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6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6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6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6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6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6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6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6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6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6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6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6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6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6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6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6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6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6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6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6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6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6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6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6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6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6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6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6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6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6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6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6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6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6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6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6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5" name="Google Shape;5225;p68"/>
          <p:cNvGrpSpPr/>
          <p:nvPr/>
        </p:nvGrpSpPr>
        <p:grpSpPr>
          <a:xfrm>
            <a:off x="5857556" y="1206552"/>
            <a:ext cx="2590840" cy="1380235"/>
            <a:chOff x="233350" y="949250"/>
            <a:chExt cx="7137300" cy="3802300"/>
          </a:xfrm>
        </p:grpSpPr>
        <p:sp>
          <p:nvSpPr>
            <p:cNvPr id="5226" name="Google Shape;5226;p6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6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6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6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6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6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6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6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6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6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6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6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6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6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6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6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6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6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6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6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6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6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6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6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6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6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6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6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6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6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6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6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6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6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6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6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6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6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6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6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6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6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6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6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6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6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6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6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6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6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6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7" name="Google Shape;5277;p68"/>
          <p:cNvGrpSpPr/>
          <p:nvPr/>
        </p:nvGrpSpPr>
        <p:grpSpPr>
          <a:xfrm>
            <a:off x="7671985" y="3251325"/>
            <a:ext cx="104231" cy="320340"/>
            <a:chOff x="7564426" y="3224343"/>
            <a:chExt cx="119985" cy="368801"/>
          </a:xfrm>
        </p:grpSpPr>
        <p:sp>
          <p:nvSpPr>
            <p:cNvPr id="5278" name="Google Shape;5278;p6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6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0" name="Google Shape;5280;p68"/>
          <p:cNvGrpSpPr/>
          <p:nvPr/>
        </p:nvGrpSpPr>
        <p:grpSpPr>
          <a:xfrm>
            <a:off x="7371473" y="3245427"/>
            <a:ext cx="189489" cy="332132"/>
            <a:chOff x="8370831" y="3202002"/>
            <a:chExt cx="218129" cy="382376"/>
          </a:xfrm>
        </p:grpSpPr>
        <p:sp>
          <p:nvSpPr>
            <p:cNvPr id="5281" name="Google Shape;5281;p6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6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3" name="Google Shape;5283;p68"/>
          <p:cNvGrpSpPr/>
          <p:nvPr/>
        </p:nvGrpSpPr>
        <p:grpSpPr>
          <a:xfrm>
            <a:off x="8094863" y="3656559"/>
            <a:ext cx="309429" cy="267000"/>
            <a:chOff x="6742064" y="3750480"/>
            <a:chExt cx="399315" cy="344560"/>
          </a:xfrm>
        </p:grpSpPr>
        <p:sp>
          <p:nvSpPr>
            <p:cNvPr id="5284" name="Google Shape;5284;p6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6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6" name="Google Shape;5286;p68"/>
          <p:cNvGrpSpPr/>
          <p:nvPr/>
        </p:nvGrpSpPr>
        <p:grpSpPr>
          <a:xfrm>
            <a:off x="7633882" y="4007606"/>
            <a:ext cx="180437" cy="281608"/>
            <a:chOff x="7248525" y="3739696"/>
            <a:chExt cx="230531" cy="359790"/>
          </a:xfrm>
        </p:grpSpPr>
        <p:sp>
          <p:nvSpPr>
            <p:cNvPr id="5287" name="Google Shape;5287;p6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6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9" name="Google Shape;5289;p68"/>
          <p:cNvGrpSpPr/>
          <p:nvPr/>
        </p:nvGrpSpPr>
        <p:grpSpPr>
          <a:xfrm>
            <a:off x="7879801" y="3650830"/>
            <a:ext cx="162896" cy="278710"/>
            <a:chOff x="7601242" y="3729267"/>
            <a:chExt cx="222566" cy="380803"/>
          </a:xfrm>
        </p:grpSpPr>
        <p:sp>
          <p:nvSpPr>
            <p:cNvPr id="5290" name="Google Shape;5290;p6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6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2" name="Google Shape;5292;p68"/>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3" name="Google Shape;5293;p68"/>
          <p:cNvGrpSpPr/>
          <p:nvPr/>
        </p:nvGrpSpPr>
        <p:grpSpPr>
          <a:xfrm>
            <a:off x="7369446" y="3651971"/>
            <a:ext cx="193543" cy="275990"/>
            <a:chOff x="8304647" y="3738687"/>
            <a:chExt cx="225076" cy="320956"/>
          </a:xfrm>
        </p:grpSpPr>
        <p:sp>
          <p:nvSpPr>
            <p:cNvPr id="5294" name="Google Shape;5294;p6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6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6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7" name="Google Shape;5297;p68"/>
          <p:cNvGrpSpPr/>
          <p:nvPr/>
        </p:nvGrpSpPr>
        <p:grpSpPr>
          <a:xfrm>
            <a:off x="7641939" y="3651971"/>
            <a:ext cx="178492" cy="275990"/>
            <a:chOff x="8615101" y="3738687"/>
            <a:chExt cx="207573" cy="320956"/>
          </a:xfrm>
        </p:grpSpPr>
        <p:sp>
          <p:nvSpPr>
            <p:cNvPr id="5298" name="Google Shape;5298;p6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6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6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01" name="Google Shape;5301;p68"/>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2" name="Google Shape;5302;p68"/>
          <p:cNvGrpSpPr/>
          <p:nvPr/>
        </p:nvGrpSpPr>
        <p:grpSpPr>
          <a:xfrm>
            <a:off x="6036644" y="3773459"/>
            <a:ext cx="557670" cy="511283"/>
            <a:chOff x="6015419" y="3716859"/>
            <a:chExt cx="557671" cy="511283"/>
          </a:xfrm>
        </p:grpSpPr>
        <p:sp>
          <p:nvSpPr>
            <p:cNvPr id="5303" name="Google Shape;5303;p6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4" name="Google Shape;5304;p68"/>
            <p:cNvGrpSpPr/>
            <p:nvPr/>
          </p:nvGrpSpPr>
          <p:grpSpPr>
            <a:xfrm>
              <a:off x="6036094" y="3716980"/>
              <a:ext cx="529860" cy="510468"/>
              <a:chOff x="6036094" y="3716980"/>
              <a:chExt cx="529860" cy="510468"/>
            </a:xfrm>
          </p:grpSpPr>
          <p:sp>
            <p:nvSpPr>
              <p:cNvPr id="5305" name="Google Shape;5305;p6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6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6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6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6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6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6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6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6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6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15" name="Google Shape;5315;p68"/>
          <p:cNvGrpSpPr/>
          <p:nvPr/>
        </p:nvGrpSpPr>
        <p:grpSpPr>
          <a:xfrm>
            <a:off x="6665529" y="3130228"/>
            <a:ext cx="576302" cy="511871"/>
            <a:chOff x="6644304" y="3073628"/>
            <a:chExt cx="576302" cy="511871"/>
          </a:xfrm>
        </p:grpSpPr>
        <p:sp>
          <p:nvSpPr>
            <p:cNvPr id="5316" name="Google Shape;5316;p6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7" name="Google Shape;5317;p68"/>
            <p:cNvGrpSpPr/>
            <p:nvPr/>
          </p:nvGrpSpPr>
          <p:grpSpPr>
            <a:xfrm>
              <a:off x="6712169" y="3085440"/>
              <a:ext cx="481622" cy="494913"/>
              <a:chOff x="6712169" y="3085440"/>
              <a:chExt cx="481622" cy="494913"/>
            </a:xfrm>
          </p:grpSpPr>
          <p:sp>
            <p:nvSpPr>
              <p:cNvPr id="5318" name="Google Shape;5318;p6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6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6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6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6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3" name="Google Shape;5323;p6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6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6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6" name="Google Shape;5326;p68"/>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7" name="Google Shape;5327;p68"/>
          <p:cNvGrpSpPr/>
          <p:nvPr/>
        </p:nvGrpSpPr>
        <p:grpSpPr>
          <a:xfrm>
            <a:off x="6673379" y="3773223"/>
            <a:ext cx="560631" cy="511352"/>
            <a:chOff x="6652154" y="3716623"/>
            <a:chExt cx="560631" cy="511352"/>
          </a:xfrm>
        </p:grpSpPr>
        <p:sp>
          <p:nvSpPr>
            <p:cNvPr id="5328" name="Google Shape;5328;p6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9" name="Google Shape;5329;p68"/>
            <p:cNvGrpSpPr/>
            <p:nvPr/>
          </p:nvGrpSpPr>
          <p:grpSpPr>
            <a:xfrm>
              <a:off x="6669657" y="3716715"/>
              <a:ext cx="466779" cy="464290"/>
              <a:chOff x="6669657" y="3716715"/>
              <a:chExt cx="466779" cy="464290"/>
            </a:xfrm>
          </p:grpSpPr>
          <p:sp>
            <p:nvSpPr>
              <p:cNvPr id="5330" name="Google Shape;5330;p6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6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6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6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6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6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6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6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6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6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6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6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6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3" name="Google Shape;5343;p68"/>
          <p:cNvGrpSpPr/>
          <p:nvPr/>
        </p:nvGrpSpPr>
        <p:grpSpPr>
          <a:xfrm>
            <a:off x="7867470" y="4054631"/>
            <a:ext cx="187557" cy="187557"/>
            <a:chOff x="8565775" y="671075"/>
            <a:chExt cx="441000" cy="441000"/>
          </a:xfrm>
        </p:grpSpPr>
        <p:sp>
          <p:nvSpPr>
            <p:cNvPr id="5344" name="Google Shape;5344;p6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68"/>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68"/>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68"/>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48" name="Google Shape;5348;p68"/>
          <p:cNvGrpSpPr/>
          <p:nvPr/>
        </p:nvGrpSpPr>
        <p:grpSpPr>
          <a:xfrm>
            <a:off x="6021325" y="3132850"/>
            <a:ext cx="587871" cy="512373"/>
            <a:chOff x="6000100" y="3076250"/>
            <a:chExt cx="587871" cy="512373"/>
          </a:xfrm>
        </p:grpSpPr>
        <p:sp>
          <p:nvSpPr>
            <p:cNvPr id="5349" name="Google Shape;5349;p6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50" name="Google Shape;5350;p68"/>
            <p:cNvGrpSpPr/>
            <p:nvPr/>
          </p:nvGrpSpPr>
          <p:grpSpPr>
            <a:xfrm>
              <a:off x="6031360" y="3076713"/>
              <a:ext cx="539107" cy="480965"/>
              <a:chOff x="6031360" y="3076713"/>
              <a:chExt cx="539107" cy="480965"/>
            </a:xfrm>
          </p:grpSpPr>
          <p:sp>
            <p:nvSpPr>
              <p:cNvPr id="5351" name="Google Shape;5351;p6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6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6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6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6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6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6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58" name="Google Shape;5358;p68"/>
          <p:cNvGrpSpPr/>
          <p:nvPr/>
        </p:nvGrpSpPr>
        <p:grpSpPr>
          <a:xfrm>
            <a:off x="3597785" y="3065882"/>
            <a:ext cx="2241344" cy="1330656"/>
            <a:chOff x="3597785" y="3065882"/>
            <a:chExt cx="2241344" cy="1330656"/>
          </a:xfrm>
        </p:grpSpPr>
        <p:grpSp>
          <p:nvGrpSpPr>
            <p:cNvPr id="5359" name="Google Shape;5359;p68"/>
            <p:cNvGrpSpPr/>
            <p:nvPr/>
          </p:nvGrpSpPr>
          <p:grpSpPr>
            <a:xfrm>
              <a:off x="5296908" y="3937355"/>
              <a:ext cx="143198" cy="32380"/>
              <a:chOff x="5296908" y="3937355"/>
              <a:chExt cx="143198" cy="32380"/>
            </a:xfrm>
          </p:grpSpPr>
          <p:sp>
            <p:nvSpPr>
              <p:cNvPr id="5360" name="Google Shape;5360;p6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61" name="Google Shape;5361;p68"/>
              <p:cNvGrpSpPr/>
              <p:nvPr/>
            </p:nvGrpSpPr>
            <p:grpSpPr>
              <a:xfrm>
                <a:off x="5402331" y="3937355"/>
                <a:ext cx="37776" cy="32380"/>
                <a:chOff x="5402331" y="3937355"/>
                <a:chExt cx="37776" cy="32380"/>
              </a:xfrm>
            </p:grpSpPr>
            <p:sp>
              <p:nvSpPr>
                <p:cNvPr id="5362" name="Google Shape;5362;p6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6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4" name="Google Shape;5364;p68"/>
              <p:cNvGrpSpPr/>
              <p:nvPr/>
            </p:nvGrpSpPr>
            <p:grpSpPr>
              <a:xfrm>
                <a:off x="5296908" y="3937355"/>
                <a:ext cx="37783" cy="32380"/>
                <a:chOff x="5296908" y="3937355"/>
                <a:chExt cx="37783" cy="32380"/>
              </a:xfrm>
            </p:grpSpPr>
            <p:sp>
              <p:nvSpPr>
                <p:cNvPr id="5365" name="Google Shape;5365;p6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6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67" name="Google Shape;5367;p68"/>
            <p:cNvGrpSpPr/>
            <p:nvPr/>
          </p:nvGrpSpPr>
          <p:grpSpPr>
            <a:xfrm>
              <a:off x="4724163" y="3119631"/>
              <a:ext cx="120838" cy="84218"/>
              <a:chOff x="4724163" y="3119631"/>
              <a:chExt cx="120838" cy="84218"/>
            </a:xfrm>
          </p:grpSpPr>
          <p:grpSp>
            <p:nvGrpSpPr>
              <p:cNvPr id="5368" name="Google Shape;5368;p68"/>
              <p:cNvGrpSpPr/>
              <p:nvPr/>
            </p:nvGrpSpPr>
            <p:grpSpPr>
              <a:xfrm>
                <a:off x="4746712" y="3132773"/>
                <a:ext cx="86869" cy="56424"/>
                <a:chOff x="4746712" y="3132773"/>
                <a:chExt cx="86869" cy="56424"/>
              </a:xfrm>
            </p:grpSpPr>
            <p:sp>
              <p:nvSpPr>
                <p:cNvPr id="5369" name="Google Shape;5369;p6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6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1" name="Google Shape;5371;p68"/>
              <p:cNvGrpSpPr/>
              <p:nvPr/>
            </p:nvGrpSpPr>
            <p:grpSpPr>
              <a:xfrm>
                <a:off x="4773634" y="3143336"/>
                <a:ext cx="37776" cy="32451"/>
                <a:chOff x="4773634" y="3143336"/>
                <a:chExt cx="37776" cy="32451"/>
              </a:xfrm>
            </p:grpSpPr>
            <p:sp>
              <p:nvSpPr>
                <p:cNvPr id="5372" name="Google Shape;5372;p6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6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4" name="Google Shape;5374;p68"/>
              <p:cNvGrpSpPr/>
              <p:nvPr/>
            </p:nvGrpSpPr>
            <p:grpSpPr>
              <a:xfrm>
                <a:off x="4724163" y="3131248"/>
                <a:ext cx="37776" cy="32459"/>
                <a:chOff x="4724163" y="3131248"/>
                <a:chExt cx="37776" cy="32459"/>
              </a:xfrm>
            </p:grpSpPr>
            <p:sp>
              <p:nvSpPr>
                <p:cNvPr id="5375" name="Google Shape;5375;p6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6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7" name="Google Shape;5377;p68"/>
              <p:cNvGrpSpPr/>
              <p:nvPr/>
            </p:nvGrpSpPr>
            <p:grpSpPr>
              <a:xfrm>
                <a:off x="4755081" y="3176054"/>
                <a:ext cx="32357" cy="27795"/>
                <a:chOff x="4755081" y="3176054"/>
                <a:chExt cx="32357" cy="27795"/>
              </a:xfrm>
            </p:grpSpPr>
            <p:sp>
              <p:nvSpPr>
                <p:cNvPr id="5378" name="Google Shape;5378;p6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6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0" name="Google Shape;5380;p68"/>
              <p:cNvGrpSpPr/>
              <p:nvPr/>
            </p:nvGrpSpPr>
            <p:grpSpPr>
              <a:xfrm>
                <a:off x="4812550" y="3119631"/>
                <a:ext cx="32451" cy="27803"/>
                <a:chOff x="4812550" y="3119631"/>
                <a:chExt cx="32451" cy="27803"/>
              </a:xfrm>
            </p:grpSpPr>
            <p:sp>
              <p:nvSpPr>
                <p:cNvPr id="5381" name="Google Shape;5381;p6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6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3" name="Google Shape;5383;p68"/>
            <p:cNvGrpSpPr/>
            <p:nvPr/>
          </p:nvGrpSpPr>
          <p:grpSpPr>
            <a:xfrm>
              <a:off x="5382826" y="4027197"/>
              <a:ext cx="268967" cy="250422"/>
              <a:chOff x="5382826" y="4027197"/>
              <a:chExt cx="268967" cy="250422"/>
            </a:xfrm>
          </p:grpSpPr>
          <p:grpSp>
            <p:nvGrpSpPr>
              <p:cNvPr id="5384" name="Google Shape;5384;p68"/>
              <p:cNvGrpSpPr/>
              <p:nvPr/>
            </p:nvGrpSpPr>
            <p:grpSpPr>
              <a:xfrm>
                <a:off x="5405280" y="4042510"/>
                <a:ext cx="237570" cy="218647"/>
                <a:chOff x="5405280" y="4042510"/>
                <a:chExt cx="237570" cy="218647"/>
              </a:xfrm>
            </p:grpSpPr>
            <p:sp>
              <p:nvSpPr>
                <p:cNvPr id="5385" name="Google Shape;5385;p6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6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6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6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6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6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1" name="Google Shape;5391;p68"/>
              <p:cNvGrpSpPr/>
              <p:nvPr/>
            </p:nvGrpSpPr>
            <p:grpSpPr>
              <a:xfrm>
                <a:off x="5382826" y="4125549"/>
                <a:ext cx="37776" cy="32380"/>
                <a:chOff x="5382826" y="4125549"/>
                <a:chExt cx="37776" cy="32380"/>
              </a:xfrm>
            </p:grpSpPr>
            <p:sp>
              <p:nvSpPr>
                <p:cNvPr id="5392" name="Google Shape;5392;p6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6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68"/>
              <p:cNvGrpSpPr/>
              <p:nvPr/>
            </p:nvGrpSpPr>
            <p:grpSpPr>
              <a:xfrm>
                <a:off x="5475680" y="4195587"/>
                <a:ext cx="37783" cy="32364"/>
                <a:chOff x="5475680" y="4195587"/>
                <a:chExt cx="37783" cy="32364"/>
              </a:xfrm>
            </p:grpSpPr>
            <p:sp>
              <p:nvSpPr>
                <p:cNvPr id="5395" name="Google Shape;5395;p6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6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7" name="Google Shape;5397;p68"/>
              <p:cNvGrpSpPr/>
              <p:nvPr/>
            </p:nvGrpSpPr>
            <p:grpSpPr>
              <a:xfrm>
                <a:off x="5532575" y="4027197"/>
                <a:ext cx="33308" cy="32262"/>
                <a:chOff x="5532575" y="4027197"/>
                <a:chExt cx="33308" cy="32262"/>
              </a:xfrm>
            </p:grpSpPr>
            <p:sp>
              <p:nvSpPr>
                <p:cNvPr id="5398" name="Google Shape;5398;p6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6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0" name="Google Shape;5400;p68"/>
              <p:cNvGrpSpPr/>
              <p:nvPr/>
            </p:nvGrpSpPr>
            <p:grpSpPr>
              <a:xfrm>
                <a:off x="5590706" y="4245348"/>
                <a:ext cx="33497" cy="32270"/>
                <a:chOff x="5590706" y="4245348"/>
                <a:chExt cx="33497" cy="32270"/>
              </a:xfrm>
            </p:grpSpPr>
            <p:sp>
              <p:nvSpPr>
                <p:cNvPr id="5401" name="Google Shape;5401;p6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6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3" name="Google Shape;5403;p68"/>
              <p:cNvGrpSpPr/>
              <p:nvPr/>
            </p:nvGrpSpPr>
            <p:grpSpPr>
              <a:xfrm>
                <a:off x="5618681" y="4109677"/>
                <a:ext cx="33112" cy="32357"/>
                <a:chOff x="5618681" y="4109677"/>
                <a:chExt cx="33112" cy="32357"/>
              </a:xfrm>
            </p:grpSpPr>
            <p:sp>
              <p:nvSpPr>
                <p:cNvPr id="5404" name="Google Shape;5404;p6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6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6" name="Google Shape;5406;p68"/>
              <p:cNvGrpSpPr/>
              <p:nvPr/>
            </p:nvGrpSpPr>
            <p:grpSpPr>
              <a:xfrm>
                <a:off x="5479298" y="4128262"/>
                <a:ext cx="31405" cy="26906"/>
                <a:chOff x="5479298" y="4128262"/>
                <a:chExt cx="31405" cy="26906"/>
              </a:xfrm>
            </p:grpSpPr>
            <p:sp>
              <p:nvSpPr>
                <p:cNvPr id="5407" name="Google Shape;5407;p6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6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9" name="Google Shape;5409;p68"/>
              <p:cNvGrpSpPr/>
              <p:nvPr/>
            </p:nvGrpSpPr>
            <p:grpSpPr>
              <a:xfrm>
                <a:off x="5582903" y="4180116"/>
                <a:ext cx="31499" cy="26898"/>
                <a:chOff x="5582903" y="4180116"/>
                <a:chExt cx="31499" cy="26898"/>
              </a:xfrm>
            </p:grpSpPr>
            <p:sp>
              <p:nvSpPr>
                <p:cNvPr id="5410" name="Google Shape;5410;p6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6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12" name="Google Shape;5412;p68"/>
            <p:cNvGrpSpPr/>
            <p:nvPr/>
          </p:nvGrpSpPr>
          <p:grpSpPr>
            <a:xfrm>
              <a:off x="3977681" y="3230323"/>
              <a:ext cx="94584" cy="84085"/>
              <a:chOff x="3977681" y="3230323"/>
              <a:chExt cx="94584" cy="84085"/>
            </a:xfrm>
          </p:grpSpPr>
          <p:grpSp>
            <p:nvGrpSpPr>
              <p:cNvPr id="5413" name="Google Shape;5413;p68"/>
              <p:cNvGrpSpPr/>
              <p:nvPr/>
            </p:nvGrpSpPr>
            <p:grpSpPr>
              <a:xfrm>
                <a:off x="4000135" y="3243041"/>
                <a:ext cx="59570" cy="57186"/>
                <a:chOff x="4000135" y="3243041"/>
                <a:chExt cx="59570" cy="57186"/>
              </a:xfrm>
            </p:grpSpPr>
            <p:sp>
              <p:nvSpPr>
                <p:cNvPr id="5414" name="Google Shape;5414;p6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6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6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7" name="Google Shape;5417;p68"/>
              <p:cNvGrpSpPr/>
              <p:nvPr/>
            </p:nvGrpSpPr>
            <p:grpSpPr>
              <a:xfrm>
                <a:off x="3977681" y="3245872"/>
                <a:ext cx="37783" cy="32380"/>
                <a:chOff x="3977681" y="3245872"/>
                <a:chExt cx="37783" cy="32380"/>
              </a:xfrm>
            </p:grpSpPr>
            <p:sp>
              <p:nvSpPr>
                <p:cNvPr id="5418" name="Google Shape;5418;p6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6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0" name="Google Shape;5420;p68"/>
              <p:cNvGrpSpPr/>
              <p:nvPr/>
            </p:nvGrpSpPr>
            <p:grpSpPr>
              <a:xfrm>
                <a:off x="4040860" y="3262672"/>
                <a:ext cx="31405" cy="27001"/>
                <a:chOff x="4040860" y="3262672"/>
                <a:chExt cx="31405" cy="27001"/>
              </a:xfrm>
            </p:grpSpPr>
            <p:sp>
              <p:nvSpPr>
                <p:cNvPr id="5421" name="Google Shape;5421;p6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6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3" name="Google Shape;5423;p68"/>
              <p:cNvGrpSpPr/>
              <p:nvPr/>
            </p:nvGrpSpPr>
            <p:grpSpPr>
              <a:xfrm>
                <a:off x="4021072" y="3230323"/>
                <a:ext cx="31397" cy="26906"/>
                <a:chOff x="4021072" y="3230323"/>
                <a:chExt cx="31397" cy="26906"/>
              </a:xfrm>
            </p:grpSpPr>
            <p:sp>
              <p:nvSpPr>
                <p:cNvPr id="5424" name="Google Shape;5424;p6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6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6" name="Google Shape;5426;p68"/>
              <p:cNvGrpSpPr/>
              <p:nvPr/>
            </p:nvGrpSpPr>
            <p:grpSpPr>
              <a:xfrm>
                <a:off x="4001472" y="3287462"/>
                <a:ext cx="31499" cy="26945"/>
                <a:chOff x="4001472" y="3287462"/>
                <a:chExt cx="31499" cy="26945"/>
              </a:xfrm>
            </p:grpSpPr>
            <p:sp>
              <p:nvSpPr>
                <p:cNvPr id="5427" name="Google Shape;5427;p6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6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29" name="Google Shape;5429;p68"/>
            <p:cNvGrpSpPr/>
            <p:nvPr/>
          </p:nvGrpSpPr>
          <p:grpSpPr>
            <a:xfrm>
              <a:off x="4084715" y="3258865"/>
              <a:ext cx="184961" cy="137268"/>
              <a:chOff x="4084715" y="3258865"/>
              <a:chExt cx="184961" cy="137268"/>
            </a:xfrm>
          </p:grpSpPr>
          <p:grpSp>
            <p:nvGrpSpPr>
              <p:cNvPr id="5430" name="Google Shape;5430;p68"/>
              <p:cNvGrpSpPr/>
              <p:nvPr/>
            </p:nvGrpSpPr>
            <p:grpSpPr>
              <a:xfrm>
                <a:off x="4107453" y="3271583"/>
                <a:ext cx="153470" cy="110275"/>
                <a:chOff x="4107453" y="3271583"/>
                <a:chExt cx="153470" cy="110275"/>
              </a:xfrm>
            </p:grpSpPr>
            <p:sp>
              <p:nvSpPr>
                <p:cNvPr id="5431" name="Google Shape;5431;p6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6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6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6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68"/>
              <p:cNvGrpSpPr/>
              <p:nvPr/>
            </p:nvGrpSpPr>
            <p:grpSpPr>
              <a:xfrm>
                <a:off x="4136947" y="3258865"/>
                <a:ext cx="31499" cy="27001"/>
                <a:chOff x="4136947" y="3258865"/>
                <a:chExt cx="31499" cy="27001"/>
              </a:xfrm>
            </p:grpSpPr>
            <p:sp>
              <p:nvSpPr>
                <p:cNvPr id="5436" name="Google Shape;5436;p6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6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8" name="Google Shape;5438;p68"/>
              <p:cNvGrpSpPr/>
              <p:nvPr/>
            </p:nvGrpSpPr>
            <p:grpSpPr>
              <a:xfrm>
                <a:off x="4084715" y="3266478"/>
                <a:ext cx="31468" cy="26898"/>
                <a:chOff x="4084715" y="3266478"/>
                <a:chExt cx="31468" cy="26898"/>
              </a:xfrm>
            </p:grpSpPr>
            <p:sp>
              <p:nvSpPr>
                <p:cNvPr id="5439" name="Google Shape;5439;p6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6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1" name="Google Shape;5441;p68"/>
              <p:cNvGrpSpPr/>
              <p:nvPr/>
            </p:nvGrpSpPr>
            <p:grpSpPr>
              <a:xfrm>
                <a:off x="4159213" y="3279849"/>
                <a:ext cx="31405" cy="26945"/>
                <a:chOff x="4159213" y="3279849"/>
                <a:chExt cx="31405" cy="26945"/>
              </a:xfrm>
            </p:grpSpPr>
            <p:sp>
              <p:nvSpPr>
                <p:cNvPr id="5442" name="Google Shape;5442;p6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6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4" name="Google Shape;5444;p68"/>
              <p:cNvGrpSpPr/>
              <p:nvPr/>
            </p:nvGrpSpPr>
            <p:grpSpPr>
              <a:xfrm>
                <a:off x="4201550" y="3266502"/>
                <a:ext cx="31405" cy="26883"/>
                <a:chOff x="4201550" y="3266502"/>
                <a:chExt cx="31405" cy="26883"/>
              </a:xfrm>
            </p:grpSpPr>
            <p:sp>
              <p:nvSpPr>
                <p:cNvPr id="5445" name="Google Shape;5445;p6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6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7" name="Google Shape;5447;p68"/>
              <p:cNvGrpSpPr/>
              <p:nvPr/>
            </p:nvGrpSpPr>
            <p:grpSpPr>
              <a:xfrm>
                <a:off x="4201550" y="3338278"/>
                <a:ext cx="31405" cy="26930"/>
                <a:chOff x="4201550" y="3338278"/>
                <a:chExt cx="31405" cy="26930"/>
              </a:xfrm>
            </p:grpSpPr>
            <p:sp>
              <p:nvSpPr>
                <p:cNvPr id="5448" name="Google Shape;5448;p6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6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0" name="Google Shape;5450;p68"/>
              <p:cNvGrpSpPr/>
              <p:nvPr/>
            </p:nvGrpSpPr>
            <p:grpSpPr>
              <a:xfrm>
                <a:off x="4238272" y="3369132"/>
                <a:ext cx="31405" cy="27001"/>
                <a:chOff x="4238272" y="3369132"/>
                <a:chExt cx="31405" cy="27001"/>
              </a:xfrm>
            </p:grpSpPr>
            <p:sp>
              <p:nvSpPr>
                <p:cNvPr id="5451" name="Google Shape;5451;p6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6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53" name="Google Shape;5453;p68"/>
            <p:cNvGrpSpPr/>
            <p:nvPr/>
          </p:nvGrpSpPr>
          <p:grpSpPr>
            <a:xfrm>
              <a:off x="4068639" y="3200169"/>
              <a:ext cx="77643" cy="37272"/>
              <a:chOff x="4068639" y="3200169"/>
              <a:chExt cx="77643" cy="37272"/>
            </a:xfrm>
          </p:grpSpPr>
          <p:sp>
            <p:nvSpPr>
              <p:cNvPr id="5454" name="Google Shape;5454;p6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55" name="Google Shape;5455;p68"/>
              <p:cNvGrpSpPr/>
              <p:nvPr/>
            </p:nvGrpSpPr>
            <p:grpSpPr>
              <a:xfrm>
                <a:off x="4114878" y="3200169"/>
                <a:ext cx="31405" cy="26993"/>
                <a:chOff x="4114878" y="3200169"/>
                <a:chExt cx="31405" cy="26993"/>
              </a:xfrm>
            </p:grpSpPr>
            <p:sp>
              <p:nvSpPr>
                <p:cNvPr id="5456" name="Google Shape;5456;p6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6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8" name="Google Shape;5458;p68"/>
              <p:cNvGrpSpPr/>
              <p:nvPr/>
            </p:nvGrpSpPr>
            <p:grpSpPr>
              <a:xfrm>
                <a:off x="4068639" y="3210535"/>
                <a:ext cx="31499" cy="26906"/>
                <a:chOff x="4068639" y="3210535"/>
                <a:chExt cx="31499" cy="26906"/>
              </a:xfrm>
            </p:grpSpPr>
            <p:sp>
              <p:nvSpPr>
                <p:cNvPr id="5459" name="Google Shape;5459;p6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6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61" name="Google Shape;5461;p68"/>
            <p:cNvGrpSpPr/>
            <p:nvPr/>
          </p:nvGrpSpPr>
          <p:grpSpPr>
            <a:xfrm>
              <a:off x="3869702" y="3066935"/>
              <a:ext cx="382664" cy="190294"/>
              <a:chOff x="3869702" y="3066935"/>
              <a:chExt cx="382664" cy="190294"/>
            </a:xfrm>
          </p:grpSpPr>
          <p:grpSp>
            <p:nvGrpSpPr>
              <p:cNvPr id="5462" name="Google Shape;5462;p68"/>
              <p:cNvGrpSpPr/>
              <p:nvPr/>
            </p:nvGrpSpPr>
            <p:grpSpPr>
              <a:xfrm>
                <a:off x="3888633" y="3082351"/>
                <a:ext cx="351172" cy="160698"/>
                <a:chOff x="3888633" y="3082351"/>
                <a:chExt cx="351172" cy="160698"/>
              </a:xfrm>
            </p:grpSpPr>
            <p:sp>
              <p:nvSpPr>
                <p:cNvPr id="5463" name="Google Shape;5463;p6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6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6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6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6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6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9" name="Google Shape;5469;p68"/>
              <p:cNvGrpSpPr/>
              <p:nvPr/>
            </p:nvGrpSpPr>
            <p:grpSpPr>
              <a:xfrm>
                <a:off x="4143703" y="3066935"/>
                <a:ext cx="37783" cy="32357"/>
                <a:chOff x="4143703" y="3066935"/>
                <a:chExt cx="37783" cy="32357"/>
              </a:xfrm>
            </p:grpSpPr>
            <p:sp>
              <p:nvSpPr>
                <p:cNvPr id="5470" name="Google Shape;5470;p6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6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2" name="Google Shape;5472;p68"/>
              <p:cNvGrpSpPr/>
              <p:nvPr/>
            </p:nvGrpSpPr>
            <p:grpSpPr>
              <a:xfrm>
                <a:off x="4044565" y="3103563"/>
                <a:ext cx="37783" cy="32451"/>
                <a:chOff x="4044565" y="3103563"/>
                <a:chExt cx="37783" cy="32451"/>
              </a:xfrm>
            </p:grpSpPr>
            <p:sp>
              <p:nvSpPr>
                <p:cNvPr id="5473" name="Google Shape;5473;p6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6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68"/>
              <p:cNvGrpSpPr/>
              <p:nvPr/>
            </p:nvGrpSpPr>
            <p:grpSpPr>
              <a:xfrm>
                <a:off x="4017454" y="3188237"/>
                <a:ext cx="37776" cy="32357"/>
                <a:chOff x="4017454" y="3188237"/>
                <a:chExt cx="37776" cy="32357"/>
              </a:xfrm>
            </p:grpSpPr>
            <p:sp>
              <p:nvSpPr>
                <p:cNvPr id="5476" name="Google Shape;5476;p6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6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68"/>
              <p:cNvGrpSpPr/>
              <p:nvPr/>
            </p:nvGrpSpPr>
            <p:grpSpPr>
              <a:xfrm>
                <a:off x="3921548" y="3157509"/>
                <a:ext cx="37783" cy="32357"/>
                <a:chOff x="3921548" y="3157509"/>
                <a:chExt cx="37783" cy="32357"/>
              </a:xfrm>
            </p:grpSpPr>
            <p:sp>
              <p:nvSpPr>
                <p:cNvPr id="5479" name="Google Shape;5479;p6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6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68"/>
              <p:cNvGrpSpPr/>
              <p:nvPr/>
            </p:nvGrpSpPr>
            <p:grpSpPr>
              <a:xfrm>
                <a:off x="3939056" y="3211620"/>
                <a:ext cx="37783" cy="32380"/>
                <a:chOff x="3939056" y="3211620"/>
                <a:chExt cx="37783" cy="32380"/>
              </a:xfrm>
            </p:grpSpPr>
            <p:sp>
              <p:nvSpPr>
                <p:cNvPr id="5482" name="Google Shape;5482;p6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6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68"/>
              <p:cNvGrpSpPr/>
              <p:nvPr/>
            </p:nvGrpSpPr>
            <p:grpSpPr>
              <a:xfrm>
                <a:off x="4176240" y="3136965"/>
                <a:ext cx="31405" cy="26930"/>
                <a:chOff x="4176240" y="3136965"/>
                <a:chExt cx="31405" cy="26930"/>
              </a:xfrm>
            </p:grpSpPr>
            <p:sp>
              <p:nvSpPr>
                <p:cNvPr id="5485" name="Google Shape;5485;p6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6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68"/>
              <p:cNvGrpSpPr/>
              <p:nvPr/>
            </p:nvGrpSpPr>
            <p:grpSpPr>
              <a:xfrm>
                <a:off x="4133148" y="3152593"/>
                <a:ext cx="31499" cy="27001"/>
                <a:chOff x="4133148" y="3152593"/>
                <a:chExt cx="31499" cy="27001"/>
              </a:xfrm>
            </p:grpSpPr>
            <p:sp>
              <p:nvSpPr>
                <p:cNvPr id="5488" name="Google Shape;5488;p6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6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68"/>
              <p:cNvGrpSpPr/>
              <p:nvPr/>
            </p:nvGrpSpPr>
            <p:grpSpPr>
              <a:xfrm>
                <a:off x="4220866" y="3073534"/>
                <a:ext cx="31499" cy="26898"/>
                <a:chOff x="4220866" y="3073534"/>
                <a:chExt cx="31499" cy="26898"/>
              </a:xfrm>
            </p:grpSpPr>
            <p:sp>
              <p:nvSpPr>
                <p:cNvPr id="5491" name="Google Shape;5491;p6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6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68"/>
              <p:cNvGrpSpPr/>
              <p:nvPr/>
            </p:nvGrpSpPr>
            <p:grpSpPr>
              <a:xfrm>
                <a:off x="3869702" y="3230323"/>
                <a:ext cx="31499" cy="26906"/>
                <a:chOff x="3869702" y="3230323"/>
                <a:chExt cx="31499" cy="26906"/>
              </a:xfrm>
            </p:grpSpPr>
            <p:sp>
              <p:nvSpPr>
                <p:cNvPr id="5494" name="Google Shape;5494;p6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6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96" name="Google Shape;5496;p68"/>
            <p:cNvGrpSpPr/>
            <p:nvPr/>
          </p:nvGrpSpPr>
          <p:grpSpPr>
            <a:xfrm>
              <a:off x="4271383" y="3065882"/>
              <a:ext cx="304556" cy="341663"/>
              <a:chOff x="4271383" y="3065882"/>
              <a:chExt cx="304556" cy="341663"/>
            </a:xfrm>
          </p:grpSpPr>
          <p:grpSp>
            <p:nvGrpSpPr>
              <p:cNvPr id="5497" name="Google Shape;5497;p68"/>
              <p:cNvGrpSpPr/>
              <p:nvPr/>
            </p:nvGrpSpPr>
            <p:grpSpPr>
              <a:xfrm>
                <a:off x="4293838" y="3078639"/>
                <a:ext cx="269353" cy="311973"/>
                <a:chOff x="4293838" y="3078639"/>
                <a:chExt cx="269353" cy="311973"/>
              </a:xfrm>
            </p:grpSpPr>
            <p:sp>
              <p:nvSpPr>
                <p:cNvPr id="5498" name="Google Shape;5498;p6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6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6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6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6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6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6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6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6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6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6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6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6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6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6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6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6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5" name="Google Shape;5515;p68"/>
              <p:cNvGrpSpPr/>
              <p:nvPr/>
            </p:nvGrpSpPr>
            <p:grpSpPr>
              <a:xfrm>
                <a:off x="4538164" y="3342061"/>
                <a:ext cx="37776" cy="32380"/>
                <a:chOff x="4538164" y="3342061"/>
                <a:chExt cx="37776" cy="32380"/>
              </a:xfrm>
            </p:grpSpPr>
            <p:sp>
              <p:nvSpPr>
                <p:cNvPr id="5516" name="Google Shape;5516;p6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6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8" name="Google Shape;5518;p68"/>
              <p:cNvGrpSpPr/>
              <p:nvPr/>
            </p:nvGrpSpPr>
            <p:grpSpPr>
              <a:xfrm>
                <a:off x="4271383" y="3194742"/>
                <a:ext cx="37783" cy="32420"/>
                <a:chOff x="4271383" y="3194742"/>
                <a:chExt cx="37783" cy="32420"/>
              </a:xfrm>
            </p:grpSpPr>
            <p:sp>
              <p:nvSpPr>
                <p:cNvPr id="5519" name="Google Shape;5519;p6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6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1" name="Google Shape;5521;p68"/>
              <p:cNvGrpSpPr/>
              <p:nvPr/>
            </p:nvGrpSpPr>
            <p:grpSpPr>
              <a:xfrm>
                <a:off x="4284416" y="3084058"/>
                <a:ext cx="37783" cy="32357"/>
                <a:chOff x="4284416" y="3084058"/>
                <a:chExt cx="37783" cy="32357"/>
              </a:xfrm>
            </p:grpSpPr>
            <p:sp>
              <p:nvSpPr>
                <p:cNvPr id="5522" name="Google Shape;5522;p6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6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4" name="Google Shape;5524;p68"/>
              <p:cNvGrpSpPr/>
              <p:nvPr/>
            </p:nvGrpSpPr>
            <p:grpSpPr>
              <a:xfrm>
                <a:off x="4478697" y="3297561"/>
                <a:ext cx="37776" cy="32451"/>
                <a:chOff x="4478697" y="3297561"/>
                <a:chExt cx="37776" cy="32451"/>
              </a:xfrm>
            </p:grpSpPr>
            <p:sp>
              <p:nvSpPr>
                <p:cNvPr id="5525" name="Google Shape;5525;p6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6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7" name="Google Shape;5527;p68"/>
              <p:cNvGrpSpPr/>
              <p:nvPr/>
            </p:nvGrpSpPr>
            <p:grpSpPr>
              <a:xfrm>
                <a:off x="4411813" y="3331711"/>
                <a:ext cx="37776" cy="32451"/>
                <a:chOff x="4411813" y="3331711"/>
                <a:chExt cx="37776" cy="32451"/>
              </a:xfrm>
            </p:grpSpPr>
            <p:sp>
              <p:nvSpPr>
                <p:cNvPr id="5528" name="Google Shape;5528;p6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6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0" name="Google Shape;5530;p68"/>
              <p:cNvGrpSpPr/>
              <p:nvPr/>
            </p:nvGrpSpPr>
            <p:grpSpPr>
              <a:xfrm>
                <a:off x="4337984" y="3375188"/>
                <a:ext cx="37776" cy="32357"/>
                <a:chOff x="4337984" y="3375188"/>
                <a:chExt cx="37776" cy="32357"/>
              </a:xfrm>
            </p:grpSpPr>
            <p:sp>
              <p:nvSpPr>
                <p:cNvPr id="5531" name="Google Shape;5531;p6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6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3" name="Google Shape;5533;p68"/>
              <p:cNvGrpSpPr/>
              <p:nvPr/>
            </p:nvGrpSpPr>
            <p:grpSpPr>
              <a:xfrm>
                <a:off x="4494867" y="3090530"/>
                <a:ext cx="37878" cy="32451"/>
                <a:chOff x="4494867" y="3090530"/>
                <a:chExt cx="37878" cy="32451"/>
              </a:xfrm>
            </p:grpSpPr>
            <p:sp>
              <p:nvSpPr>
                <p:cNvPr id="5534" name="Google Shape;5534;p6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6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6" name="Google Shape;5536;p68"/>
              <p:cNvGrpSpPr/>
              <p:nvPr/>
            </p:nvGrpSpPr>
            <p:grpSpPr>
              <a:xfrm>
                <a:off x="4525124" y="3207774"/>
                <a:ext cx="37783" cy="32420"/>
                <a:chOff x="4525124" y="3207774"/>
                <a:chExt cx="37783" cy="32420"/>
              </a:xfrm>
            </p:grpSpPr>
            <p:sp>
              <p:nvSpPr>
                <p:cNvPr id="5537" name="Google Shape;5537;p6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6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9" name="Google Shape;5539;p68"/>
              <p:cNvGrpSpPr/>
              <p:nvPr/>
            </p:nvGrpSpPr>
            <p:grpSpPr>
              <a:xfrm>
                <a:off x="4440544" y="3176479"/>
                <a:ext cx="31499" cy="26898"/>
                <a:chOff x="4440544" y="3176479"/>
                <a:chExt cx="31499" cy="26898"/>
              </a:xfrm>
            </p:grpSpPr>
            <p:sp>
              <p:nvSpPr>
                <p:cNvPr id="5540" name="Google Shape;5540;p6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6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2" name="Google Shape;5542;p68"/>
              <p:cNvGrpSpPr/>
              <p:nvPr/>
            </p:nvGrpSpPr>
            <p:grpSpPr>
              <a:xfrm>
                <a:off x="4350545" y="3156400"/>
                <a:ext cx="31405" cy="27001"/>
                <a:chOff x="4350545" y="3156400"/>
                <a:chExt cx="31405" cy="27001"/>
              </a:xfrm>
            </p:grpSpPr>
            <p:sp>
              <p:nvSpPr>
                <p:cNvPr id="5543" name="Google Shape;5543;p6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6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5" name="Google Shape;5545;p68"/>
              <p:cNvGrpSpPr/>
              <p:nvPr/>
            </p:nvGrpSpPr>
            <p:grpSpPr>
              <a:xfrm>
                <a:off x="4376703" y="3255058"/>
                <a:ext cx="31405" cy="27001"/>
                <a:chOff x="4376703" y="3255058"/>
                <a:chExt cx="31405" cy="27001"/>
              </a:xfrm>
            </p:grpSpPr>
            <p:sp>
              <p:nvSpPr>
                <p:cNvPr id="5546" name="Google Shape;5546;p6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6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8" name="Google Shape;5548;p68"/>
              <p:cNvGrpSpPr/>
              <p:nvPr/>
            </p:nvGrpSpPr>
            <p:grpSpPr>
              <a:xfrm>
                <a:off x="4331322" y="3283656"/>
                <a:ext cx="31405" cy="26945"/>
                <a:chOff x="4331322" y="3283656"/>
                <a:chExt cx="31405" cy="26945"/>
              </a:xfrm>
            </p:grpSpPr>
            <p:sp>
              <p:nvSpPr>
                <p:cNvPr id="5549" name="Google Shape;5549;p6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6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1" name="Google Shape;5551;p68"/>
              <p:cNvGrpSpPr/>
              <p:nvPr/>
            </p:nvGrpSpPr>
            <p:grpSpPr>
              <a:xfrm>
                <a:off x="4380510" y="3065882"/>
                <a:ext cx="31405" cy="26938"/>
                <a:chOff x="4380510" y="3065882"/>
                <a:chExt cx="31405" cy="26938"/>
              </a:xfrm>
            </p:grpSpPr>
            <p:sp>
              <p:nvSpPr>
                <p:cNvPr id="5552" name="Google Shape;5552;p6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6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54" name="Google Shape;5554;p68"/>
            <p:cNvGrpSpPr/>
            <p:nvPr/>
          </p:nvGrpSpPr>
          <p:grpSpPr>
            <a:xfrm>
              <a:off x="4558998" y="3188237"/>
              <a:ext cx="1280131" cy="1052746"/>
              <a:chOff x="4558998" y="3188237"/>
              <a:chExt cx="1280131" cy="1052746"/>
            </a:xfrm>
          </p:grpSpPr>
          <p:sp>
            <p:nvSpPr>
              <p:cNvPr id="5555" name="Google Shape;5555;p6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6" name="Google Shape;5556;p68"/>
              <p:cNvGrpSpPr/>
              <p:nvPr/>
            </p:nvGrpSpPr>
            <p:grpSpPr>
              <a:xfrm>
                <a:off x="4579164" y="3203653"/>
                <a:ext cx="1244833" cy="1020397"/>
                <a:chOff x="4579164" y="3203653"/>
                <a:chExt cx="1244833" cy="1020397"/>
              </a:xfrm>
            </p:grpSpPr>
            <p:sp>
              <p:nvSpPr>
                <p:cNvPr id="5557" name="Google Shape;5557;p6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6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9" name="Google Shape;5559;p68"/>
                <p:cNvGrpSpPr/>
                <p:nvPr/>
              </p:nvGrpSpPr>
              <p:grpSpPr>
                <a:xfrm>
                  <a:off x="4579164" y="3203653"/>
                  <a:ext cx="1244833" cy="1020397"/>
                  <a:chOff x="4579164" y="3203653"/>
                  <a:chExt cx="1244833" cy="1020397"/>
                </a:xfrm>
              </p:grpSpPr>
              <p:sp>
                <p:nvSpPr>
                  <p:cNvPr id="5560" name="Google Shape;5560;p6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6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2" name="Google Shape;5562;p68"/>
                  <p:cNvGrpSpPr/>
                  <p:nvPr/>
                </p:nvGrpSpPr>
                <p:grpSpPr>
                  <a:xfrm>
                    <a:off x="4579164" y="3203653"/>
                    <a:ext cx="1244833" cy="1020397"/>
                    <a:chOff x="4579164" y="3203653"/>
                    <a:chExt cx="1244833" cy="1020397"/>
                  </a:xfrm>
                </p:grpSpPr>
                <p:sp>
                  <p:nvSpPr>
                    <p:cNvPr id="5563" name="Google Shape;5563;p6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6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6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6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6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6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6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6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1" name="Google Shape;5571;p68"/>
                    <p:cNvGrpSpPr/>
                    <p:nvPr/>
                  </p:nvGrpSpPr>
                  <p:grpSpPr>
                    <a:xfrm>
                      <a:off x="4579164" y="3203653"/>
                      <a:ext cx="1244833" cy="1020397"/>
                      <a:chOff x="4579164" y="3203653"/>
                      <a:chExt cx="1244833" cy="1020397"/>
                    </a:xfrm>
                  </p:grpSpPr>
                  <p:sp>
                    <p:nvSpPr>
                      <p:cNvPr id="5572" name="Google Shape;5572;p6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6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6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6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6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6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6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6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6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6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6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6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6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6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6" name="Google Shape;5586;p68"/>
                      <p:cNvGrpSpPr/>
                      <p:nvPr/>
                    </p:nvGrpSpPr>
                    <p:grpSpPr>
                      <a:xfrm>
                        <a:off x="4579164" y="3203653"/>
                        <a:ext cx="1244833" cy="1020397"/>
                        <a:chOff x="4579164" y="3203653"/>
                        <a:chExt cx="1244833" cy="1020397"/>
                      </a:xfrm>
                    </p:grpSpPr>
                    <p:sp>
                      <p:nvSpPr>
                        <p:cNvPr id="5587" name="Google Shape;5587;p6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6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6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6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6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6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6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6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6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6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6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6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6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6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6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6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6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6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6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6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6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6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6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6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1" name="Google Shape;5611;p68"/>
                        <p:cNvGrpSpPr/>
                        <p:nvPr/>
                      </p:nvGrpSpPr>
                      <p:grpSpPr>
                        <a:xfrm>
                          <a:off x="4579164" y="3203653"/>
                          <a:ext cx="1244833" cy="1020397"/>
                          <a:chOff x="4579164" y="3203653"/>
                          <a:chExt cx="1244833" cy="1020397"/>
                        </a:xfrm>
                      </p:grpSpPr>
                      <p:sp>
                        <p:nvSpPr>
                          <p:cNvPr id="5612" name="Google Shape;5612;p6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3" name="Google Shape;5613;p68"/>
                          <p:cNvGrpSpPr/>
                          <p:nvPr/>
                        </p:nvGrpSpPr>
                        <p:grpSpPr>
                          <a:xfrm>
                            <a:off x="4579164" y="3203653"/>
                            <a:ext cx="1244833" cy="1020397"/>
                            <a:chOff x="4579164" y="3203653"/>
                            <a:chExt cx="1244833" cy="1020397"/>
                          </a:xfrm>
                        </p:grpSpPr>
                        <p:sp>
                          <p:nvSpPr>
                            <p:cNvPr id="5614" name="Google Shape;5614;p6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6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6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6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6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6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6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1" name="Google Shape;5621;p68"/>
                            <p:cNvGrpSpPr/>
                            <p:nvPr/>
                          </p:nvGrpSpPr>
                          <p:grpSpPr>
                            <a:xfrm>
                              <a:off x="4579164" y="3203653"/>
                              <a:ext cx="1244833" cy="1020397"/>
                              <a:chOff x="4579164" y="3203653"/>
                              <a:chExt cx="1244833" cy="1020397"/>
                            </a:xfrm>
                          </p:grpSpPr>
                          <p:sp>
                            <p:nvSpPr>
                              <p:cNvPr id="5622" name="Google Shape;5622;p6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6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6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6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6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6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6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6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6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6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6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6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6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35" name="Google Shape;5635;p68"/>
                              <p:cNvGrpSpPr/>
                              <p:nvPr/>
                            </p:nvGrpSpPr>
                            <p:grpSpPr>
                              <a:xfrm>
                                <a:off x="4579164" y="3203653"/>
                                <a:ext cx="1244833" cy="1020397"/>
                                <a:chOff x="4579164" y="3203653"/>
                                <a:chExt cx="1244833" cy="1020397"/>
                              </a:xfrm>
                            </p:grpSpPr>
                            <p:sp>
                              <p:nvSpPr>
                                <p:cNvPr id="5636" name="Google Shape;5636;p6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6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6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6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6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6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6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3" name="Google Shape;5643;p68"/>
                                <p:cNvGrpSpPr/>
                                <p:nvPr/>
                              </p:nvGrpSpPr>
                              <p:grpSpPr>
                                <a:xfrm>
                                  <a:off x="4579164" y="3203653"/>
                                  <a:ext cx="1244833" cy="1020397"/>
                                  <a:chOff x="4579164" y="3203653"/>
                                  <a:chExt cx="1244833" cy="1020397"/>
                                </a:xfrm>
                              </p:grpSpPr>
                              <p:sp>
                                <p:nvSpPr>
                                  <p:cNvPr id="5644" name="Google Shape;5644;p6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6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6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6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6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9" name="Google Shape;5649;p68"/>
                                  <p:cNvGrpSpPr/>
                                  <p:nvPr/>
                                </p:nvGrpSpPr>
                                <p:grpSpPr>
                                  <a:xfrm>
                                    <a:off x="4579164" y="3203653"/>
                                    <a:ext cx="1244833" cy="1020397"/>
                                    <a:chOff x="4579164" y="3203653"/>
                                    <a:chExt cx="1244833" cy="1020397"/>
                                  </a:xfrm>
                                </p:grpSpPr>
                                <p:sp>
                                  <p:nvSpPr>
                                    <p:cNvPr id="5650" name="Google Shape;5650;p6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6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6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6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654" name="Google Shape;5654;p6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6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6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657" name="Google Shape;5657;p6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658" name="Google Shape;5658;p68"/>
              <p:cNvGrpSpPr/>
              <p:nvPr/>
            </p:nvGrpSpPr>
            <p:grpSpPr>
              <a:xfrm>
                <a:off x="4595437" y="3598775"/>
                <a:ext cx="37776" cy="32451"/>
                <a:chOff x="4595437" y="3598775"/>
                <a:chExt cx="37776" cy="32451"/>
              </a:xfrm>
            </p:grpSpPr>
            <p:sp>
              <p:nvSpPr>
                <p:cNvPr id="5659" name="Google Shape;5659;p6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6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1" name="Google Shape;5661;p68"/>
              <p:cNvGrpSpPr/>
              <p:nvPr/>
            </p:nvGrpSpPr>
            <p:grpSpPr>
              <a:xfrm>
                <a:off x="4641864" y="3524443"/>
                <a:ext cx="37776" cy="32380"/>
                <a:chOff x="4641864" y="3524443"/>
                <a:chExt cx="37776" cy="32380"/>
              </a:xfrm>
            </p:grpSpPr>
            <p:sp>
              <p:nvSpPr>
                <p:cNvPr id="5662" name="Google Shape;5662;p6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6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4" name="Google Shape;5664;p68"/>
              <p:cNvGrpSpPr/>
              <p:nvPr/>
            </p:nvGrpSpPr>
            <p:grpSpPr>
              <a:xfrm>
                <a:off x="4648431" y="3893901"/>
                <a:ext cx="37776" cy="32357"/>
                <a:chOff x="4648431" y="3893901"/>
                <a:chExt cx="37776" cy="32357"/>
              </a:xfrm>
            </p:grpSpPr>
            <p:sp>
              <p:nvSpPr>
                <p:cNvPr id="5665" name="Google Shape;5665;p6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6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7" name="Google Shape;5667;p68"/>
              <p:cNvGrpSpPr/>
              <p:nvPr/>
            </p:nvGrpSpPr>
            <p:grpSpPr>
              <a:xfrm>
                <a:off x="4567752" y="3722908"/>
                <a:ext cx="37870" cy="32380"/>
                <a:chOff x="4567752" y="3722908"/>
                <a:chExt cx="37870" cy="32380"/>
              </a:xfrm>
            </p:grpSpPr>
            <p:sp>
              <p:nvSpPr>
                <p:cNvPr id="5668" name="Google Shape;5668;p6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6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0" name="Google Shape;5670;p68"/>
              <p:cNvGrpSpPr/>
              <p:nvPr/>
            </p:nvGrpSpPr>
            <p:grpSpPr>
              <a:xfrm>
                <a:off x="4617506" y="3652052"/>
                <a:ext cx="37783" cy="32357"/>
                <a:chOff x="4617506" y="3652052"/>
                <a:chExt cx="37783" cy="32357"/>
              </a:xfrm>
            </p:grpSpPr>
            <p:sp>
              <p:nvSpPr>
                <p:cNvPr id="5671" name="Google Shape;5671;p6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6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3" name="Google Shape;5673;p68"/>
              <p:cNvGrpSpPr/>
              <p:nvPr/>
            </p:nvGrpSpPr>
            <p:grpSpPr>
              <a:xfrm>
                <a:off x="4739005" y="3554149"/>
                <a:ext cx="37870" cy="32357"/>
                <a:chOff x="4739005" y="3554149"/>
                <a:chExt cx="37870" cy="32357"/>
              </a:xfrm>
            </p:grpSpPr>
            <p:sp>
              <p:nvSpPr>
                <p:cNvPr id="5674" name="Google Shape;5674;p6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6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6" name="Google Shape;5676;p68"/>
              <p:cNvGrpSpPr/>
              <p:nvPr/>
            </p:nvGrpSpPr>
            <p:grpSpPr>
              <a:xfrm>
                <a:off x="4806557" y="3630258"/>
                <a:ext cx="37776" cy="32364"/>
                <a:chOff x="4806557" y="3630258"/>
                <a:chExt cx="37776" cy="32364"/>
              </a:xfrm>
            </p:grpSpPr>
            <p:sp>
              <p:nvSpPr>
                <p:cNvPr id="5677" name="Google Shape;5677;p6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6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9" name="Google Shape;5679;p68"/>
              <p:cNvGrpSpPr/>
              <p:nvPr/>
            </p:nvGrpSpPr>
            <p:grpSpPr>
              <a:xfrm>
                <a:off x="4737007" y="4004357"/>
                <a:ext cx="37870" cy="32357"/>
                <a:chOff x="4737007" y="4004357"/>
                <a:chExt cx="37870" cy="32357"/>
              </a:xfrm>
            </p:grpSpPr>
            <p:sp>
              <p:nvSpPr>
                <p:cNvPr id="5680" name="Google Shape;5680;p6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6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2" name="Google Shape;5682;p68"/>
              <p:cNvGrpSpPr/>
              <p:nvPr/>
            </p:nvGrpSpPr>
            <p:grpSpPr>
              <a:xfrm>
                <a:off x="4773634" y="4208627"/>
                <a:ext cx="37776" cy="32357"/>
                <a:chOff x="4773634" y="4208627"/>
                <a:chExt cx="37776" cy="32357"/>
              </a:xfrm>
            </p:grpSpPr>
            <p:sp>
              <p:nvSpPr>
                <p:cNvPr id="5683" name="Google Shape;5683;p6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6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5" name="Google Shape;5685;p68"/>
              <p:cNvGrpSpPr/>
              <p:nvPr/>
            </p:nvGrpSpPr>
            <p:grpSpPr>
              <a:xfrm>
                <a:off x="4888282" y="4074764"/>
                <a:ext cx="37776" cy="32451"/>
                <a:chOff x="4888282" y="4074764"/>
                <a:chExt cx="37776" cy="32451"/>
              </a:xfrm>
            </p:grpSpPr>
            <p:sp>
              <p:nvSpPr>
                <p:cNvPr id="5686" name="Google Shape;5686;p6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6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8" name="Google Shape;5688;p68"/>
              <p:cNvGrpSpPr/>
              <p:nvPr/>
            </p:nvGrpSpPr>
            <p:grpSpPr>
              <a:xfrm>
                <a:off x="4901315" y="3804271"/>
                <a:ext cx="37776" cy="32364"/>
                <a:chOff x="4901315" y="3804271"/>
                <a:chExt cx="37776" cy="32364"/>
              </a:xfrm>
            </p:grpSpPr>
            <p:sp>
              <p:nvSpPr>
                <p:cNvPr id="5689" name="Google Shape;5689;p6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6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1" name="Google Shape;5691;p68"/>
              <p:cNvGrpSpPr/>
              <p:nvPr/>
            </p:nvGrpSpPr>
            <p:grpSpPr>
              <a:xfrm>
                <a:off x="4866394" y="3715035"/>
                <a:ext cx="37846" cy="32357"/>
                <a:chOff x="4866394" y="3715035"/>
                <a:chExt cx="37846" cy="32357"/>
              </a:xfrm>
            </p:grpSpPr>
            <p:sp>
              <p:nvSpPr>
                <p:cNvPr id="5692" name="Google Shape;5692;p6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6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4" name="Google Shape;5694;p68"/>
              <p:cNvGrpSpPr/>
              <p:nvPr/>
            </p:nvGrpSpPr>
            <p:grpSpPr>
              <a:xfrm>
                <a:off x="4979233" y="3839798"/>
                <a:ext cx="37878" cy="32420"/>
                <a:chOff x="4979233" y="3839798"/>
                <a:chExt cx="37878" cy="32420"/>
              </a:xfrm>
            </p:grpSpPr>
            <p:sp>
              <p:nvSpPr>
                <p:cNvPr id="5695" name="Google Shape;5695;p6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6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68"/>
              <p:cNvGrpSpPr/>
              <p:nvPr/>
            </p:nvGrpSpPr>
            <p:grpSpPr>
              <a:xfrm>
                <a:off x="4790662" y="3679147"/>
                <a:ext cx="37783" cy="32380"/>
                <a:chOff x="4790662" y="3679147"/>
                <a:chExt cx="37783" cy="32380"/>
              </a:xfrm>
            </p:grpSpPr>
            <p:sp>
              <p:nvSpPr>
                <p:cNvPr id="5698" name="Google Shape;5698;p6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6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0" name="Google Shape;5700;p68"/>
              <p:cNvGrpSpPr/>
              <p:nvPr/>
            </p:nvGrpSpPr>
            <p:grpSpPr>
              <a:xfrm>
                <a:off x="4857263" y="3557861"/>
                <a:ext cx="37776" cy="32357"/>
                <a:chOff x="4857263" y="3557861"/>
                <a:chExt cx="37776" cy="32357"/>
              </a:xfrm>
            </p:grpSpPr>
            <p:sp>
              <p:nvSpPr>
                <p:cNvPr id="5701" name="Google Shape;5701;p6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6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3" name="Google Shape;5703;p68"/>
              <p:cNvGrpSpPr/>
              <p:nvPr/>
            </p:nvGrpSpPr>
            <p:grpSpPr>
              <a:xfrm>
                <a:off x="4883902" y="3648033"/>
                <a:ext cx="37783" cy="32380"/>
                <a:chOff x="4883902" y="3648033"/>
                <a:chExt cx="37783" cy="32380"/>
              </a:xfrm>
            </p:grpSpPr>
            <p:sp>
              <p:nvSpPr>
                <p:cNvPr id="5704" name="Google Shape;5704;p6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6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6" name="Google Shape;5706;p68"/>
              <p:cNvGrpSpPr/>
              <p:nvPr/>
            </p:nvGrpSpPr>
            <p:grpSpPr>
              <a:xfrm>
                <a:off x="4907780" y="3347220"/>
                <a:ext cx="37878" cy="32357"/>
                <a:chOff x="4907780" y="3347220"/>
                <a:chExt cx="37878" cy="32357"/>
              </a:xfrm>
            </p:grpSpPr>
            <p:sp>
              <p:nvSpPr>
                <p:cNvPr id="5707" name="Google Shape;5707;p6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6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9" name="Google Shape;5709;p68"/>
              <p:cNvGrpSpPr/>
              <p:nvPr/>
            </p:nvGrpSpPr>
            <p:grpSpPr>
              <a:xfrm>
                <a:off x="5065048" y="3738150"/>
                <a:ext cx="37783" cy="32364"/>
                <a:chOff x="5065048" y="3738150"/>
                <a:chExt cx="37783" cy="32364"/>
              </a:xfrm>
            </p:grpSpPr>
            <p:sp>
              <p:nvSpPr>
                <p:cNvPr id="5710" name="Google Shape;5710;p6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6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2" name="Google Shape;5712;p68"/>
              <p:cNvGrpSpPr/>
              <p:nvPr/>
            </p:nvGrpSpPr>
            <p:grpSpPr>
              <a:xfrm>
                <a:off x="5071616" y="3284615"/>
                <a:ext cx="37783" cy="32357"/>
                <a:chOff x="5071616" y="3284615"/>
                <a:chExt cx="37783" cy="32357"/>
              </a:xfrm>
            </p:grpSpPr>
            <p:sp>
              <p:nvSpPr>
                <p:cNvPr id="5713" name="Google Shape;5713;p6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6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5" name="Google Shape;5715;p68"/>
              <p:cNvGrpSpPr/>
              <p:nvPr/>
            </p:nvGrpSpPr>
            <p:grpSpPr>
              <a:xfrm>
                <a:off x="5389291" y="3759921"/>
                <a:ext cx="37783" cy="32380"/>
                <a:chOff x="5389291" y="3759921"/>
                <a:chExt cx="37783" cy="32380"/>
              </a:xfrm>
            </p:grpSpPr>
            <p:sp>
              <p:nvSpPr>
                <p:cNvPr id="5716" name="Google Shape;5716;p6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6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8" name="Google Shape;5718;p68"/>
              <p:cNvGrpSpPr/>
              <p:nvPr/>
            </p:nvGrpSpPr>
            <p:grpSpPr>
              <a:xfrm>
                <a:off x="5431534" y="3632932"/>
                <a:ext cx="37878" cy="32451"/>
                <a:chOff x="5431534" y="3632932"/>
                <a:chExt cx="37878" cy="32451"/>
              </a:xfrm>
            </p:grpSpPr>
            <p:sp>
              <p:nvSpPr>
                <p:cNvPr id="5719" name="Google Shape;5719;p6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6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1" name="Google Shape;5721;p68"/>
              <p:cNvGrpSpPr/>
              <p:nvPr/>
            </p:nvGrpSpPr>
            <p:grpSpPr>
              <a:xfrm>
                <a:off x="5540755" y="3544829"/>
                <a:ext cx="37783" cy="32357"/>
                <a:chOff x="5540755" y="3544829"/>
                <a:chExt cx="37783" cy="32357"/>
              </a:xfrm>
            </p:grpSpPr>
            <p:sp>
              <p:nvSpPr>
                <p:cNvPr id="5722" name="Google Shape;5722;p6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6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4" name="Google Shape;5724;p68"/>
              <p:cNvGrpSpPr/>
              <p:nvPr/>
            </p:nvGrpSpPr>
            <p:grpSpPr>
              <a:xfrm>
                <a:off x="5579293" y="3412107"/>
                <a:ext cx="37776" cy="32357"/>
                <a:chOff x="5579293" y="3412107"/>
                <a:chExt cx="37776" cy="32357"/>
              </a:xfrm>
            </p:grpSpPr>
            <p:sp>
              <p:nvSpPr>
                <p:cNvPr id="5725" name="Google Shape;5725;p6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6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68"/>
              <p:cNvGrpSpPr/>
              <p:nvPr/>
            </p:nvGrpSpPr>
            <p:grpSpPr>
              <a:xfrm>
                <a:off x="5801346" y="3284615"/>
                <a:ext cx="37783" cy="32357"/>
                <a:chOff x="5801346" y="3284615"/>
                <a:chExt cx="37783" cy="32357"/>
              </a:xfrm>
            </p:grpSpPr>
            <p:sp>
              <p:nvSpPr>
                <p:cNvPr id="5728" name="Google Shape;5728;p6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6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0" name="Google Shape;5730;p68"/>
              <p:cNvGrpSpPr/>
              <p:nvPr/>
            </p:nvGrpSpPr>
            <p:grpSpPr>
              <a:xfrm>
                <a:off x="5763578" y="3399067"/>
                <a:ext cx="37776" cy="32364"/>
                <a:chOff x="5763578" y="3399067"/>
                <a:chExt cx="37776" cy="32364"/>
              </a:xfrm>
            </p:grpSpPr>
            <p:sp>
              <p:nvSpPr>
                <p:cNvPr id="5731" name="Google Shape;5731;p6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6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3" name="Google Shape;5733;p68"/>
              <p:cNvGrpSpPr/>
              <p:nvPr/>
            </p:nvGrpSpPr>
            <p:grpSpPr>
              <a:xfrm>
                <a:off x="5395858" y="3230952"/>
                <a:ext cx="37776" cy="32364"/>
                <a:chOff x="5395858" y="3230952"/>
                <a:chExt cx="37776" cy="32364"/>
              </a:xfrm>
            </p:grpSpPr>
            <p:sp>
              <p:nvSpPr>
                <p:cNvPr id="5734" name="Google Shape;5734;p6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6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6" name="Google Shape;5736;p68"/>
              <p:cNvGrpSpPr/>
              <p:nvPr/>
            </p:nvGrpSpPr>
            <p:grpSpPr>
              <a:xfrm>
                <a:off x="5264088" y="3188237"/>
                <a:ext cx="37776" cy="32357"/>
                <a:chOff x="5264088" y="3188237"/>
                <a:chExt cx="37776" cy="32357"/>
              </a:xfrm>
            </p:grpSpPr>
            <p:sp>
              <p:nvSpPr>
                <p:cNvPr id="5737" name="Google Shape;5737;p6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6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9" name="Google Shape;5739;p68"/>
              <p:cNvGrpSpPr/>
              <p:nvPr/>
            </p:nvGrpSpPr>
            <p:grpSpPr>
              <a:xfrm>
                <a:off x="5585758" y="3237425"/>
                <a:ext cx="37878" cy="32357"/>
                <a:chOff x="5585758" y="3237425"/>
                <a:chExt cx="37878" cy="32357"/>
              </a:xfrm>
            </p:grpSpPr>
            <p:sp>
              <p:nvSpPr>
                <p:cNvPr id="5740" name="Google Shape;5740;p6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6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2" name="Google Shape;5742;p68"/>
              <p:cNvGrpSpPr/>
              <p:nvPr/>
            </p:nvGrpSpPr>
            <p:grpSpPr>
              <a:xfrm>
                <a:off x="4874196" y="3291088"/>
                <a:ext cx="37878" cy="32451"/>
                <a:chOff x="4874196" y="3291088"/>
                <a:chExt cx="37878" cy="32451"/>
              </a:xfrm>
            </p:grpSpPr>
            <p:sp>
              <p:nvSpPr>
                <p:cNvPr id="5743" name="Google Shape;5743;p6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6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5" name="Google Shape;5745;p68"/>
              <p:cNvGrpSpPr/>
              <p:nvPr/>
            </p:nvGrpSpPr>
            <p:grpSpPr>
              <a:xfrm>
                <a:off x="5197770" y="3785466"/>
                <a:ext cx="37783" cy="32427"/>
                <a:chOff x="5197770" y="3785466"/>
                <a:chExt cx="37783" cy="32427"/>
              </a:xfrm>
            </p:grpSpPr>
            <p:sp>
              <p:nvSpPr>
                <p:cNvPr id="5746" name="Google Shape;5746;p6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6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8"/>
              <p:cNvGrpSpPr/>
              <p:nvPr/>
            </p:nvGrpSpPr>
            <p:grpSpPr>
              <a:xfrm>
                <a:off x="5177699" y="3492117"/>
                <a:ext cx="37776" cy="32357"/>
                <a:chOff x="5177699" y="3492117"/>
                <a:chExt cx="37776" cy="32357"/>
              </a:xfrm>
            </p:grpSpPr>
            <p:sp>
              <p:nvSpPr>
                <p:cNvPr id="5749" name="Google Shape;5749;p6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6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1" name="Google Shape;5751;p68"/>
              <p:cNvGrpSpPr/>
              <p:nvPr/>
            </p:nvGrpSpPr>
            <p:grpSpPr>
              <a:xfrm>
                <a:off x="5349431" y="3622346"/>
                <a:ext cx="37870" cy="32380"/>
                <a:chOff x="5349431" y="3622346"/>
                <a:chExt cx="37870" cy="32380"/>
              </a:xfrm>
            </p:grpSpPr>
            <p:sp>
              <p:nvSpPr>
                <p:cNvPr id="5752" name="Google Shape;5752;p6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6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4" name="Google Shape;5754;p68"/>
              <p:cNvGrpSpPr/>
              <p:nvPr/>
            </p:nvGrpSpPr>
            <p:grpSpPr>
              <a:xfrm>
                <a:off x="5068855" y="3563980"/>
                <a:ext cx="53954" cy="46223"/>
                <a:chOff x="5068855" y="3563980"/>
                <a:chExt cx="53954" cy="46223"/>
              </a:xfrm>
            </p:grpSpPr>
            <p:sp>
              <p:nvSpPr>
                <p:cNvPr id="5755" name="Google Shape;5755;p6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7" name="Google Shape;5757;p68"/>
              <p:cNvGrpSpPr/>
              <p:nvPr/>
            </p:nvGrpSpPr>
            <p:grpSpPr>
              <a:xfrm>
                <a:off x="5037654" y="3392507"/>
                <a:ext cx="37870" cy="32451"/>
                <a:chOff x="5037654" y="3392507"/>
                <a:chExt cx="37870" cy="32451"/>
              </a:xfrm>
            </p:grpSpPr>
            <p:sp>
              <p:nvSpPr>
                <p:cNvPr id="5758" name="Google Shape;5758;p6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0" name="Google Shape;5760;p68"/>
              <p:cNvGrpSpPr/>
              <p:nvPr/>
            </p:nvGrpSpPr>
            <p:grpSpPr>
              <a:xfrm>
                <a:off x="5456560" y="3368629"/>
                <a:ext cx="37870" cy="32451"/>
                <a:chOff x="5456560" y="3368629"/>
                <a:chExt cx="37870" cy="32451"/>
              </a:xfrm>
            </p:grpSpPr>
            <p:sp>
              <p:nvSpPr>
                <p:cNvPr id="5761" name="Google Shape;5761;p6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6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3" name="Google Shape;5763;p68"/>
              <p:cNvGrpSpPr/>
              <p:nvPr/>
            </p:nvGrpSpPr>
            <p:grpSpPr>
              <a:xfrm>
                <a:off x="4755749" y="3501516"/>
                <a:ext cx="46246" cy="39608"/>
                <a:chOff x="4755749" y="3501516"/>
                <a:chExt cx="46246" cy="39608"/>
              </a:xfrm>
            </p:grpSpPr>
            <p:sp>
              <p:nvSpPr>
                <p:cNvPr id="5764" name="Google Shape;5764;p6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6" name="Google Shape;5766;p68"/>
              <p:cNvGrpSpPr/>
              <p:nvPr/>
            </p:nvGrpSpPr>
            <p:grpSpPr>
              <a:xfrm>
                <a:off x="4681346" y="3485582"/>
                <a:ext cx="37783" cy="32427"/>
                <a:chOff x="4681346" y="3485582"/>
                <a:chExt cx="37783" cy="32427"/>
              </a:xfrm>
            </p:grpSpPr>
            <p:sp>
              <p:nvSpPr>
                <p:cNvPr id="5767" name="Google Shape;5767;p6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9" name="Google Shape;5769;p68"/>
              <p:cNvGrpSpPr/>
              <p:nvPr/>
            </p:nvGrpSpPr>
            <p:grpSpPr>
              <a:xfrm>
                <a:off x="4767067" y="3291088"/>
                <a:ext cx="37878" cy="32451"/>
                <a:chOff x="4767067" y="3291088"/>
                <a:chExt cx="37878" cy="32451"/>
              </a:xfrm>
            </p:grpSpPr>
            <p:sp>
              <p:nvSpPr>
                <p:cNvPr id="5770" name="Google Shape;5770;p6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2" name="Google Shape;5772;p68"/>
              <p:cNvGrpSpPr/>
              <p:nvPr/>
            </p:nvGrpSpPr>
            <p:grpSpPr>
              <a:xfrm>
                <a:off x="4687819" y="3405539"/>
                <a:ext cx="37776" cy="32451"/>
                <a:chOff x="4687819" y="3405539"/>
                <a:chExt cx="37776" cy="32451"/>
              </a:xfrm>
            </p:grpSpPr>
            <p:sp>
              <p:nvSpPr>
                <p:cNvPr id="5773" name="Google Shape;5773;p6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5" name="Google Shape;5775;p68"/>
              <p:cNvGrpSpPr/>
              <p:nvPr/>
            </p:nvGrpSpPr>
            <p:grpSpPr>
              <a:xfrm>
                <a:off x="4923101" y="3444809"/>
                <a:ext cx="52813" cy="45318"/>
                <a:chOff x="4923101" y="3444809"/>
                <a:chExt cx="52813" cy="45318"/>
              </a:xfrm>
            </p:grpSpPr>
            <p:sp>
              <p:nvSpPr>
                <p:cNvPr id="5776" name="Google Shape;5776;p6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6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68"/>
              <p:cNvGrpSpPr/>
              <p:nvPr/>
            </p:nvGrpSpPr>
            <p:grpSpPr>
              <a:xfrm>
                <a:off x="4846040" y="3654750"/>
                <a:ext cx="31405" cy="26993"/>
                <a:chOff x="4846040" y="3654750"/>
                <a:chExt cx="31405" cy="26993"/>
              </a:xfrm>
            </p:grpSpPr>
            <p:sp>
              <p:nvSpPr>
                <p:cNvPr id="5779" name="Google Shape;5779;p6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1" name="Google Shape;5781;p68"/>
              <p:cNvGrpSpPr/>
              <p:nvPr/>
            </p:nvGrpSpPr>
            <p:grpSpPr>
              <a:xfrm>
                <a:off x="4925673" y="3691700"/>
                <a:ext cx="40253" cy="34472"/>
                <a:chOff x="4925673" y="3691700"/>
                <a:chExt cx="40253" cy="34472"/>
              </a:xfrm>
            </p:grpSpPr>
            <p:sp>
              <p:nvSpPr>
                <p:cNvPr id="5782" name="Google Shape;5782;p6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6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4" name="Google Shape;5784;p68"/>
              <p:cNvGrpSpPr/>
              <p:nvPr/>
            </p:nvGrpSpPr>
            <p:grpSpPr>
              <a:xfrm>
                <a:off x="4894653" y="3740848"/>
                <a:ext cx="31405" cy="26906"/>
                <a:chOff x="4894653" y="3740848"/>
                <a:chExt cx="31405" cy="26906"/>
              </a:xfrm>
            </p:grpSpPr>
            <p:sp>
              <p:nvSpPr>
                <p:cNvPr id="5785" name="Google Shape;5785;p6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6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68"/>
              <p:cNvGrpSpPr/>
              <p:nvPr/>
            </p:nvGrpSpPr>
            <p:grpSpPr>
              <a:xfrm>
                <a:off x="4962300" y="3696348"/>
                <a:ext cx="38255" cy="32773"/>
                <a:chOff x="4962300" y="3696348"/>
                <a:chExt cx="38255" cy="32773"/>
              </a:xfrm>
            </p:grpSpPr>
            <p:sp>
              <p:nvSpPr>
                <p:cNvPr id="5788" name="Google Shape;5788;p6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6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68"/>
              <p:cNvGrpSpPr/>
              <p:nvPr/>
            </p:nvGrpSpPr>
            <p:grpSpPr>
              <a:xfrm>
                <a:off x="4980185" y="3743349"/>
                <a:ext cx="31499" cy="26969"/>
                <a:chOff x="4980185" y="3743349"/>
                <a:chExt cx="31499" cy="26969"/>
              </a:xfrm>
            </p:grpSpPr>
            <p:sp>
              <p:nvSpPr>
                <p:cNvPr id="5791" name="Google Shape;5791;p6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3" name="Google Shape;5793;p68"/>
              <p:cNvGrpSpPr/>
              <p:nvPr/>
            </p:nvGrpSpPr>
            <p:grpSpPr>
              <a:xfrm>
                <a:off x="5013768" y="3734312"/>
                <a:ext cx="31499" cy="26969"/>
                <a:chOff x="5013768" y="3734312"/>
                <a:chExt cx="31499" cy="26969"/>
              </a:xfrm>
            </p:grpSpPr>
            <p:sp>
              <p:nvSpPr>
                <p:cNvPr id="5794" name="Google Shape;5794;p6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6" name="Google Shape;5796;p68"/>
              <p:cNvGrpSpPr/>
              <p:nvPr/>
            </p:nvGrpSpPr>
            <p:grpSpPr>
              <a:xfrm>
                <a:off x="5036703" y="3764545"/>
                <a:ext cx="31499" cy="26898"/>
                <a:chOff x="5036703" y="3764545"/>
                <a:chExt cx="31499" cy="26898"/>
              </a:xfrm>
            </p:grpSpPr>
            <p:sp>
              <p:nvSpPr>
                <p:cNvPr id="5797" name="Google Shape;5797;p6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6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9" name="Google Shape;5799;p68"/>
              <p:cNvGrpSpPr/>
              <p:nvPr/>
            </p:nvGrpSpPr>
            <p:grpSpPr>
              <a:xfrm>
                <a:off x="4953546" y="3768352"/>
                <a:ext cx="31405" cy="26898"/>
                <a:chOff x="4953546" y="3768352"/>
                <a:chExt cx="31405" cy="26898"/>
              </a:xfrm>
            </p:grpSpPr>
            <p:sp>
              <p:nvSpPr>
                <p:cNvPr id="5800" name="Google Shape;5800;p6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6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2" name="Google Shape;5802;p68"/>
              <p:cNvGrpSpPr/>
              <p:nvPr/>
            </p:nvGrpSpPr>
            <p:grpSpPr>
              <a:xfrm>
                <a:off x="4964770" y="3814016"/>
                <a:ext cx="31499" cy="26993"/>
                <a:chOff x="4964770" y="3814016"/>
                <a:chExt cx="31499" cy="26993"/>
              </a:xfrm>
            </p:grpSpPr>
            <p:sp>
              <p:nvSpPr>
                <p:cNvPr id="5803" name="Google Shape;5803;p6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6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68"/>
              <p:cNvGrpSpPr/>
              <p:nvPr/>
            </p:nvGrpSpPr>
            <p:grpSpPr>
              <a:xfrm>
                <a:off x="4923290" y="3800504"/>
                <a:ext cx="31468" cy="26898"/>
                <a:chOff x="4923290" y="3800504"/>
                <a:chExt cx="31468" cy="26898"/>
              </a:xfrm>
            </p:grpSpPr>
            <p:sp>
              <p:nvSpPr>
                <p:cNvPr id="5806" name="Google Shape;5806;p6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8" name="Google Shape;5808;p68"/>
              <p:cNvGrpSpPr/>
              <p:nvPr/>
            </p:nvGrpSpPr>
            <p:grpSpPr>
              <a:xfrm>
                <a:off x="5108534" y="3650943"/>
                <a:ext cx="31405" cy="26993"/>
                <a:chOff x="5108534" y="3650943"/>
                <a:chExt cx="31405" cy="26993"/>
              </a:xfrm>
            </p:grpSpPr>
            <p:sp>
              <p:nvSpPr>
                <p:cNvPr id="5809" name="Google Shape;5809;p6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6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1" name="Google Shape;5811;p68"/>
              <p:cNvGrpSpPr/>
              <p:nvPr/>
            </p:nvGrpSpPr>
            <p:grpSpPr>
              <a:xfrm>
                <a:off x="5119380" y="3760739"/>
                <a:ext cx="31499" cy="26993"/>
                <a:chOff x="5119380" y="3760739"/>
                <a:chExt cx="31499" cy="26993"/>
              </a:xfrm>
            </p:grpSpPr>
            <p:sp>
              <p:nvSpPr>
                <p:cNvPr id="5812" name="Google Shape;5812;p6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4" name="Google Shape;5814;p68"/>
              <p:cNvGrpSpPr/>
              <p:nvPr/>
            </p:nvGrpSpPr>
            <p:grpSpPr>
              <a:xfrm>
                <a:off x="5119380" y="3788235"/>
                <a:ext cx="31499" cy="26993"/>
                <a:chOff x="5119380" y="3788235"/>
                <a:chExt cx="31499" cy="26993"/>
              </a:xfrm>
            </p:grpSpPr>
            <p:sp>
              <p:nvSpPr>
                <p:cNvPr id="5815" name="Google Shape;5815;p6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7" name="Google Shape;5817;p68"/>
              <p:cNvGrpSpPr/>
              <p:nvPr/>
            </p:nvGrpSpPr>
            <p:grpSpPr>
              <a:xfrm>
                <a:off x="5158005" y="3875284"/>
                <a:ext cx="31405" cy="27001"/>
                <a:chOff x="5158005" y="3875284"/>
                <a:chExt cx="31405" cy="27001"/>
              </a:xfrm>
            </p:grpSpPr>
            <p:sp>
              <p:nvSpPr>
                <p:cNvPr id="5818" name="Google Shape;5818;p6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6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0" name="Google Shape;5820;p68"/>
              <p:cNvGrpSpPr/>
              <p:nvPr/>
            </p:nvGrpSpPr>
            <p:grpSpPr>
              <a:xfrm>
                <a:off x="5233163" y="3764545"/>
                <a:ext cx="31499" cy="26898"/>
                <a:chOff x="5233163" y="3764545"/>
                <a:chExt cx="31499" cy="26898"/>
              </a:xfrm>
            </p:grpSpPr>
            <p:sp>
              <p:nvSpPr>
                <p:cNvPr id="5821" name="Google Shape;5821;p6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3" name="Google Shape;5823;p68"/>
              <p:cNvGrpSpPr/>
              <p:nvPr/>
            </p:nvGrpSpPr>
            <p:grpSpPr>
              <a:xfrm>
                <a:off x="5276168" y="3805545"/>
                <a:ext cx="31499" cy="26906"/>
                <a:chOff x="5276168" y="3805545"/>
                <a:chExt cx="31499" cy="26906"/>
              </a:xfrm>
            </p:grpSpPr>
            <p:sp>
              <p:nvSpPr>
                <p:cNvPr id="5824" name="Google Shape;5824;p6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6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6" name="Google Shape;5826;p68"/>
              <p:cNvGrpSpPr/>
              <p:nvPr/>
            </p:nvGrpSpPr>
            <p:grpSpPr>
              <a:xfrm>
                <a:off x="5294053" y="3851933"/>
                <a:ext cx="31405" cy="26945"/>
                <a:chOff x="5294053" y="3851933"/>
                <a:chExt cx="31405" cy="26945"/>
              </a:xfrm>
            </p:grpSpPr>
            <p:sp>
              <p:nvSpPr>
                <p:cNvPr id="5827" name="Google Shape;5827;p6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6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9" name="Google Shape;5829;p68"/>
              <p:cNvGrpSpPr/>
              <p:nvPr/>
            </p:nvGrpSpPr>
            <p:grpSpPr>
              <a:xfrm>
                <a:off x="5341723" y="3851902"/>
                <a:ext cx="31405" cy="26977"/>
                <a:chOff x="5341723" y="3851902"/>
                <a:chExt cx="31405" cy="26977"/>
              </a:xfrm>
            </p:grpSpPr>
            <p:sp>
              <p:nvSpPr>
                <p:cNvPr id="5830" name="Google Shape;5830;p6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6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2" name="Google Shape;5832;p68"/>
              <p:cNvGrpSpPr/>
              <p:nvPr/>
            </p:nvGrpSpPr>
            <p:grpSpPr>
              <a:xfrm>
                <a:off x="5054871" y="3507855"/>
                <a:ext cx="31405" cy="26993"/>
                <a:chOff x="5054871" y="3507855"/>
                <a:chExt cx="31405" cy="26993"/>
              </a:xfrm>
            </p:grpSpPr>
            <p:sp>
              <p:nvSpPr>
                <p:cNvPr id="5833" name="Google Shape;5833;p6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6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5" name="Google Shape;5835;p68"/>
              <p:cNvGrpSpPr/>
              <p:nvPr/>
            </p:nvGrpSpPr>
            <p:grpSpPr>
              <a:xfrm>
                <a:off x="4876579" y="3675325"/>
                <a:ext cx="31405" cy="26969"/>
                <a:chOff x="4876579" y="3675325"/>
                <a:chExt cx="31405" cy="26969"/>
              </a:xfrm>
            </p:grpSpPr>
            <p:sp>
              <p:nvSpPr>
                <p:cNvPr id="5836" name="Google Shape;5836;p6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6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8" name="Google Shape;5838;p68"/>
              <p:cNvGrpSpPr/>
              <p:nvPr/>
            </p:nvGrpSpPr>
            <p:grpSpPr>
              <a:xfrm>
                <a:off x="4842233" y="3688333"/>
                <a:ext cx="31405" cy="26993"/>
                <a:chOff x="4842233" y="3688333"/>
                <a:chExt cx="31405" cy="26993"/>
              </a:xfrm>
            </p:grpSpPr>
            <p:sp>
              <p:nvSpPr>
                <p:cNvPr id="5839" name="Google Shape;5839;p6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6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1" name="Google Shape;5841;p68"/>
              <p:cNvGrpSpPr/>
              <p:nvPr/>
            </p:nvGrpSpPr>
            <p:grpSpPr>
              <a:xfrm>
                <a:off x="5187876" y="3608032"/>
                <a:ext cx="31405" cy="27001"/>
                <a:chOff x="5187876" y="3608032"/>
                <a:chExt cx="31405" cy="27001"/>
              </a:xfrm>
            </p:grpSpPr>
            <p:sp>
              <p:nvSpPr>
                <p:cNvPr id="5842" name="Google Shape;5842;p6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6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44" name="Google Shape;5844;p6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6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46" name="Google Shape;5846;p68"/>
              <p:cNvGrpSpPr/>
              <p:nvPr/>
            </p:nvGrpSpPr>
            <p:grpSpPr>
              <a:xfrm>
                <a:off x="5269224" y="3304167"/>
                <a:ext cx="40253" cy="34402"/>
                <a:chOff x="5269224" y="3304167"/>
                <a:chExt cx="40253" cy="34402"/>
              </a:xfrm>
            </p:grpSpPr>
            <p:sp>
              <p:nvSpPr>
                <p:cNvPr id="5847" name="Google Shape;5847;p6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6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68"/>
              <p:cNvGrpSpPr/>
              <p:nvPr/>
            </p:nvGrpSpPr>
            <p:grpSpPr>
              <a:xfrm>
                <a:off x="5327354" y="3476615"/>
                <a:ext cx="49864" cy="42723"/>
                <a:chOff x="5327354" y="3476615"/>
                <a:chExt cx="49864" cy="42723"/>
              </a:xfrm>
            </p:grpSpPr>
            <p:sp>
              <p:nvSpPr>
                <p:cNvPr id="5850" name="Google Shape;5850;p6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6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2" name="Google Shape;5852;p6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6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4" name="Google Shape;5854;p68"/>
              <p:cNvGrpSpPr/>
              <p:nvPr/>
            </p:nvGrpSpPr>
            <p:grpSpPr>
              <a:xfrm>
                <a:off x="5341723" y="3775957"/>
                <a:ext cx="31405" cy="26898"/>
                <a:chOff x="5341723" y="3775957"/>
                <a:chExt cx="31405" cy="26898"/>
              </a:xfrm>
            </p:grpSpPr>
            <p:sp>
              <p:nvSpPr>
                <p:cNvPr id="5855" name="Google Shape;5855;p6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6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7" name="Google Shape;5857;p68"/>
              <p:cNvGrpSpPr/>
              <p:nvPr/>
            </p:nvGrpSpPr>
            <p:grpSpPr>
              <a:xfrm>
                <a:off x="5439053" y="3699274"/>
                <a:ext cx="31405" cy="26898"/>
                <a:chOff x="5439053" y="3699274"/>
                <a:chExt cx="31405" cy="26898"/>
              </a:xfrm>
            </p:grpSpPr>
            <p:sp>
              <p:nvSpPr>
                <p:cNvPr id="5858" name="Google Shape;5858;p6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6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0" name="Google Shape;5860;p68"/>
              <p:cNvGrpSpPr/>
              <p:nvPr/>
            </p:nvGrpSpPr>
            <p:grpSpPr>
              <a:xfrm>
                <a:off x="5412414" y="3622307"/>
                <a:ext cx="31499" cy="26993"/>
                <a:chOff x="5412414" y="3622307"/>
                <a:chExt cx="31499" cy="26993"/>
              </a:xfrm>
            </p:grpSpPr>
            <p:sp>
              <p:nvSpPr>
                <p:cNvPr id="5861" name="Google Shape;5861;p6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6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3" name="Google Shape;5863;p68"/>
              <p:cNvGrpSpPr/>
              <p:nvPr/>
            </p:nvGrpSpPr>
            <p:grpSpPr>
              <a:xfrm>
                <a:off x="5476254" y="3473949"/>
                <a:ext cx="26835" cy="26930"/>
                <a:chOff x="5476254" y="3473949"/>
                <a:chExt cx="26835" cy="26930"/>
              </a:xfrm>
            </p:grpSpPr>
            <p:sp>
              <p:nvSpPr>
                <p:cNvPr id="5864" name="Google Shape;5864;p6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6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6" name="Google Shape;5866;p68"/>
              <p:cNvGrpSpPr/>
              <p:nvPr/>
            </p:nvGrpSpPr>
            <p:grpSpPr>
              <a:xfrm>
                <a:off x="5564547" y="3481594"/>
                <a:ext cx="31397" cy="26898"/>
                <a:chOff x="5564547" y="3481594"/>
                <a:chExt cx="31397" cy="26898"/>
              </a:xfrm>
            </p:grpSpPr>
            <p:sp>
              <p:nvSpPr>
                <p:cNvPr id="5867" name="Google Shape;5867;p6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6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9" name="Google Shape;5869;p68"/>
              <p:cNvGrpSpPr/>
              <p:nvPr/>
            </p:nvGrpSpPr>
            <p:grpSpPr>
              <a:xfrm>
                <a:off x="5534101" y="3470174"/>
                <a:ext cx="31397" cy="26906"/>
                <a:chOff x="5534101" y="3470174"/>
                <a:chExt cx="31397" cy="26906"/>
              </a:xfrm>
            </p:grpSpPr>
            <p:sp>
              <p:nvSpPr>
                <p:cNvPr id="5870" name="Google Shape;5870;p6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6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2" name="Google Shape;5872;p68"/>
              <p:cNvGrpSpPr/>
              <p:nvPr/>
            </p:nvGrpSpPr>
            <p:grpSpPr>
              <a:xfrm>
                <a:off x="5610879" y="3314486"/>
                <a:ext cx="31499" cy="26938"/>
                <a:chOff x="5610879" y="3314486"/>
                <a:chExt cx="31499" cy="26938"/>
              </a:xfrm>
            </p:grpSpPr>
            <p:sp>
              <p:nvSpPr>
                <p:cNvPr id="5873" name="Google Shape;5873;p6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6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68"/>
              <p:cNvGrpSpPr/>
              <p:nvPr/>
            </p:nvGrpSpPr>
            <p:grpSpPr>
              <a:xfrm>
                <a:off x="4834525" y="3501382"/>
                <a:ext cx="31499" cy="26898"/>
                <a:chOff x="4834525" y="3501382"/>
                <a:chExt cx="31499" cy="26898"/>
              </a:xfrm>
            </p:grpSpPr>
            <p:sp>
              <p:nvSpPr>
                <p:cNvPr id="5876" name="Google Shape;5876;p6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6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8" name="Google Shape;5878;p68"/>
              <p:cNvGrpSpPr/>
              <p:nvPr/>
            </p:nvGrpSpPr>
            <p:grpSpPr>
              <a:xfrm>
                <a:off x="4898460" y="3580158"/>
                <a:ext cx="31405" cy="26898"/>
                <a:chOff x="4898460" y="3580158"/>
                <a:chExt cx="31405" cy="26898"/>
              </a:xfrm>
            </p:grpSpPr>
            <p:sp>
              <p:nvSpPr>
                <p:cNvPr id="5879" name="Google Shape;5879;p6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6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68"/>
              <p:cNvGrpSpPr/>
              <p:nvPr/>
            </p:nvGrpSpPr>
            <p:grpSpPr>
              <a:xfrm>
                <a:off x="4882667" y="3608032"/>
                <a:ext cx="31499" cy="27001"/>
                <a:chOff x="4882667" y="3608032"/>
                <a:chExt cx="31499" cy="27001"/>
              </a:xfrm>
            </p:grpSpPr>
            <p:sp>
              <p:nvSpPr>
                <p:cNvPr id="5882" name="Google Shape;5882;p6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6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4" name="Google Shape;5884;p68"/>
              <p:cNvGrpSpPr/>
              <p:nvPr/>
            </p:nvGrpSpPr>
            <p:grpSpPr>
              <a:xfrm>
                <a:off x="4843373" y="3631407"/>
                <a:ext cx="16273" cy="16186"/>
                <a:chOff x="4843373" y="3631407"/>
                <a:chExt cx="16273" cy="16186"/>
              </a:xfrm>
            </p:grpSpPr>
            <p:sp>
              <p:nvSpPr>
                <p:cNvPr id="5885" name="Google Shape;5885;p6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6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7" name="Google Shape;5887;p68"/>
              <p:cNvGrpSpPr/>
              <p:nvPr/>
            </p:nvGrpSpPr>
            <p:grpSpPr>
              <a:xfrm>
                <a:off x="4727773" y="3591578"/>
                <a:ext cx="31499" cy="26898"/>
                <a:chOff x="4727773" y="3591578"/>
                <a:chExt cx="31499" cy="26898"/>
              </a:xfrm>
            </p:grpSpPr>
            <p:sp>
              <p:nvSpPr>
                <p:cNvPr id="5888" name="Google Shape;5888;p6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90" name="Google Shape;5890;p6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2" name="Google Shape;5892;p68"/>
              <p:cNvGrpSpPr/>
              <p:nvPr/>
            </p:nvGrpSpPr>
            <p:grpSpPr>
              <a:xfrm>
                <a:off x="4609421" y="3577398"/>
                <a:ext cx="31499" cy="27001"/>
                <a:chOff x="4609421" y="3577398"/>
                <a:chExt cx="31499" cy="27001"/>
              </a:xfrm>
            </p:grpSpPr>
            <p:sp>
              <p:nvSpPr>
                <p:cNvPr id="5893" name="Google Shape;5893;p6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5" name="Google Shape;5895;p68"/>
              <p:cNvGrpSpPr/>
              <p:nvPr/>
            </p:nvGrpSpPr>
            <p:grpSpPr>
              <a:xfrm>
                <a:off x="4649289" y="3577398"/>
                <a:ext cx="31499" cy="27001"/>
                <a:chOff x="4649289" y="3577398"/>
                <a:chExt cx="31499" cy="27001"/>
              </a:xfrm>
            </p:grpSpPr>
            <p:sp>
              <p:nvSpPr>
                <p:cNvPr id="5896" name="Google Shape;5896;p6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8" name="Google Shape;5898;p68"/>
              <p:cNvGrpSpPr/>
              <p:nvPr/>
            </p:nvGrpSpPr>
            <p:grpSpPr>
              <a:xfrm>
                <a:off x="4605614" y="3639523"/>
                <a:ext cx="31499" cy="26906"/>
                <a:chOff x="4605614" y="3639523"/>
                <a:chExt cx="31499" cy="26906"/>
              </a:xfrm>
            </p:grpSpPr>
            <p:sp>
              <p:nvSpPr>
                <p:cNvPr id="5899" name="Google Shape;5899;p6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1" name="Google Shape;5901;p68"/>
              <p:cNvGrpSpPr/>
              <p:nvPr/>
            </p:nvGrpSpPr>
            <p:grpSpPr>
              <a:xfrm>
                <a:off x="4785149" y="3618846"/>
                <a:ext cx="26930" cy="26843"/>
                <a:chOff x="4785149" y="3618846"/>
                <a:chExt cx="26930" cy="26843"/>
              </a:xfrm>
            </p:grpSpPr>
            <p:sp>
              <p:nvSpPr>
                <p:cNvPr id="5902" name="Google Shape;5902;p6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4" name="Google Shape;5904;p68"/>
              <p:cNvGrpSpPr/>
              <p:nvPr/>
            </p:nvGrpSpPr>
            <p:grpSpPr>
              <a:xfrm>
                <a:off x="4810167" y="3601567"/>
                <a:ext cx="31405" cy="26898"/>
                <a:chOff x="4810167" y="3601567"/>
                <a:chExt cx="31405" cy="26898"/>
              </a:xfrm>
            </p:grpSpPr>
            <p:sp>
              <p:nvSpPr>
                <p:cNvPr id="5905" name="Google Shape;5905;p6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7" name="Google Shape;5907;p68"/>
              <p:cNvGrpSpPr/>
              <p:nvPr/>
            </p:nvGrpSpPr>
            <p:grpSpPr>
              <a:xfrm>
                <a:off x="4831002" y="3373230"/>
                <a:ext cx="31405" cy="26898"/>
                <a:chOff x="4831002" y="3373230"/>
                <a:chExt cx="31405" cy="26898"/>
              </a:xfrm>
            </p:grpSpPr>
            <p:sp>
              <p:nvSpPr>
                <p:cNvPr id="5908" name="Google Shape;5908;p6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0" name="Google Shape;5910;p68"/>
              <p:cNvGrpSpPr/>
              <p:nvPr/>
            </p:nvGrpSpPr>
            <p:grpSpPr>
              <a:xfrm>
                <a:off x="4719311" y="3355054"/>
                <a:ext cx="31499" cy="27001"/>
                <a:chOff x="4719311" y="3355054"/>
                <a:chExt cx="31499" cy="27001"/>
              </a:xfrm>
            </p:grpSpPr>
            <p:sp>
              <p:nvSpPr>
                <p:cNvPr id="5911" name="Google Shape;5911;p6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3" name="Google Shape;5913;p68"/>
              <p:cNvGrpSpPr/>
              <p:nvPr/>
            </p:nvGrpSpPr>
            <p:grpSpPr>
              <a:xfrm>
                <a:off x="4798755" y="3450260"/>
                <a:ext cx="26930" cy="26930"/>
                <a:chOff x="4798755" y="3450260"/>
                <a:chExt cx="26930" cy="26930"/>
              </a:xfrm>
            </p:grpSpPr>
            <p:sp>
              <p:nvSpPr>
                <p:cNvPr id="5914" name="Google Shape;5914;p6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6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6" name="Google Shape;5916;p68"/>
              <p:cNvGrpSpPr/>
              <p:nvPr/>
            </p:nvGrpSpPr>
            <p:grpSpPr>
              <a:xfrm>
                <a:off x="4645576" y="3467555"/>
                <a:ext cx="31405" cy="26953"/>
                <a:chOff x="4645576" y="3467555"/>
                <a:chExt cx="31405" cy="26953"/>
              </a:xfrm>
            </p:grpSpPr>
            <p:sp>
              <p:nvSpPr>
                <p:cNvPr id="5917" name="Google Shape;5917;p6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6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9" name="Google Shape;5919;p68"/>
              <p:cNvGrpSpPr/>
              <p:nvPr/>
            </p:nvGrpSpPr>
            <p:grpSpPr>
              <a:xfrm>
                <a:off x="4687631" y="3583965"/>
                <a:ext cx="31499" cy="26898"/>
                <a:chOff x="4687631" y="3583965"/>
                <a:chExt cx="31499" cy="26898"/>
              </a:xfrm>
            </p:grpSpPr>
            <p:sp>
              <p:nvSpPr>
                <p:cNvPr id="5920" name="Google Shape;5920;p6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6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2" name="Google Shape;5922;p68"/>
              <p:cNvGrpSpPr/>
              <p:nvPr/>
            </p:nvGrpSpPr>
            <p:grpSpPr>
              <a:xfrm>
                <a:off x="4719311" y="3471314"/>
                <a:ext cx="31499" cy="27001"/>
                <a:chOff x="4719311" y="3471314"/>
                <a:chExt cx="31499" cy="27001"/>
              </a:xfrm>
            </p:grpSpPr>
            <p:sp>
              <p:nvSpPr>
                <p:cNvPr id="5923" name="Google Shape;5923;p6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6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5" name="Google Shape;5925;p68"/>
              <p:cNvGrpSpPr/>
              <p:nvPr/>
            </p:nvGrpSpPr>
            <p:grpSpPr>
              <a:xfrm>
                <a:off x="4719311" y="3434404"/>
                <a:ext cx="31499" cy="26898"/>
                <a:chOff x="4719311" y="3434404"/>
                <a:chExt cx="31499" cy="26898"/>
              </a:xfrm>
            </p:grpSpPr>
            <p:sp>
              <p:nvSpPr>
                <p:cNvPr id="5926" name="Google Shape;5926;p6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6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8" name="Google Shape;5928;p68"/>
              <p:cNvGrpSpPr/>
              <p:nvPr/>
            </p:nvGrpSpPr>
            <p:grpSpPr>
              <a:xfrm>
                <a:off x="4768876" y="3401772"/>
                <a:ext cx="31499" cy="26898"/>
                <a:chOff x="4768876" y="3401772"/>
                <a:chExt cx="31499" cy="26898"/>
              </a:xfrm>
            </p:grpSpPr>
            <p:sp>
              <p:nvSpPr>
                <p:cNvPr id="5929" name="Google Shape;5929;p6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6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1" name="Google Shape;5931;p68"/>
              <p:cNvGrpSpPr/>
              <p:nvPr/>
            </p:nvGrpSpPr>
            <p:grpSpPr>
              <a:xfrm>
                <a:off x="4762214" y="3471377"/>
                <a:ext cx="26938" cy="26938"/>
                <a:chOff x="4762214" y="3471377"/>
                <a:chExt cx="26938" cy="26938"/>
              </a:xfrm>
            </p:grpSpPr>
            <p:sp>
              <p:nvSpPr>
                <p:cNvPr id="5932" name="Google Shape;5932;p6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6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4" name="Google Shape;5934;p68"/>
              <p:cNvGrpSpPr/>
              <p:nvPr/>
            </p:nvGrpSpPr>
            <p:grpSpPr>
              <a:xfrm>
                <a:off x="4790473" y="3344782"/>
                <a:ext cx="31405" cy="26898"/>
                <a:chOff x="4790473" y="3344782"/>
                <a:chExt cx="31405" cy="26898"/>
              </a:xfrm>
            </p:grpSpPr>
            <p:sp>
              <p:nvSpPr>
                <p:cNvPr id="5935" name="Google Shape;5935;p6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6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68"/>
              <p:cNvGrpSpPr/>
              <p:nvPr/>
            </p:nvGrpSpPr>
            <p:grpSpPr>
              <a:xfrm>
                <a:off x="4823774" y="3950733"/>
                <a:ext cx="37398" cy="32034"/>
                <a:chOff x="4823774" y="3950733"/>
                <a:chExt cx="37398" cy="32034"/>
              </a:xfrm>
            </p:grpSpPr>
            <p:sp>
              <p:nvSpPr>
                <p:cNvPr id="5938" name="Google Shape;5938;p6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6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0" name="Google Shape;5940;p68"/>
              <p:cNvGrpSpPr/>
              <p:nvPr/>
            </p:nvGrpSpPr>
            <p:grpSpPr>
              <a:xfrm>
                <a:off x="4823396" y="4110566"/>
                <a:ext cx="31405" cy="26906"/>
                <a:chOff x="4823396" y="4110566"/>
                <a:chExt cx="31405" cy="26906"/>
              </a:xfrm>
            </p:grpSpPr>
            <p:sp>
              <p:nvSpPr>
                <p:cNvPr id="5941" name="Google Shape;5941;p6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6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3" name="Google Shape;5943;p68"/>
              <p:cNvGrpSpPr/>
              <p:nvPr/>
            </p:nvGrpSpPr>
            <p:grpSpPr>
              <a:xfrm>
                <a:off x="4838332" y="3821150"/>
                <a:ext cx="31499" cy="26898"/>
                <a:chOff x="4838332" y="3821150"/>
                <a:chExt cx="31499" cy="26898"/>
              </a:xfrm>
            </p:grpSpPr>
            <p:sp>
              <p:nvSpPr>
                <p:cNvPr id="5944" name="Google Shape;5944;p6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6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6" name="Google Shape;5946;p68"/>
              <p:cNvGrpSpPr/>
              <p:nvPr/>
            </p:nvGrpSpPr>
            <p:grpSpPr>
              <a:xfrm>
                <a:off x="4661275" y="3815007"/>
                <a:ext cx="36824" cy="31523"/>
                <a:chOff x="4661275" y="3815007"/>
                <a:chExt cx="36824" cy="31523"/>
              </a:xfrm>
            </p:grpSpPr>
            <p:sp>
              <p:nvSpPr>
                <p:cNvPr id="5947" name="Google Shape;5947;p6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6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9" name="Google Shape;5949;p68"/>
              <p:cNvGrpSpPr/>
              <p:nvPr/>
            </p:nvGrpSpPr>
            <p:grpSpPr>
              <a:xfrm>
                <a:off x="4558998" y="3851037"/>
                <a:ext cx="33591" cy="28699"/>
                <a:chOff x="4558998" y="3851037"/>
                <a:chExt cx="33591" cy="28699"/>
              </a:xfrm>
            </p:grpSpPr>
            <p:sp>
              <p:nvSpPr>
                <p:cNvPr id="5950" name="Google Shape;5950;p6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6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2" name="Google Shape;5952;p68"/>
              <p:cNvGrpSpPr/>
              <p:nvPr/>
            </p:nvGrpSpPr>
            <p:grpSpPr>
              <a:xfrm>
                <a:off x="4696762" y="3638587"/>
                <a:ext cx="33591" cy="28794"/>
                <a:chOff x="4696762" y="3638587"/>
                <a:chExt cx="33591" cy="28794"/>
              </a:xfrm>
            </p:grpSpPr>
            <p:sp>
              <p:nvSpPr>
                <p:cNvPr id="5953" name="Google Shape;5953;p6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6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5" name="Google Shape;5955;p68"/>
              <p:cNvGrpSpPr/>
              <p:nvPr/>
            </p:nvGrpSpPr>
            <p:grpSpPr>
              <a:xfrm>
                <a:off x="4929479" y="3939140"/>
                <a:ext cx="33497" cy="28692"/>
                <a:chOff x="4929479" y="3939140"/>
                <a:chExt cx="33497" cy="28692"/>
              </a:xfrm>
            </p:grpSpPr>
            <p:sp>
              <p:nvSpPr>
                <p:cNvPr id="5956" name="Google Shape;5956;p6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6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8" name="Google Shape;5958;p68"/>
              <p:cNvGrpSpPr/>
              <p:nvPr/>
            </p:nvGrpSpPr>
            <p:grpSpPr>
              <a:xfrm>
                <a:off x="4907119" y="3986039"/>
                <a:ext cx="33497" cy="28699"/>
                <a:chOff x="4907119" y="3986039"/>
                <a:chExt cx="33497" cy="28699"/>
              </a:xfrm>
            </p:grpSpPr>
            <p:sp>
              <p:nvSpPr>
                <p:cNvPr id="5959" name="Google Shape;5959;p6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6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1" name="Google Shape;5961;p68"/>
              <p:cNvGrpSpPr/>
              <p:nvPr/>
            </p:nvGrpSpPr>
            <p:grpSpPr>
              <a:xfrm>
                <a:off x="4911783" y="4048102"/>
                <a:ext cx="33591" cy="28762"/>
                <a:chOff x="4911783" y="4048102"/>
                <a:chExt cx="33591" cy="28762"/>
              </a:xfrm>
            </p:grpSpPr>
            <p:sp>
              <p:nvSpPr>
                <p:cNvPr id="5962" name="Google Shape;5962;p6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6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64" name="Google Shape;5964;p6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6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66" name="Google Shape;5966;p68"/>
              <p:cNvGrpSpPr/>
              <p:nvPr/>
            </p:nvGrpSpPr>
            <p:grpSpPr>
              <a:xfrm>
                <a:off x="4762623" y="3837847"/>
                <a:ext cx="42416" cy="36273"/>
                <a:chOff x="4762623" y="3837847"/>
                <a:chExt cx="42416" cy="36273"/>
              </a:xfrm>
            </p:grpSpPr>
            <p:sp>
              <p:nvSpPr>
                <p:cNvPr id="5967" name="Google Shape;5967;p6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9" name="Google Shape;5969;p68"/>
              <p:cNvGrpSpPr/>
              <p:nvPr/>
            </p:nvGrpSpPr>
            <p:grpSpPr>
              <a:xfrm>
                <a:off x="4746044" y="4104966"/>
                <a:ext cx="33497" cy="28699"/>
                <a:chOff x="4746044" y="4104966"/>
                <a:chExt cx="33497" cy="28699"/>
              </a:xfrm>
            </p:grpSpPr>
            <p:sp>
              <p:nvSpPr>
                <p:cNvPr id="5970" name="Google Shape;5970;p6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6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2" name="Google Shape;5972;p68"/>
              <p:cNvGrpSpPr/>
              <p:nvPr/>
            </p:nvGrpSpPr>
            <p:grpSpPr>
              <a:xfrm>
                <a:off x="4859646" y="4162554"/>
                <a:ext cx="33591" cy="28762"/>
                <a:chOff x="4859646" y="4162554"/>
                <a:chExt cx="33591" cy="28762"/>
              </a:xfrm>
            </p:grpSpPr>
            <p:sp>
              <p:nvSpPr>
                <p:cNvPr id="5973" name="Google Shape;5973;p6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6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75" name="Google Shape;5975;p68"/>
            <p:cNvGrpSpPr/>
            <p:nvPr/>
          </p:nvGrpSpPr>
          <p:grpSpPr>
            <a:xfrm>
              <a:off x="3597785" y="3274438"/>
              <a:ext cx="855610" cy="1122100"/>
              <a:chOff x="3597785" y="3274438"/>
              <a:chExt cx="855610" cy="1122100"/>
            </a:xfrm>
          </p:grpSpPr>
          <p:grpSp>
            <p:nvGrpSpPr>
              <p:cNvPr id="5976" name="Google Shape;5976;p68"/>
              <p:cNvGrpSpPr/>
              <p:nvPr/>
            </p:nvGrpSpPr>
            <p:grpSpPr>
              <a:xfrm>
                <a:off x="3617857" y="3284717"/>
                <a:ext cx="826785" cy="1099165"/>
                <a:chOff x="3617857" y="3284717"/>
                <a:chExt cx="826785" cy="1099165"/>
              </a:xfrm>
            </p:grpSpPr>
            <p:sp>
              <p:nvSpPr>
                <p:cNvPr id="5977" name="Google Shape;5977;p6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6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6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6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6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6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6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6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6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6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6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6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6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6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6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6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6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6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6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6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6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6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6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6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6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68"/>
              <p:cNvGrpSpPr/>
              <p:nvPr/>
            </p:nvGrpSpPr>
            <p:grpSpPr>
              <a:xfrm>
                <a:off x="4180904" y="4251758"/>
                <a:ext cx="37783" cy="32420"/>
                <a:chOff x="4180904" y="4251758"/>
                <a:chExt cx="37783" cy="32420"/>
              </a:xfrm>
            </p:grpSpPr>
            <p:sp>
              <p:nvSpPr>
                <p:cNvPr id="6034" name="Google Shape;6034;p6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6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6" name="Google Shape;6036;p68"/>
              <p:cNvGrpSpPr/>
              <p:nvPr/>
            </p:nvGrpSpPr>
            <p:grpSpPr>
              <a:xfrm>
                <a:off x="4201644" y="4081324"/>
                <a:ext cx="37783" cy="32364"/>
                <a:chOff x="4201644" y="4081324"/>
                <a:chExt cx="37783" cy="32364"/>
              </a:xfrm>
            </p:grpSpPr>
            <p:sp>
              <p:nvSpPr>
                <p:cNvPr id="6037" name="Google Shape;6037;p6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9" name="Google Shape;6039;p68"/>
              <p:cNvGrpSpPr/>
              <p:nvPr/>
            </p:nvGrpSpPr>
            <p:grpSpPr>
              <a:xfrm>
                <a:off x="4284416" y="3887428"/>
                <a:ext cx="37783" cy="32451"/>
                <a:chOff x="4284416" y="3887428"/>
                <a:chExt cx="37783" cy="32451"/>
              </a:xfrm>
            </p:grpSpPr>
            <p:sp>
              <p:nvSpPr>
                <p:cNvPr id="6040" name="Google Shape;6040;p6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6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2" name="Google Shape;6042;p68"/>
              <p:cNvGrpSpPr/>
              <p:nvPr/>
            </p:nvGrpSpPr>
            <p:grpSpPr>
              <a:xfrm>
                <a:off x="4223721" y="3860404"/>
                <a:ext cx="37870" cy="32364"/>
                <a:chOff x="4223721" y="3860404"/>
                <a:chExt cx="37870" cy="32364"/>
              </a:xfrm>
            </p:grpSpPr>
            <p:sp>
              <p:nvSpPr>
                <p:cNvPr id="6043" name="Google Shape;6043;p6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5" name="Google Shape;6045;p68"/>
              <p:cNvGrpSpPr/>
              <p:nvPr/>
            </p:nvGrpSpPr>
            <p:grpSpPr>
              <a:xfrm>
                <a:off x="4104889" y="3699242"/>
                <a:ext cx="37776" cy="32357"/>
                <a:chOff x="4104889" y="3699242"/>
                <a:chExt cx="37776" cy="32357"/>
              </a:xfrm>
            </p:grpSpPr>
            <p:sp>
              <p:nvSpPr>
                <p:cNvPr id="6046" name="Google Shape;6046;p6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6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8" name="Google Shape;6048;p68"/>
              <p:cNvGrpSpPr/>
              <p:nvPr/>
            </p:nvGrpSpPr>
            <p:grpSpPr>
              <a:xfrm>
                <a:off x="4143608" y="3475121"/>
                <a:ext cx="37878" cy="32420"/>
                <a:chOff x="4143608" y="3475121"/>
                <a:chExt cx="37878" cy="32420"/>
              </a:xfrm>
            </p:grpSpPr>
            <p:sp>
              <p:nvSpPr>
                <p:cNvPr id="6049" name="Google Shape;6049;p6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1" name="Google Shape;6051;p68"/>
              <p:cNvGrpSpPr/>
              <p:nvPr/>
            </p:nvGrpSpPr>
            <p:grpSpPr>
              <a:xfrm>
                <a:off x="4217248" y="3570893"/>
                <a:ext cx="37776" cy="32364"/>
                <a:chOff x="4217248" y="3570893"/>
                <a:chExt cx="37776" cy="32364"/>
              </a:xfrm>
            </p:grpSpPr>
            <p:sp>
              <p:nvSpPr>
                <p:cNvPr id="6052" name="Google Shape;6052;p6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4" name="Google Shape;6054;p68"/>
              <p:cNvGrpSpPr/>
              <p:nvPr/>
            </p:nvGrpSpPr>
            <p:grpSpPr>
              <a:xfrm>
                <a:off x="4255307" y="3431612"/>
                <a:ext cx="37776" cy="32451"/>
                <a:chOff x="4255307" y="3431612"/>
                <a:chExt cx="37776" cy="32451"/>
              </a:xfrm>
            </p:grpSpPr>
            <p:sp>
              <p:nvSpPr>
                <p:cNvPr id="6055" name="Google Shape;6055;p6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7" name="Google Shape;6057;p68"/>
              <p:cNvGrpSpPr/>
              <p:nvPr/>
            </p:nvGrpSpPr>
            <p:grpSpPr>
              <a:xfrm>
                <a:off x="3853052" y="3577398"/>
                <a:ext cx="37776" cy="32420"/>
                <a:chOff x="3853052" y="3577398"/>
                <a:chExt cx="37776" cy="32420"/>
              </a:xfrm>
            </p:grpSpPr>
            <p:sp>
              <p:nvSpPr>
                <p:cNvPr id="6058" name="Google Shape;6058;p6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6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0" name="Google Shape;6060;p68"/>
              <p:cNvGrpSpPr/>
              <p:nvPr/>
            </p:nvGrpSpPr>
            <p:grpSpPr>
              <a:xfrm>
                <a:off x="4039908" y="3412107"/>
                <a:ext cx="37776" cy="32357"/>
                <a:chOff x="4039908" y="3412107"/>
                <a:chExt cx="37776" cy="32357"/>
              </a:xfrm>
            </p:grpSpPr>
            <p:sp>
              <p:nvSpPr>
                <p:cNvPr id="6061" name="Google Shape;6061;p6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6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3" name="Google Shape;6063;p68"/>
              <p:cNvGrpSpPr/>
              <p:nvPr/>
            </p:nvGrpSpPr>
            <p:grpSpPr>
              <a:xfrm>
                <a:off x="4017360" y="3342061"/>
                <a:ext cx="37870" cy="32380"/>
                <a:chOff x="4017360" y="3342061"/>
                <a:chExt cx="37870" cy="32380"/>
              </a:xfrm>
            </p:grpSpPr>
            <p:sp>
              <p:nvSpPr>
                <p:cNvPr id="6064" name="Google Shape;6064;p6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6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66" name="Google Shape;6066;p6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6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8" name="Google Shape;6068;p68"/>
              <p:cNvGrpSpPr/>
              <p:nvPr/>
            </p:nvGrpSpPr>
            <p:grpSpPr>
              <a:xfrm>
                <a:off x="3750870" y="3418650"/>
                <a:ext cx="37776" cy="32380"/>
                <a:chOff x="3750870" y="3418650"/>
                <a:chExt cx="37776" cy="32380"/>
              </a:xfrm>
            </p:grpSpPr>
            <p:sp>
              <p:nvSpPr>
                <p:cNvPr id="6069" name="Google Shape;6069;p6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6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1" name="Google Shape;6071;p68"/>
              <p:cNvGrpSpPr/>
              <p:nvPr/>
            </p:nvGrpSpPr>
            <p:grpSpPr>
              <a:xfrm>
                <a:off x="3632509" y="3274438"/>
                <a:ext cx="37783" cy="32357"/>
                <a:chOff x="3632509" y="3274438"/>
                <a:chExt cx="37783" cy="32357"/>
              </a:xfrm>
            </p:grpSpPr>
            <p:sp>
              <p:nvSpPr>
                <p:cNvPr id="6072" name="Google Shape;6072;p6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6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4" name="Google Shape;6074;p68"/>
              <p:cNvGrpSpPr/>
              <p:nvPr/>
            </p:nvGrpSpPr>
            <p:grpSpPr>
              <a:xfrm>
                <a:off x="3906424" y="3297561"/>
                <a:ext cx="37776" cy="32451"/>
                <a:chOff x="3906424" y="3297561"/>
                <a:chExt cx="37776" cy="32451"/>
              </a:xfrm>
            </p:grpSpPr>
            <p:sp>
              <p:nvSpPr>
                <p:cNvPr id="6075" name="Google Shape;6075;p6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6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7" name="Google Shape;6077;p68"/>
              <p:cNvGrpSpPr/>
              <p:nvPr/>
            </p:nvGrpSpPr>
            <p:grpSpPr>
              <a:xfrm>
                <a:off x="3866084" y="3412107"/>
                <a:ext cx="37776" cy="32357"/>
                <a:chOff x="3866084" y="3412107"/>
                <a:chExt cx="37776" cy="32357"/>
              </a:xfrm>
            </p:grpSpPr>
            <p:sp>
              <p:nvSpPr>
                <p:cNvPr id="6078" name="Google Shape;6078;p6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6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0" name="Google Shape;6080;p68"/>
              <p:cNvGrpSpPr/>
              <p:nvPr/>
            </p:nvGrpSpPr>
            <p:grpSpPr>
              <a:xfrm>
                <a:off x="4023919" y="3766409"/>
                <a:ext cx="37783" cy="32357"/>
                <a:chOff x="4023919" y="3766409"/>
                <a:chExt cx="37783" cy="32357"/>
              </a:xfrm>
            </p:grpSpPr>
            <p:sp>
              <p:nvSpPr>
                <p:cNvPr id="6081" name="Google Shape;6081;p6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6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3" name="Google Shape;6083;p68"/>
              <p:cNvGrpSpPr/>
              <p:nvPr/>
            </p:nvGrpSpPr>
            <p:grpSpPr>
              <a:xfrm>
                <a:off x="3973882" y="3779449"/>
                <a:ext cx="37776" cy="32357"/>
                <a:chOff x="3973882" y="3779449"/>
                <a:chExt cx="37776" cy="32357"/>
              </a:xfrm>
            </p:grpSpPr>
            <p:sp>
              <p:nvSpPr>
                <p:cNvPr id="6084" name="Google Shape;6084;p6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6" name="Google Shape;6086;p68"/>
              <p:cNvGrpSpPr/>
              <p:nvPr/>
            </p:nvGrpSpPr>
            <p:grpSpPr>
              <a:xfrm>
                <a:off x="4073398" y="3838028"/>
                <a:ext cx="37776" cy="32380"/>
                <a:chOff x="4073398" y="3838028"/>
                <a:chExt cx="37776" cy="32380"/>
              </a:xfrm>
            </p:grpSpPr>
            <p:sp>
              <p:nvSpPr>
                <p:cNvPr id="6087" name="Google Shape;6087;p6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8"/>
              <p:cNvGrpSpPr/>
              <p:nvPr/>
            </p:nvGrpSpPr>
            <p:grpSpPr>
              <a:xfrm>
                <a:off x="4342672" y="4144496"/>
                <a:ext cx="37752" cy="32364"/>
                <a:chOff x="4342672" y="4144496"/>
                <a:chExt cx="37752" cy="32364"/>
              </a:xfrm>
            </p:grpSpPr>
            <p:sp>
              <p:nvSpPr>
                <p:cNvPr id="6090" name="Google Shape;6090;p6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68"/>
              <p:cNvGrpSpPr/>
              <p:nvPr/>
            </p:nvGrpSpPr>
            <p:grpSpPr>
              <a:xfrm>
                <a:off x="4406386" y="4056872"/>
                <a:ext cx="37783" cy="32364"/>
                <a:chOff x="4406386" y="4056872"/>
                <a:chExt cx="37783" cy="32364"/>
              </a:xfrm>
            </p:grpSpPr>
            <p:sp>
              <p:nvSpPr>
                <p:cNvPr id="6093" name="Google Shape;6093;p6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6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5" name="Google Shape;6095;p68"/>
              <p:cNvGrpSpPr/>
              <p:nvPr/>
            </p:nvGrpSpPr>
            <p:grpSpPr>
              <a:xfrm>
                <a:off x="4284416" y="4245254"/>
                <a:ext cx="37783" cy="32357"/>
                <a:chOff x="4284416" y="4245254"/>
                <a:chExt cx="37783" cy="32357"/>
              </a:xfrm>
            </p:grpSpPr>
            <p:sp>
              <p:nvSpPr>
                <p:cNvPr id="6096" name="Google Shape;6096;p6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6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8" name="Google Shape;6098;p68"/>
              <p:cNvGrpSpPr/>
              <p:nvPr/>
            </p:nvGrpSpPr>
            <p:grpSpPr>
              <a:xfrm>
                <a:off x="4219057" y="4331258"/>
                <a:ext cx="37776" cy="32364"/>
                <a:chOff x="4219057" y="4331258"/>
                <a:chExt cx="37776" cy="32364"/>
              </a:xfrm>
            </p:grpSpPr>
            <p:sp>
              <p:nvSpPr>
                <p:cNvPr id="6099" name="Google Shape;6099;p6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6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1" name="Google Shape;6101;p68"/>
              <p:cNvGrpSpPr/>
              <p:nvPr/>
            </p:nvGrpSpPr>
            <p:grpSpPr>
              <a:xfrm>
                <a:off x="4204122" y="4141688"/>
                <a:ext cx="33497" cy="28699"/>
                <a:chOff x="4204122" y="4141688"/>
                <a:chExt cx="33497" cy="28699"/>
              </a:xfrm>
            </p:grpSpPr>
            <p:sp>
              <p:nvSpPr>
                <p:cNvPr id="6102" name="Google Shape;6102;p6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4" name="Google Shape;6104;p68"/>
              <p:cNvGrpSpPr/>
              <p:nvPr/>
            </p:nvGrpSpPr>
            <p:grpSpPr>
              <a:xfrm>
                <a:off x="4301546" y="4003869"/>
                <a:ext cx="38916" cy="33324"/>
                <a:chOff x="4301546" y="4003869"/>
                <a:chExt cx="38916" cy="33324"/>
              </a:xfrm>
            </p:grpSpPr>
            <p:sp>
              <p:nvSpPr>
                <p:cNvPr id="6105" name="Google Shape;6105;p6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6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68"/>
              <p:cNvGrpSpPr/>
              <p:nvPr/>
            </p:nvGrpSpPr>
            <p:grpSpPr>
              <a:xfrm>
                <a:off x="4210681" y="3924669"/>
                <a:ext cx="36549" cy="31366"/>
                <a:chOff x="4210681" y="3924669"/>
                <a:chExt cx="36549" cy="31366"/>
              </a:xfrm>
            </p:grpSpPr>
            <p:sp>
              <p:nvSpPr>
                <p:cNvPr id="6108" name="Google Shape;6108;p6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68"/>
              <p:cNvGrpSpPr/>
              <p:nvPr/>
            </p:nvGrpSpPr>
            <p:grpSpPr>
              <a:xfrm>
                <a:off x="3987771" y="3628874"/>
                <a:ext cx="31499" cy="26993"/>
                <a:chOff x="3987771" y="3628874"/>
                <a:chExt cx="31499" cy="26993"/>
              </a:xfrm>
            </p:grpSpPr>
            <p:sp>
              <p:nvSpPr>
                <p:cNvPr id="6111" name="Google Shape;6111;p6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68"/>
              <p:cNvGrpSpPr/>
              <p:nvPr/>
            </p:nvGrpSpPr>
            <p:grpSpPr>
              <a:xfrm>
                <a:off x="4087382" y="3775674"/>
                <a:ext cx="31405" cy="26898"/>
                <a:chOff x="4087382" y="3775674"/>
                <a:chExt cx="31405" cy="26898"/>
              </a:xfrm>
            </p:grpSpPr>
            <p:sp>
              <p:nvSpPr>
                <p:cNvPr id="6114" name="Google Shape;6114;p6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68"/>
              <p:cNvGrpSpPr/>
              <p:nvPr/>
            </p:nvGrpSpPr>
            <p:grpSpPr>
              <a:xfrm>
                <a:off x="4118873" y="3856637"/>
                <a:ext cx="31405" cy="26906"/>
                <a:chOff x="4118873" y="3856637"/>
                <a:chExt cx="31405" cy="26906"/>
              </a:xfrm>
            </p:grpSpPr>
            <p:sp>
              <p:nvSpPr>
                <p:cNvPr id="6117" name="Google Shape;6117;p6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6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9" name="Google Shape;6119;p68"/>
              <p:cNvGrpSpPr/>
              <p:nvPr/>
            </p:nvGrpSpPr>
            <p:grpSpPr>
              <a:xfrm>
                <a:off x="4168541" y="3639523"/>
                <a:ext cx="31499" cy="26906"/>
                <a:chOff x="4168541" y="3639523"/>
                <a:chExt cx="31499" cy="26906"/>
              </a:xfrm>
            </p:grpSpPr>
            <p:sp>
              <p:nvSpPr>
                <p:cNvPr id="6120" name="Google Shape;6120;p6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6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2" name="Google Shape;6122;p68"/>
              <p:cNvGrpSpPr/>
              <p:nvPr/>
            </p:nvGrpSpPr>
            <p:grpSpPr>
              <a:xfrm>
                <a:off x="3965789" y="3393545"/>
                <a:ext cx="31405" cy="26945"/>
                <a:chOff x="3965789" y="3393545"/>
                <a:chExt cx="31405" cy="26945"/>
              </a:xfrm>
            </p:grpSpPr>
            <p:sp>
              <p:nvSpPr>
                <p:cNvPr id="6123" name="Google Shape;6123;p6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6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5" name="Google Shape;6125;p68"/>
              <p:cNvGrpSpPr/>
              <p:nvPr/>
            </p:nvGrpSpPr>
            <p:grpSpPr>
              <a:xfrm>
                <a:off x="3925166" y="3491008"/>
                <a:ext cx="31405" cy="27001"/>
                <a:chOff x="3925166" y="3491008"/>
                <a:chExt cx="31405" cy="27001"/>
              </a:xfrm>
            </p:grpSpPr>
            <p:sp>
              <p:nvSpPr>
                <p:cNvPr id="6126" name="Google Shape;6126;p6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6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8" name="Google Shape;6128;p68"/>
              <p:cNvGrpSpPr/>
              <p:nvPr/>
            </p:nvGrpSpPr>
            <p:grpSpPr>
              <a:xfrm>
                <a:off x="3682845" y="3340976"/>
                <a:ext cx="31397" cy="26898"/>
                <a:chOff x="3682845" y="3340976"/>
                <a:chExt cx="31397" cy="26898"/>
              </a:xfrm>
            </p:grpSpPr>
            <p:sp>
              <p:nvSpPr>
                <p:cNvPr id="6129" name="Google Shape;6129;p6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6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1" name="Google Shape;6131;p68"/>
              <p:cNvGrpSpPr/>
              <p:nvPr/>
            </p:nvGrpSpPr>
            <p:grpSpPr>
              <a:xfrm>
                <a:off x="3795393" y="3353725"/>
                <a:ext cx="31499" cy="26993"/>
                <a:chOff x="3795393" y="3353725"/>
                <a:chExt cx="31499" cy="26993"/>
              </a:xfrm>
            </p:grpSpPr>
            <p:sp>
              <p:nvSpPr>
                <p:cNvPr id="6132" name="Google Shape;6132;p6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6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4" name="Google Shape;6134;p68"/>
              <p:cNvGrpSpPr/>
              <p:nvPr/>
            </p:nvGrpSpPr>
            <p:grpSpPr>
              <a:xfrm>
                <a:off x="4176909" y="4363221"/>
                <a:ext cx="38924" cy="33316"/>
                <a:chOff x="4176909" y="4363221"/>
                <a:chExt cx="38924" cy="33316"/>
              </a:xfrm>
            </p:grpSpPr>
            <p:sp>
              <p:nvSpPr>
                <p:cNvPr id="6135" name="Google Shape;6135;p6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7" name="Google Shape;6137;p68"/>
              <p:cNvGrpSpPr/>
              <p:nvPr/>
            </p:nvGrpSpPr>
            <p:grpSpPr>
              <a:xfrm>
                <a:off x="4226191" y="4007660"/>
                <a:ext cx="33560" cy="28770"/>
                <a:chOff x="4226191" y="4007660"/>
                <a:chExt cx="33560" cy="28770"/>
              </a:xfrm>
            </p:grpSpPr>
            <p:sp>
              <p:nvSpPr>
                <p:cNvPr id="6138" name="Google Shape;6138;p6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68"/>
              <p:cNvGrpSpPr/>
              <p:nvPr/>
            </p:nvGrpSpPr>
            <p:grpSpPr>
              <a:xfrm>
                <a:off x="3597785" y="3377045"/>
                <a:ext cx="33591" cy="28699"/>
                <a:chOff x="3597785" y="3377045"/>
                <a:chExt cx="33591" cy="28699"/>
              </a:xfrm>
            </p:grpSpPr>
            <p:sp>
              <p:nvSpPr>
                <p:cNvPr id="6141" name="Google Shape;6141;p6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68"/>
              <p:cNvGrpSpPr/>
              <p:nvPr/>
            </p:nvGrpSpPr>
            <p:grpSpPr>
              <a:xfrm>
                <a:off x="3887870" y="3669796"/>
                <a:ext cx="33591" cy="28692"/>
                <a:chOff x="3887870" y="3669796"/>
                <a:chExt cx="33591" cy="28692"/>
              </a:xfrm>
            </p:grpSpPr>
            <p:sp>
              <p:nvSpPr>
                <p:cNvPr id="6144" name="Google Shape;6144;p6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6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6" name="Google Shape;6146;p68"/>
              <p:cNvGrpSpPr/>
              <p:nvPr/>
            </p:nvGrpSpPr>
            <p:grpSpPr>
              <a:xfrm>
                <a:off x="3818320" y="3481625"/>
                <a:ext cx="33497" cy="28770"/>
                <a:chOff x="3818320" y="3481625"/>
                <a:chExt cx="33497" cy="28770"/>
              </a:xfrm>
            </p:grpSpPr>
            <p:sp>
              <p:nvSpPr>
                <p:cNvPr id="6147" name="Google Shape;6147;p6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68"/>
              <p:cNvGrpSpPr/>
              <p:nvPr/>
            </p:nvGrpSpPr>
            <p:grpSpPr>
              <a:xfrm>
                <a:off x="4278139" y="4120948"/>
                <a:ext cx="37492" cy="32129"/>
                <a:chOff x="4278139" y="4120948"/>
                <a:chExt cx="37492" cy="32129"/>
              </a:xfrm>
            </p:grpSpPr>
            <p:sp>
              <p:nvSpPr>
                <p:cNvPr id="6150" name="Google Shape;6150;p6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68"/>
              <p:cNvGrpSpPr/>
              <p:nvPr/>
            </p:nvGrpSpPr>
            <p:grpSpPr>
              <a:xfrm>
                <a:off x="4419898" y="3977388"/>
                <a:ext cx="33497" cy="28692"/>
                <a:chOff x="4419898" y="3977388"/>
                <a:chExt cx="33497" cy="28692"/>
              </a:xfrm>
            </p:grpSpPr>
            <p:sp>
              <p:nvSpPr>
                <p:cNvPr id="6153" name="Google Shape;6153;p6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5" name="Google Shape;6155;p68"/>
              <p:cNvGrpSpPr/>
              <p:nvPr/>
            </p:nvGrpSpPr>
            <p:grpSpPr>
              <a:xfrm>
                <a:off x="4158930" y="4034684"/>
                <a:ext cx="33497" cy="28762"/>
                <a:chOff x="4158930" y="4034684"/>
                <a:chExt cx="33497" cy="28762"/>
              </a:xfrm>
            </p:grpSpPr>
            <p:sp>
              <p:nvSpPr>
                <p:cNvPr id="6156" name="Google Shape;6156;p6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68"/>
              <p:cNvGrpSpPr/>
              <p:nvPr/>
            </p:nvGrpSpPr>
            <p:grpSpPr>
              <a:xfrm>
                <a:off x="4134949" y="3957049"/>
                <a:ext cx="33497" cy="28770"/>
                <a:chOff x="4134949" y="3957049"/>
                <a:chExt cx="33497" cy="28770"/>
              </a:xfrm>
            </p:grpSpPr>
            <p:sp>
              <p:nvSpPr>
                <p:cNvPr id="6159" name="Google Shape;6159;p6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1" name="Google Shape;6161;p68"/>
              <p:cNvGrpSpPr/>
              <p:nvPr/>
            </p:nvGrpSpPr>
            <p:grpSpPr>
              <a:xfrm>
                <a:off x="4193653" y="4184403"/>
                <a:ext cx="43580" cy="37264"/>
                <a:chOff x="4193653" y="4184403"/>
                <a:chExt cx="43580" cy="37264"/>
              </a:xfrm>
            </p:grpSpPr>
            <p:sp>
              <p:nvSpPr>
                <p:cNvPr id="6162" name="Google Shape;6162;p6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4" name="Google Shape;6164;p68"/>
              <p:cNvGrpSpPr/>
              <p:nvPr/>
            </p:nvGrpSpPr>
            <p:grpSpPr>
              <a:xfrm>
                <a:off x="4343600" y="3943844"/>
                <a:ext cx="43580" cy="37312"/>
                <a:chOff x="4343600" y="3943844"/>
                <a:chExt cx="43580" cy="37312"/>
              </a:xfrm>
            </p:grpSpPr>
            <p:sp>
              <p:nvSpPr>
                <p:cNvPr id="6165" name="Google Shape;6165;p6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6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7" name="Google Shape;6167;p68"/>
              <p:cNvGrpSpPr/>
              <p:nvPr/>
            </p:nvGrpSpPr>
            <p:grpSpPr>
              <a:xfrm>
                <a:off x="4172339" y="3381693"/>
                <a:ext cx="31499" cy="27001"/>
                <a:chOff x="4172339" y="3381693"/>
                <a:chExt cx="31499" cy="27001"/>
              </a:xfrm>
            </p:grpSpPr>
            <p:sp>
              <p:nvSpPr>
                <p:cNvPr id="6168" name="Google Shape;6168;p6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6173"/>
        <p:cNvGrpSpPr/>
        <p:nvPr/>
      </p:nvGrpSpPr>
      <p:grpSpPr>
        <a:xfrm>
          <a:off x="0" y="0"/>
          <a:ext cx="0" cy="0"/>
          <a:chOff x="0" y="0"/>
          <a:chExt cx="0" cy="0"/>
        </a:xfrm>
      </p:grpSpPr>
      <p:grpSp>
        <p:nvGrpSpPr>
          <p:cNvPr id="6174" name="Google Shape;6174;p69"/>
          <p:cNvGrpSpPr/>
          <p:nvPr/>
        </p:nvGrpSpPr>
        <p:grpSpPr>
          <a:xfrm>
            <a:off x="729274" y="1175734"/>
            <a:ext cx="2507799" cy="206239"/>
            <a:chOff x="106648" y="895722"/>
            <a:chExt cx="4481413" cy="374300"/>
          </a:xfrm>
        </p:grpSpPr>
        <p:grpSp>
          <p:nvGrpSpPr>
            <p:cNvPr id="6175" name="Google Shape;6175;p69"/>
            <p:cNvGrpSpPr/>
            <p:nvPr/>
          </p:nvGrpSpPr>
          <p:grpSpPr>
            <a:xfrm>
              <a:off x="2233276" y="895722"/>
              <a:ext cx="1082667" cy="223591"/>
              <a:chOff x="4808316" y="2800065"/>
              <a:chExt cx="1999386" cy="412910"/>
            </a:xfrm>
          </p:grpSpPr>
          <p:sp>
            <p:nvSpPr>
              <p:cNvPr id="6176" name="Google Shape;6176;p69"/>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77" name="Google Shape;6177;p69"/>
              <p:cNvGrpSpPr/>
              <p:nvPr/>
            </p:nvGrpSpPr>
            <p:grpSpPr>
              <a:xfrm>
                <a:off x="4808316" y="2800065"/>
                <a:ext cx="92400" cy="411825"/>
                <a:chOff x="845575" y="2563700"/>
                <a:chExt cx="92400" cy="411825"/>
              </a:xfrm>
            </p:grpSpPr>
            <p:cxnSp>
              <p:nvCxnSpPr>
                <p:cNvPr id="6178" name="Google Shape;6178;p6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79" name="Google Shape;6179;p6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0" name="Google Shape;6180;p69"/>
            <p:cNvGrpSpPr/>
            <p:nvPr/>
          </p:nvGrpSpPr>
          <p:grpSpPr>
            <a:xfrm>
              <a:off x="106648" y="895722"/>
              <a:ext cx="1088401" cy="223591"/>
              <a:chOff x="881025" y="2800065"/>
              <a:chExt cx="2009975" cy="412910"/>
            </a:xfrm>
          </p:grpSpPr>
          <p:sp>
            <p:nvSpPr>
              <p:cNvPr id="6181" name="Google Shape;6181;p69"/>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82" name="Google Shape;6182;p69"/>
              <p:cNvGrpSpPr/>
              <p:nvPr/>
            </p:nvGrpSpPr>
            <p:grpSpPr>
              <a:xfrm>
                <a:off x="881025" y="2800065"/>
                <a:ext cx="92400" cy="411825"/>
                <a:chOff x="845575" y="2563700"/>
                <a:chExt cx="92400" cy="411825"/>
              </a:xfrm>
            </p:grpSpPr>
            <p:cxnSp>
              <p:nvCxnSpPr>
                <p:cNvPr id="6183" name="Google Shape;6183;p6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84" name="Google Shape;6184;p6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5" name="Google Shape;6185;p69"/>
            <p:cNvGrpSpPr/>
            <p:nvPr/>
          </p:nvGrpSpPr>
          <p:grpSpPr>
            <a:xfrm>
              <a:off x="1172346" y="1047018"/>
              <a:ext cx="1083151" cy="223003"/>
              <a:chOff x="2849073" y="3079467"/>
              <a:chExt cx="2000279" cy="411825"/>
            </a:xfrm>
          </p:grpSpPr>
          <p:sp>
            <p:nvSpPr>
              <p:cNvPr id="6186" name="Google Shape;6186;p69"/>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87" name="Google Shape;6187;p69"/>
              <p:cNvGrpSpPr/>
              <p:nvPr/>
            </p:nvGrpSpPr>
            <p:grpSpPr>
              <a:xfrm rot="10800000">
                <a:off x="2849073" y="3079467"/>
                <a:ext cx="92400" cy="411825"/>
                <a:chOff x="2070100" y="2563700"/>
                <a:chExt cx="92400" cy="411825"/>
              </a:xfrm>
            </p:grpSpPr>
            <p:cxnSp>
              <p:nvCxnSpPr>
                <p:cNvPr id="6188" name="Google Shape;6188;p6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89" name="Google Shape;6189;p6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90" name="Google Shape;6190;p69"/>
            <p:cNvGrpSpPr/>
            <p:nvPr/>
          </p:nvGrpSpPr>
          <p:grpSpPr>
            <a:xfrm>
              <a:off x="3290132" y="1047018"/>
              <a:ext cx="1297929" cy="223003"/>
              <a:chOff x="6760035" y="3079467"/>
              <a:chExt cx="2396914" cy="411825"/>
            </a:xfrm>
          </p:grpSpPr>
          <p:sp>
            <p:nvSpPr>
              <p:cNvPr id="6191" name="Google Shape;6191;p69"/>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2" name="Google Shape;6192;p69"/>
              <p:cNvGrpSpPr/>
              <p:nvPr/>
            </p:nvGrpSpPr>
            <p:grpSpPr>
              <a:xfrm rot="10800000">
                <a:off x="6760035" y="3079467"/>
                <a:ext cx="92400" cy="411825"/>
                <a:chOff x="2070100" y="2563700"/>
                <a:chExt cx="92400" cy="411825"/>
              </a:xfrm>
            </p:grpSpPr>
            <p:cxnSp>
              <p:nvCxnSpPr>
                <p:cNvPr id="6193" name="Google Shape;6193;p6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6194" name="Google Shape;6194;p6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195" name="Google Shape;6195;p69"/>
          <p:cNvGrpSpPr/>
          <p:nvPr/>
        </p:nvGrpSpPr>
        <p:grpSpPr>
          <a:xfrm>
            <a:off x="2147036" y="3575105"/>
            <a:ext cx="1086701" cy="799429"/>
            <a:chOff x="2183288" y="3555572"/>
            <a:chExt cx="1136241" cy="835873"/>
          </a:xfrm>
        </p:grpSpPr>
        <p:sp>
          <p:nvSpPr>
            <p:cNvPr id="6196" name="Google Shape;6196;p6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7" name="Google Shape;6197;p69"/>
            <p:cNvGrpSpPr/>
            <p:nvPr/>
          </p:nvGrpSpPr>
          <p:grpSpPr>
            <a:xfrm>
              <a:off x="2205895" y="3637269"/>
              <a:ext cx="1089848" cy="724993"/>
              <a:chOff x="2205895" y="3637269"/>
              <a:chExt cx="1089848" cy="724993"/>
            </a:xfrm>
          </p:grpSpPr>
          <p:sp>
            <p:nvSpPr>
              <p:cNvPr id="6198" name="Google Shape;6198;p6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6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6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04" name="Google Shape;6204;p6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05" name="Google Shape;6205;p6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6206" name="Google Shape;6206;p69"/>
            <p:cNvGrpSpPr/>
            <p:nvPr/>
          </p:nvGrpSpPr>
          <p:grpSpPr>
            <a:xfrm>
              <a:off x="3173850" y="3779426"/>
              <a:ext cx="145679" cy="70048"/>
              <a:chOff x="3173850" y="3779426"/>
              <a:chExt cx="145679" cy="70048"/>
            </a:xfrm>
          </p:grpSpPr>
          <p:cxnSp>
            <p:nvCxnSpPr>
              <p:cNvPr id="6207" name="Google Shape;6207;p6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6208" name="Google Shape;6208;p6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9" name="Google Shape;6209;p69"/>
            <p:cNvGrpSpPr/>
            <p:nvPr/>
          </p:nvGrpSpPr>
          <p:grpSpPr>
            <a:xfrm>
              <a:off x="2183288" y="4139483"/>
              <a:ext cx="145133" cy="70048"/>
              <a:chOff x="2183288" y="4139483"/>
              <a:chExt cx="145133" cy="70048"/>
            </a:xfrm>
          </p:grpSpPr>
          <p:cxnSp>
            <p:nvCxnSpPr>
              <p:cNvPr id="6210" name="Google Shape;6210;p6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6211" name="Google Shape;6211;p6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2" name="Google Shape;6212;p6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13" name="Google Shape;6213;p6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6214" name="Google Shape;6214;p69"/>
            <p:cNvGrpSpPr/>
            <p:nvPr/>
          </p:nvGrpSpPr>
          <p:grpSpPr>
            <a:xfrm>
              <a:off x="2943836" y="4268886"/>
              <a:ext cx="60717" cy="122559"/>
              <a:chOff x="2943836" y="4268886"/>
              <a:chExt cx="60717" cy="122559"/>
            </a:xfrm>
          </p:grpSpPr>
          <p:sp>
            <p:nvSpPr>
              <p:cNvPr id="6215" name="Google Shape;6215;p6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16" name="Google Shape;6216;p6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6217" name="Google Shape;6217;p69"/>
          <p:cNvGrpSpPr/>
          <p:nvPr/>
        </p:nvGrpSpPr>
        <p:grpSpPr>
          <a:xfrm>
            <a:off x="3409981" y="1496104"/>
            <a:ext cx="1675870" cy="758251"/>
            <a:chOff x="3530532" y="1496185"/>
            <a:chExt cx="1562000" cy="706730"/>
          </a:xfrm>
        </p:grpSpPr>
        <p:cxnSp>
          <p:nvCxnSpPr>
            <p:cNvPr id="6218" name="Google Shape;6218;p6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6219" name="Google Shape;6219;p69"/>
            <p:cNvGrpSpPr/>
            <p:nvPr/>
          </p:nvGrpSpPr>
          <p:grpSpPr>
            <a:xfrm>
              <a:off x="3530532" y="1496185"/>
              <a:ext cx="323430" cy="463587"/>
              <a:chOff x="3530532" y="1496185"/>
              <a:chExt cx="323430" cy="463587"/>
            </a:xfrm>
          </p:grpSpPr>
          <p:grpSp>
            <p:nvGrpSpPr>
              <p:cNvPr id="6220" name="Google Shape;6220;p69"/>
              <p:cNvGrpSpPr/>
              <p:nvPr/>
            </p:nvGrpSpPr>
            <p:grpSpPr>
              <a:xfrm>
                <a:off x="3567462" y="1496185"/>
                <a:ext cx="286500" cy="361376"/>
                <a:chOff x="3567462" y="1496185"/>
                <a:chExt cx="286500" cy="361376"/>
              </a:xfrm>
            </p:grpSpPr>
            <p:cxnSp>
              <p:nvCxnSpPr>
                <p:cNvPr id="6221" name="Google Shape;6221;p6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6222" name="Google Shape;6222;p69"/>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3" name="Google Shape;6223;p69"/>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69"/>
            <p:cNvGrpSpPr/>
            <p:nvPr/>
          </p:nvGrpSpPr>
          <p:grpSpPr>
            <a:xfrm>
              <a:off x="3891569" y="1779209"/>
              <a:ext cx="323945" cy="423706"/>
              <a:chOff x="3891569" y="1779209"/>
              <a:chExt cx="323945" cy="423706"/>
            </a:xfrm>
          </p:grpSpPr>
          <p:grpSp>
            <p:nvGrpSpPr>
              <p:cNvPr id="6225" name="Google Shape;6225;p69"/>
              <p:cNvGrpSpPr/>
              <p:nvPr/>
            </p:nvGrpSpPr>
            <p:grpSpPr>
              <a:xfrm>
                <a:off x="3929014" y="1881638"/>
                <a:ext cx="286500" cy="321278"/>
                <a:chOff x="3929014" y="1881638"/>
                <a:chExt cx="286500" cy="321278"/>
              </a:xfrm>
            </p:grpSpPr>
            <p:cxnSp>
              <p:nvCxnSpPr>
                <p:cNvPr id="6226" name="Google Shape;6226;p6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6227" name="Google Shape;6227;p69"/>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8" name="Google Shape;6228;p69"/>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9" name="Google Shape;6229;p69"/>
            <p:cNvGrpSpPr/>
            <p:nvPr/>
          </p:nvGrpSpPr>
          <p:grpSpPr>
            <a:xfrm>
              <a:off x="4252606" y="1496185"/>
              <a:ext cx="324721" cy="463587"/>
              <a:chOff x="4252606" y="1496185"/>
              <a:chExt cx="324721" cy="463587"/>
            </a:xfrm>
          </p:grpSpPr>
          <p:grpSp>
            <p:nvGrpSpPr>
              <p:cNvPr id="6230" name="Google Shape;6230;p69"/>
              <p:cNvGrpSpPr/>
              <p:nvPr/>
            </p:nvGrpSpPr>
            <p:grpSpPr>
              <a:xfrm>
                <a:off x="4290828" y="1496185"/>
                <a:ext cx="286500" cy="361376"/>
                <a:chOff x="4290828" y="1496185"/>
                <a:chExt cx="286500" cy="361376"/>
              </a:xfrm>
            </p:grpSpPr>
            <p:cxnSp>
              <p:nvCxnSpPr>
                <p:cNvPr id="6231" name="Google Shape;6231;p6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6232" name="Google Shape;6232;p69"/>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3" name="Google Shape;6233;p69"/>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4" name="Google Shape;6234;p69"/>
            <p:cNvGrpSpPr/>
            <p:nvPr/>
          </p:nvGrpSpPr>
          <p:grpSpPr>
            <a:xfrm>
              <a:off x="4613643" y="1763716"/>
              <a:ext cx="325308" cy="439200"/>
              <a:chOff x="4613643" y="1763716"/>
              <a:chExt cx="325308" cy="439200"/>
            </a:xfrm>
          </p:grpSpPr>
          <p:grpSp>
            <p:nvGrpSpPr>
              <p:cNvPr id="6235" name="Google Shape;6235;p69"/>
              <p:cNvGrpSpPr/>
              <p:nvPr/>
            </p:nvGrpSpPr>
            <p:grpSpPr>
              <a:xfrm>
                <a:off x="4652451" y="1879538"/>
                <a:ext cx="286500" cy="323378"/>
                <a:chOff x="4652451" y="1879538"/>
                <a:chExt cx="286500" cy="323378"/>
              </a:xfrm>
            </p:grpSpPr>
            <p:cxnSp>
              <p:nvCxnSpPr>
                <p:cNvPr id="6236" name="Google Shape;6236;p6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6237" name="Google Shape;6237;p69"/>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8" name="Google Shape;6238;p69"/>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39" name="Google Shape;6239;p69"/>
          <p:cNvGrpSpPr/>
          <p:nvPr/>
        </p:nvGrpSpPr>
        <p:grpSpPr>
          <a:xfrm>
            <a:off x="3421841" y="2349730"/>
            <a:ext cx="1652173" cy="391517"/>
            <a:chOff x="3512551" y="2358270"/>
            <a:chExt cx="1597383" cy="378533"/>
          </a:xfrm>
        </p:grpSpPr>
        <p:cxnSp>
          <p:nvCxnSpPr>
            <p:cNvPr id="6240" name="Google Shape;6240;p69"/>
            <p:cNvCxnSpPr>
              <a:stCxn id="6241" idx="6"/>
              <a:endCxn id="6242"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6243" name="Google Shape;6243;p69"/>
            <p:cNvGrpSpPr/>
            <p:nvPr/>
          </p:nvGrpSpPr>
          <p:grpSpPr>
            <a:xfrm>
              <a:off x="3512551" y="2358270"/>
              <a:ext cx="225647" cy="307714"/>
              <a:chOff x="2182679" y="2004714"/>
              <a:chExt cx="792300" cy="1080458"/>
            </a:xfrm>
          </p:grpSpPr>
          <p:cxnSp>
            <p:nvCxnSpPr>
              <p:cNvPr id="6244" name="Google Shape;6244;p69"/>
              <p:cNvCxnSpPr>
                <a:stCxn id="6245"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6241" name="Google Shape;6241;p6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69"/>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6" name="Google Shape;6246;p69"/>
            <p:cNvGrpSpPr/>
            <p:nvPr/>
          </p:nvGrpSpPr>
          <p:grpSpPr>
            <a:xfrm>
              <a:off x="3969644" y="2440153"/>
              <a:ext cx="225853" cy="296651"/>
              <a:chOff x="3775710" y="1729289"/>
              <a:chExt cx="136500" cy="179289"/>
            </a:xfrm>
          </p:grpSpPr>
          <p:cxnSp>
            <p:nvCxnSpPr>
              <p:cNvPr id="6247" name="Google Shape;6247;p6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6248" name="Google Shape;6248;p6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9"/>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69"/>
            <p:cNvGrpSpPr/>
            <p:nvPr/>
          </p:nvGrpSpPr>
          <p:grpSpPr>
            <a:xfrm>
              <a:off x="4427051" y="2358270"/>
              <a:ext cx="225647" cy="307714"/>
              <a:chOff x="5393704" y="2004714"/>
              <a:chExt cx="792300" cy="1080458"/>
            </a:xfrm>
          </p:grpSpPr>
          <p:cxnSp>
            <p:nvCxnSpPr>
              <p:cNvPr id="6251" name="Google Shape;6251;p69"/>
              <p:cNvCxnSpPr>
                <a:stCxn id="6252"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6253" name="Google Shape;6253;p6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9"/>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4" name="Google Shape;6254;p69"/>
            <p:cNvGrpSpPr/>
            <p:nvPr/>
          </p:nvGrpSpPr>
          <p:grpSpPr>
            <a:xfrm>
              <a:off x="4884287" y="2440252"/>
              <a:ext cx="225647" cy="296532"/>
              <a:chOff x="6999166" y="2292572"/>
              <a:chExt cx="792300" cy="1041192"/>
            </a:xfrm>
          </p:grpSpPr>
          <p:cxnSp>
            <p:nvCxnSpPr>
              <p:cNvPr id="6255" name="Google Shape;6255;p6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6242" name="Google Shape;6242;p6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69"/>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57" name="Google Shape;6257;p69"/>
          <p:cNvGrpSpPr/>
          <p:nvPr/>
        </p:nvGrpSpPr>
        <p:grpSpPr>
          <a:xfrm>
            <a:off x="6842649" y="1185930"/>
            <a:ext cx="1581844" cy="732818"/>
            <a:chOff x="634175" y="2986275"/>
            <a:chExt cx="3147949" cy="1458344"/>
          </a:xfrm>
        </p:grpSpPr>
        <p:cxnSp>
          <p:nvCxnSpPr>
            <p:cNvPr id="6258" name="Google Shape;6258;p69"/>
            <p:cNvCxnSpPr>
              <a:stCxn id="6259" idx="4"/>
              <a:endCxn id="6260"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6261" name="Google Shape;6261;p69"/>
            <p:cNvCxnSpPr>
              <a:stCxn id="6260" idx="0"/>
              <a:endCxn id="626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6263" name="Google Shape;6263;p69"/>
            <p:cNvCxnSpPr>
              <a:stCxn id="6262" idx="4"/>
              <a:endCxn id="6264"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6265" name="Google Shape;6265;p69"/>
            <p:cNvCxnSpPr>
              <a:stCxn id="6264" idx="0"/>
              <a:endCxn id="626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6266" name="Google Shape;6266;p6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2" name="Google Shape;6262;p6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59" name="Google Shape;6259;p6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4" name="Google Shape;6264;p6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260" name="Google Shape;6260;p6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6267" name="Google Shape;6267;p69"/>
          <p:cNvGrpSpPr/>
          <p:nvPr/>
        </p:nvGrpSpPr>
        <p:grpSpPr>
          <a:xfrm>
            <a:off x="3410364" y="2880240"/>
            <a:ext cx="1675128" cy="313674"/>
            <a:chOff x="998425" y="1182125"/>
            <a:chExt cx="1065400" cy="199500"/>
          </a:xfrm>
        </p:grpSpPr>
        <p:sp>
          <p:nvSpPr>
            <p:cNvPr id="6268" name="Google Shape;6268;p6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6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69"/>
          <p:cNvGrpSpPr/>
          <p:nvPr/>
        </p:nvGrpSpPr>
        <p:grpSpPr>
          <a:xfrm>
            <a:off x="3410363" y="3836206"/>
            <a:ext cx="1675129" cy="525345"/>
            <a:chOff x="5194708" y="3484366"/>
            <a:chExt cx="3148148" cy="987304"/>
          </a:xfrm>
        </p:grpSpPr>
        <p:grpSp>
          <p:nvGrpSpPr>
            <p:cNvPr id="6274" name="Google Shape;6274;p69"/>
            <p:cNvGrpSpPr/>
            <p:nvPr/>
          </p:nvGrpSpPr>
          <p:grpSpPr>
            <a:xfrm>
              <a:off x="7531521" y="3484366"/>
              <a:ext cx="811335" cy="987304"/>
              <a:chOff x="3379425" y="1617275"/>
              <a:chExt cx="1090650" cy="1327200"/>
            </a:xfrm>
          </p:grpSpPr>
          <p:sp>
            <p:nvSpPr>
              <p:cNvPr id="6275" name="Google Shape;6275;p6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6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6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8" name="Google Shape;6278;p69"/>
            <p:cNvGrpSpPr/>
            <p:nvPr/>
          </p:nvGrpSpPr>
          <p:grpSpPr>
            <a:xfrm>
              <a:off x="6752546" y="3484366"/>
              <a:ext cx="811428" cy="987304"/>
              <a:chOff x="2332275" y="1617275"/>
              <a:chExt cx="1090775" cy="1327200"/>
            </a:xfrm>
          </p:grpSpPr>
          <p:sp>
            <p:nvSpPr>
              <p:cNvPr id="6279" name="Google Shape;6279;p6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69"/>
            <p:cNvGrpSpPr/>
            <p:nvPr/>
          </p:nvGrpSpPr>
          <p:grpSpPr>
            <a:xfrm>
              <a:off x="5973664" y="3484366"/>
              <a:ext cx="811335" cy="987304"/>
              <a:chOff x="1285250" y="1617275"/>
              <a:chExt cx="1090650" cy="1327200"/>
            </a:xfrm>
          </p:grpSpPr>
          <p:sp>
            <p:nvSpPr>
              <p:cNvPr id="6283" name="Google Shape;6283;p6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6" name="Google Shape;6286;p69"/>
            <p:cNvGrpSpPr/>
            <p:nvPr/>
          </p:nvGrpSpPr>
          <p:grpSpPr>
            <a:xfrm>
              <a:off x="5194708" y="3484366"/>
              <a:ext cx="811409" cy="987304"/>
              <a:chOff x="238125" y="1617275"/>
              <a:chExt cx="1090750" cy="1327200"/>
            </a:xfrm>
          </p:grpSpPr>
          <p:sp>
            <p:nvSpPr>
              <p:cNvPr id="6287" name="Google Shape;6287;p6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6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6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90" name="Google Shape;6290;p69"/>
          <p:cNvGrpSpPr/>
          <p:nvPr/>
        </p:nvGrpSpPr>
        <p:grpSpPr>
          <a:xfrm>
            <a:off x="6844048" y="2482095"/>
            <a:ext cx="1579046" cy="522230"/>
            <a:chOff x="6853641" y="2534077"/>
            <a:chExt cx="1515545" cy="501229"/>
          </a:xfrm>
        </p:grpSpPr>
        <p:grpSp>
          <p:nvGrpSpPr>
            <p:cNvPr id="6291" name="Google Shape;6291;p69"/>
            <p:cNvGrpSpPr/>
            <p:nvPr/>
          </p:nvGrpSpPr>
          <p:grpSpPr>
            <a:xfrm>
              <a:off x="6853641" y="2618923"/>
              <a:ext cx="1515545" cy="324556"/>
              <a:chOff x="6853641" y="2618923"/>
              <a:chExt cx="1515545" cy="324556"/>
            </a:xfrm>
          </p:grpSpPr>
          <p:sp>
            <p:nvSpPr>
              <p:cNvPr id="6292" name="Google Shape;6292;p6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97" name="Google Shape;6297;p6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2" name="Google Shape;6302;p69"/>
          <p:cNvGrpSpPr/>
          <p:nvPr/>
        </p:nvGrpSpPr>
        <p:grpSpPr>
          <a:xfrm>
            <a:off x="3438940" y="3357136"/>
            <a:ext cx="1617976" cy="346616"/>
            <a:chOff x="1808063" y="4294338"/>
            <a:chExt cx="3370782" cy="721817"/>
          </a:xfrm>
        </p:grpSpPr>
        <p:sp>
          <p:nvSpPr>
            <p:cNvPr id="6303" name="Google Shape;6303;p6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3" name="Google Shape;6313;p69"/>
          <p:cNvGrpSpPr/>
          <p:nvPr/>
        </p:nvGrpSpPr>
        <p:grpSpPr>
          <a:xfrm>
            <a:off x="5264936" y="4023886"/>
            <a:ext cx="1417067" cy="350605"/>
            <a:chOff x="4234950" y="2101012"/>
            <a:chExt cx="4219974" cy="1044090"/>
          </a:xfrm>
        </p:grpSpPr>
        <p:sp>
          <p:nvSpPr>
            <p:cNvPr id="6314" name="Google Shape;6314;p6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6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6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0" name="Google Shape;6330;p69"/>
          <p:cNvGrpSpPr/>
          <p:nvPr/>
        </p:nvGrpSpPr>
        <p:grpSpPr>
          <a:xfrm>
            <a:off x="6840408" y="2014643"/>
            <a:ext cx="1586327" cy="371557"/>
            <a:chOff x="1247650" y="2075423"/>
            <a:chExt cx="6648477" cy="1557238"/>
          </a:xfrm>
        </p:grpSpPr>
        <p:sp>
          <p:nvSpPr>
            <p:cNvPr id="6331" name="Google Shape;6331;p6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6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6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69"/>
          <p:cNvGrpSpPr/>
          <p:nvPr/>
        </p:nvGrpSpPr>
        <p:grpSpPr>
          <a:xfrm>
            <a:off x="5271678" y="1167833"/>
            <a:ext cx="1415601" cy="1648533"/>
            <a:chOff x="1839112" y="2209163"/>
            <a:chExt cx="1918159" cy="2233784"/>
          </a:xfrm>
        </p:grpSpPr>
        <p:sp>
          <p:nvSpPr>
            <p:cNvPr id="6338" name="Google Shape;6338;p69"/>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9"/>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9"/>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1" name="Google Shape;6341;p69"/>
            <p:cNvCxnSpPr>
              <a:stCxn id="6338" idx="6"/>
              <a:endCxn id="6339"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6342" name="Google Shape;6342;p69"/>
            <p:cNvCxnSpPr>
              <a:stCxn id="6339" idx="4"/>
              <a:endCxn id="6343"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6344" name="Google Shape;6344;p69"/>
            <p:cNvCxnSpPr>
              <a:stCxn id="6343" idx="6"/>
              <a:endCxn id="6340"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6345" name="Google Shape;6345;p69"/>
            <p:cNvCxnSpPr>
              <a:stCxn id="6340" idx="4"/>
              <a:endCxn id="6346"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6343" name="Google Shape;6343;p69"/>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9"/>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9"/>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8" name="Google Shape;6348;p69"/>
            <p:cNvCxnSpPr>
              <a:endCxn id="6347"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6349" name="Google Shape;6349;p69"/>
          <p:cNvGrpSpPr/>
          <p:nvPr/>
        </p:nvGrpSpPr>
        <p:grpSpPr>
          <a:xfrm>
            <a:off x="3428944" y="1185917"/>
            <a:ext cx="1637968" cy="154942"/>
            <a:chOff x="238125" y="2506075"/>
            <a:chExt cx="7115411" cy="673075"/>
          </a:xfrm>
        </p:grpSpPr>
        <p:sp>
          <p:nvSpPr>
            <p:cNvPr id="6350" name="Google Shape;6350;p6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5" name="Google Shape;6355;p69"/>
          <p:cNvGrpSpPr/>
          <p:nvPr/>
        </p:nvGrpSpPr>
        <p:grpSpPr>
          <a:xfrm>
            <a:off x="1969680" y="1500635"/>
            <a:ext cx="1262932" cy="785408"/>
            <a:chOff x="548861" y="389676"/>
            <a:chExt cx="3843371" cy="2390163"/>
          </a:xfrm>
        </p:grpSpPr>
        <p:cxnSp>
          <p:nvCxnSpPr>
            <p:cNvPr id="6356" name="Google Shape;6356;p6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7" name="Google Shape;6357;p6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8" name="Google Shape;6358;p6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6359" name="Google Shape;6359;p6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6360" name="Google Shape;6360;p6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6361" name="Google Shape;6361;p6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62" name="Google Shape;6362;p6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6363" name="Google Shape;6363;p6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6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6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9" name="Google Shape;6369;p69"/>
          <p:cNvGrpSpPr/>
          <p:nvPr/>
        </p:nvGrpSpPr>
        <p:grpSpPr>
          <a:xfrm>
            <a:off x="757812" y="2607512"/>
            <a:ext cx="1412054" cy="633562"/>
            <a:chOff x="1187400" y="2529299"/>
            <a:chExt cx="6769193" cy="2241903"/>
          </a:xfrm>
        </p:grpSpPr>
        <p:sp>
          <p:nvSpPr>
            <p:cNvPr id="6370" name="Google Shape;6370;p69"/>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6371" name="Google Shape;6371;p69"/>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2" name="Google Shape;6372;p69"/>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3" name="Google Shape;6373;p69"/>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4" name="Google Shape;6374;p69"/>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5" name="Google Shape;6375;p69"/>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376" name="Google Shape;6376;p69"/>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6377" name="Google Shape;6377;p69"/>
            <p:cNvCxnSpPr>
              <a:stCxn id="6370" idx="2"/>
              <a:endCxn id="6371"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78" name="Google Shape;6378;p69"/>
            <p:cNvCxnSpPr>
              <a:stCxn id="6372" idx="0"/>
              <a:endCxn id="6370"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79" name="Google Shape;6379;p69"/>
            <p:cNvCxnSpPr>
              <a:stCxn id="6372" idx="2"/>
              <a:endCxn id="6374"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0" name="Google Shape;6380;p69"/>
            <p:cNvCxnSpPr>
              <a:stCxn id="6373" idx="0"/>
              <a:endCxn id="6372"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1" name="Google Shape;6381;p69"/>
            <p:cNvCxnSpPr>
              <a:stCxn id="6371" idx="2"/>
              <a:endCxn id="6376"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6382" name="Google Shape;6382;p69"/>
            <p:cNvCxnSpPr>
              <a:stCxn id="6375" idx="0"/>
              <a:endCxn id="6371"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6383" name="Google Shape;6383;p69"/>
          <p:cNvGrpSpPr/>
          <p:nvPr/>
        </p:nvGrpSpPr>
        <p:grpSpPr>
          <a:xfrm>
            <a:off x="6844058" y="3100221"/>
            <a:ext cx="1579035" cy="540873"/>
            <a:chOff x="6895650" y="3126697"/>
            <a:chExt cx="1436662" cy="492105"/>
          </a:xfrm>
        </p:grpSpPr>
        <p:sp>
          <p:nvSpPr>
            <p:cNvPr id="6384" name="Google Shape;6384;p6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89" name="Google Shape;6389;p69"/>
            <p:cNvGrpSpPr/>
            <p:nvPr/>
          </p:nvGrpSpPr>
          <p:grpSpPr>
            <a:xfrm>
              <a:off x="6995957" y="3335810"/>
              <a:ext cx="1230393" cy="71754"/>
              <a:chOff x="6995957" y="3287964"/>
              <a:chExt cx="1230393" cy="71754"/>
            </a:xfrm>
          </p:grpSpPr>
          <p:sp>
            <p:nvSpPr>
              <p:cNvPr id="6390" name="Google Shape;6390;p6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95" name="Google Shape;6395;p69"/>
          <p:cNvGrpSpPr/>
          <p:nvPr/>
        </p:nvGrpSpPr>
        <p:grpSpPr>
          <a:xfrm>
            <a:off x="6842640" y="3736984"/>
            <a:ext cx="1581862" cy="650625"/>
            <a:chOff x="6777990" y="3710194"/>
            <a:chExt cx="1646915" cy="677382"/>
          </a:xfrm>
        </p:grpSpPr>
        <p:grpSp>
          <p:nvGrpSpPr>
            <p:cNvPr id="6396" name="Google Shape;6396;p69"/>
            <p:cNvGrpSpPr/>
            <p:nvPr/>
          </p:nvGrpSpPr>
          <p:grpSpPr>
            <a:xfrm>
              <a:off x="6777990" y="3874492"/>
              <a:ext cx="411129" cy="513083"/>
              <a:chOff x="6777990" y="3874492"/>
              <a:chExt cx="411129" cy="513083"/>
            </a:xfrm>
          </p:grpSpPr>
          <p:cxnSp>
            <p:nvCxnSpPr>
              <p:cNvPr id="6397" name="Google Shape;6397;p6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6398" name="Google Shape;6398;p6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9" name="Google Shape;6399;p69"/>
            <p:cNvGrpSpPr/>
            <p:nvPr/>
          </p:nvGrpSpPr>
          <p:grpSpPr>
            <a:xfrm>
              <a:off x="7188425" y="3710194"/>
              <a:ext cx="411123" cy="520535"/>
              <a:chOff x="7188425" y="3710194"/>
              <a:chExt cx="411123" cy="520535"/>
            </a:xfrm>
          </p:grpSpPr>
          <p:cxnSp>
            <p:nvCxnSpPr>
              <p:cNvPr id="6400" name="Google Shape;6400;p6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6401" name="Google Shape;6401;p6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2" name="Google Shape;6402;p69"/>
            <p:cNvGrpSpPr/>
            <p:nvPr/>
          </p:nvGrpSpPr>
          <p:grpSpPr>
            <a:xfrm>
              <a:off x="7603341" y="3874492"/>
              <a:ext cx="411474" cy="513083"/>
              <a:chOff x="7603341" y="3874492"/>
              <a:chExt cx="411474" cy="513083"/>
            </a:xfrm>
          </p:grpSpPr>
          <p:cxnSp>
            <p:nvCxnSpPr>
              <p:cNvPr id="6403" name="Google Shape;6403;p6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6404" name="Google Shape;6404;p6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5" name="Google Shape;6405;p69"/>
            <p:cNvGrpSpPr/>
            <p:nvPr/>
          </p:nvGrpSpPr>
          <p:grpSpPr>
            <a:xfrm>
              <a:off x="8013776" y="3722847"/>
              <a:ext cx="411129" cy="507881"/>
              <a:chOff x="8013776" y="3722847"/>
              <a:chExt cx="411129" cy="507881"/>
            </a:xfrm>
          </p:grpSpPr>
          <p:cxnSp>
            <p:nvCxnSpPr>
              <p:cNvPr id="6406" name="Google Shape;6406;p6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6407" name="Google Shape;6407;p6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08" name="Google Shape;6408;p69"/>
          <p:cNvGrpSpPr/>
          <p:nvPr/>
        </p:nvGrpSpPr>
        <p:grpSpPr>
          <a:xfrm>
            <a:off x="5262155" y="2909824"/>
            <a:ext cx="1421889" cy="1020603"/>
            <a:chOff x="5190863" y="2824811"/>
            <a:chExt cx="1544860" cy="1108869"/>
          </a:xfrm>
        </p:grpSpPr>
        <p:grpSp>
          <p:nvGrpSpPr>
            <p:cNvPr id="6409" name="Google Shape;6409;p69"/>
            <p:cNvGrpSpPr/>
            <p:nvPr/>
          </p:nvGrpSpPr>
          <p:grpSpPr>
            <a:xfrm>
              <a:off x="5938695" y="3176919"/>
              <a:ext cx="685761" cy="404739"/>
              <a:chOff x="5938695" y="3176919"/>
              <a:chExt cx="685761" cy="404739"/>
            </a:xfrm>
          </p:grpSpPr>
          <p:grpSp>
            <p:nvGrpSpPr>
              <p:cNvPr id="6410" name="Google Shape;6410;p69"/>
              <p:cNvGrpSpPr/>
              <p:nvPr/>
            </p:nvGrpSpPr>
            <p:grpSpPr>
              <a:xfrm>
                <a:off x="5938695" y="3176919"/>
                <a:ext cx="685761" cy="404739"/>
                <a:chOff x="5938695" y="3176919"/>
                <a:chExt cx="685761" cy="404739"/>
              </a:xfrm>
            </p:grpSpPr>
            <p:sp>
              <p:nvSpPr>
                <p:cNvPr id="6411" name="Google Shape;6411;p6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3" name="Google Shape;6413;p6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69"/>
            <p:cNvGrpSpPr/>
            <p:nvPr/>
          </p:nvGrpSpPr>
          <p:grpSpPr>
            <a:xfrm>
              <a:off x="5305233" y="3176835"/>
              <a:ext cx="685971" cy="404655"/>
              <a:chOff x="5305233" y="3176835"/>
              <a:chExt cx="685971" cy="404655"/>
            </a:xfrm>
          </p:grpSpPr>
          <p:grpSp>
            <p:nvGrpSpPr>
              <p:cNvPr id="6415" name="Google Shape;6415;p69"/>
              <p:cNvGrpSpPr/>
              <p:nvPr/>
            </p:nvGrpSpPr>
            <p:grpSpPr>
              <a:xfrm>
                <a:off x="5305233" y="3176835"/>
                <a:ext cx="685971" cy="404655"/>
                <a:chOff x="5305233" y="3176835"/>
                <a:chExt cx="685971" cy="404655"/>
              </a:xfrm>
            </p:grpSpPr>
            <p:sp>
              <p:nvSpPr>
                <p:cNvPr id="6416" name="Google Shape;6416;p6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8" name="Google Shape;6418;p6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9" name="Google Shape;6419;p6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0" name="Google Shape;6420;p69"/>
            <p:cNvGrpSpPr/>
            <p:nvPr/>
          </p:nvGrpSpPr>
          <p:grpSpPr>
            <a:xfrm>
              <a:off x="5657361" y="2824811"/>
              <a:ext cx="1078361" cy="404655"/>
              <a:chOff x="5657361" y="2824811"/>
              <a:chExt cx="1078361" cy="404655"/>
            </a:xfrm>
          </p:grpSpPr>
          <p:grpSp>
            <p:nvGrpSpPr>
              <p:cNvPr id="6421" name="Google Shape;6421;p69"/>
              <p:cNvGrpSpPr/>
              <p:nvPr/>
            </p:nvGrpSpPr>
            <p:grpSpPr>
              <a:xfrm>
                <a:off x="5657361" y="2824811"/>
                <a:ext cx="1078361" cy="404655"/>
                <a:chOff x="5657361" y="2824811"/>
                <a:chExt cx="1078361" cy="404655"/>
              </a:xfrm>
            </p:grpSpPr>
            <p:grpSp>
              <p:nvGrpSpPr>
                <p:cNvPr id="6422" name="Google Shape;6422;p69"/>
                <p:cNvGrpSpPr/>
                <p:nvPr/>
              </p:nvGrpSpPr>
              <p:grpSpPr>
                <a:xfrm>
                  <a:off x="5938485" y="2824811"/>
                  <a:ext cx="797237" cy="404655"/>
                  <a:chOff x="5938485" y="2824811"/>
                  <a:chExt cx="797237" cy="404655"/>
                </a:xfrm>
              </p:grpSpPr>
              <p:sp>
                <p:nvSpPr>
                  <p:cNvPr id="6423" name="Google Shape;6423;p6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5" name="Google Shape;6425;p6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6" name="Google Shape;6426;p6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9"/>
            <p:cNvGrpSpPr/>
            <p:nvPr/>
          </p:nvGrpSpPr>
          <p:grpSpPr>
            <a:xfrm>
              <a:off x="5190863" y="3528942"/>
              <a:ext cx="1078026" cy="404739"/>
              <a:chOff x="5190863" y="3528942"/>
              <a:chExt cx="1078026" cy="404739"/>
            </a:xfrm>
          </p:grpSpPr>
          <p:sp>
            <p:nvSpPr>
              <p:cNvPr id="6428" name="Google Shape;6428;p6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9" name="Google Shape;6429;p69"/>
              <p:cNvGrpSpPr/>
              <p:nvPr/>
            </p:nvGrpSpPr>
            <p:grpSpPr>
              <a:xfrm>
                <a:off x="5190863" y="3528942"/>
                <a:ext cx="1078026" cy="404739"/>
                <a:chOff x="5190863" y="3528942"/>
                <a:chExt cx="1078026" cy="404739"/>
              </a:xfrm>
            </p:grpSpPr>
            <p:sp>
              <p:nvSpPr>
                <p:cNvPr id="6430" name="Google Shape;6430;p6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432" name="Google Shape;6432;p69"/>
          <p:cNvGrpSpPr/>
          <p:nvPr/>
        </p:nvGrpSpPr>
        <p:grpSpPr>
          <a:xfrm>
            <a:off x="728162" y="1474292"/>
            <a:ext cx="1086719" cy="879487"/>
            <a:chOff x="803162" y="1474292"/>
            <a:chExt cx="1086719" cy="879487"/>
          </a:xfrm>
        </p:grpSpPr>
        <p:grpSp>
          <p:nvGrpSpPr>
            <p:cNvPr id="6433" name="Google Shape;6433;p69"/>
            <p:cNvGrpSpPr/>
            <p:nvPr/>
          </p:nvGrpSpPr>
          <p:grpSpPr>
            <a:xfrm>
              <a:off x="803162" y="1625948"/>
              <a:ext cx="445856" cy="576579"/>
              <a:chOff x="803162" y="1625948"/>
              <a:chExt cx="445856" cy="576579"/>
            </a:xfrm>
          </p:grpSpPr>
          <p:sp>
            <p:nvSpPr>
              <p:cNvPr id="6434" name="Google Shape;6434;p6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5" name="Google Shape;6435;p69"/>
              <p:cNvGrpSpPr/>
              <p:nvPr/>
            </p:nvGrpSpPr>
            <p:grpSpPr>
              <a:xfrm>
                <a:off x="1056023" y="1625948"/>
                <a:ext cx="192995" cy="576579"/>
                <a:chOff x="1056023" y="1625948"/>
                <a:chExt cx="192995" cy="576579"/>
              </a:xfrm>
            </p:grpSpPr>
            <p:sp>
              <p:nvSpPr>
                <p:cNvPr id="6436" name="Google Shape;6436;p6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41" name="Google Shape;6441;p69"/>
            <p:cNvGrpSpPr/>
            <p:nvPr/>
          </p:nvGrpSpPr>
          <p:grpSpPr>
            <a:xfrm>
              <a:off x="1371406" y="1474292"/>
              <a:ext cx="518475" cy="879487"/>
              <a:chOff x="1398231" y="1474292"/>
              <a:chExt cx="518475" cy="879487"/>
            </a:xfrm>
          </p:grpSpPr>
          <p:grpSp>
            <p:nvGrpSpPr>
              <p:cNvPr id="6442" name="Google Shape;6442;p69"/>
              <p:cNvGrpSpPr/>
              <p:nvPr/>
            </p:nvGrpSpPr>
            <p:grpSpPr>
              <a:xfrm>
                <a:off x="1398231" y="1474292"/>
                <a:ext cx="518475" cy="341643"/>
                <a:chOff x="1398231" y="1474292"/>
                <a:chExt cx="518475" cy="341643"/>
              </a:xfrm>
            </p:grpSpPr>
            <p:sp>
              <p:nvSpPr>
                <p:cNvPr id="6443" name="Google Shape;6443;p6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69"/>
                <p:cNvGrpSpPr/>
                <p:nvPr/>
              </p:nvGrpSpPr>
              <p:grpSpPr>
                <a:xfrm>
                  <a:off x="1616453" y="1474292"/>
                  <a:ext cx="300253" cy="341643"/>
                  <a:chOff x="1616453" y="1475379"/>
                  <a:chExt cx="300253" cy="341643"/>
                </a:xfrm>
              </p:grpSpPr>
              <p:sp>
                <p:nvSpPr>
                  <p:cNvPr id="6445" name="Google Shape;6445;p6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52" name="Google Shape;6452;p69"/>
                  <p:cNvGrpSpPr/>
                  <p:nvPr/>
                </p:nvGrpSpPr>
                <p:grpSpPr>
                  <a:xfrm>
                    <a:off x="1839639" y="1475379"/>
                    <a:ext cx="77067" cy="341643"/>
                    <a:chOff x="1839639" y="1475379"/>
                    <a:chExt cx="77067" cy="341643"/>
                  </a:xfrm>
                </p:grpSpPr>
                <p:sp>
                  <p:nvSpPr>
                    <p:cNvPr id="6453" name="Google Shape;6453;p6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455" name="Google Shape;6455;p69"/>
              <p:cNvGrpSpPr/>
              <p:nvPr/>
            </p:nvGrpSpPr>
            <p:grpSpPr>
              <a:xfrm>
                <a:off x="1398451" y="2012951"/>
                <a:ext cx="518255" cy="340828"/>
                <a:chOff x="1398451" y="2012951"/>
                <a:chExt cx="518255" cy="340828"/>
              </a:xfrm>
            </p:grpSpPr>
            <p:sp>
              <p:nvSpPr>
                <p:cNvPr id="6456" name="Google Shape;6456;p6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57" name="Google Shape;6457;p69"/>
                <p:cNvGrpSpPr/>
                <p:nvPr/>
              </p:nvGrpSpPr>
              <p:grpSpPr>
                <a:xfrm>
                  <a:off x="1616453" y="2012951"/>
                  <a:ext cx="300253" cy="340828"/>
                  <a:chOff x="1616453" y="2013538"/>
                  <a:chExt cx="300253" cy="340828"/>
                </a:xfrm>
              </p:grpSpPr>
              <p:sp>
                <p:nvSpPr>
                  <p:cNvPr id="6458" name="Google Shape;6458;p6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6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65" name="Google Shape;6465;p69"/>
                  <p:cNvGrpSpPr/>
                  <p:nvPr/>
                </p:nvGrpSpPr>
                <p:grpSpPr>
                  <a:xfrm>
                    <a:off x="1839639" y="2013538"/>
                    <a:ext cx="77067" cy="340828"/>
                    <a:chOff x="1839639" y="2013538"/>
                    <a:chExt cx="77067" cy="340828"/>
                  </a:xfrm>
                </p:grpSpPr>
                <p:sp>
                  <p:nvSpPr>
                    <p:cNvPr id="6466" name="Google Shape;6466;p6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6468" name="Google Shape;6468;p69"/>
          <p:cNvGrpSpPr/>
          <p:nvPr/>
        </p:nvGrpSpPr>
        <p:grpSpPr>
          <a:xfrm>
            <a:off x="724986" y="3605478"/>
            <a:ext cx="1368681" cy="682918"/>
            <a:chOff x="724986" y="3605478"/>
            <a:chExt cx="1368681" cy="682918"/>
          </a:xfrm>
        </p:grpSpPr>
        <p:grpSp>
          <p:nvGrpSpPr>
            <p:cNvPr id="6469" name="Google Shape;6469;p69"/>
            <p:cNvGrpSpPr/>
            <p:nvPr/>
          </p:nvGrpSpPr>
          <p:grpSpPr>
            <a:xfrm>
              <a:off x="1289102" y="3823629"/>
              <a:ext cx="240442" cy="250435"/>
              <a:chOff x="-165066" y="3843615"/>
              <a:chExt cx="221259" cy="230455"/>
            </a:xfrm>
          </p:grpSpPr>
          <p:sp>
            <p:nvSpPr>
              <p:cNvPr id="6470" name="Google Shape;6470;p6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6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6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6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6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6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0" name="Google Shape;6490;p69"/>
            <p:cNvGrpSpPr/>
            <p:nvPr/>
          </p:nvGrpSpPr>
          <p:grpSpPr>
            <a:xfrm>
              <a:off x="724986" y="3605478"/>
              <a:ext cx="1368681" cy="682918"/>
              <a:chOff x="724986" y="3605478"/>
              <a:chExt cx="1368681" cy="682918"/>
            </a:xfrm>
          </p:grpSpPr>
          <p:grpSp>
            <p:nvGrpSpPr>
              <p:cNvPr id="6491" name="Google Shape;6491;p69"/>
              <p:cNvGrpSpPr/>
              <p:nvPr/>
            </p:nvGrpSpPr>
            <p:grpSpPr>
              <a:xfrm>
                <a:off x="1498221" y="4047614"/>
                <a:ext cx="529172" cy="240783"/>
                <a:chOff x="1498221" y="4047614"/>
                <a:chExt cx="529172" cy="240783"/>
              </a:xfrm>
            </p:grpSpPr>
            <p:grpSp>
              <p:nvGrpSpPr>
                <p:cNvPr id="6492" name="Google Shape;6492;p69"/>
                <p:cNvGrpSpPr/>
                <p:nvPr/>
              </p:nvGrpSpPr>
              <p:grpSpPr>
                <a:xfrm>
                  <a:off x="1826655" y="4224370"/>
                  <a:ext cx="200738" cy="25631"/>
                  <a:chOff x="1826655" y="4224370"/>
                  <a:chExt cx="200738" cy="25631"/>
                </a:xfrm>
              </p:grpSpPr>
              <p:sp>
                <p:nvSpPr>
                  <p:cNvPr id="6493" name="Google Shape;6493;p6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6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5" name="Google Shape;6495;p69"/>
                <p:cNvGrpSpPr/>
                <p:nvPr/>
              </p:nvGrpSpPr>
              <p:grpSpPr>
                <a:xfrm>
                  <a:off x="1498221" y="4047614"/>
                  <a:ext cx="328444" cy="240783"/>
                  <a:chOff x="1498221" y="4047614"/>
                  <a:chExt cx="328444" cy="240783"/>
                </a:xfrm>
              </p:grpSpPr>
              <p:sp>
                <p:nvSpPr>
                  <p:cNvPr id="6496" name="Google Shape;6496;p6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97" name="Google Shape;6497;p69"/>
                  <p:cNvGrpSpPr/>
                  <p:nvPr/>
                </p:nvGrpSpPr>
                <p:grpSpPr>
                  <a:xfrm>
                    <a:off x="1498221" y="4047614"/>
                    <a:ext cx="150566" cy="190416"/>
                    <a:chOff x="1498221" y="4047614"/>
                    <a:chExt cx="150566" cy="190416"/>
                  </a:xfrm>
                </p:grpSpPr>
                <p:sp>
                  <p:nvSpPr>
                    <p:cNvPr id="6498" name="Google Shape;6498;p6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00" name="Google Shape;6500;p69"/>
              <p:cNvGrpSpPr/>
              <p:nvPr/>
            </p:nvGrpSpPr>
            <p:grpSpPr>
              <a:xfrm>
                <a:off x="1560718" y="3800594"/>
                <a:ext cx="532948" cy="302090"/>
                <a:chOff x="1560718" y="3800594"/>
                <a:chExt cx="532948" cy="302090"/>
              </a:xfrm>
            </p:grpSpPr>
            <p:grpSp>
              <p:nvGrpSpPr>
                <p:cNvPr id="6501" name="Google Shape;6501;p69"/>
                <p:cNvGrpSpPr/>
                <p:nvPr/>
              </p:nvGrpSpPr>
              <p:grpSpPr>
                <a:xfrm>
                  <a:off x="1912179" y="3827344"/>
                  <a:ext cx="181487" cy="25631"/>
                  <a:chOff x="1912179" y="3827344"/>
                  <a:chExt cx="181487" cy="25631"/>
                </a:xfrm>
              </p:grpSpPr>
              <p:sp>
                <p:nvSpPr>
                  <p:cNvPr id="6502" name="Google Shape;6502;p6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4" name="Google Shape;6504;p69"/>
                <p:cNvGrpSpPr/>
                <p:nvPr/>
              </p:nvGrpSpPr>
              <p:grpSpPr>
                <a:xfrm>
                  <a:off x="1912179" y="4044505"/>
                  <a:ext cx="181487" cy="25622"/>
                  <a:chOff x="1912179" y="4044506"/>
                  <a:chExt cx="181487" cy="25622"/>
                </a:xfrm>
              </p:grpSpPr>
              <p:sp>
                <p:nvSpPr>
                  <p:cNvPr id="6505" name="Google Shape;6505;p6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7" name="Google Shape;6507;p69"/>
                <p:cNvGrpSpPr/>
                <p:nvPr/>
              </p:nvGrpSpPr>
              <p:grpSpPr>
                <a:xfrm>
                  <a:off x="1560718" y="3800594"/>
                  <a:ext cx="351472" cy="302090"/>
                  <a:chOff x="1560718" y="3800594"/>
                  <a:chExt cx="351472" cy="302090"/>
                </a:xfrm>
              </p:grpSpPr>
              <p:grpSp>
                <p:nvGrpSpPr>
                  <p:cNvPr id="6508" name="Google Shape;6508;p69"/>
                  <p:cNvGrpSpPr/>
                  <p:nvPr/>
                </p:nvGrpSpPr>
                <p:grpSpPr>
                  <a:xfrm>
                    <a:off x="1560718" y="3842857"/>
                    <a:ext cx="173586" cy="217131"/>
                    <a:chOff x="1560718" y="3842857"/>
                    <a:chExt cx="173586" cy="217131"/>
                  </a:xfrm>
                </p:grpSpPr>
                <p:sp>
                  <p:nvSpPr>
                    <p:cNvPr id="6509" name="Google Shape;6509;p6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12" name="Google Shape;6512;p6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514" name="Google Shape;6514;p6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15" name="Google Shape;6515;p69"/>
              <p:cNvGrpSpPr/>
              <p:nvPr/>
            </p:nvGrpSpPr>
            <p:grpSpPr>
              <a:xfrm>
                <a:off x="785350" y="3605478"/>
                <a:ext cx="535311" cy="249245"/>
                <a:chOff x="785350" y="3605478"/>
                <a:chExt cx="535311" cy="249245"/>
              </a:xfrm>
            </p:grpSpPr>
            <p:grpSp>
              <p:nvGrpSpPr>
                <p:cNvPr id="6516" name="Google Shape;6516;p69"/>
                <p:cNvGrpSpPr/>
                <p:nvPr/>
              </p:nvGrpSpPr>
              <p:grpSpPr>
                <a:xfrm>
                  <a:off x="785350" y="3605478"/>
                  <a:ext cx="376191" cy="102736"/>
                  <a:chOff x="785350" y="3605478"/>
                  <a:chExt cx="376191" cy="102736"/>
                </a:xfrm>
              </p:grpSpPr>
              <p:sp>
                <p:nvSpPr>
                  <p:cNvPr id="6517" name="Google Shape;6517;p6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0" name="Google Shape;6520;p69"/>
                <p:cNvGrpSpPr/>
                <p:nvPr/>
              </p:nvGrpSpPr>
              <p:grpSpPr>
                <a:xfrm>
                  <a:off x="1161530" y="3655851"/>
                  <a:ext cx="159131" cy="198872"/>
                  <a:chOff x="1161530" y="3655851"/>
                  <a:chExt cx="159131" cy="198872"/>
                </a:xfrm>
              </p:grpSpPr>
              <p:sp>
                <p:nvSpPr>
                  <p:cNvPr id="6521" name="Google Shape;6521;p6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523" name="Google Shape;6523;p69"/>
              <p:cNvGrpSpPr/>
              <p:nvPr/>
            </p:nvGrpSpPr>
            <p:grpSpPr>
              <a:xfrm>
                <a:off x="785350" y="4047614"/>
                <a:ext cx="535311" cy="240783"/>
                <a:chOff x="785350" y="4047614"/>
                <a:chExt cx="535311" cy="240783"/>
              </a:xfrm>
            </p:grpSpPr>
            <p:grpSp>
              <p:nvGrpSpPr>
                <p:cNvPr id="6524" name="Google Shape;6524;p69"/>
                <p:cNvGrpSpPr/>
                <p:nvPr/>
              </p:nvGrpSpPr>
              <p:grpSpPr>
                <a:xfrm>
                  <a:off x="1161636" y="4047614"/>
                  <a:ext cx="159025" cy="190415"/>
                  <a:chOff x="1161636" y="4047614"/>
                  <a:chExt cx="159025" cy="190415"/>
                </a:xfrm>
              </p:grpSpPr>
              <p:sp>
                <p:nvSpPr>
                  <p:cNvPr id="6525" name="Google Shape;6525;p6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6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7" name="Google Shape;6527;p69"/>
                <p:cNvGrpSpPr/>
                <p:nvPr/>
              </p:nvGrpSpPr>
              <p:grpSpPr>
                <a:xfrm>
                  <a:off x="785350" y="4185661"/>
                  <a:ext cx="376191" cy="102736"/>
                  <a:chOff x="785350" y="4185661"/>
                  <a:chExt cx="376191" cy="102736"/>
                </a:xfrm>
              </p:grpSpPr>
              <p:sp>
                <p:nvSpPr>
                  <p:cNvPr id="6528" name="Google Shape;6528;p6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531" name="Google Shape;6531;p69"/>
              <p:cNvGrpSpPr/>
              <p:nvPr/>
            </p:nvGrpSpPr>
            <p:grpSpPr>
              <a:xfrm>
                <a:off x="1501054" y="3605478"/>
                <a:ext cx="526340" cy="249240"/>
                <a:chOff x="1501054" y="3605478"/>
                <a:chExt cx="526340" cy="249240"/>
              </a:xfrm>
            </p:grpSpPr>
            <p:grpSp>
              <p:nvGrpSpPr>
                <p:cNvPr id="6532" name="Google Shape;6532;p69"/>
                <p:cNvGrpSpPr/>
                <p:nvPr/>
              </p:nvGrpSpPr>
              <p:grpSpPr>
                <a:xfrm>
                  <a:off x="1834208" y="3643867"/>
                  <a:ext cx="193185" cy="25622"/>
                  <a:chOff x="1834208" y="3643867"/>
                  <a:chExt cx="193185" cy="25622"/>
                </a:xfrm>
              </p:grpSpPr>
              <p:sp>
                <p:nvSpPr>
                  <p:cNvPr id="6533" name="Google Shape;6533;p6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5" name="Google Shape;6535;p69"/>
                <p:cNvGrpSpPr/>
                <p:nvPr/>
              </p:nvGrpSpPr>
              <p:grpSpPr>
                <a:xfrm>
                  <a:off x="1501054" y="3605478"/>
                  <a:ext cx="333165" cy="249240"/>
                  <a:chOff x="1501054" y="3605478"/>
                  <a:chExt cx="333165" cy="249240"/>
                </a:xfrm>
              </p:grpSpPr>
              <p:sp>
                <p:nvSpPr>
                  <p:cNvPr id="6536" name="Google Shape;6536;p6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7" name="Google Shape;6537;p69"/>
                  <p:cNvGrpSpPr/>
                  <p:nvPr/>
                </p:nvGrpSpPr>
                <p:grpSpPr>
                  <a:xfrm>
                    <a:off x="1501054" y="3655851"/>
                    <a:ext cx="155286" cy="198867"/>
                    <a:chOff x="1501054" y="3655851"/>
                    <a:chExt cx="155286" cy="198867"/>
                  </a:xfrm>
                </p:grpSpPr>
                <p:sp>
                  <p:nvSpPr>
                    <p:cNvPr id="6538" name="Google Shape;6538;p6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40" name="Google Shape;6540;p69"/>
              <p:cNvGrpSpPr/>
              <p:nvPr/>
            </p:nvGrpSpPr>
            <p:grpSpPr>
              <a:xfrm>
                <a:off x="724986" y="3800594"/>
                <a:ext cx="532950" cy="302090"/>
                <a:chOff x="724986" y="3800594"/>
                <a:chExt cx="532950" cy="302090"/>
              </a:xfrm>
            </p:grpSpPr>
            <p:grpSp>
              <p:nvGrpSpPr>
                <p:cNvPr id="6541" name="Google Shape;6541;p69"/>
                <p:cNvGrpSpPr/>
                <p:nvPr/>
              </p:nvGrpSpPr>
              <p:grpSpPr>
                <a:xfrm>
                  <a:off x="724986" y="4044367"/>
                  <a:ext cx="181314" cy="25626"/>
                  <a:chOff x="724986" y="4044367"/>
                  <a:chExt cx="181314" cy="25626"/>
                </a:xfrm>
              </p:grpSpPr>
              <p:sp>
                <p:nvSpPr>
                  <p:cNvPr id="6542" name="Google Shape;6542;p6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4" name="Google Shape;6544;p69"/>
                <p:cNvGrpSpPr/>
                <p:nvPr/>
              </p:nvGrpSpPr>
              <p:grpSpPr>
                <a:xfrm>
                  <a:off x="906290" y="3800594"/>
                  <a:ext cx="351646" cy="302090"/>
                  <a:chOff x="906290" y="3800594"/>
                  <a:chExt cx="351646" cy="302090"/>
                </a:xfrm>
              </p:grpSpPr>
              <p:grpSp>
                <p:nvGrpSpPr>
                  <p:cNvPr id="6545" name="Google Shape;6545;p69"/>
                  <p:cNvGrpSpPr/>
                  <p:nvPr/>
                </p:nvGrpSpPr>
                <p:grpSpPr>
                  <a:xfrm>
                    <a:off x="1084172" y="3842857"/>
                    <a:ext cx="173764" cy="217131"/>
                    <a:chOff x="1084172" y="3842857"/>
                    <a:chExt cx="173764" cy="217131"/>
                  </a:xfrm>
                </p:grpSpPr>
                <p:grpSp>
                  <p:nvGrpSpPr>
                    <p:cNvPr id="6546" name="Google Shape;6546;p69"/>
                    <p:cNvGrpSpPr/>
                    <p:nvPr/>
                  </p:nvGrpSpPr>
                  <p:grpSpPr>
                    <a:xfrm>
                      <a:off x="1156862" y="3936509"/>
                      <a:ext cx="101073" cy="25622"/>
                      <a:chOff x="1156862" y="3936509"/>
                      <a:chExt cx="101073" cy="25622"/>
                    </a:xfrm>
                  </p:grpSpPr>
                  <p:sp>
                    <p:nvSpPr>
                      <p:cNvPr id="6547" name="Google Shape;6547;p6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9" name="Google Shape;6549;p6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50" name="Google Shape;6550;p6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2" name="Google Shape;6552;p69"/>
                <p:cNvGrpSpPr/>
                <p:nvPr/>
              </p:nvGrpSpPr>
              <p:grpSpPr>
                <a:xfrm>
                  <a:off x="724986" y="3830189"/>
                  <a:ext cx="189533" cy="25626"/>
                  <a:chOff x="724986" y="3830189"/>
                  <a:chExt cx="189533" cy="25626"/>
                </a:xfrm>
              </p:grpSpPr>
              <p:sp>
                <p:nvSpPr>
                  <p:cNvPr id="6553" name="Google Shape;6553;p6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6555" name="Google Shape;6555;p69"/>
          <p:cNvGrpSpPr/>
          <p:nvPr/>
        </p:nvGrpSpPr>
        <p:grpSpPr>
          <a:xfrm>
            <a:off x="2253298" y="2455640"/>
            <a:ext cx="948701" cy="935378"/>
            <a:chOff x="2253298" y="2428317"/>
            <a:chExt cx="948701" cy="935378"/>
          </a:xfrm>
        </p:grpSpPr>
        <p:sp>
          <p:nvSpPr>
            <p:cNvPr id="6556" name="Google Shape;6556;p6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6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6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Shape 6592"/>
        <p:cNvGrpSpPr/>
        <p:nvPr/>
      </p:nvGrpSpPr>
      <p:grpSpPr>
        <a:xfrm>
          <a:off x="0" y="0"/>
          <a:ext cx="0" cy="0"/>
          <a:chOff x="0" y="0"/>
          <a:chExt cx="0" cy="0"/>
        </a:xfrm>
      </p:grpSpPr>
      <p:grpSp>
        <p:nvGrpSpPr>
          <p:cNvPr id="6593" name="Google Shape;6593;p70"/>
          <p:cNvGrpSpPr/>
          <p:nvPr/>
        </p:nvGrpSpPr>
        <p:grpSpPr>
          <a:xfrm>
            <a:off x="3353582" y="1145627"/>
            <a:ext cx="2363393" cy="1017867"/>
            <a:chOff x="3292400" y="1219146"/>
            <a:chExt cx="2615240" cy="1110239"/>
          </a:xfrm>
        </p:grpSpPr>
        <p:sp>
          <p:nvSpPr>
            <p:cNvPr id="6594" name="Google Shape;6594;p7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6595" name="Google Shape;6595;p7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596" name="Google Shape;6596;p7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6597" name="Google Shape;6597;p7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6598" name="Google Shape;6598;p7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6599" name="Google Shape;6599;p7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6600" name="Google Shape;6600;p7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6601" name="Google Shape;6601;p7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6602" name="Google Shape;6602;p7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6603" name="Google Shape;6603;p7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6604" name="Google Shape;6604;p7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6605" name="Google Shape;6605;p7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6606" name="Google Shape;6606;p7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6607" name="Google Shape;6607;p7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6608" name="Google Shape;6608;p70"/>
            <p:cNvGrpSpPr/>
            <p:nvPr/>
          </p:nvGrpSpPr>
          <p:grpSpPr>
            <a:xfrm>
              <a:off x="3748438" y="1378608"/>
              <a:ext cx="2159202" cy="903971"/>
              <a:chOff x="1683525" y="2179850"/>
              <a:chExt cx="4519050" cy="2134525"/>
            </a:xfrm>
          </p:grpSpPr>
          <p:sp>
            <p:nvSpPr>
              <p:cNvPr id="6609" name="Google Shape;6609;p7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0" name="Google Shape;6610;p7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1" name="Google Shape;6611;p7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2" name="Google Shape;6612;p7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3" name="Google Shape;6613;p7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4" name="Google Shape;6614;p7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5" name="Google Shape;6615;p7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6" name="Google Shape;6616;p7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7" name="Google Shape;6617;p7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8" name="Google Shape;6618;p7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19" name="Google Shape;6619;p7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6620" name="Google Shape;6620;p7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6621" name="Google Shape;6621;p70"/>
          <p:cNvGraphicFramePr/>
          <p:nvPr/>
        </p:nvGraphicFramePr>
        <p:xfrm>
          <a:off x="5949675" y="2323100"/>
          <a:ext cx="2491300" cy="868600"/>
        </p:xfrm>
        <a:graphic>
          <a:graphicData uri="http://schemas.openxmlformats.org/drawingml/2006/table">
            <a:tbl>
              <a:tblPr>
                <a:noFill/>
                <a:tableStyleId>{90535294-36AE-4AAC-83D8-889A82E35E47}</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6622" name="Google Shape;6622;p70"/>
          <p:cNvGrpSpPr/>
          <p:nvPr/>
        </p:nvGrpSpPr>
        <p:grpSpPr>
          <a:xfrm>
            <a:off x="5926924" y="3381697"/>
            <a:ext cx="2519825" cy="1001454"/>
            <a:chOff x="1906114" y="789980"/>
            <a:chExt cx="1487676" cy="606868"/>
          </a:xfrm>
        </p:grpSpPr>
        <p:cxnSp>
          <p:nvCxnSpPr>
            <p:cNvPr id="6623" name="Google Shape;6623;p7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6624" name="Google Shape;6624;p7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6625" name="Google Shape;6625;p7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6626" name="Google Shape;6626;p7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6627" name="Google Shape;6627;p7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6628" name="Google Shape;6628;p7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6629" name="Google Shape;6629;p7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6630" name="Google Shape;6630;p7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6637" name="Google Shape;6637;p7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6638" name="Google Shape;6638;p7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6639" name="Google Shape;6639;p7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0" name="Google Shape;6640;p70"/>
          <p:cNvGrpSpPr/>
          <p:nvPr/>
        </p:nvGrpSpPr>
        <p:grpSpPr>
          <a:xfrm>
            <a:off x="726399" y="1190655"/>
            <a:ext cx="2394370" cy="976502"/>
            <a:chOff x="749309" y="1112739"/>
            <a:chExt cx="2371603" cy="976502"/>
          </a:xfrm>
        </p:grpSpPr>
        <p:sp>
          <p:nvSpPr>
            <p:cNvPr id="6641" name="Google Shape;6641;p70"/>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0"/>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0"/>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0"/>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0"/>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0"/>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0"/>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0"/>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0"/>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0"/>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0"/>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0"/>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0"/>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0"/>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0"/>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0"/>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0"/>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0"/>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0"/>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0"/>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0"/>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0"/>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0"/>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0"/>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0"/>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0"/>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0"/>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0"/>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6673" name="Google Shape;6673;p70"/>
          <p:cNvGraphicFramePr/>
          <p:nvPr/>
        </p:nvGraphicFramePr>
        <p:xfrm>
          <a:off x="5949700" y="1188950"/>
          <a:ext cx="2491300" cy="976425"/>
        </p:xfrm>
        <a:graphic>
          <a:graphicData uri="http://schemas.openxmlformats.org/drawingml/2006/table">
            <a:tbl>
              <a:tblPr>
                <a:noFill/>
                <a:tableStyleId>{90535294-36AE-4AAC-83D8-889A82E35E47}</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6674" name="Google Shape;6674;p70"/>
          <p:cNvGraphicFramePr/>
          <p:nvPr/>
        </p:nvGraphicFramePr>
        <p:xfrm>
          <a:off x="3356413" y="2323100"/>
          <a:ext cx="2363400" cy="868575"/>
        </p:xfrm>
        <a:graphic>
          <a:graphicData uri="http://schemas.openxmlformats.org/drawingml/2006/table">
            <a:tbl>
              <a:tblPr>
                <a:noFill/>
                <a:tableStyleId>{90535294-36AE-4AAC-83D8-889A82E35E47}</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6675" name="Google Shape;6675;p70"/>
          <p:cNvGrpSpPr/>
          <p:nvPr/>
        </p:nvGrpSpPr>
        <p:grpSpPr>
          <a:xfrm>
            <a:off x="4100342" y="2709743"/>
            <a:ext cx="1517436" cy="74460"/>
            <a:chOff x="3980086" y="2804397"/>
            <a:chExt cx="1227600" cy="66900"/>
          </a:xfrm>
        </p:grpSpPr>
        <p:sp>
          <p:nvSpPr>
            <p:cNvPr id="6676" name="Google Shape;6676;p7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8" name="Google Shape;6678;p70"/>
          <p:cNvGrpSpPr/>
          <p:nvPr/>
        </p:nvGrpSpPr>
        <p:grpSpPr>
          <a:xfrm>
            <a:off x="4725406" y="3002330"/>
            <a:ext cx="892956" cy="74460"/>
            <a:chOff x="3980086" y="2804397"/>
            <a:chExt cx="1227600" cy="66900"/>
          </a:xfrm>
        </p:grpSpPr>
        <p:sp>
          <p:nvSpPr>
            <p:cNvPr id="6679" name="Google Shape;6679;p7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1" name="Google Shape;6681;p70"/>
          <p:cNvGrpSpPr/>
          <p:nvPr/>
        </p:nvGrpSpPr>
        <p:grpSpPr>
          <a:xfrm>
            <a:off x="3358498" y="3361213"/>
            <a:ext cx="2363244" cy="1005943"/>
            <a:chOff x="3358415" y="3361302"/>
            <a:chExt cx="2363244" cy="1024695"/>
          </a:xfrm>
        </p:grpSpPr>
        <p:grpSp>
          <p:nvGrpSpPr>
            <p:cNvPr id="6682" name="Google Shape;6682;p70"/>
            <p:cNvGrpSpPr/>
            <p:nvPr/>
          </p:nvGrpSpPr>
          <p:grpSpPr>
            <a:xfrm>
              <a:off x="3358415" y="3361302"/>
              <a:ext cx="441300" cy="1024695"/>
              <a:chOff x="3358415" y="3361302"/>
              <a:chExt cx="441300" cy="1024695"/>
            </a:xfrm>
          </p:grpSpPr>
          <p:sp>
            <p:nvSpPr>
              <p:cNvPr id="6683" name="Google Shape;6683;p70"/>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0"/>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0"/>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0"/>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0"/>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0"/>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70"/>
            <p:cNvGrpSpPr/>
            <p:nvPr/>
          </p:nvGrpSpPr>
          <p:grpSpPr>
            <a:xfrm>
              <a:off x="3838901" y="3361302"/>
              <a:ext cx="441300" cy="1024695"/>
              <a:chOff x="3838901" y="3361302"/>
              <a:chExt cx="441300" cy="1024695"/>
            </a:xfrm>
          </p:grpSpPr>
          <p:sp>
            <p:nvSpPr>
              <p:cNvPr id="6690" name="Google Shape;6690;p70"/>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0"/>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0"/>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0"/>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0"/>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0"/>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70"/>
            <p:cNvGrpSpPr/>
            <p:nvPr/>
          </p:nvGrpSpPr>
          <p:grpSpPr>
            <a:xfrm>
              <a:off x="4319387" y="3361302"/>
              <a:ext cx="441300" cy="1024695"/>
              <a:chOff x="4319387" y="3361302"/>
              <a:chExt cx="441300" cy="1024695"/>
            </a:xfrm>
          </p:grpSpPr>
          <p:sp>
            <p:nvSpPr>
              <p:cNvPr id="6697" name="Google Shape;6697;p70"/>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0"/>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0"/>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0"/>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0"/>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0"/>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70"/>
            <p:cNvGrpSpPr/>
            <p:nvPr/>
          </p:nvGrpSpPr>
          <p:grpSpPr>
            <a:xfrm>
              <a:off x="4799873" y="3361302"/>
              <a:ext cx="441300" cy="1024695"/>
              <a:chOff x="4799873" y="3361302"/>
              <a:chExt cx="441300" cy="1024695"/>
            </a:xfrm>
          </p:grpSpPr>
          <p:sp>
            <p:nvSpPr>
              <p:cNvPr id="6704" name="Google Shape;6704;p70"/>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0"/>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0"/>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0"/>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0"/>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0"/>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0" name="Google Shape;6710;p70"/>
            <p:cNvGrpSpPr/>
            <p:nvPr/>
          </p:nvGrpSpPr>
          <p:grpSpPr>
            <a:xfrm>
              <a:off x="5280360" y="3361302"/>
              <a:ext cx="441300" cy="1024695"/>
              <a:chOff x="5280360" y="3361302"/>
              <a:chExt cx="441300" cy="1024695"/>
            </a:xfrm>
          </p:grpSpPr>
          <p:sp>
            <p:nvSpPr>
              <p:cNvPr id="6711" name="Google Shape;6711;p70"/>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0"/>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0"/>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0"/>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0"/>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0"/>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6717" name="Google Shape;6717;p70"/>
          <p:cNvGraphicFramePr/>
          <p:nvPr/>
        </p:nvGraphicFramePr>
        <p:xfrm>
          <a:off x="724925" y="2323100"/>
          <a:ext cx="2403600" cy="881400"/>
        </p:xfrm>
        <a:graphic>
          <a:graphicData uri="http://schemas.openxmlformats.org/drawingml/2006/table">
            <a:tbl>
              <a:tblPr>
                <a:noFill/>
                <a:tableStyleId>{90535294-36AE-4AAC-83D8-889A82E35E47}</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6718" name="Google Shape;6718;p70"/>
          <p:cNvGrpSpPr/>
          <p:nvPr/>
        </p:nvGrpSpPr>
        <p:grpSpPr>
          <a:xfrm>
            <a:off x="726450" y="3372825"/>
            <a:ext cx="2403614" cy="1005900"/>
            <a:chOff x="726450" y="3372825"/>
            <a:chExt cx="2403614" cy="1005900"/>
          </a:xfrm>
        </p:grpSpPr>
        <p:grpSp>
          <p:nvGrpSpPr>
            <p:cNvPr id="6719" name="Google Shape;6719;p70"/>
            <p:cNvGrpSpPr/>
            <p:nvPr/>
          </p:nvGrpSpPr>
          <p:grpSpPr>
            <a:xfrm>
              <a:off x="726450" y="3696000"/>
              <a:ext cx="2403614" cy="500898"/>
              <a:chOff x="726450" y="3696000"/>
              <a:chExt cx="2403614" cy="500898"/>
            </a:xfrm>
          </p:grpSpPr>
          <p:sp>
            <p:nvSpPr>
              <p:cNvPr id="6720" name="Google Shape;6720;p70"/>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1" name="Google Shape;6721;p70"/>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6722" name="Google Shape;6722;p70"/>
            <p:cNvGrpSpPr/>
            <p:nvPr/>
          </p:nvGrpSpPr>
          <p:grpSpPr>
            <a:xfrm>
              <a:off x="1348050" y="3372825"/>
              <a:ext cx="1720425" cy="1005900"/>
              <a:chOff x="1348050" y="3372825"/>
              <a:chExt cx="1720425" cy="1005900"/>
            </a:xfrm>
          </p:grpSpPr>
          <p:sp>
            <p:nvSpPr>
              <p:cNvPr id="6723" name="Google Shape;6723;p7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4" name="Google Shape;6724;p7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5" name="Google Shape;6725;p7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6" name="Google Shape;6726;p7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6727" name="Google Shape;6727;p7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6728" name="Google Shape;6728;p70"/>
            <p:cNvGrpSpPr/>
            <p:nvPr/>
          </p:nvGrpSpPr>
          <p:grpSpPr>
            <a:xfrm>
              <a:off x="1455707" y="3731058"/>
              <a:ext cx="1491150" cy="417657"/>
              <a:chOff x="1455707" y="3731058"/>
              <a:chExt cx="1491150" cy="417657"/>
            </a:xfrm>
          </p:grpSpPr>
          <p:grpSp>
            <p:nvGrpSpPr>
              <p:cNvPr id="6729" name="Google Shape;6729;p70"/>
              <p:cNvGrpSpPr/>
              <p:nvPr/>
            </p:nvGrpSpPr>
            <p:grpSpPr>
              <a:xfrm>
                <a:off x="1472938" y="3745828"/>
                <a:ext cx="72126" cy="53788"/>
                <a:chOff x="1472938" y="3745828"/>
                <a:chExt cx="72126" cy="53788"/>
              </a:xfrm>
            </p:grpSpPr>
            <p:sp>
              <p:nvSpPr>
                <p:cNvPr id="6730" name="Google Shape;6730;p7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2" name="Google Shape;6732;p70"/>
              <p:cNvGrpSpPr/>
              <p:nvPr/>
            </p:nvGrpSpPr>
            <p:grpSpPr>
              <a:xfrm>
                <a:off x="1819181" y="4089633"/>
                <a:ext cx="72126" cy="53788"/>
                <a:chOff x="1819181" y="4089633"/>
                <a:chExt cx="72126" cy="53788"/>
              </a:xfrm>
            </p:grpSpPr>
            <p:sp>
              <p:nvSpPr>
                <p:cNvPr id="6733" name="Google Shape;6733;p7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5" name="Google Shape;6735;p70"/>
              <p:cNvGrpSpPr/>
              <p:nvPr/>
            </p:nvGrpSpPr>
            <p:grpSpPr>
              <a:xfrm>
                <a:off x="1455707" y="4084171"/>
                <a:ext cx="64321" cy="64544"/>
                <a:chOff x="1455707" y="4084171"/>
                <a:chExt cx="64321" cy="64544"/>
              </a:xfrm>
            </p:grpSpPr>
            <p:sp>
              <p:nvSpPr>
                <p:cNvPr id="6736" name="Google Shape;6736;p7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8" name="Google Shape;6738;p70"/>
              <p:cNvGrpSpPr/>
              <p:nvPr/>
            </p:nvGrpSpPr>
            <p:grpSpPr>
              <a:xfrm>
                <a:off x="1818610" y="3731058"/>
                <a:ext cx="64321" cy="64544"/>
                <a:chOff x="1818610" y="3731058"/>
                <a:chExt cx="64321" cy="64544"/>
              </a:xfrm>
            </p:grpSpPr>
            <p:sp>
              <p:nvSpPr>
                <p:cNvPr id="6739" name="Google Shape;6739;p7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1" name="Google Shape;6741;p70"/>
              <p:cNvGrpSpPr/>
              <p:nvPr/>
            </p:nvGrpSpPr>
            <p:grpSpPr>
              <a:xfrm>
                <a:off x="2172491" y="4089633"/>
                <a:ext cx="72126" cy="53788"/>
                <a:chOff x="2172491" y="4089633"/>
                <a:chExt cx="72126" cy="53788"/>
              </a:xfrm>
            </p:grpSpPr>
            <p:sp>
              <p:nvSpPr>
                <p:cNvPr id="6742" name="Google Shape;6742;p7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4" name="Google Shape;6744;p70"/>
              <p:cNvGrpSpPr/>
              <p:nvPr/>
            </p:nvGrpSpPr>
            <p:grpSpPr>
              <a:xfrm>
                <a:off x="2171920" y="3731058"/>
                <a:ext cx="64321" cy="64544"/>
                <a:chOff x="2171920" y="3731058"/>
                <a:chExt cx="64321" cy="64544"/>
              </a:xfrm>
            </p:grpSpPr>
            <p:sp>
              <p:nvSpPr>
                <p:cNvPr id="6745" name="Google Shape;6745;p7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70"/>
              <p:cNvGrpSpPr/>
              <p:nvPr/>
            </p:nvGrpSpPr>
            <p:grpSpPr>
              <a:xfrm>
                <a:off x="2874730" y="3745828"/>
                <a:ext cx="72126" cy="53788"/>
                <a:chOff x="2874730" y="3745828"/>
                <a:chExt cx="72126" cy="53788"/>
              </a:xfrm>
            </p:grpSpPr>
            <p:sp>
              <p:nvSpPr>
                <p:cNvPr id="6748" name="Google Shape;6748;p7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70"/>
              <p:cNvGrpSpPr/>
              <p:nvPr/>
            </p:nvGrpSpPr>
            <p:grpSpPr>
              <a:xfrm>
                <a:off x="2878589" y="4081481"/>
                <a:ext cx="64321" cy="64544"/>
                <a:chOff x="2878589" y="4081481"/>
                <a:chExt cx="64321" cy="64544"/>
              </a:xfrm>
            </p:grpSpPr>
            <p:sp>
              <p:nvSpPr>
                <p:cNvPr id="6751" name="Google Shape;6751;p7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3" name="Google Shape;6753;p70"/>
              <p:cNvGrpSpPr/>
              <p:nvPr/>
            </p:nvGrpSpPr>
            <p:grpSpPr>
              <a:xfrm>
                <a:off x="2525796" y="4089633"/>
                <a:ext cx="72126" cy="53788"/>
                <a:chOff x="2525796" y="4089633"/>
                <a:chExt cx="72126" cy="53788"/>
              </a:xfrm>
            </p:grpSpPr>
            <p:sp>
              <p:nvSpPr>
                <p:cNvPr id="6754" name="Google Shape;6754;p7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6" name="Google Shape;6756;p70"/>
              <p:cNvGrpSpPr/>
              <p:nvPr/>
            </p:nvGrpSpPr>
            <p:grpSpPr>
              <a:xfrm>
                <a:off x="2525225" y="3731058"/>
                <a:ext cx="64321" cy="64544"/>
                <a:chOff x="2525225" y="3731058"/>
                <a:chExt cx="64321" cy="64544"/>
              </a:xfrm>
            </p:grpSpPr>
            <p:sp>
              <p:nvSpPr>
                <p:cNvPr id="6757" name="Google Shape;6757;p7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6762"/>
        <p:cNvGrpSpPr/>
        <p:nvPr/>
      </p:nvGrpSpPr>
      <p:grpSpPr>
        <a:xfrm>
          <a:off x="0" y="0"/>
          <a:ext cx="0" cy="0"/>
          <a:chOff x="0" y="0"/>
          <a:chExt cx="0" cy="0"/>
        </a:xfrm>
      </p:grpSpPr>
      <p:grpSp>
        <p:nvGrpSpPr>
          <p:cNvPr id="6763" name="Google Shape;6763;p71"/>
          <p:cNvGrpSpPr/>
          <p:nvPr/>
        </p:nvGrpSpPr>
        <p:grpSpPr>
          <a:xfrm>
            <a:off x="732428" y="1171356"/>
            <a:ext cx="845921" cy="690752"/>
            <a:chOff x="732428" y="1198513"/>
            <a:chExt cx="845921" cy="690752"/>
          </a:xfrm>
        </p:grpSpPr>
        <p:grpSp>
          <p:nvGrpSpPr>
            <p:cNvPr id="6764" name="Google Shape;6764;p71"/>
            <p:cNvGrpSpPr/>
            <p:nvPr/>
          </p:nvGrpSpPr>
          <p:grpSpPr>
            <a:xfrm>
              <a:off x="823030" y="1198513"/>
              <a:ext cx="755319" cy="690752"/>
              <a:chOff x="823030" y="1198513"/>
              <a:chExt cx="755319" cy="690752"/>
            </a:xfrm>
          </p:grpSpPr>
          <p:sp>
            <p:nvSpPr>
              <p:cNvPr id="6765" name="Google Shape;6765;p7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7" name="Google Shape;6767;p71"/>
            <p:cNvGrpSpPr/>
            <p:nvPr/>
          </p:nvGrpSpPr>
          <p:grpSpPr>
            <a:xfrm>
              <a:off x="732428" y="1239937"/>
              <a:ext cx="739912" cy="607886"/>
              <a:chOff x="732428" y="1239937"/>
              <a:chExt cx="739912" cy="607886"/>
            </a:xfrm>
          </p:grpSpPr>
          <p:sp>
            <p:nvSpPr>
              <p:cNvPr id="6768" name="Google Shape;6768;p7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71"/>
            <p:cNvGrpSpPr/>
            <p:nvPr/>
          </p:nvGrpSpPr>
          <p:grpSpPr>
            <a:xfrm>
              <a:off x="732428" y="1277018"/>
              <a:ext cx="702832" cy="533758"/>
              <a:chOff x="732428" y="1277018"/>
              <a:chExt cx="702832" cy="533758"/>
            </a:xfrm>
          </p:grpSpPr>
          <p:sp>
            <p:nvSpPr>
              <p:cNvPr id="6771" name="Google Shape;6771;p7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71"/>
            <p:cNvGrpSpPr/>
            <p:nvPr/>
          </p:nvGrpSpPr>
          <p:grpSpPr>
            <a:xfrm>
              <a:off x="931170" y="1306653"/>
              <a:ext cx="647179" cy="474455"/>
              <a:chOff x="931170" y="1306653"/>
              <a:chExt cx="647179" cy="474455"/>
            </a:xfrm>
          </p:grpSpPr>
          <p:sp>
            <p:nvSpPr>
              <p:cNvPr id="6774" name="Google Shape;6774;p7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76" name="Google Shape;6776;p7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71"/>
          <p:cNvGrpSpPr/>
          <p:nvPr/>
        </p:nvGrpSpPr>
        <p:grpSpPr>
          <a:xfrm>
            <a:off x="3964037" y="1171363"/>
            <a:ext cx="634656" cy="699982"/>
            <a:chOff x="5985650" y="2860025"/>
            <a:chExt cx="1396075" cy="1539775"/>
          </a:xfrm>
        </p:grpSpPr>
        <p:sp>
          <p:nvSpPr>
            <p:cNvPr id="6778" name="Google Shape;6778;p7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0" name="Google Shape;6810;p71"/>
          <p:cNvGrpSpPr/>
          <p:nvPr/>
        </p:nvGrpSpPr>
        <p:grpSpPr>
          <a:xfrm>
            <a:off x="4719687" y="1171356"/>
            <a:ext cx="725845" cy="699975"/>
            <a:chOff x="4249973" y="1201875"/>
            <a:chExt cx="1958568" cy="1888762"/>
          </a:xfrm>
        </p:grpSpPr>
        <p:sp>
          <p:nvSpPr>
            <p:cNvPr id="6811" name="Google Shape;6811;p7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12" name="Google Shape;6812;p71"/>
            <p:cNvGrpSpPr/>
            <p:nvPr/>
          </p:nvGrpSpPr>
          <p:grpSpPr>
            <a:xfrm>
              <a:off x="5853086" y="1789142"/>
              <a:ext cx="355454" cy="1048099"/>
              <a:chOff x="5576108" y="2016725"/>
              <a:chExt cx="565200" cy="1666560"/>
            </a:xfrm>
          </p:grpSpPr>
          <p:sp>
            <p:nvSpPr>
              <p:cNvPr id="6813" name="Google Shape;6813;p71"/>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14" name="Google Shape;6814;p7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71"/>
            <p:cNvGrpSpPr/>
            <p:nvPr/>
          </p:nvGrpSpPr>
          <p:grpSpPr>
            <a:xfrm>
              <a:off x="4869455" y="2691676"/>
              <a:ext cx="1013897" cy="398961"/>
              <a:chOff x="4012057" y="3451825"/>
              <a:chExt cx="1612175" cy="634379"/>
            </a:xfrm>
          </p:grpSpPr>
          <p:sp>
            <p:nvSpPr>
              <p:cNvPr id="6816" name="Google Shape;6816;p71"/>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17" name="Google Shape;6817;p7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8" name="Google Shape;6818;p71"/>
            <p:cNvGrpSpPr/>
            <p:nvPr/>
          </p:nvGrpSpPr>
          <p:grpSpPr>
            <a:xfrm>
              <a:off x="4276937" y="2155961"/>
              <a:ext cx="651965" cy="891358"/>
              <a:chOff x="3069908" y="2599997"/>
              <a:chExt cx="1036675" cy="1417328"/>
            </a:xfrm>
          </p:grpSpPr>
          <p:sp>
            <p:nvSpPr>
              <p:cNvPr id="6819" name="Google Shape;6819;p71"/>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0" name="Google Shape;6820;p7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1" name="Google Shape;6821;p71"/>
            <p:cNvGrpSpPr/>
            <p:nvPr/>
          </p:nvGrpSpPr>
          <p:grpSpPr>
            <a:xfrm>
              <a:off x="5054918" y="1201875"/>
              <a:ext cx="999548" cy="602711"/>
              <a:chOff x="4306958" y="1082925"/>
              <a:chExt cx="1589359" cy="958358"/>
            </a:xfrm>
          </p:grpSpPr>
          <p:sp>
            <p:nvSpPr>
              <p:cNvPr id="6822" name="Google Shape;6822;p71"/>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3" name="Google Shape;6823;p7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4" name="Google Shape;6824;p71"/>
            <p:cNvGrpSpPr/>
            <p:nvPr/>
          </p:nvGrpSpPr>
          <p:grpSpPr>
            <a:xfrm>
              <a:off x="4249973" y="1303451"/>
              <a:ext cx="799317" cy="841334"/>
              <a:chOff x="3027033" y="1244439"/>
              <a:chExt cx="1270977" cy="1337786"/>
            </a:xfrm>
          </p:grpSpPr>
          <p:sp>
            <p:nvSpPr>
              <p:cNvPr id="6825" name="Google Shape;6825;p71"/>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6826" name="Google Shape;6826;p7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27" name="Google Shape;6827;p71"/>
          <p:cNvGrpSpPr/>
          <p:nvPr/>
        </p:nvGrpSpPr>
        <p:grpSpPr>
          <a:xfrm>
            <a:off x="4072551" y="2058137"/>
            <a:ext cx="750769" cy="683784"/>
            <a:chOff x="4204684" y="2104422"/>
            <a:chExt cx="699822" cy="637382"/>
          </a:xfrm>
        </p:grpSpPr>
        <p:grpSp>
          <p:nvGrpSpPr>
            <p:cNvPr id="6828" name="Google Shape;6828;p71"/>
            <p:cNvGrpSpPr/>
            <p:nvPr/>
          </p:nvGrpSpPr>
          <p:grpSpPr>
            <a:xfrm>
              <a:off x="4204684" y="2430067"/>
              <a:ext cx="342957" cy="311738"/>
              <a:chOff x="4204684" y="2430067"/>
              <a:chExt cx="342957" cy="311738"/>
            </a:xfrm>
          </p:grpSpPr>
          <p:sp>
            <p:nvSpPr>
              <p:cNvPr id="6829" name="Google Shape;6829;p7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1" name="Google Shape;6831;p71"/>
            <p:cNvGrpSpPr/>
            <p:nvPr/>
          </p:nvGrpSpPr>
          <p:grpSpPr>
            <a:xfrm>
              <a:off x="4561586" y="2430067"/>
              <a:ext cx="342920" cy="311738"/>
              <a:chOff x="4561586" y="2430067"/>
              <a:chExt cx="342920" cy="311738"/>
            </a:xfrm>
          </p:grpSpPr>
          <p:sp>
            <p:nvSpPr>
              <p:cNvPr id="6832" name="Google Shape;6832;p7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71"/>
            <p:cNvGrpSpPr/>
            <p:nvPr/>
          </p:nvGrpSpPr>
          <p:grpSpPr>
            <a:xfrm>
              <a:off x="4561586" y="2104422"/>
              <a:ext cx="342920" cy="311738"/>
              <a:chOff x="4561586" y="2104422"/>
              <a:chExt cx="342920" cy="311738"/>
            </a:xfrm>
          </p:grpSpPr>
          <p:sp>
            <p:nvSpPr>
              <p:cNvPr id="6835" name="Google Shape;6835;p7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7" name="Google Shape;6837;p71"/>
            <p:cNvGrpSpPr/>
            <p:nvPr/>
          </p:nvGrpSpPr>
          <p:grpSpPr>
            <a:xfrm>
              <a:off x="4204684" y="2104422"/>
              <a:ext cx="342957" cy="311664"/>
              <a:chOff x="4204684" y="2104422"/>
              <a:chExt cx="342957" cy="311664"/>
            </a:xfrm>
          </p:grpSpPr>
          <p:sp>
            <p:nvSpPr>
              <p:cNvPr id="6838" name="Google Shape;6838;p7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40" name="Google Shape;6840;p71"/>
          <p:cNvGrpSpPr/>
          <p:nvPr/>
        </p:nvGrpSpPr>
        <p:grpSpPr>
          <a:xfrm>
            <a:off x="5536984" y="1171351"/>
            <a:ext cx="660591" cy="688867"/>
            <a:chOff x="5830645" y="1267368"/>
            <a:chExt cx="530340" cy="553040"/>
          </a:xfrm>
        </p:grpSpPr>
        <p:sp>
          <p:nvSpPr>
            <p:cNvPr id="6841" name="Google Shape;6841;p7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42" name="Google Shape;6842;p71"/>
            <p:cNvGrpSpPr/>
            <p:nvPr/>
          </p:nvGrpSpPr>
          <p:grpSpPr>
            <a:xfrm>
              <a:off x="5830645" y="1267368"/>
              <a:ext cx="259743" cy="269909"/>
              <a:chOff x="5830645" y="1267368"/>
              <a:chExt cx="259743" cy="269909"/>
            </a:xfrm>
          </p:grpSpPr>
          <p:sp>
            <p:nvSpPr>
              <p:cNvPr id="6843" name="Google Shape;6843;p7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5" name="Google Shape;6845;p71"/>
            <p:cNvGrpSpPr/>
            <p:nvPr/>
          </p:nvGrpSpPr>
          <p:grpSpPr>
            <a:xfrm>
              <a:off x="6101293" y="1267368"/>
              <a:ext cx="259692" cy="269909"/>
              <a:chOff x="6101293" y="1267368"/>
              <a:chExt cx="259692" cy="269909"/>
            </a:xfrm>
          </p:grpSpPr>
          <p:sp>
            <p:nvSpPr>
              <p:cNvPr id="6846" name="Google Shape;6846;p7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8" name="Google Shape;6848;p71"/>
            <p:cNvGrpSpPr/>
            <p:nvPr/>
          </p:nvGrpSpPr>
          <p:grpSpPr>
            <a:xfrm>
              <a:off x="5830645" y="1550500"/>
              <a:ext cx="259692" cy="269909"/>
              <a:chOff x="5830645" y="1550500"/>
              <a:chExt cx="259692" cy="269909"/>
            </a:xfrm>
          </p:grpSpPr>
          <p:sp>
            <p:nvSpPr>
              <p:cNvPr id="6849" name="Google Shape;6849;p7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71"/>
            <p:cNvGrpSpPr/>
            <p:nvPr/>
          </p:nvGrpSpPr>
          <p:grpSpPr>
            <a:xfrm>
              <a:off x="6101293" y="1550500"/>
              <a:ext cx="259692" cy="269909"/>
              <a:chOff x="6101293" y="1550500"/>
              <a:chExt cx="259692" cy="269909"/>
            </a:xfrm>
          </p:grpSpPr>
          <p:sp>
            <p:nvSpPr>
              <p:cNvPr id="6852" name="Google Shape;6852;p7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54" name="Google Shape;6854;p71"/>
          <p:cNvGrpSpPr/>
          <p:nvPr/>
        </p:nvGrpSpPr>
        <p:grpSpPr>
          <a:xfrm>
            <a:off x="739138" y="2061810"/>
            <a:ext cx="697154" cy="679574"/>
            <a:chOff x="2679875" y="2361475"/>
            <a:chExt cx="780425" cy="760575"/>
          </a:xfrm>
        </p:grpSpPr>
        <p:sp>
          <p:nvSpPr>
            <p:cNvPr id="6855" name="Google Shape;6855;p7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1" name="Google Shape;6861;p71"/>
          <p:cNvGrpSpPr/>
          <p:nvPr/>
        </p:nvGrpSpPr>
        <p:grpSpPr>
          <a:xfrm>
            <a:off x="3138297" y="1171402"/>
            <a:ext cx="735829" cy="684547"/>
            <a:chOff x="3351965" y="1148808"/>
            <a:chExt cx="750770" cy="698375"/>
          </a:xfrm>
        </p:grpSpPr>
        <p:grpSp>
          <p:nvGrpSpPr>
            <p:cNvPr id="6862" name="Google Shape;6862;p71"/>
            <p:cNvGrpSpPr/>
            <p:nvPr/>
          </p:nvGrpSpPr>
          <p:grpSpPr>
            <a:xfrm>
              <a:off x="3586796" y="1148808"/>
              <a:ext cx="294857" cy="286830"/>
              <a:chOff x="3750225" y="1774000"/>
              <a:chExt cx="149575" cy="145525"/>
            </a:xfrm>
          </p:grpSpPr>
          <p:sp>
            <p:nvSpPr>
              <p:cNvPr id="6863" name="Google Shape;6863;p7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5" name="Google Shape;6865;p71"/>
            <p:cNvGrpSpPr/>
            <p:nvPr/>
          </p:nvGrpSpPr>
          <p:grpSpPr>
            <a:xfrm>
              <a:off x="3779245" y="1375768"/>
              <a:ext cx="323490" cy="286978"/>
              <a:chOff x="3847850" y="1889150"/>
              <a:chExt cx="164100" cy="145600"/>
            </a:xfrm>
          </p:grpSpPr>
          <p:sp>
            <p:nvSpPr>
              <p:cNvPr id="6866" name="Google Shape;6866;p7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8" name="Google Shape;6868;p71"/>
            <p:cNvGrpSpPr/>
            <p:nvPr/>
          </p:nvGrpSpPr>
          <p:grpSpPr>
            <a:xfrm>
              <a:off x="3351965" y="1330435"/>
              <a:ext cx="295449" cy="285401"/>
              <a:chOff x="3631100" y="1866150"/>
              <a:chExt cx="149875" cy="144800"/>
            </a:xfrm>
          </p:grpSpPr>
          <p:sp>
            <p:nvSpPr>
              <p:cNvPr id="6869" name="Google Shape;6869;p7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1" name="Google Shape;6871;p71"/>
            <p:cNvGrpSpPr/>
            <p:nvPr/>
          </p:nvGrpSpPr>
          <p:grpSpPr>
            <a:xfrm>
              <a:off x="3548208" y="1560352"/>
              <a:ext cx="294808" cy="286830"/>
              <a:chOff x="3730650" y="1982800"/>
              <a:chExt cx="149550" cy="145525"/>
            </a:xfrm>
          </p:grpSpPr>
          <p:sp>
            <p:nvSpPr>
              <p:cNvPr id="6872" name="Google Shape;6872;p7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74" name="Google Shape;6874;p71"/>
          <p:cNvGrpSpPr/>
          <p:nvPr/>
        </p:nvGrpSpPr>
        <p:grpSpPr>
          <a:xfrm>
            <a:off x="7639949" y="1171356"/>
            <a:ext cx="804565" cy="677795"/>
            <a:chOff x="7636443" y="1204988"/>
            <a:chExt cx="804565" cy="677795"/>
          </a:xfrm>
        </p:grpSpPr>
        <p:grpSp>
          <p:nvGrpSpPr>
            <p:cNvPr id="6875" name="Google Shape;6875;p71"/>
            <p:cNvGrpSpPr/>
            <p:nvPr/>
          </p:nvGrpSpPr>
          <p:grpSpPr>
            <a:xfrm>
              <a:off x="7636443" y="1509705"/>
              <a:ext cx="804565" cy="373078"/>
              <a:chOff x="7636443" y="1509705"/>
              <a:chExt cx="804565" cy="373078"/>
            </a:xfrm>
          </p:grpSpPr>
          <p:sp>
            <p:nvSpPr>
              <p:cNvPr id="6876" name="Google Shape;6876;p7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8" name="Google Shape;6878;p71"/>
            <p:cNvGrpSpPr/>
            <p:nvPr/>
          </p:nvGrpSpPr>
          <p:grpSpPr>
            <a:xfrm>
              <a:off x="7636443" y="1408133"/>
              <a:ext cx="804565" cy="373078"/>
              <a:chOff x="7636443" y="1408133"/>
              <a:chExt cx="804565" cy="373078"/>
            </a:xfrm>
          </p:grpSpPr>
          <p:sp>
            <p:nvSpPr>
              <p:cNvPr id="6879" name="Google Shape;6879;p7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1" name="Google Shape;6881;p71"/>
            <p:cNvGrpSpPr/>
            <p:nvPr/>
          </p:nvGrpSpPr>
          <p:grpSpPr>
            <a:xfrm>
              <a:off x="7636443" y="1306560"/>
              <a:ext cx="804565" cy="373078"/>
              <a:chOff x="7636443" y="1306560"/>
              <a:chExt cx="804565" cy="373078"/>
            </a:xfrm>
          </p:grpSpPr>
          <p:sp>
            <p:nvSpPr>
              <p:cNvPr id="6882" name="Google Shape;6882;p7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4" name="Google Shape;6884;p71"/>
            <p:cNvGrpSpPr/>
            <p:nvPr/>
          </p:nvGrpSpPr>
          <p:grpSpPr>
            <a:xfrm>
              <a:off x="7636443" y="1204988"/>
              <a:ext cx="804565" cy="373078"/>
              <a:chOff x="7636443" y="1204988"/>
              <a:chExt cx="804565" cy="373078"/>
            </a:xfrm>
          </p:grpSpPr>
          <p:sp>
            <p:nvSpPr>
              <p:cNvPr id="6885" name="Google Shape;6885;p7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87" name="Google Shape;6887;p71"/>
          <p:cNvGrpSpPr/>
          <p:nvPr/>
        </p:nvGrpSpPr>
        <p:grpSpPr>
          <a:xfrm>
            <a:off x="4978796" y="2078771"/>
            <a:ext cx="661339" cy="661188"/>
            <a:chOff x="3990000" y="975400"/>
            <a:chExt cx="3934200" cy="3933300"/>
          </a:xfrm>
        </p:grpSpPr>
        <p:sp>
          <p:nvSpPr>
            <p:cNvPr id="6888" name="Google Shape;6888;p71"/>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1"/>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1"/>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1"/>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2" name="Google Shape;6892;p71"/>
          <p:cNvGrpSpPr/>
          <p:nvPr/>
        </p:nvGrpSpPr>
        <p:grpSpPr>
          <a:xfrm>
            <a:off x="6622444" y="2057409"/>
            <a:ext cx="868881" cy="684241"/>
            <a:chOff x="6598259" y="2078634"/>
            <a:chExt cx="868881" cy="684241"/>
          </a:xfrm>
        </p:grpSpPr>
        <p:sp>
          <p:nvSpPr>
            <p:cNvPr id="6893" name="Google Shape;6893;p7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99" name="Google Shape;6899;p71"/>
            <p:cNvGrpSpPr/>
            <p:nvPr/>
          </p:nvGrpSpPr>
          <p:grpSpPr>
            <a:xfrm>
              <a:off x="6808175" y="2078634"/>
              <a:ext cx="452229" cy="684241"/>
              <a:chOff x="6808175" y="2078634"/>
              <a:chExt cx="452229" cy="684241"/>
            </a:xfrm>
          </p:grpSpPr>
          <p:sp>
            <p:nvSpPr>
              <p:cNvPr id="6900" name="Google Shape;6900;p7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06" name="Google Shape;6906;p71"/>
              <p:cNvGrpSpPr/>
              <p:nvPr/>
            </p:nvGrpSpPr>
            <p:grpSpPr>
              <a:xfrm>
                <a:off x="6821586" y="2078634"/>
                <a:ext cx="426871" cy="684241"/>
                <a:chOff x="6821586" y="2078634"/>
                <a:chExt cx="426871" cy="684241"/>
              </a:xfrm>
            </p:grpSpPr>
            <p:grpSp>
              <p:nvGrpSpPr>
                <p:cNvPr id="6907" name="Google Shape;6907;p71"/>
                <p:cNvGrpSpPr/>
                <p:nvPr/>
              </p:nvGrpSpPr>
              <p:grpSpPr>
                <a:xfrm>
                  <a:off x="6821586" y="2078634"/>
                  <a:ext cx="426871" cy="684241"/>
                  <a:chOff x="6821586" y="2078634"/>
                  <a:chExt cx="426871" cy="684241"/>
                </a:xfrm>
              </p:grpSpPr>
              <p:sp>
                <p:nvSpPr>
                  <p:cNvPr id="6908" name="Google Shape;6908;p7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27" name="Google Shape;6927;p7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933" name="Google Shape;6933;p71"/>
          <p:cNvGrpSpPr/>
          <p:nvPr/>
        </p:nvGrpSpPr>
        <p:grpSpPr>
          <a:xfrm>
            <a:off x="5795610" y="2063018"/>
            <a:ext cx="671358" cy="671358"/>
            <a:chOff x="6535625" y="760425"/>
            <a:chExt cx="1665900" cy="1665900"/>
          </a:xfrm>
        </p:grpSpPr>
        <p:sp>
          <p:nvSpPr>
            <p:cNvPr id="6934" name="Google Shape;6934;p71"/>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1"/>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1"/>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1"/>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8" name="Google Shape;6938;p71"/>
          <p:cNvGrpSpPr/>
          <p:nvPr/>
        </p:nvGrpSpPr>
        <p:grpSpPr>
          <a:xfrm>
            <a:off x="732427" y="3731418"/>
            <a:ext cx="1340789" cy="640830"/>
            <a:chOff x="238125" y="1151100"/>
            <a:chExt cx="7139450" cy="3412300"/>
          </a:xfrm>
        </p:grpSpPr>
        <p:sp>
          <p:nvSpPr>
            <p:cNvPr id="6939" name="Google Shape;6939;p7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1" name="Google Shape;6951;p71"/>
          <p:cNvGrpSpPr/>
          <p:nvPr/>
        </p:nvGrpSpPr>
        <p:grpSpPr>
          <a:xfrm>
            <a:off x="5599650" y="2934699"/>
            <a:ext cx="985357" cy="585764"/>
            <a:chOff x="5145061" y="2881789"/>
            <a:chExt cx="1107641" cy="658458"/>
          </a:xfrm>
        </p:grpSpPr>
        <p:grpSp>
          <p:nvGrpSpPr>
            <p:cNvPr id="6952" name="Google Shape;6952;p71"/>
            <p:cNvGrpSpPr/>
            <p:nvPr/>
          </p:nvGrpSpPr>
          <p:grpSpPr>
            <a:xfrm>
              <a:off x="5722989" y="3244587"/>
              <a:ext cx="529713" cy="295659"/>
              <a:chOff x="5722989" y="3244587"/>
              <a:chExt cx="529713" cy="295659"/>
            </a:xfrm>
          </p:grpSpPr>
          <p:sp>
            <p:nvSpPr>
              <p:cNvPr id="6953" name="Google Shape;6953;p7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54" name="Google Shape;6954;p7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55" name="Google Shape;6955;p71"/>
            <p:cNvGrpSpPr/>
            <p:nvPr/>
          </p:nvGrpSpPr>
          <p:grpSpPr>
            <a:xfrm>
              <a:off x="5145061" y="3244587"/>
              <a:ext cx="536807" cy="295659"/>
              <a:chOff x="5145061" y="3244587"/>
              <a:chExt cx="536807" cy="295659"/>
            </a:xfrm>
          </p:grpSpPr>
          <p:sp>
            <p:nvSpPr>
              <p:cNvPr id="6956" name="Google Shape;6956;p7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57" name="Google Shape;6957;p7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58" name="Google Shape;6958;p71"/>
            <p:cNvGrpSpPr/>
            <p:nvPr/>
          </p:nvGrpSpPr>
          <p:grpSpPr>
            <a:xfrm>
              <a:off x="5341327" y="2898245"/>
              <a:ext cx="532309" cy="614891"/>
              <a:chOff x="5341327" y="2898245"/>
              <a:chExt cx="532309" cy="614891"/>
            </a:xfrm>
          </p:grpSpPr>
          <p:sp>
            <p:nvSpPr>
              <p:cNvPr id="6959" name="Google Shape;6959;p7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60" name="Google Shape;6960;p7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961" name="Google Shape;6961;p71"/>
            <p:cNvGrpSpPr/>
            <p:nvPr/>
          </p:nvGrpSpPr>
          <p:grpSpPr>
            <a:xfrm>
              <a:off x="5532290" y="2881789"/>
              <a:ext cx="620516" cy="305456"/>
              <a:chOff x="5532290" y="2881789"/>
              <a:chExt cx="620516" cy="305456"/>
            </a:xfrm>
          </p:grpSpPr>
          <p:sp>
            <p:nvSpPr>
              <p:cNvPr id="6962" name="Google Shape;6962;p7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963" name="Google Shape;6963;p7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6964" name="Google Shape;6964;p71"/>
          <p:cNvGrpSpPr/>
          <p:nvPr/>
        </p:nvGrpSpPr>
        <p:grpSpPr>
          <a:xfrm>
            <a:off x="8178573" y="3726757"/>
            <a:ext cx="269068" cy="645491"/>
            <a:chOff x="7026852" y="3311869"/>
            <a:chExt cx="434331" cy="1041954"/>
          </a:xfrm>
        </p:grpSpPr>
        <p:sp>
          <p:nvSpPr>
            <p:cNvPr id="6965" name="Google Shape;6965;p7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8" name="Google Shape;6968;p71"/>
          <p:cNvGrpSpPr/>
          <p:nvPr/>
        </p:nvGrpSpPr>
        <p:grpSpPr>
          <a:xfrm>
            <a:off x="6195154" y="3765995"/>
            <a:ext cx="293882" cy="293836"/>
            <a:chOff x="4873519" y="3311869"/>
            <a:chExt cx="499374" cy="499296"/>
          </a:xfrm>
        </p:grpSpPr>
        <p:sp>
          <p:nvSpPr>
            <p:cNvPr id="6969" name="Google Shape;6969;p7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71"/>
          <p:cNvGrpSpPr/>
          <p:nvPr/>
        </p:nvGrpSpPr>
        <p:grpSpPr>
          <a:xfrm>
            <a:off x="6195154" y="4078366"/>
            <a:ext cx="293882" cy="293882"/>
            <a:chOff x="4873519" y="3875839"/>
            <a:chExt cx="499374" cy="499374"/>
          </a:xfrm>
        </p:grpSpPr>
        <p:sp>
          <p:nvSpPr>
            <p:cNvPr id="6972" name="Google Shape;6972;p7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71"/>
          <p:cNvGrpSpPr/>
          <p:nvPr/>
        </p:nvGrpSpPr>
        <p:grpSpPr>
          <a:xfrm>
            <a:off x="2425681" y="2050319"/>
            <a:ext cx="698104" cy="698208"/>
            <a:chOff x="2565073" y="2075876"/>
            <a:chExt cx="672482" cy="672518"/>
          </a:xfrm>
        </p:grpSpPr>
        <p:sp>
          <p:nvSpPr>
            <p:cNvPr id="6975" name="Google Shape;6975;p7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1" name="Google Shape;6981;p71"/>
          <p:cNvGrpSpPr/>
          <p:nvPr/>
        </p:nvGrpSpPr>
        <p:grpSpPr>
          <a:xfrm>
            <a:off x="5649092" y="3734919"/>
            <a:ext cx="438354" cy="637329"/>
            <a:chOff x="1697726" y="3244179"/>
            <a:chExt cx="788124" cy="1146069"/>
          </a:xfrm>
        </p:grpSpPr>
        <p:sp>
          <p:nvSpPr>
            <p:cNvPr id="6982" name="Google Shape;6982;p7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84" name="Google Shape;6984;p71"/>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85" name="Google Shape;6985;p71"/>
          <p:cNvGrpSpPr/>
          <p:nvPr/>
        </p:nvGrpSpPr>
        <p:grpSpPr>
          <a:xfrm>
            <a:off x="7650306" y="2063282"/>
            <a:ext cx="799565" cy="670282"/>
            <a:chOff x="7617850" y="2063282"/>
            <a:chExt cx="799565" cy="670282"/>
          </a:xfrm>
        </p:grpSpPr>
        <p:cxnSp>
          <p:nvCxnSpPr>
            <p:cNvPr id="6986" name="Google Shape;6986;p7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7" name="Google Shape;6987;p7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8" name="Google Shape;6988;p7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89" name="Google Shape;6989;p7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990" name="Google Shape;6990;p7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6991" name="Google Shape;6991;p7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6992" name="Google Shape;6992;p71"/>
            <p:cNvGrpSpPr/>
            <p:nvPr/>
          </p:nvGrpSpPr>
          <p:grpSpPr>
            <a:xfrm>
              <a:off x="7734309" y="2063282"/>
              <a:ext cx="570957" cy="620095"/>
              <a:chOff x="7734309" y="2063282"/>
              <a:chExt cx="570957" cy="620095"/>
            </a:xfrm>
          </p:grpSpPr>
          <p:grpSp>
            <p:nvGrpSpPr>
              <p:cNvPr id="6993" name="Google Shape;6993;p71"/>
              <p:cNvGrpSpPr/>
              <p:nvPr/>
            </p:nvGrpSpPr>
            <p:grpSpPr>
              <a:xfrm>
                <a:off x="8031573" y="2063282"/>
                <a:ext cx="273693" cy="620095"/>
                <a:chOff x="8031573" y="2063282"/>
                <a:chExt cx="273693" cy="620095"/>
              </a:xfrm>
            </p:grpSpPr>
            <p:sp>
              <p:nvSpPr>
                <p:cNvPr id="6994" name="Google Shape;6994;p7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8" name="Google Shape;6998;p71"/>
              <p:cNvGrpSpPr/>
              <p:nvPr/>
            </p:nvGrpSpPr>
            <p:grpSpPr>
              <a:xfrm flipH="1">
                <a:off x="7734309" y="2063282"/>
                <a:ext cx="273693" cy="620095"/>
                <a:chOff x="8031573" y="2063282"/>
                <a:chExt cx="273693" cy="620095"/>
              </a:xfrm>
            </p:grpSpPr>
            <p:sp>
              <p:nvSpPr>
                <p:cNvPr id="6999" name="Google Shape;6999;p7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7003" name="Google Shape;7003;p71"/>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1"/>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05" name="Google Shape;7005;p71"/>
          <p:cNvGrpSpPr/>
          <p:nvPr/>
        </p:nvGrpSpPr>
        <p:grpSpPr>
          <a:xfrm>
            <a:off x="7836913" y="2916765"/>
            <a:ext cx="602567" cy="601884"/>
            <a:chOff x="1186975" y="238125"/>
            <a:chExt cx="5244275" cy="5238325"/>
          </a:xfrm>
        </p:grpSpPr>
        <p:sp>
          <p:nvSpPr>
            <p:cNvPr id="7006" name="Google Shape;7006;p7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0" name="Google Shape;7010;p71"/>
          <p:cNvGrpSpPr/>
          <p:nvPr/>
        </p:nvGrpSpPr>
        <p:grpSpPr>
          <a:xfrm>
            <a:off x="3279650" y="2056249"/>
            <a:ext cx="651848" cy="687338"/>
            <a:chOff x="3400515" y="2056248"/>
            <a:chExt cx="698134" cy="735987"/>
          </a:xfrm>
        </p:grpSpPr>
        <p:grpSp>
          <p:nvGrpSpPr>
            <p:cNvPr id="7011" name="Google Shape;7011;p71"/>
            <p:cNvGrpSpPr/>
            <p:nvPr/>
          </p:nvGrpSpPr>
          <p:grpSpPr>
            <a:xfrm>
              <a:off x="3400515" y="2283913"/>
              <a:ext cx="312919" cy="219900"/>
              <a:chOff x="3400515" y="2283913"/>
              <a:chExt cx="312919" cy="219900"/>
            </a:xfrm>
          </p:grpSpPr>
          <p:sp>
            <p:nvSpPr>
              <p:cNvPr id="7012" name="Google Shape;7012;p71"/>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3" name="Google Shape;7013;p7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7014" name="Google Shape;7014;p71"/>
            <p:cNvGrpSpPr/>
            <p:nvPr/>
          </p:nvGrpSpPr>
          <p:grpSpPr>
            <a:xfrm>
              <a:off x="3547823" y="2461089"/>
              <a:ext cx="219900" cy="331146"/>
              <a:chOff x="3547823" y="2461089"/>
              <a:chExt cx="219900" cy="331146"/>
            </a:xfrm>
          </p:grpSpPr>
          <p:sp>
            <p:nvSpPr>
              <p:cNvPr id="7015" name="Google Shape;7015;p71"/>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6" name="Google Shape;7016;p7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7017" name="Google Shape;7017;p71"/>
            <p:cNvGrpSpPr/>
            <p:nvPr/>
          </p:nvGrpSpPr>
          <p:grpSpPr>
            <a:xfrm>
              <a:off x="3734138" y="2461089"/>
              <a:ext cx="219900" cy="331146"/>
              <a:chOff x="3734138" y="2461089"/>
              <a:chExt cx="219900" cy="331146"/>
            </a:xfrm>
          </p:grpSpPr>
          <p:sp>
            <p:nvSpPr>
              <p:cNvPr id="7018" name="Google Shape;7018;p71"/>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19" name="Google Shape;7019;p7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7020" name="Google Shape;7020;p71"/>
            <p:cNvGrpSpPr/>
            <p:nvPr/>
          </p:nvGrpSpPr>
          <p:grpSpPr>
            <a:xfrm>
              <a:off x="3787560" y="2281742"/>
              <a:ext cx="311089" cy="219900"/>
              <a:chOff x="3787560" y="2281742"/>
              <a:chExt cx="311089" cy="219900"/>
            </a:xfrm>
          </p:grpSpPr>
          <p:sp>
            <p:nvSpPr>
              <p:cNvPr id="7021" name="Google Shape;7021;p71"/>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022" name="Google Shape;7022;p7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7023" name="Google Shape;7023;p71"/>
            <p:cNvGrpSpPr/>
            <p:nvPr/>
          </p:nvGrpSpPr>
          <p:grpSpPr>
            <a:xfrm>
              <a:off x="3637290" y="2056248"/>
              <a:ext cx="219900" cy="330736"/>
              <a:chOff x="3637290" y="2056248"/>
              <a:chExt cx="219900" cy="330736"/>
            </a:xfrm>
          </p:grpSpPr>
          <p:sp>
            <p:nvSpPr>
              <p:cNvPr id="7024" name="Google Shape;7024;p71"/>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025" name="Google Shape;7025;p7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7026" name="Google Shape;7026;p71"/>
          <p:cNvGrpSpPr/>
          <p:nvPr/>
        </p:nvGrpSpPr>
        <p:grpSpPr>
          <a:xfrm>
            <a:off x="2571356" y="2926255"/>
            <a:ext cx="1268144" cy="592394"/>
            <a:chOff x="238125" y="1188750"/>
            <a:chExt cx="7140450" cy="3335550"/>
          </a:xfrm>
        </p:grpSpPr>
        <p:sp>
          <p:nvSpPr>
            <p:cNvPr id="7027" name="Google Shape;7027;p7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2" name="Google Shape;7032;p71"/>
          <p:cNvGrpSpPr/>
          <p:nvPr/>
        </p:nvGrpSpPr>
        <p:grpSpPr>
          <a:xfrm>
            <a:off x="6679257" y="2928410"/>
            <a:ext cx="1053944" cy="590147"/>
            <a:chOff x="238125" y="1335475"/>
            <a:chExt cx="5418735" cy="3034175"/>
          </a:xfrm>
        </p:grpSpPr>
        <p:sp>
          <p:nvSpPr>
            <p:cNvPr id="7033" name="Google Shape;7033;p7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6" name="Google Shape;7036;p71"/>
          <p:cNvGrpSpPr/>
          <p:nvPr/>
        </p:nvGrpSpPr>
        <p:grpSpPr>
          <a:xfrm>
            <a:off x="4110066" y="3733309"/>
            <a:ext cx="1268207" cy="638939"/>
            <a:chOff x="3967651" y="3645904"/>
            <a:chExt cx="1479304" cy="745292"/>
          </a:xfrm>
        </p:grpSpPr>
        <p:grpSp>
          <p:nvGrpSpPr>
            <p:cNvPr id="7037" name="Google Shape;7037;p71"/>
            <p:cNvGrpSpPr/>
            <p:nvPr/>
          </p:nvGrpSpPr>
          <p:grpSpPr>
            <a:xfrm>
              <a:off x="3967651" y="4009026"/>
              <a:ext cx="1479304" cy="382170"/>
              <a:chOff x="3967651" y="4009026"/>
              <a:chExt cx="1479304" cy="382170"/>
            </a:xfrm>
          </p:grpSpPr>
          <p:grpSp>
            <p:nvGrpSpPr>
              <p:cNvPr id="7038" name="Google Shape;7038;p71"/>
              <p:cNvGrpSpPr/>
              <p:nvPr/>
            </p:nvGrpSpPr>
            <p:grpSpPr>
              <a:xfrm>
                <a:off x="4892216" y="4195630"/>
                <a:ext cx="554739" cy="195566"/>
                <a:chOff x="3604375" y="4892160"/>
                <a:chExt cx="1651500" cy="582215"/>
              </a:xfrm>
            </p:grpSpPr>
            <p:sp>
              <p:nvSpPr>
                <p:cNvPr id="7039" name="Google Shape;7039;p7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1" name="Google Shape;7041;p71"/>
              <p:cNvGrpSpPr/>
              <p:nvPr/>
            </p:nvGrpSpPr>
            <p:grpSpPr>
              <a:xfrm>
                <a:off x="3967651" y="4146303"/>
                <a:ext cx="579402" cy="244893"/>
                <a:chOff x="851875" y="4745310"/>
                <a:chExt cx="1724925" cy="729065"/>
              </a:xfrm>
            </p:grpSpPr>
            <p:sp>
              <p:nvSpPr>
                <p:cNvPr id="7042" name="Google Shape;7042;p7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4" name="Google Shape;7044;p71"/>
              <p:cNvGrpSpPr/>
              <p:nvPr/>
            </p:nvGrpSpPr>
            <p:grpSpPr>
              <a:xfrm>
                <a:off x="4460753" y="4009026"/>
                <a:ext cx="493110" cy="382170"/>
                <a:chOff x="2319875" y="4336625"/>
                <a:chExt cx="1468025" cy="1137750"/>
              </a:xfrm>
            </p:grpSpPr>
            <p:sp>
              <p:nvSpPr>
                <p:cNvPr id="7045" name="Google Shape;7045;p7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47" name="Google Shape;7047;p71"/>
            <p:cNvGrpSpPr/>
            <p:nvPr/>
          </p:nvGrpSpPr>
          <p:grpSpPr>
            <a:xfrm>
              <a:off x="4479443" y="3645904"/>
              <a:ext cx="455965" cy="388789"/>
              <a:chOff x="2957425" y="238100"/>
              <a:chExt cx="1910200" cy="1628775"/>
            </a:xfrm>
          </p:grpSpPr>
          <p:sp>
            <p:nvSpPr>
              <p:cNvPr id="7048" name="Google Shape;7048;p7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58" name="Google Shape;7058;p71"/>
          <p:cNvGrpSpPr/>
          <p:nvPr/>
        </p:nvGrpSpPr>
        <p:grpSpPr>
          <a:xfrm>
            <a:off x="2496179" y="3734510"/>
            <a:ext cx="1243128" cy="637739"/>
            <a:chOff x="2496310" y="3693351"/>
            <a:chExt cx="1342906" cy="688926"/>
          </a:xfrm>
        </p:grpSpPr>
        <p:grpSp>
          <p:nvGrpSpPr>
            <p:cNvPr id="7059" name="Google Shape;7059;p71"/>
            <p:cNvGrpSpPr/>
            <p:nvPr/>
          </p:nvGrpSpPr>
          <p:grpSpPr>
            <a:xfrm>
              <a:off x="2496310" y="3693351"/>
              <a:ext cx="1342906" cy="688875"/>
              <a:chOff x="2496310" y="3693351"/>
              <a:chExt cx="1342906" cy="688875"/>
            </a:xfrm>
          </p:grpSpPr>
          <p:sp>
            <p:nvSpPr>
              <p:cNvPr id="7060" name="Google Shape;7060;p7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1"/>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1"/>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1"/>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1"/>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1"/>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66" name="Google Shape;7066;p71"/>
              <p:cNvCxnSpPr>
                <a:stCxn id="706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7067" name="Google Shape;7067;p71"/>
              <p:cNvCxnSpPr>
                <a:stCxn id="7061"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7068" name="Google Shape;7068;p71"/>
              <p:cNvCxnSpPr>
                <a:stCxn id="706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7069" name="Google Shape;7069;p71"/>
              <p:cNvCxnSpPr>
                <a:stCxn id="706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7070" name="Google Shape;7070;p71"/>
              <p:cNvCxnSpPr>
                <a:stCxn id="706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071" name="Google Shape;7071;p71"/>
            <p:cNvGrpSpPr/>
            <p:nvPr/>
          </p:nvGrpSpPr>
          <p:grpSpPr>
            <a:xfrm>
              <a:off x="2675275" y="3930557"/>
              <a:ext cx="1003306" cy="451719"/>
              <a:chOff x="2675275" y="4174282"/>
              <a:chExt cx="1003306" cy="451719"/>
            </a:xfrm>
          </p:grpSpPr>
          <p:sp>
            <p:nvSpPr>
              <p:cNvPr id="7072" name="Google Shape;7072;p7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75" name="Google Shape;7075;p71"/>
          <p:cNvGrpSpPr/>
          <p:nvPr/>
        </p:nvGrpSpPr>
        <p:grpSpPr>
          <a:xfrm>
            <a:off x="1669850" y="1171356"/>
            <a:ext cx="574511" cy="874709"/>
            <a:chOff x="1715404" y="1112080"/>
            <a:chExt cx="642270" cy="977984"/>
          </a:xfrm>
        </p:grpSpPr>
        <p:grpSp>
          <p:nvGrpSpPr>
            <p:cNvPr id="7076" name="Google Shape;7076;p71"/>
            <p:cNvGrpSpPr/>
            <p:nvPr/>
          </p:nvGrpSpPr>
          <p:grpSpPr>
            <a:xfrm>
              <a:off x="1715404" y="1112080"/>
              <a:ext cx="642270" cy="977984"/>
              <a:chOff x="1715404" y="1112080"/>
              <a:chExt cx="642270" cy="977984"/>
            </a:xfrm>
          </p:grpSpPr>
          <p:sp>
            <p:nvSpPr>
              <p:cNvPr id="7077" name="Google Shape;7077;p7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9" name="Google Shape;7079;p71"/>
            <p:cNvGrpSpPr/>
            <p:nvPr/>
          </p:nvGrpSpPr>
          <p:grpSpPr>
            <a:xfrm>
              <a:off x="1768927" y="1165603"/>
              <a:ext cx="535225" cy="851367"/>
              <a:chOff x="1768927" y="1165603"/>
              <a:chExt cx="535225" cy="851367"/>
            </a:xfrm>
          </p:grpSpPr>
          <p:sp>
            <p:nvSpPr>
              <p:cNvPr id="7080" name="Google Shape;7080;p7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2" name="Google Shape;7082;p71"/>
            <p:cNvGrpSpPr/>
            <p:nvPr/>
          </p:nvGrpSpPr>
          <p:grpSpPr>
            <a:xfrm>
              <a:off x="1822449" y="1219125"/>
              <a:ext cx="428180" cy="718859"/>
              <a:chOff x="1822449" y="1219125"/>
              <a:chExt cx="428180" cy="718859"/>
            </a:xfrm>
          </p:grpSpPr>
          <p:sp>
            <p:nvSpPr>
              <p:cNvPr id="7083" name="Google Shape;7083;p7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5" name="Google Shape;7085;p71"/>
            <p:cNvGrpSpPr/>
            <p:nvPr/>
          </p:nvGrpSpPr>
          <p:grpSpPr>
            <a:xfrm>
              <a:off x="1875972" y="1272648"/>
              <a:ext cx="321135" cy="586939"/>
              <a:chOff x="1875972" y="1272648"/>
              <a:chExt cx="321135" cy="586939"/>
            </a:xfrm>
          </p:grpSpPr>
          <p:sp>
            <p:nvSpPr>
              <p:cNvPr id="7086" name="Google Shape;7086;p7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88" name="Google Shape;7088;p71"/>
          <p:cNvGrpSpPr/>
          <p:nvPr/>
        </p:nvGrpSpPr>
        <p:grpSpPr>
          <a:xfrm>
            <a:off x="7777011" y="3728078"/>
            <a:ext cx="293855" cy="644170"/>
            <a:chOff x="241025" y="3151575"/>
            <a:chExt cx="293855" cy="644170"/>
          </a:xfrm>
        </p:grpSpPr>
        <p:sp>
          <p:nvSpPr>
            <p:cNvPr id="7089" name="Google Shape;7089;p7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1" name="Google Shape;7091;p71"/>
          <p:cNvGrpSpPr/>
          <p:nvPr/>
        </p:nvGrpSpPr>
        <p:grpSpPr>
          <a:xfrm>
            <a:off x="724994" y="2928078"/>
            <a:ext cx="1779649" cy="591620"/>
            <a:chOff x="246070" y="1983375"/>
            <a:chExt cx="1855347" cy="616849"/>
          </a:xfrm>
        </p:grpSpPr>
        <p:sp>
          <p:nvSpPr>
            <p:cNvPr id="7092" name="Google Shape;7092;p7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1" name="Google Shape;7101;p71"/>
          <p:cNvGrpSpPr/>
          <p:nvPr/>
        </p:nvGrpSpPr>
        <p:grpSpPr>
          <a:xfrm>
            <a:off x="2335861" y="1171356"/>
            <a:ext cx="711055" cy="745993"/>
            <a:chOff x="2496269" y="1171698"/>
            <a:chExt cx="761953" cy="799392"/>
          </a:xfrm>
        </p:grpSpPr>
        <p:grpSp>
          <p:nvGrpSpPr>
            <p:cNvPr id="7102" name="Google Shape;7102;p71"/>
            <p:cNvGrpSpPr/>
            <p:nvPr/>
          </p:nvGrpSpPr>
          <p:grpSpPr>
            <a:xfrm>
              <a:off x="2496269" y="1171698"/>
              <a:ext cx="761953" cy="723022"/>
              <a:chOff x="2496269" y="1171698"/>
              <a:chExt cx="761953" cy="723022"/>
            </a:xfrm>
          </p:grpSpPr>
          <p:sp>
            <p:nvSpPr>
              <p:cNvPr id="7103" name="Google Shape;7103;p7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5" name="Google Shape;7105;p71"/>
              <p:cNvGrpSpPr/>
              <p:nvPr/>
            </p:nvGrpSpPr>
            <p:grpSpPr>
              <a:xfrm>
                <a:off x="2496269" y="1171698"/>
                <a:ext cx="761953" cy="723022"/>
                <a:chOff x="2496269" y="1120652"/>
                <a:chExt cx="761953" cy="723022"/>
              </a:xfrm>
            </p:grpSpPr>
            <p:grpSp>
              <p:nvGrpSpPr>
                <p:cNvPr id="7106" name="Google Shape;7106;p71"/>
                <p:cNvGrpSpPr/>
                <p:nvPr/>
              </p:nvGrpSpPr>
              <p:grpSpPr>
                <a:xfrm>
                  <a:off x="2496269" y="1120652"/>
                  <a:ext cx="761953" cy="723022"/>
                  <a:chOff x="2496269" y="1120652"/>
                  <a:chExt cx="761953" cy="723022"/>
                </a:xfrm>
              </p:grpSpPr>
              <p:grpSp>
                <p:nvGrpSpPr>
                  <p:cNvPr id="7107" name="Google Shape;7107;p71"/>
                  <p:cNvGrpSpPr/>
                  <p:nvPr/>
                </p:nvGrpSpPr>
                <p:grpSpPr>
                  <a:xfrm>
                    <a:off x="2496269" y="1304589"/>
                    <a:ext cx="407089" cy="305057"/>
                    <a:chOff x="2496269" y="1304589"/>
                    <a:chExt cx="407089" cy="305057"/>
                  </a:xfrm>
                </p:grpSpPr>
                <p:sp>
                  <p:nvSpPr>
                    <p:cNvPr id="7108" name="Google Shape;7108;p7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0" name="Google Shape;7110;p71"/>
                  <p:cNvGrpSpPr/>
                  <p:nvPr/>
                </p:nvGrpSpPr>
                <p:grpSpPr>
                  <a:xfrm>
                    <a:off x="2586468" y="1493376"/>
                    <a:ext cx="358850" cy="349656"/>
                    <a:chOff x="2586468" y="1493376"/>
                    <a:chExt cx="358850" cy="349656"/>
                  </a:xfrm>
                </p:grpSpPr>
                <p:sp>
                  <p:nvSpPr>
                    <p:cNvPr id="7111" name="Google Shape;7111;p7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3" name="Google Shape;7113;p71"/>
                  <p:cNvGrpSpPr/>
                  <p:nvPr/>
                </p:nvGrpSpPr>
                <p:grpSpPr>
                  <a:xfrm>
                    <a:off x="2807939" y="1494024"/>
                    <a:ext cx="358857" cy="349650"/>
                    <a:chOff x="2807939" y="1494024"/>
                    <a:chExt cx="358857" cy="349650"/>
                  </a:xfrm>
                </p:grpSpPr>
                <p:sp>
                  <p:nvSpPr>
                    <p:cNvPr id="7114" name="Google Shape;7114;p7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6" name="Google Shape;7116;p71"/>
                  <p:cNvGrpSpPr/>
                  <p:nvPr/>
                </p:nvGrpSpPr>
                <p:grpSpPr>
                  <a:xfrm>
                    <a:off x="2851133" y="1305635"/>
                    <a:ext cx="407089" cy="305057"/>
                    <a:chOff x="2851133" y="1305635"/>
                    <a:chExt cx="407089" cy="305057"/>
                  </a:xfrm>
                </p:grpSpPr>
                <p:sp>
                  <p:nvSpPr>
                    <p:cNvPr id="7117" name="Google Shape;7117;p7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9" name="Google Shape;7119;p71"/>
                  <p:cNvGrpSpPr/>
                  <p:nvPr/>
                </p:nvGrpSpPr>
                <p:grpSpPr>
                  <a:xfrm>
                    <a:off x="2727495" y="1120652"/>
                    <a:ext cx="300271" cy="396358"/>
                    <a:chOff x="2727495" y="1120652"/>
                    <a:chExt cx="300271" cy="396358"/>
                  </a:xfrm>
                </p:grpSpPr>
                <p:sp>
                  <p:nvSpPr>
                    <p:cNvPr id="7120" name="Google Shape;7120;p7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22" name="Google Shape;7122;p71"/>
                <p:cNvGrpSpPr/>
                <p:nvPr/>
              </p:nvGrpSpPr>
              <p:grpSpPr>
                <a:xfrm>
                  <a:off x="2722305" y="1350460"/>
                  <a:ext cx="308357" cy="308344"/>
                  <a:chOff x="2722305" y="1350460"/>
                  <a:chExt cx="308357" cy="308344"/>
                </a:xfrm>
              </p:grpSpPr>
              <p:sp>
                <p:nvSpPr>
                  <p:cNvPr id="7123" name="Google Shape;7123;p7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4" name="Google Shape;7124;p71"/>
                  <p:cNvGrpSpPr/>
                  <p:nvPr/>
                </p:nvGrpSpPr>
                <p:grpSpPr>
                  <a:xfrm>
                    <a:off x="2725064" y="1364529"/>
                    <a:ext cx="297954" cy="280182"/>
                    <a:chOff x="2725064" y="1364529"/>
                    <a:chExt cx="297954" cy="280182"/>
                  </a:xfrm>
                </p:grpSpPr>
                <p:sp>
                  <p:nvSpPr>
                    <p:cNvPr id="7125" name="Google Shape;7125;p7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7130" name="Google Shape;7130;p7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5" name="Google Shape;7135;p71"/>
          <p:cNvGrpSpPr/>
          <p:nvPr/>
        </p:nvGrpSpPr>
        <p:grpSpPr>
          <a:xfrm>
            <a:off x="3924561" y="2927462"/>
            <a:ext cx="1569144" cy="591015"/>
            <a:chOff x="3820100" y="3023049"/>
            <a:chExt cx="1303926" cy="491162"/>
          </a:xfrm>
        </p:grpSpPr>
        <p:grpSp>
          <p:nvGrpSpPr>
            <p:cNvPr id="7136" name="Google Shape;7136;p71"/>
            <p:cNvGrpSpPr/>
            <p:nvPr/>
          </p:nvGrpSpPr>
          <p:grpSpPr>
            <a:xfrm>
              <a:off x="3820100" y="3023072"/>
              <a:ext cx="1303926" cy="491139"/>
              <a:chOff x="3820100" y="3023072"/>
              <a:chExt cx="1303926" cy="491139"/>
            </a:xfrm>
          </p:grpSpPr>
          <p:sp>
            <p:nvSpPr>
              <p:cNvPr id="7137" name="Google Shape;7137;p7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9" name="Google Shape;7139;p71"/>
            <p:cNvGrpSpPr/>
            <p:nvPr/>
          </p:nvGrpSpPr>
          <p:grpSpPr>
            <a:xfrm>
              <a:off x="4132439" y="3023645"/>
              <a:ext cx="393633" cy="177096"/>
              <a:chOff x="4132439" y="3023645"/>
              <a:chExt cx="393633" cy="177096"/>
            </a:xfrm>
          </p:grpSpPr>
          <p:sp>
            <p:nvSpPr>
              <p:cNvPr id="7140" name="Google Shape;7140;p7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2" name="Google Shape;7142;p71"/>
            <p:cNvGrpSpPr/>
            <p:nvPr/>
          </p:nvGrpSpPr>
          <p:grpSpPr>
            <a:xfrm>
              <a:off x="3921811" y="3023049"/>
              <a:ext cx="1002397" cy="388943"/>
              <a:chOff x="3921811" y="3023049"/>
              <a:chExt cx="1002397" cy="388943"/>
            </a:xfrm>
          </p:grpSpPr>
          <p:sp>
            <p:nvSpPr>
              <p:cNvPr id="7143" name="Google Shape;7143;p7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5" name="Google Shape;7145;p71"/>
            <p:cNvGrpSpPr/>
            <p:nvPr/>
          </p:nvGrpSpPr>
          <p:grpSpPr>
            <a:xfrm>
              <a:off x="4023645" y="3023049"/>
              <a:ext cx="683032" cy="286722"/>
              <a:chOff x="4023645" y="3023049"/>
              <a:chExt cx="683032" cy="286722"/>
            </a:xfrm>
          </p:grpSpPr>
          <p:sp>
            <p:nvSpPr>
              <p:cNvPr id="7146" name="Google Shape;7146;p7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48" name="Google Shape;7148;p71"/>
          <p:cNvGrpSpPr/>
          <p:nvPr/>
        </p:nvGrpSpPr>
        <p:grpSpPr>
          <a:xfrm>
            <a:off x="1556683" y="2054307"/>
            <a:ext cx="713522" cy="688025"/>
            <a:chOff x="1706078" y="2092648"/>
            <a:chExt cx="660913" cy="637296"/>
          </a:xfrm>
        </p:grpSpPr>
        <p:sp>
          <p:nvSpPr>
            <p:cNvPr id="7149" name="Google Shape;7149;p7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0" name="Google Shape;7150;p71"/>
            <p:cNvGrpSpPr/>
            <p:nvPr/>
          </p:nvGrpSpPr>
          <p:grpSpPr>
            <a:xfrm>
              <a:off x="1706078" y="2092648"/>
              <a:ext cx="660913" cy="575241"/>
              <a:chOff x="1706078" y="2092648"/>
              <a:chExt cx="660913" cy="575241"/>
            </a:xfrm>
          </p:grpSpPr>
          <p:sp>
            <p:nvSpPr>
              <p:cNvPr id="7151" name="Google Shape;7151;p7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4" name="Google Shape;7154;p71"/>
          <p:cNvGrpSpPr/>
          <p:nvPr/>
        </p:nvGrpSpPr>
        <p:grpSpPr>
          <a:xfrm>
            <a:off x="6318542" y="1171856"/>
            <a:ext cx="1317459" cy="684168"/>
            <a:chOff x="238125" y="999450"/>
            <a:chExt cx="7140700" cy="3708225"/>
          </a:xfrm>
        </p:grpSpPr>
        <p:sp>
          <p:nvSpPr>
            <p:cNvPr id="7155" name="Google Shape;7155;p7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7167"/>
        <p:cNvGrpSpPr/>
        <p:nvPr/>
      </p:nvGrpSpPr>
      <p:grpSpPr>
        <a:xfrm>
          <a:off x="0" y="0"/>
          <a:ext cx="0" cy="0"/>
          <a:chOff x="0" y="0"/>
          <a:chExt cx="0" cy="0"/>
        </a:xfrm>
      </p:grpSpPr>
      <p:grpSp>
        <p:nvGrpSpPr>
          <p:cNvPr id="7168" name="Google Shape;7168;p72"/>
          <p:cNvGrpSpPr/>
          <p:nvPr/>
        </p:nvGrpSpPr>
        <p:grpSpPr>
          <a:xfrm>
            <a:off x="729238" y="1179665"/>
            <a:ext cx="1636117" cy="1526144"/>
            <a:chOff x="729238" y="1179665"/>
            <a:chExt cx="1636117" cy="1526144"/>
          </a:xfrm>
        </p:grpSpPr>
        <p:grpSp>
          <p:nvGrpSpPr>
            <p:cNvPr id="7169" name="Google Shape;7169;p72"/>
            <p:cNvGrpSpPr/>
            <p:nvPr/>
          </p:nvGrpSpPr>
          <p:grpSpPr>
            <a:xfrm>
              <a:off x="729238" y="1179665"/>
              <a:ext cx="80700" cy="1526144"/>
              <a:chOff x="729238" y="1179665"/>
              <a:chExt cx="80700" cy="1526144"/>
            </a:xfrm>
          </p:grpSpPr>
          <p:sp>
            <p:nvSpPr>
              <p:cNvPr id="7170" name="Google Shape;7170;p72"/>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0" name="Google Shape;7180;p72"/>
            <p:cNvGrpSpPr/>
            <p:nvPr/>
          </p:nvGrpSpPr>
          <p:grpSpPr>
            <a:xfrm>
              <a:off x="903098" y="1179665"/>
              <a:ext cx="80700" cy="1526144"/>
              <a:chOff x="903098" y="1179665"/>
              <a:chExt cx="80700" cy="1526144"/>
            </a:xfrm>
          </p:grpSpPr>
          <p:sp>
            <p:nvSpPr>
              <p:cNvPr id="7181" name="Google Shape;7181;p72"/>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1" name="Google Shape;7191;p72"/>
            <p:cNvGrpSpPr/>
            <p:nvPr/>
          </p:nvGrpSpPr>
          <p:grpSpPr>
            <a:xfrm>
              <a:off x="1076958" y="1179665"/>
              <a:ext cx="80700" cy="1526144"/>
              <a:chOff x="1076958" y="1179665"/>
              <a:chExt cx="80700" cy="1526144"/>
            </a:xfrm>
          </p:grpSpPr>
          <p:sp>
            <p:nvSpPr>
              <p:cNvPr id="7192" name="Google Shape;7192;p72"/>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2" name="Google Shape;7202;p72"/>
            <p:cNvGrpSpPr/>
            <p:nvPr/>
          </p:nvGrpSpPr>
          <p:grpSpPr>
            <a:xfrm>
              <a:off x="1247707" y="1179665"/>
              <a:ext cx="80700" cy="1526144"/>
              <a:chOff x="1247707" y="1179665"/>
              <a:chExt cx="80700" cy="1526144"/>
            </a:xfrm>
          </p:grpSpPr>
          <p:sp>
            <p:nvSpPr>
              <p:cNvPr id="7203" name="Google Shape;7203;p72"/>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72"/>
            <p:cNvGrpSpPr/>
            <p:nvPr/>
          </p:nvGrpSpPr>
          <p:grpSpPr>
            <a:xfrm>
              <a:off x="1421567" y="1179665"/>
              <a:ext cx="80700" cy="1526144"/>
              <a:chOff x="1421567" y="1179665"/>
              <a:chExt cx="80700" cy="1526144"/>
            </a:xfrm>
          </p:grpSpPr>
          <p:sp>
            <p:nvSpPr>
              <p:cNvPr id="7214" name="Google Shape;7214;p72"/>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72"/>
            <p:cNvGrpSpPr/>
            <p:nvPr/>
          </p:nvGrpSpPr>
          <p:grpSpPr>
            <a:xfrm>
              <a:off x="1592327" y="1179665"/>
              <a:ext cx="80700" cy="1526144"/>
              <a:chOff x="1592327" y="1179665"/>
              <a:chExt cx="80700" cy="1526144"/>
            </a:xfrm>
          </p:grpSpPr>
          <p:sp>
            <p:nvSpPr>
              <p:cNvPr id="7225" name="Google Shape;7225;p72"/>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5" name="Google Shape;7235;p72"/>
            <p:cNvGrpSpPr/>
            <p:nvPr/>
          </p:nvGrpSpPr>
          <p:grpSpPr>
            <a:xfrm>
              <a:off x="1766187" y="1179665"/>
              <a:ext cx="80700" cy="1526144"/>
              <a:chOff x="1766187" y="1179665"/>
              <a:chExt cx="80700" cy="1526144"/>
            </a:xfrm>
          </p:grpSpPr>
          <p:sp>
            <p:nvSpPr>
              <p:cNvPr id="7236" name="Google Shape;7236;p72"/>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6" name="Google Shape;7246;p72"/>
            <p:cNvGrpSpPr/>
            <p:nvPr/>
          </p:nvGrpSpPr>
          <p:grpSpPr>
            <a:xfrm>
              <a:off x="1936935" y="1179665"/>
              <a:ext cx="80700" cy="1526144"/>
              <a:chOff x="1936935" y="1179665"/>
              <a:chExt cx="80700" cy="1526144"/>
            </a:xfrm>
          </p:grpSpPr>
          <p:sp>
            <p:nvSpPr>
              <p:cNvPr id="7247" name="Google Shape;7247;p72"/>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72"/>
            <p:cNvGrpSpPr/>
            <p:nvPr/>
          </p:nvGrpSpPr>
          <p:grpSpPr>
            <a:xfrm>
              <a:off x="2110795" y="1179665"/>
              <a:ext cx="80700" cy="1526144"/>
              <a:chOff x="2110795" y="1179665"/>
              <a:chExt cx="80700" cy="1526144"/>
            </a:xfrm>
          </p:grpSpPr>
          <p:sp>
            <p:nvSpPr>
              <p:cNvPr id="7258" name="Google Shape;7258;p72"/>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72"/>
            <p:cNvGrpSpPr/>
            <p:nvPr/>
          </p:nvGrpSpPr>
          <p:grpSpPr>
            <a:xfrm>
              <a:off x="2284655" y="1179665"/>
              <a:ext cx="80700" cy="1526144"/>
              <a:chOff x="2284655" y="1179665"/>
              <a:chExt cx="80700" cy="1526144"/>
            </a:xfrm>
          </p:grpSpPr>
          <p:sp>
            <p:nvSpPr>
              <p:cNvPr id="7269" name="Google Shape;7269;p72"/>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79" name="Google Shape;7279;p72"/>
          <p:cNvGrpSpPr/>
          <p:nvPr/>
        </p:nvGrpSpPr>
        <p:grpSpPr>
          <a:xfrm>
            <a:off x="2623904" y="1198803"/>
            <a:ext cx="1364248" cy="1102133"/>
            <a:chOff x="2623904" y="1198803"/>
            <a:chExt cx="1364248" cy="1102133"/>
          </a:xfrm>
        </p:grpSpPr>
        <p:grpSp>
          <p:nvGrpSpPr>
            <p:cNvPr id="7280" name="Google Shape;7280;p72"/>
            <p:cNvGrpSpPr/>
            <p:nvPr/>
          </p:nvGrpSpPr>
          <p:grpSpPr>
            <a:xfrm>
              <a:off x="2623907" y="1198803"/>
              <a:ext cx="1364245" cy="273000"/>
              <a:chOff x="2623907" y="1198803"/>
              <a:chExt cx="1364245" cy="273000"/>
            </a:xfrm>
          </p:grpSpPr>
          <p:sp>
            <p:nvSpPr>
              <p:cNvPr id="7281" name="Google Shape;7281;p7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72"/>
            <p:cNvGrpSpPr/>
            <p:nvPr/>
          </p:nvGrpSpPr>
          <p:grpSpPr>
            <a:xfrm>
              <a:off x="2623904" y="1476964"/>
              <a:ext cx="1364245" cy="273000"/>
              <a:chOff x="2623904" y="1476964"/>
              <a:chExt cx="1364245" cy="273000"/>
            </a:xfrm>
          </p:grpSpPr>
          <p:sp>
            <p:nvSpPr>
              <p:cNvPr id="7287" name="Google Shape;7287;p7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2" name="Google Shape;7292;p72"/>
            <p:cNvGrpSpPr/>
            <p:nvPr/>
          </p:nvGrpSpPr>
          <p:grpSpPr>
            <a:xfrm>
              <a:off x="2623907" y="1749775"/>
              <a:ext cx="1364245" cy="273000"/>
              <a:chOff x="2623907" y="1749775"/>
              <a:chExt cx="1364245" cy="273000"/>
            </a:xfrm>
          </p:grpSpPr>
          <p:sp>
            <p:nvSpPr>
              <p:cNvPr id="7293" name="Google Shape;7293;p7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8" name="Google Shape;7298;p72"/>
            <p:cNvGrpSpPr/>
            <p:nvPr/>
          </p:nvGrpSpPr>
          <p:grpSpPr>
            <a:xfrm>
              <a:off x="2623904" y="2027936"/>
              <a:ext cx="1364245" cy="273000"/>
              <a:chOff x="2623904" y="2027936"/>
              <a:chExt cx="1364245" cy="273000"/>
            </a:xfrm>
          </p:grpSpPr>
          <p:sp>
            <p:nvSpPr>
              <p:cNvPr id="7299" name="Google Shape;7299;p7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04" name="Google Shape;7304;p72"/>
          <p:cNvGrpSpPr/>
          <p:nvPr/>
        </p:nvGrpSpPr>
        <p:grpSpPr>
          <a:xfrm>
            <a:off x="2613365" y="2657876"/>
            <a:ext cx="1387541" cy="159124"/>
            <a:chOff x="3200660" y="2180272"/>
            <a:chExt cx="2563824" cy="378237"/>
          </a:xfrm>
        </p:grpSpPr>
        <p:sp>
          <p:nvSpPr>
            <p:cNvPr id="7305" name="Google Shape;7305;p7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72"/>
          <p:cNvGrpSpPr/>
          <p:nvPr/>
        </p:nvGrpSpPr>
        <p:grpSpPr>
          <a:xfrm>
            <a:off x="2609890" y="2935640"/>
            <a:ext cx="1390502" cy="159625"/>
            <a:chOff x="3530150" y="2790075"/>
            <a:chExt cx="1962600" cy="225300"/>
          </a:xfrm>
        </p:grpSpPr>
        <p:sp>
          <p:nvSpPr>
            <p:cNvPr id="7324" name="Google Shape;7324;p72"/>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6" name="Google Shape;7326;p72"/>
          <p:cNvGrpSpPr/>
          <p:nvPr/>
        </p:nvGrpSpPr>
        <p:grpSpPr>
          <a:xfrm>
            <a:off x="2609948" y="3213905"/>
            <a:ext cx="1411629" cy="154175"/>
            <a:chOff x="3558802" y="4011244"/>
            <a:chExt cx="1866000" cy="111600"/>
          </a:xfrm>
        </p:grpSpPr>
        <p:sp>
          <p:nvSpPr>
            <p:cNvPr id="7327" name="Google Shape;7327;p7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72"/>
          <p:cNvGrpSpPr/>
          <p:nvPr/>
        </p:nvGrpSpPr>
        <p:grpSpPr>
          <a:xfrm>
            <a:off x="2610235" y="2419475"/>
            <a:ext cx="1383503" cy="119761"/>
            <a:chOff x="3465975" y="2270258"/>
            <a:chExt cx="1986364" cy="171947"/>
          </a:xfrm>
        </p:grpSpPr>
        <p:sp>
          <p:nvSpPr>
            <p:cNvPr id="7330" name="Google Shape;7330;p7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8" name="Google Shape;7338;p72"/>
          <p:cNvGrpSpPr/>
          <p:nvPr/>
        </p:nvGrpSpPr>
        <p:grpSpPr>
          <a:xfrm>
            <a:off x="2621243" y="3783248"/>
            <a:ext cx="1369531" cy="195460"/>
            <a:chOff x="723300" y="4253549"/>
            <a:chExt cx="2276482" cy="324900"/>
          </a:xfrm>
        </p:grpSpPr>
        <p:sp>
          <p:nvSpPr>
            <p:cNvPr id="7339" name="Google Shape;7339;p7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4" name="Google Shape;7344;p72"/>
          <p:cNvGrpSpPr/>
          <p:nvPr/>
        </p:nvGrpSpPr>
        <p:grpSpPr>
          <a:xfrm>
            <a:off x="2610803" y="3484489"/>
            <a:ext cx="1389066" cy="180119"/>
            <a:chOff x="705948" y="3788465"/>
            <a:chExt cx="2308953" cy="299400"/>
          </a:xfrm>
        </p:grpSpPr>
        <p:sp>
          <p:nvSpPr>
            <p:cNvPr id="7345" name="Google Shape;7345;p7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0" name="Google Shape;7350;p72"/>
          <p:cNvGrpSpPr/>
          <p:nvPr/>
        </p:nvGrpSpPr>
        <p:grpSpPr>
          <a:xfrm>
            <a:off x="4207794" y="2088443"/>
            <a:ext cx="1433821" cy="191501"/>
            <a:chOff x="4273350" y="2088443"/>
            <a:chExt cx="1433821" cy="191501"/>
          </a:xfrm>
        </p:grpSpPr>
        <p:grpSp>
          <p:nvGrpSpPr>
            <p:cNvPr id="7351" name="Google Shape;7351;p72"/>
            <p:cNvGrpSpPr/>
            <p:nvPr/>
          </p:nvGrpSpPr>
          <p:grpSpPr>
            <a:xfrm>
              <a:off x="4273350" y="2088443"/>
              <a:ext cx="1433821" cy="0"/>
              <a:chOff x="5224975" y="2962250"/>
              <a:chExt cx="1544400" cy="0"/>
            </a:xfrm>
          </p:grpSpPr>
          <p:cxnSp>
            <p:nvCxnSpPr>
              <p:cNvPr id="7352" name="Google Shape;7352;p7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7353" name="Google Shape;7353;p7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7354" name="Google Shape;7354;p72"/>
            <p:cNvGrpSpPr/>
            <p:nvPr/>
          </p:nvGrpSpPr>
          <p:grpSpPr>
            <a:xfrm>
              <a:off x="4273350" y="2279944"/>
              <a:ext cx="1433821" cy="0"/>
              <a:chOff x="5224975" y="2962250"/>
              <a:chExt cx="1544400" cy="0"/>
            </a:xfrm>
          </p:grpSpPr>
          <p:cxnSp>
            <p:nvCxnSpPr>
              <p:cNvPr id="7355" name="Google Shape;7355;p7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7356" name="Google Shape;7356;p7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7357" name="Google Shape;7357;p72"/>
          <p:cNvGrpSpPr/>
          <p:nvPr/>
        </p:nvGrpSpPr>
        <p:grpSpPr>
          <a:xfrm>
            <a:off x="2658741" y="4097347"/>
            <a:ext cx="1304609" cy="294074"/>
            <a:chOff x="2658741" y="4097347"/>
            <a:chExt cx="1304609" cy="294074"/>
          </a:xfrm>
        </p:grpSpPr>
        <p:grpSp>
          <p:nvGrpSpPr>
            <p:cNvPr id="7358" name="Google Shape;7358;p72"/>
            <p:cNvGrpSpPr/>
            <p:nvPr/>
          </p:nvGrpSpPr>
          <p:grpSpPr>
            <a:xfrm>
              <a:off x="2658741" y="4097347"/>
              <a:ext cx="118572" cy="294074"/>
              <a:chOff x="3343310" y="4475555"/>
              <a:chExt cx="127717" cy="316753"/>
            </a:xfrm>
          </p:grpSpPr>
          <p:sp>
            <p:nvSpPr>
              <p:cNvPr id="7359" name="Google Shape;7359;p7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72"/>
            <p:cNvGrpSpPr/>
            <p:nvPr/>
          </p:nvGrpSpPr>
          <p:grpSpPr>
            <a:xfrm>
              <a:off x="3815519" y="4098388"/>
              <a:ext cx="147831" cy="291991"/>
              <a:chOff x="3527539" y="4476677"/>
              <a:chExt cx="159232" cy="314510"/>
            </a:xfrm>
          </p:grpSpPr>
          <p:sp>
            <p:nvSpPr>
              <p:cNvPr id="7362" name="Google Shape;7362;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72"/>
            <p:cNvGrpSpPr/>
            <p:nvPr/>
          </p:nvGrpSpPr>
          <p:grpSpPr>
            <a:xfrm>
              <a:off x="3511696" y="4098388"/>
              <a:ext cx="147831" cy="291991"/>
              <a:chOff x="3527539" y="4476677"/>
              <a:chExt cx="159232" cy="314510"/>
            </a:xfrm>
          </p:grpSpPr>
          <p:sp>
            <p:nvSpPr>
              <p:cNvPr id="7365" name="Google Shape;7365;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7" name="Google Shape;7367;p72"/>
            <p:cNvGrpSpPr/>
            <p:nvPr/>
          </p:nvGrpSpPr>
          <p:grpSpPr>
            <a:xfrm>
              <a:off x="3207874" y="4098388"/>
              <a:ext cx="147831" cy="291991"/>
              <a:chOff x="3527539" y="4476677"/>
              <a:chExt cx="159232" cy="314510"/>
            </a:xfrm>
          </p:grpSpPr>
          <p:sp>
            <p:nvSpPr>
              <p:cNvPr id="7368" name="Google Shape;7368;p7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72"/>
            <p:cNvGrpSpPr/>
            <p:nvPr/>
          </p:nvGrpSpPr>
          <p:grpSpPr>
            <a:xfrm>
              <a:off x="2933305" y="4097347"/>
              <a:ext cx="118572" cy="294074"/>
              <a:chOff x="3343310" y="4475555"/>
              <a:chExt cx="127717" cy="316753"/>
            </a:xfrm>
          </p:grpSpPr>
          <p:sp>
            <p:nvSpPr>
              <p:cNvPr id="7371" name="Google Shape;7371;p7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73" name="Google Shape;7373;p72"/>
          <p:cNvGrpSpPr/>
          <p:nvPr/>
        </p:nvGrpSpPr>
        <p:grpSpPr>
          <a:xfrm>
            <a:off x="4209349" y="1176041"/>
            <a:ext cx="1430711" cy="751237"/>
            <a:chOff x="5159450" y="1919950"/>
            <a:chExt cx="1541050" cy="862500"/>
          </a:xfrm>
        </p:grpSpPr>
        <p:sp>
          <p:nvSpPr>
            <p:cNvPr id="7374" name="Google Shape;7374;p7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pl-PL"/>
            </a:p>
          </p:txBody>
        </p:sp>
        <p:grpSp>
          <p:nvGrpSpPr>
            <p:cNvPr id="7375" name="Google Shape;7375;p72"/>
            <p:cNvGrpSpPr/>
            <p:nvPr/>
          </p:nvGrpSpPr>
          <p:grpSpPr>
            <a:xfrm>
              <a:off x="5159450" y="1919950"/>
              <a:ext cx="1541050" cy="862500"/>
              <a:chOff x="5159450" y="1919950"/>
              <a:chExt cx="1541050" cy="862500"/>
            </a:xfrm>
          </p:grpSpPr>
          <p:cxnSp>
            <p:nvCxnSpPr>
              <p:cNvPr id="7376" name="Google Shape;7376;p7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7377" name="Google Shape;7377;p7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7378" name="Google Shape;7378;p72"/>
          <p:cNvGrpSpPr/>
          <p:nvPr/>
        </p:nvGrpSpPr>
        <p:grpSpPr>
          <a:xfrm>
            <a:off x="4257486" y="2439811"/>
            <a:ext cx="1334436" cy="967914"/>
            <a:chOff x="4294923" y="2439811"/>
            <a:chExt cx="1334436" cy="967914"/>
          </a:xfrm>
        </p:grpSpPr>
        <p:grpSp>
          <p:nvGrpSpPr>
            <p:cNvPr id="7379" name="Google Shape;7379;p72"/>
            <p:cNvGrpSpPr/>
            <p:nvPr/>
          </p:nvGrpSpPr>
          <p:grpSpPr>
            <a:xfrm>
              <a:off x="4960455" y="2469658"/>
              <a:ext cx="668904" cy="885524"/>
              <a:chOff x="4960455" y="2469658"/>
              <a:chExt cx="668904" cy="885524"/>
            </a:xfrm>
          </p:grpSpPr>
          <p:sp>
            <p:nvSpPr>
              <p:cNvPr id="7380" name="Google Shape;7380;p7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6" name="Google Shape;7386;p72"/>
            <p:cNvGrpSpPr/>
            <p:nvPr/>
          </p:nvGrpSpPr>
          <p:grpSpPr>
            <a:xfrm>
              <a:off x="4294923" y="2469658"/>
              <a:ext cx="668951" cy="885524"/>
              <a:chOff x="4294923" y="2469658"/>
              <a:chExt cx="668951" cy="885524"/>
            </a:xfrm>
          </p:grpSpPr>
          <p:sp>
            <p:nvSpPr>
              <p:cNvPr id="7387" name="Google Shape;7387;p7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3" name="Google Shape;7393;p7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4" name="Google Shape;7394;p72"/>
          <p:cNvGrpSpPr/>
          <p:nvPr/>
        </p:nvGrpSpPr>
        <p:grpSpPr>
          <a:xfrm>
            <a:off x="4243690" y="3494256"/>
            <a:ext cx="1430949" cy="897289"/>
            <a:chOff x="4351371" y="3547942"/>
            <a:chExt cx="1345130" cy="843475"/>
          </a:xfrm>
        </p:grpSpPr>
        <p:grpSp>
          <p:nvGrpSpPr>
            <p:cNvPr id="7395" name="Google Shape;7395;p72"/>
            <p:cNvGrpSpPr/>
            <p:nvPr/>
          </p:nvGrpSpPr>
          <p:grpSpPr>
            <a:xfrm>
              <a:off x="4351371" y="4209917"/>
              <a:ext cx="1345130" cy="181500"/>
              <a:chOff x="4351371" y="4209917"/>
              <a:chExt cx="1345130" cy="181500"/>
            </a:xfrm>
          </p:grpSpPr>
          <p:sp>
            <p:nvSpPr>
              <p:cNvPr id="7396" name="Google Shape;7396;p72"/>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97" name="Google Shape;7397;p7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7398" name="Google Shape;7398;p72"/>
            <p:cNvGrpSpPr/>
            <p:nvPr/>
          </p:nvGrpSpPr>
          <p:grpSpPr>
            <a:xfrm>
              <a:off x="4403010" y="3985221"/>
              <a:ext cx="1109518" cy="181500"/>
              <a:chOff x="4403010" y="3985221"/>
              <a:chExt cx="1109518" cy="181500"/>
            </a:xfrm>
          </p:grpSpPr>
          <p:sp>
            <p:nvSpPr>
              <p:cNvPr id="7399" name="Google Shape;7399;p72"/>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0" name="Google Shape;7400;p7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7401" name="Google Shape;7401;p72"/>
            <p:cNvGrpSpPr/>
            <p:nvPr/>
          </p:nvGrpSpPr>
          <p:grpSpPr>
            <a:xfrm>
              <a:off x="4618704" y="3766582"/>
              <a:ext cx="807858" cy="181500"/>
              <a:chOff x="4618704" y="3766582"/>
              <a:chExt cx="807858" cy="181500"/>
            </a:xfrm>
          </p:grpSpPr>
          <p:sp>
            <p:nvSpPr>
              <p:cNvPr id="7402" name="Google Shape;7402;p72"/>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3" name="Google Shape;7403;p7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7404" name="Google Shape;7404;p72"/>
            <p:cNvGrpSpPr/>
            <p:nvPr/>
          </p:nvGrpSpPr>
          <p:grpSpPr>
            <a:xfrm>
              <a:off x="4735238" y="3547942"/>
              <a:ext cx="462839" cy="181500"/>
              <a:chOff x="4735238" y="3547942"/>
              <a:chExt cx="462839" cy="181500"/>
            </a:xfrm>
          </p:grpSpPr>
          <p:sp>
            <p:nvSpPr>
              <p:cNvPr id="7405" name="Google Shape;7405;p72"/>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06" name="Google Shape;7406;p7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7407" name="Google Shape;7407;p72"/>
          <p:cNvGrpSpPr/>
          <p:nvPr/>
        </p:nvGrpSpPr>
        <p:grpSpPr>
          <a:xfrm>
            <a:off x="7420047" y="2429580"/>
            <a:ext cx="1020955" cy="928853"/>
            <a:chOff x="926675" y="238125"/>
            <a:chExt cx="5755100" cy="5232975"/>
          </a:xfrm>
        </p:grpSpPr>
        <p:sp>
          <p:nvSpPr>
            <p:cNvPr id="7408" name="Google Shape;7408;p7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2" name="Google Shape;7412;p72"/>
          <p:cNvGrpSpPr/>
          <p:nvPr/>
        </p:nvGrpSpPr>
        <p:grpSpPr>
          <a:xfrm>
            <a:off x="727421" y="2828315"/>
            <a:ext cx="1695374" cy="1560837"/>
            <a:chOff x="727421" y="2828315"/>
            <a:chExt cx="1695374" cy="1560837"/>
          </a:xfrm>
        </p:grpSpPr>
        <p:grpSp>
          <p:nvGrpSpPr>
            <p:cNvPr id="7413" name="Google Shape;7413;p72"/>
            <p:cNvGrpSpPr/>
            <p:nvPr/>
          </p:nvGrpSpPr>
          <p:grpSpPr>
            <a:xfrm>
              <a:off x="727421" y="2828315"/>
              <a:ext cx="1695374" cy="1560837"/>
              <a:chOff x="734799" y="2782450"/>
              <a:chExt cx="1571100" cy="1577400"/>
            </a:xfrm>
          </p:grpSpPr>
          <p:cxnSp>
            <p:nvCxnSpPr>
              <p:cNvPr id="7414" name="Google Shape;7414;p7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7415" name="Google Shape;7415;p7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7416" name="Google Shape;7416;p72"/>
            <p:cNvGrpSpPr/>
            <p:nvPr/>
          </p:nvGrpSpPr>
          <p:grpSpPr>
            <a:xfrm>
              <a:off x="819108" y="2882501"/>
              <a:ext cx="1556791" cy="1426186"/>
              <a:chOff x="819108" y="2882501"/>
              <a:chExt cx="1556791" cy="1426186"/>
            </a:xfrm>
          </p:grpSpPr>
          <p:grpSp>
            <p:nvGrpSpPr>
              <p:cNvPr id="7417" name="Google Shape;7417;p72"/>
              <p:cNvGrpSpPr/>
              <p:nvPr/>
            </p:nvGrpSpPr>
            <p:grpSpPr>
              <a:xfrm>
                <a:off x="819108" y="2882501"/>
                <a:ext cx="103104" cy="1426186"/>
                <a:chOff x="4674013" y="3100904"/>
                <a:chExt cx="122758" cy="1698043"/>
              </a:xfrm>
            </p:grpSpPr>
            <p:sp>
              <p:nvSpPr>
                <p:cNvPr id="7418" name="Google Shape;7418;p7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5" name="Google Shape;7425;p72"/>
              <p:cNvGrpSpPr/>
              <p:nvPr/>
            </p:nvGrpSpPr>
            <p:grpSpPr>
              <a:xfrm>
                <a:off x="1062475" y="2882501"/>
                <a:ext cx="103104" cy="1426186"/>
                <a:chOff x="4940438" y="3100904"/>
                <a:chExt cx="122758" cy="1698043"/>
              </a:xfrm>
            </p:grpSpPr>
            <p:sp>
              <p:nvSpPr>
                <p:cNvPr id="7426" name="Google Shape;7426;p7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3" name="Google Shape;7433;p72"/>
              <p:cNvGrpSpPr/>
              <p:nvPr/>
            </p:nvGrpSpPr>
            <p:grpSpPr>
              <a:xfrm>
                <a:off x="1299324" y="2882501"/>
                <a:ext cx="103104" cy="1426186"/>
                <a:chOff x="5206863" y="3100904"/>
                <a:chExt cx="122758" cy="1698043"/>
              </a:xfrm>
            </p:grpSpPr>
            <p:sp>
              <p:nvSpPr>
                <p:cNvPr id="7434" name="Google Shape;7434;p7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1" name="Google Shape;7441;p72"/>
              <p:cNvGrpSpPr/>
              <p:nvPr/>
            </p:nvGrpSpPr>
            <p:grpSpPr>
              <a:xfrm>
                <a:off x="1786057" y="2882501"/>
                <a:ext cx="103104" cy="1426186"/>
                <a:chOff x="6006138" y="3143629"/>
                <a:chExt cx="122758" cy="1698043"/>
              </a:xfrm>
            </p:grpSpPr>
            <p:sp>
              <p:nvSpPr>
                <p:cNvPr id="7442" name="Google Shape;7442;p7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9" name="Google Shape;7449;p72"/>
              <p:cNvGrpSpPr/>
              <p:nvPr/>
            </p:nvGrpSpPr>
            <p:grpSpPr>
              <a:xfrm>
                <a:off x="2029422" y="2882501"/>
                <a:ext cx="103104" cy="1426186"/>
                <a:chOff x="6805413" y="3100904"/>
                <a:chExt cx="122758" cy="1698043"/>
              </a:xfrm>
            </p:grpSpPr>
            <p:sp>
              <p:nvSpPr>
                <p:cNvPr id="7450" name="Google Shape;7450;p7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7" name="Google Shape;7457;p72"/>
              <p:cNvGrpSpPr/>
              <p:nvPr/>
            </p:nvGrpSpPr>
            <p:grpSpPr>
              <a:xfrm>
                <a:off x="2272795" y="2882501"/>
                <a:ext cx="103104" cy="1426186"/>
                <a:chOff x="5206863" y="3100904"/>
                <a:chExt cx="122758" cy="1698043"/>
              </a:xfrm>
            </p:grpSpPr>
            <p:sp>
              <p:nvSpPr>
                <p:cNvPr id="7458" name="Google Shape;7458;p7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72"/>
              <p:cNvGrpSpPr/>
              <p:nvPr/>
            </p:nvGrpSpPr>
            <p:grpSpPr>
              <a:xfrm>
                <a:off x="1542694" y="2882501"/>
                <a:ext cx="103104" cy="1426186"/>
                <a:chOff x="6006138" y="3143629"/>
                <a:chExt cx="122758" cy="1698043"/>
              </a:xfrm>
            </p:grpSpPr>
            <p:sp>
              <p:nvSpPr>
                <p:cNvPr id="7466" name="Google Shape;7466;p7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73" name="Google Shape;7473;p72"/>
          <p:cNvGrpSpPr/>
          <p:nvPr/>
        </p:nvGrpSpPr>
        <p:grpSpPr>
          <a:xfrm>
            <a:off x="5683472" y="3518037"/>
            <a:ext cx="2749952" cy="870677"/>
            <a:chOff x="238125" y="1725700"/>
            <a:chExt cx="7139025" cy="2260325"/>
          </a:xfrm>
        </p:grpSpPr>
        <p:sp>
          <p:nvSpPr>
            <p:cNvPr id="7474" name="Google Shape;7474;p7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4" name="Google Shape;7484;p72"/>
          <p:cNvGrpSpPr/>
          <p:nvPr/>
        </p:nvGrpSpPr>
        <p:grpSpPr>
          <a:xfrm>
            <a:off x="5953636" y="2459783"/>
            <a:ext cx="1105452" cy="916747"/>
            <a:chOff x="5249100" y="1210600"/>
            <a:chExt cx="3502700" cy="2904775"/>
          </a:xfrm>
        </p:grpSpPr>
        <p:sp>
          <p:nvSpPr>
            <p:cNvPr id="7485" name="Google Shape;7485;p7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89" name="Google Shape;7489;p7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7490" name="Google Shape;7490;p7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7491" name="Google Shape;7491;p7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7492" name="Google Shape;7492;p7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7493" name="Google Shape;7493;p7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72"/>
          <p:cNvGrpSpPr/>
          <p:nvPr/>
        </p:nvGrpSpPr>
        <p:grpSpPr>
          <a:xfrm>
            <a:off x="7136183" y="1179201"/>
            <a:ext cx="1304650" cy="1124856"/>
            <a:chOff x="7287122" y="1165658"/>
            <a:chExt cx="1219413" cy="1051365"/>
          </a:xfrm>
        </p:grpSpPr>
        <p:grpSp>
          <p:nvGrpSpPr>
            <p:cNvPr id="7495" name="Google Shape;7495;p72"/>
            <p:cNvGrpSpPr/>
            <p:nvPr/>
          </p:nvGrpSpPr>
          <p:grpSpPr>
            <a:xfrm>
              <a:off x="7287122" y="1969723"/>
              <a:ext cx="1219413" cy="247300"/>
              <a:chOff x="7287122" y="1969723"/>
              <a:chExt cx="1219413" cy="247300"/>
            </a:xfrm>
          </p:grpSpPr>
          <p:sp>
            <p:nvSpPr>
              <p:cNvPr id="7496" name="Google Shape;7496;p7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97" name="Google Shape;7497;p72"/>
              <p:cNvGrpSpPr/>
              <p:nvPr/>
            </p:nvGrpSpPr>
            <p:grpSpPr>
              <a:xfrm>
                <a:off x="7287122" y="2063892"/>
                <a:ext cx="1151753" cy="73428"/>
                <a:chOff x="7287122" y="2063892"/>
                <a:chExt cx="1151753" cy="73428"/>
              </a:xfrm>
            </p:grpSpPr>
            <p:sp>
              <p:nvSpPr>
                <p:cNvPr id="7498" name="Google Shape;7498;p7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99" name="Google Shape;7499;p7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7500" name="Google Shape;7500;p72"/>
            <p:cNvGrpSpPr/>
            <p:nvPr/>
          </p:nvGrpSpPr>
          <p:grpSpPr>
            <a:xfrm>
              <a:off x="7287122" y="1712201"/>
              <a:ext cx="1219403" cy="246767"/>
              <a:chOff x="7287122" y="1712201"/>
              <a:chExt cx="1219403" cy="246767"/>
            </a:xfrm>
          </p:grpSpPr>
          <p:sp>
            <p:nvSpPr>
              <p:cNvPr id="7501" name="Google Shape;7501;p7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02" name="Google Shape;7502;p72"/>
              <p:cNvGrpSpPr/>
              <p:nvPr/>
            </p:nvGrpSpPr>
            <p:grpSpPr>
              <a:xfrm>
                <a:off x="7287122" y="1842861"/>
                <a:ext cx="1005303" cy="73419"/>
                <a:chOff x="7287122" y="1842861"/>
                <a:chExt cx="1005303" cy="73419"/>
              </a:xfrm>
            </p:grpSpPr>
            <p:sp>
              <p:nvSpPr>
                <p:cNvPr id="7503" name="Google Shape;7503;p7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4" name="Google Shape;7504;p7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7505" name="Google Shape;7505;p72"/>
            <p:cNvGrpSpPr/>
            <p:nvPr/>
          </p:nvGrpSpPr>
          <p:grpSpPr>
            <a:xfrm>
              <a:off x="7287122" y="1447520"/>
              <a:ext cx="1219403" cy="286667"/>
              <a:chOff x="7287122" y="1447520"/>
              <a:chExt cx="1219403" cy="286667"/>
            </a:xfrm>
          </p:grpSpPr>
          <p:sp>
            <p:nvSpPr>
              <p:cNvPr id="7506" name="Google Shape;7506;p7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07" name="Google Shape;7507;p72"/>
              <p:cNvGrpSpPr/>
              <p:nvPr/>
            </p:nvGrpSpPr>
            <p:grpSpPr>
              <a:xfrm>
                <a:off x="7287122" y="1581977"/>
                <a:ext cx="852803" cy="73428"/>
                <a:chOff x="7287122" y="1581977"/>
                <a:chExt cx="852803" cy="73428"/>
              </a:xfrm>
            </p:grpSpPr>
            <p:sp>
              <p:nvSpPr>
                <p:cNvPr id="7508" name="Google Shape;7508;p7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9" name="Google Shape;7509;p7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7510" name="Google Shape;7510;p72"/>
            <p:cNvGrpSpPr/>
            <p:nvPr/>
          </p:nvGrpSpPr>
          <p:grpSpPr>
            <a:xfrm>
              <a:off x="7287122" y="1165658"/>
              <a:ext cx="1219403" cy="344253"/>
              <a:chOff x="7287122" y="1165658"/>
              <a:chExt cx="1219403" cy="344253"/>
            </a:xfrm>
          </p:grpSpPr>
          <p:sp>
            <p:nvSpPr>
              <p:cNvPr id="7511" name="Google Shape;7511;p7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12" name="Google Shape;7512;p72"/>
              <p:cNvGrpSpPr/>
              <p:nvPr/>
            </p:nvGrpSpPr>
            <p:grpSpPr>
              <a:xfrm>
                <a:off x="7287122" y="1341025"/>
                <a:ext cx="695703" cy="73419"/>
                <a:chOff x="7287122" y="1341025"/>
                <a:chExt cx="695703" cy="73419"/>
              </a:xfrm>
            </p:grpSpPr>
            <p:sp>
              <p:nvSpPr>
                <p:cNvPr id="7513" name="Google Shape;7513;p7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14" name="Google Shape;7514;p7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7515" name="Google Shape;7515;p72"/>
          <p:cNvGrpSpPr/>
          <p:nvPr/>
        </p:nvGrpSpPr>
        <p:grpSpPr>
          <a:xfrm>
            <a:off x="5802676" y="1185224"/>
            <a:ext cx="1397729" cy="1098540"/>
            <a:chOff x="5900602" y="1193063"/>
            <a:chExt cx="1299851" cy="1021707"/>
          </a:xfrm>
        </p:grpSpPr>
        <p:grpSp>
          <p:nvGrpSpPr>
            <p:cNvPr id="7516" name="Google Shape;7516;p72"/>
            <p:cNvGrpSpPr/>
            <p:nvPr/>
          </p:nvGrpSpPr>
          <p:grpSpPr>
            <a:xfrm>
              <a:off x="6520337" y="1193063"/>
              <a:ext cx="341815" cy="799959"/>
              <a:chOff x="6520337" y="1193063"/>
              <a:chExt cx="341815" cy="799959"/>
            </a:xfrm>
          </p:grpSpPr>
          <p:grpSp>
            <p:nvGrpSpPr>
              <p:cNvPr id="7517" name="Google Shape;7517;p72"/>
              <p:cNvGrpSpPr/>
              <p:nvPr/>
            </p:nvGrpSpPr>
            <p:grpSpPr>
              <a:xfrm>
                <a:off x="6520337" y="1589527"/>
                <a:ext cx="213950" cy="403494"/>
                <a:chOff x="6520337" y="1589527"/>
                <a:chExt cx="213950" cy="403494"/>
              </a:xfrm>
            </p:grpSpPr>
            <p:sp>
              <p:nvSpPr>
                <p:cNvPr id="7518" name="Google Shape;7518;p7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72"/>
              <p:cNvGrpSpPr/>
              <p:nvPr/>
            </p:nvGrpSpPr>
            <p:grpSpPr>
              <a:xfrm>
                <a:off x="6577204" y="1193063"/>
                <a:ext cx="284947" cy="464512"/>
                <a:chOff x="6577204" y="1193063"/>
                <a:chExt cx="284947" cy="464512"/>
              </a:xfrm>
            </p:grpSpPr>
            <p:sp>
              <p:nvSpPr>
                <p:cNvPr id="7521" name="Google Shape;7521;p7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22" name="Google Shape;7522;p7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7523" name="Google Shape;7523;p72"/>
            <p:cNvGrpSpPr/>
            <p:nvPr/>
          </p:nvGrpSpPr>
          <p:grpSpPr>
            <a:xfrm>
              <a:off x="6238903" y="1193063"/>
              <a:ext cx="300475" cy="900152"/>
              <a:chOff x="6238903" y="1193063"/>
              <a:chExt cx="300475" cy="900152"/>
            </a:xfrm>
          </p:grpSpPr>
          <p:grpSp>
            <p:nvGrpSpPr>
              <p:cNvPr id="7524" name="Google Shape;7524;p72"/>
              <p:cNvGrpSpPr/>
              <p:nvPr/>
            </p:nvGrpSpPr>
            <p:grpSpPr>
              <a:xfrm>
                <a:off x="6290865" y="1489315"/>
                <a:ext cx="248514" cy="603900"/>
                <a:chOff x="6290865" y="1489315"/>
                <a:chExt cx="248514" cy="603900"/>
              </a:xfrm>
            </p:grpSpPr>
            <p:sp>
              <p:nvSpPr>
                <p:cNvPr id="7525" name="Google Shape;7525;p7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7" name="Google Shape;7527;p72"/>
              <p:cNvGrpSpPr/>
              <p:nvPr/>
            </p:nvGrpSpPr>
            <p:grpSpPr>
              <a:xfrm>
                <a:off x="6238903" y="1193063"/>
                <a:ext cx="284947" cy="333087"/>
                <a:chOff x="6238903" y="1193063"/>
                <a:chExt cx="284947" cy="333087"/>
              </a:xfrm>
            </p:grpSpPr>
            <p:sp>
              <p:nvSpPr>
                <p:cNvPr id="7528" name="Google Shape;7528;p7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29" name="Google Shape;7529;p7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7530" name="Google Shape;7530;p72"/>
            <p:cNvGrpSpPr/>
            <p:nvPr/>
          </p:nvGrpSpPr>
          <p:grpSpPr>
            <a:xfrm>
              <a:off x="5900602" y="1193063"/>
              <a:ext cx="444345" cy="1021707"/>
              <a:chOff x="5900602" y="1193063"/>
              <a:chExt cx="444345" cy="1021707"/>
            </a:xfrm>
          </p:grpSpPr>
          <p:grpSp>
            <p:nvGrpSpPr>
              <p:cNvPr id="7531" name="Google Shape;7531;p72"/>
              <p:cNvGrpSpPr/>
              <p:nvPr/>
            </p:nvGrpSpPr>
            <p:grpSpPr>
              <a:xfrm>
                <a:off x="6046501" y="1367785"/>
                <a:ext cx="298446" cy="846986"/>
                <a:chOff x="6046501" y="1367785"/>
                <a:chExt cx="298446" cy="846986"/>
              </a:xfrm>
            </p:grpSpPr>
            <p:sp>
              <p:nvSpPr>
                <p:cNvPr id="7532" name="Google Shape;7532;p7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72"/>
              <p:cNvGrpSpPr/>
              <p:nvPr/>
            </p:nvGrpSpPr>
            <p:grpSpPr>
              <a:xfrm>
                <a:off x="5900602" y="1193063"/>
                <a:ext cx="284947" cy="182312"/>
                <a:chOff x="5900602" y="1193063"/>
                <a:chExt cx="284947" cy="182312"/>
              </a:xfrm>
            </p:grpSpPr>
            <p:sp>
              <p:nvSpPr>
                <p:cNvPr id="7535" name="Google Shape;7535;p7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36" name="Google Shape;7536;p7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7537" name="Google Shape;7537;p72"/>
            <p:cNvGrpSpPr/>
            <p:nvPr/>
          </p:nvGrpSpPr>
          <p:grpSpPr>
            <a:xfrm>
              <a:off x="6738300" y="1193063"/>
              <a:ext cx="462153" cy="707634"/>
              <a:chOff x="6738300" y="1193063"/>
              <a:chExt cx="462153" cy="707634"/>
            </a:xfrm>
          </p:grpSpPr>
          <p:grpSp>
            <p:nvGrpSpPr>
              <p:cNvPr id="7538" name="Google Shape;7538;p72"/>
              <p:cNvGrpSpPr/>
              <p:nvPr/>
            </p:nvGrpSpPr>
            <p:grpSpPr>
              <a:xfrm>
                <a:off x="6915505" y="1193063"/>
                <a:ext cx="284947" cy="597387"/>
                <a:chOff x="6915505" y="1193063"/>
                <a:chExt cx="284947" cy="597387"/>
              </a:xfrm>
            </p:grpSpPr>
            <p:sp>
              <p:nvSpPr>
                <p:cNvPr id="7539" name="Google Shape;7539;p7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40" name="Google Shape;7540;p7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7541" name="Google Shape;7541;p72"/>
              <p:cNvGrpSpPr/>
              <p:nvPr/>
            </p:nvGrpSpPr>
            <p:grpSpPr>
              <a:xfrm>
                <a:off x="6738300" y="1684725"/>
                <a:ext cx="230066" cy="215971"/>
                <a:chOff x="6738300" y="1684725"/>
                <a:chExt cx="230066" cy="215971"/>
              </a:xfrm>
            </p:grpSpPr>
            <p:sp>
              <p:nvSpPr>
                <p:cNvPr id="7542" name="Google Shape;7542;p7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547"/>
        <p:cNvGrpSpPr/>
        <p:nvPr/>
      </p:nvGrpSpPr>
      <p:grpSpPr>
        <a:xfrm>
          <a:off x="0" y="0"/>
          <a:ext cx="0" cy="0"/>
          <a:chOff x="0" y="0"/>
          <a:chExt cx="0" cy="0"/>
        </a:xfrm>
      </p:grpSpPr>
      <p:sp>
        <p:nvSpPr>
          <p:cNvPr id="7548" name="Google Shape;7548;p7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7549" name="Google Shape;7549;p73"/>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7550" name="Google Shape;7550;p73"/>
          <p:cNvGrpSpPr/>
          <p:nvPr/>
        </p:nvGrpSpPr>
        <p:grpSpPr>
          <a:xfrm>
            <a:off x="839307" y="2318098"/>
            <a:ext cx="387992" cy="329326"/>
            <a:chOff x="839307" y="2318098"/>
            <a:chExt cx="387992" cy="329326"/>
          </a:xfrm>
        </p:grpSpPr>
        <p:sp>
          <p:nvSpPr>
            <p:cNvPr id="7551" name="Google Shape;7551;p73"/>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3"/>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3"/>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3"/>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3"/>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3"/>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3"/>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3"/>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3"/>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3"/>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73"/>
          <p:cNvGrpSpPr/>
          <p:nvPr/>
        </p:nvGrpSpPr>
        <p:grpSpPr>
          <a:xfrm>
            <a:off x="1414990" y="2289671"/>
            <a:ext cx="387073" cy="385996"/>
            <a:chOff x="1414990" y="2289671"/>
            <a:chExt cx="387073" cy="385996"/>
          </a:xfrm>
        </p:grpSpPr>
        <p:sp>
          <p:nvSpPr>
            <p:cNvPr id="7562" name="Google Shape;7562;p73"/>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3"/>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3"/>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3"/>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3"/>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3"/>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3"/>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3"/>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3"/>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3"/>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3"/>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3"/>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3"/>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3"/>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3"/>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3"/>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3"/>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3"/>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0" name="Google Shape;7580;p73"/>
          <p:cNvGrpSpPr/>
          <p:nvPr/>
        </p:nvGrpSpPr>
        <p:grpSpPr>
          <a:xfrm>
            <a:off x="1989911" y="2306065"/>
            <a:ext cx="387099" cy="353207"/>
            <a:chOff x="1989911" y="2306065"/>
            <a:chExt cx="387099" cy="353207"/>
          </a:xfrm>
        </p:grpSpPr>
        <p:sp>
          <p:nvSpPr>
            <p:cNvPr id="7581" name="Google Shape;7581;p73"/>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3"/>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3"/>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3"/>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3"/>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3"/>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3"/>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73"/>
          <p:cNvGrpSpPr/>
          <p:nvPr/>
        </p:nvGrpSpPr>
        <p:grpSpPr>
          <a:xfrm>
            <a:off x="2593102" y="2288778"/>
            <a:ext cx="204663" cy="363007"/>
            <a:chOff x="2593102" y="2288778"/>
            <a:chExt cx="204663" cy="363007"/>
          </a:xfrm>
        </p:grpSpPr>
        <p:sp>
          <p:nvSpPr>
            <p:cNvPr id="7589" name="Google Shape;7589;p73"/>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3"/>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3"/>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3"/>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3"/>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3"/>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3"/>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3"/>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3"/>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73"/>
          <p:cNvGrpSpPr/>
          <p:nvPr/>
        </p:nvGrpSpPr>
        <p:grpSpPr>
          <a:xfrm>
            <a:off x="2970874" y="2329763"/>
            <a:ext cx="403651" cy="305996"/>
            <a:chOff x="2970874" y="2329763"/>
            <a:chExt cx="403651" cy="305996"/>
          </a:xfrm>
        </p:grpSpPr>
        <p:sp>
          <p:nvSpPr>
            <p:cNvPr id="7599" name="Google Shape;7599;p73"/>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3"/>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3"/>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3"/>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3"/>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3"/>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3"/>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3"/>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3"/>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73"/>
          <p:cNvGrpSpPr/>
          <p:nvPr/>
        </p:nvGrpSpPr>
        <p:grpSpPr>
          <a:xfrm>
            <a:off x="3545795" y="2318755"/>
            <a:ext cx="387835" cy="327933"/>
            <a:chOff x="3545795" y="2318755"/>
            <a:chExt cx="387835" cy="327933"/>
          </a:xfrm>
        </p:grpSpPr>
        <p:sp>
          <p:nvSpPr>
            <p:cNvPr id="7609" name="Google Shape;7609;p73"/>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3"/>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3"/>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12" name="Google Shape;7612;p73"/>
            <p:cNvGrpSpPr/>
            <p:nvPr/>
          </p:nvGrpSpPr>
          <p:grpSpPr>
            <a:xfrm>
              <a:off x="3545795" y="2322301"/>
              <a:ext cx="387835" cy="324387"/>
              <a:chOff x="3545795" y="2322301"/>
              <a:chExt cx="387835" cy="324387"/>
            </a:xfrm>
          </p:grpSpPr>
          <p:sp>
            <p:nvSpPr>
              <p:cNvPr id="7613" name="Google Shape;7613;p73"/>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3"/>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3"/>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3"/>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3"/>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3"/>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3"/>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20" name="Google Shape;7620;p73"/>
          <p:cNvGrpSpPr/>
          <p:nvPr/>
        </p:nvGrpSpPr>
        <p:grpSpPr>
          <a:xfrm>
            <a:off x="4718468" y="2306984"/>
            <a:ext cx="364294" cy="351552"/>
            <a:chOff x="4718468" y="2306984"/>
            <a:chExt cx="364294" cy="351552"/>
          </a:xfrm>
        </p:grpSpPr>
        <p:sp>
          <p:nvSpPr>
            <p:cNvPr id="7621" name="Google Shape;7621;p73"/>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3"/>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3"/>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3"/>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3"/>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3"/>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3"/>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3"/>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3"/>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3"/>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1" name="Google Shape;7631;p73"/>
          <p:cNvGrpSpPr/>
          <p:nvPr/>
        </p:nvGrpSpPr>
        <p:grpSpPr>
          <a:xfrm>
            <a:off x="4147908" y="2303017"/>
            <a:ext cx="361194" cy="359355"/>
            <a:chOff x="4147908" y="2303017"/>
            <a:chExt cx="361194" cy="359355"/>
          </a:xfrm>
        </p:grpSpPr>
        <p:sp>
          <p:nvSpPr>
            <p:cNvPr id="7632" name="Google Shape;7632;p73"/>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3"/>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3"/>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3"/>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3"/>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3"/>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3"/>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3"/>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3"/>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3"/>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3"/>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3"/>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3"/>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3"/>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6" name="Google Shape;7646;p73"/>
          <p:cNvGrpSpPr/>
          <p:nvPr/>
        </p:nvGrpSpPr>
        <p:grpSpPr>
          <a:xfrm>
            <a:off x="5292128" y="2299891"/>
            <a:ext cx="367027" cy="365214"/>
            <a:chOff x="5292128" y="2299891"/>
            <a:chExt cx="367027" cy="365214"/>
          </a:xfrm>
        </p:grpSpPr>
        <p:sp>
          <p:nvSpPr>
            <p:cNvPr id="7647" name="Google Shape;7647;p73"/>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3"/>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3"/>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3"/>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3"/>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3"/>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3" name="Google Shape;7653;p73"/>
          <p:cNvGrpSpPr/>
          <p:nvPr/>
        </p:nvGrpSpPr>
        <p:grpSpPr>
          <a:xfrm>
            <a:off x="5873617" y="2309901"/>
            <a:ext cx="345720" cy="345720"/>
            <a:chOff x="5873617" y="2309901"/>
            <a:chExt cx="345720" cy="345720"/>
          </a:xfrm>
        </p:grpSpPr>
        <p:sp>
          <p:nvSpPr>
            <p:cNvPr id="7654" name="Google Shape;7654;p73"/>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3"/>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3"/>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3"/>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3"/>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3"/>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3"/>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3"/>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3"/>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3"/>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3"/>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3"/>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3"/>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3"/>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3"/>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3"/>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3"/>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3"/>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3"/>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3" name="Google Shape;7673;p73"/>
          <p:cNvGrpSpPr/>
          <p:nvPr/>
        </p:nvGrpSpPr>
        <p:grpSpPr>
          <a:xfrm>
            <a:off x="6863329" y="2297710"/>
            <a:ext cx="391460" cy="370127"/>
            <a:chOff x="6863329" y="2297710"/>
            <a:chExt cx="391460" cy="370127"/>
          </a:xfrm>
        </p:grpSpPr>
        <p:sp>
          <p:nvSpPr>
            <p:cNvPr id="7674" name="Google Shape;7674;p73"/>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3"/>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3"/>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3"/>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3"/>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3"/>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3"/>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3"/>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3"/>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3" name="Google Shape;7683;p73"/>
          <p:cNvGrpSpPr/>
          <p:nvPr/>
        </p:nvGrpSpPr>
        <p:grpSpPr>
          <a:xfrm>
            <a:off x="7421488" y="2318518"/>
            <a:ext cx="342620" cy="328459"/>
            <a:chOff x="7421488" y="2318518"/>
            <a:chExt cx="342620" cy="328459"/>
          </a:xfrm>
        </p:grpSpPr>
        <p:sp>
          <p:nvSpPr>
            <p:cNvPr id="7684" name="Google Shape;7684;p73"/>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3"/>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3"/>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3"/>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3"/>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3"/>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3"/>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1" name="Google Shape;7691;p73"/>
          <p:cNvGrpSpPr/>
          <p:nvPr/>
        </p:nvGrpSpPr>
        <p:grpSpPr>
          <a:xfrm>
            <a:off x="2508373" y="2779889"/>
            <a:ext cx="337523" cy="337680"/>
            <a:chOff x="2508373" y="2779889"/>
            <a:chExt cx="337523" cy="337680"/>
          </a:xfrm>
        </p:grpSpPr>
        <p:sp>
          <p:nvSpPr>
            <p:cNvPr id="7692" name="Google Shape;7692;p73"/>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3"/>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3"/>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3"/>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3"/>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3"/>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73"/>
          <p:cNvGrpSpPr/>
          <p:nvPr/>
        </p:nvGrpSpPr>
        <p:grpSpPr>
          <a:xfrm>
            <a:off x="1884401" y="4141593"/>
            <a:ext cx="410613" cy="372229"/>
            <a:chOff x="1884401" y="4141593"/>
            <a:chExt cx="410613" cy="372229"/>
          </a:xfrm>
        </p:grpSpPr>
        <p:sp>
          <p:nvSpPr>
            <p:cNvPr id="7699" name="Google Shape;7699;p73"/>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3"/>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3"/>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3"/>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3"/>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3"/>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3"/>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6" name="Google Shape;7706;p73"/>
          <p:cNvGrpSpPr/>
          <p:nvPr/>
        </p:nvGrpSpPr>
        <p:grpSpPr>
          <a:xfrm>
            <a:off x="1430832" y="2773689"/>
            <a:ext cx="294515" cy="349897"/>
            <a:chOff x="1430832" y="2773689"/>
            <a:chExt cx="294515" cy="349897"/>
          </a:xfrm>
        </p:grpSpPr>
        <p:sp>
          <p:nvSpPr>
            <p:cNvPr id="7707" name="Google Shape;7707;p73"/>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3"/>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3"/>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3"/>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3"/>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3"/>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3"/>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3"/>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3"/>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3"/>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3"/>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3"/>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3"/>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0" name="Google Shape;7720;p73"/>
          <p:cNvGrpSpPr/>
          <p:nvPr/>
        </p:nvGrpSpPr>
        <p:grpSpPr>
          <a:xfrm>
            <a:off x="3082217" y="2788586"/>
            <a:ext cx="288866" cy="320236"/>
            <a:chOff x="3082217" y="2788586"/>
            <a:chExt cx="288866" cy="320236"/>
          </a:xfrm>
        </p:grpSpPr>
        <p:sp>
          <p:nvSpPr>
            <p:cNvPr id="7721" name="Google Shape;7721;p73"/>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3"/>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3"/>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3"/>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3"/>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3"/>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3"/>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73"/>
          <p:cNvGrpSpPr/>
          <p:nvPr/>
        </p:nvGrpSpPr>
        <p:grpSpPr>
          <a:xfrm>
            <a:off x="3610557" y="2780704"/>
            <a:ext cx="325017" cy="336052"/>
            <a:chOff x="3610557" y="2780704"/>
            <a:chExt cx="325017" cy="336052"/>
          </a:xfrm>
        </p:grpSpPr>
        <p:sp>
          <p:nvSpPr>
            <p:cNvPr id="7729" name="Google Shape;7729;p73"/>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3"/>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3"/>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2" name="Google Shape;7732;p73"/>
          <p:cNvGrpSpPr/>
          <p:nvPr/>
        </p:nvGrpSpPr>
        <p:grpSpPr>
          <a:xfrm>
            <a:off x="4179067" y="2811495"/>
            <a:ext cx="286475" cy="274390"/>
            <a:chOff x="4179067" y="2811495"/>
            <a:chExt cx="286475" cy="274390"/>
          </a:xfrm>
        </p:grpSpPr>
        <p:sp>
          <p:nvSpPr>
            <p:cNvPr id="7733" name="Google Shape;7733;p73"/>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3"/>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3"/>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3"/>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3"/>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3"/>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3"/>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3"/>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3"/>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2" name="Google Shape;7742;p73"/>
          <p:cNvGrpSpPr/>
          <p:nvPr/>
        </p:nvGrpSpPr>
        <p:grpSpPr>
          <a:xfrm>
            <a:off x="4686757" y="2762156"/>
            <a:ext cx="371047" cy="374199"/>
            <a:chOff x="4686757" y="2762156"/>
            <a:chExt cx="371047" cy="374199"/>
          </a:xfrm>
        </p:grpSpPr>
        <p:sp>
          <p:nvSpPr>
            <p:cNvPr id="7743" name="Google Shape;7743;p73"/>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3"/>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3"/>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3"/>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3"/>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3"/>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3"/>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0" name="Google Shape;7750;p73"/>
          <p:cNvGrpSpPr/>
          <p:nvPr/>
        </p:nvGrpSpPr>
        <p:grpSpPr>
          <a:xfrm>
            <a:off x="5221613" y="2784802"/>
            <a:ext cx="406567" cy="327855"/>
            <a:chOff x="5221613" y="2784802"/>
            <a:chExt cx="406567" cy="327855"/>
          </a:xfrm>
        </p:grpSpPr>
        <p:sp>
          <p:nvSpPr>
            <p:cNvPr id="7751" name="Google Shape;7751;p73"/>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3"/>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3"/>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3"/>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3"/>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3"/>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3"/>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3"/>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3"/>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3"/>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3"/>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3"/>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3"/>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3"/>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3"/>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3"/>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3"/>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3"/>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3"/>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3"/>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3"/>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3"/>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3"/>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3"/>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3"/>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3"/>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3"/>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3"/>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3"/>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3"/>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1" name="Google Shape;7781;p73"/>
          <p:cNvGrpSpPr/>
          <p:nvPr/>
        </p:nvGrpSpPr>
        <p:grpSpPr>
          <a:xfrm>
            <a:off x="5812586" y="2760921"/>
            <a:ext cx="303605" cy="375434"/>
            <a:chOff x="5812586" y="2760921"/>
            <a:chExt cx="303605" cy="375434"/>
          </a:xfrm>
        </p:grpSpPr>
        <p:sp>
          <p:nvSpPr>
            <p:cNvPr id="7782" name="Google Shape;7782;p73"/>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3"/>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3"/>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3"/>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3"/>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3"/>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3"/>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3"/>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3"/>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3"/>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3"/>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3" name="Google Shape;7793;p73"/>
          <p:cNvGrpSpPr/>
          <p:nvPr/>
        </p:nvGrpSpPr>
        <p:grpSpPr>
          <a:xfrm>
            <a:off x="6334673" y="2759633"/>
            <a:ext cx="378508" cy="378166"/>
            <a:chOff x="6334673" y="2759633"/>
            <a:chExt cx="378508" cy="378166"/>
          </a:xfrm>
        </p:grpSpPr>
        <p:sp>
          <p:nvSpPr>
            <p:cNvPr id="7794" name="Google Shape;7794;p73"/>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3"/>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3"/>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3"/>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8" name="Google Shape;7798;p73"/>
          <p:cNvGrpSpPr/>
          <p:nvPr/>
        </p:nvGrpSpPr>
        <p:grpSpPr>
          <a:xfrm>
            <a:off x="8012645" y="2806477"/>
            <a:ext cx="319763" cy="284505"/>
            <a:chOff x="8012645" y="2806477"/>
            <a:chExt cx="319763" cy="284505"/>
          </a:xfrm>
        </p:grpSpPr>
        <p:sp>
          <p:nvSpPr>
            <p:cNvPr id="7799" name="Google Shape;7799;p73"/>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3"/>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3"/>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3"/>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3"/>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3"/>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3"/>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3"/>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3"/>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3"/>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73"/>
          <p:cNvGrpSpPr/>
          <p:nvPr/>
        </p:nvGrpSpPr>
        <p:grpSpPr>
          <a:xfrm>
            <a:off x="2454435" y="4162138"/>
            <a:ext cx="385339" cy="388071"/>
            <a:chOff x="2454435" y="4162138"/>
            <a:chExt cx="385339" cy="388071"/>
          </a:xfrm>
        </p:grpSpPr>
        <p:sp>
          <p:nvSpPr>
            <p:cNvPr id="7810" name="Google Shape;7810;p73"/>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3"/>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3"/>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3"/>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3"/>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3"/>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3"/>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3"/>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3"/>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3"/>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3"/>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73"/>
          <p:cNvGrpSpPr/>
          <p:nvPr/>
        </p:nvGrpSpPr>
        <p:grpSpPr>
          <a:xfrm>
            <a:off x="3601939" y="4161192"/>
            <a:ext cx="275178" cy="388912"/>
            <a:chOff x="3601939" y="4161192"/>
            <a:chExt cx="275178" cy="388912"/>
          </a:xfrm>
        </p:grpSpPr>
        <p:sp>
          <p:nvSpPr>
            <p:cNvPr id="7822" name="Google Shape;7822;p73"/>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3"/>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3"/>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3"/>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3"/>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3"/>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3"/>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3"/>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3"/>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3"/>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73"/>
          <p:cNvGrpSpPr/>
          <p:nvPr/>
        </p:nvGrpSpPr>
        <p:grpSpPr>
          <a:xfrm>
            <a:off x="836023" y="3215146"/>
            <a:ext cx="375802" cy="371677"/>
            <a:chOff x="836023" y="3215146"/>
            <a:chExt cx="375802" cy="371677"/>
          </a:xfrm>
        </p:grpSpPr>
        <p:sp>
          <p:nvSpPr>
            <p:cNvPr id="7833" name="Google Shape;7833;p73"/>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3"/>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3"/>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3"/>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3"/>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3"/>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3"/>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3"/>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3"/>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3"/>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3"/>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3"/>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3"/>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3"/>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3"/>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3"/>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73"/>
          <p:cNvGrpSpPr/>
          <p:nvPr/>
        </p:nvGrpSpPr>
        <p:grpSpPr>
          <a:xfrm>
            <a:off x="1356297" y="3210890"/>
            <a:ext cx="431368" cy="380189"/>
            <a:chOff x="1356297" y="3210890"/>
            <a:chExt cx="431368" cy="380189"/>
          </a:xfrm>
        </p:grpSpPr>
        <p:sp>
          <p:nvSpPr>
            <p:cNvPr id="7850" name="Google Shape;7850;p73"/>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3"/>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3"/>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3"/>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3"/>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3"/>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3"/>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3"/>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3"/>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3"/>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3"/>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3"/>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3"/>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3" name="Google Shape;7863;p73"/>
          <p:cNvGrpSpPr/>
          <p:nvPr/>
        </p:nvGrpSpPr>
        <p:grpSpPr>
          <a:xfrm>
            <a:off x="1903737" y="3215540"/>
            <a:ext cx="411874" cy="370731"/>
            <a:chOff x="1903737" y="3215540"/>
            <a:chExt cx="411874" cy="370731"/>
          </a:xfrm>
        </p:grpSpPr>
        <p:sp>
          <p:nvSpPr>
            <p:cNvPr id="7864" name="Google Shape;7864;p73"/>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3"/>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3"/>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3"/>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3"/>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3"/>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3"/>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3"/>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3"/>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3" name="Google Shape;7873;p73"/>
          <p:cNvGrpSpPr/>
          <p:nvPr/>
        </p:nvGrpSpPr>
        <p:grpSpPr>
          <a:xfrm>
            <a:off x="2468465" y="3248854"/>
            <a:ext cx="397818" cy="304078"/>
            <a:chOff x="2468465" y="3248854"/>
            <a:chExt cx="397818" cy="304078"/>
          </a:xfrm>
        </p:grpSpPr>
        <p:sp>
          <p:nvSpPr>
            <p:cNvPr id="7874" name="Google Shape;7874;p73"/>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3"/>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3"/>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3"/>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3"/>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3"/>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0" name="Google Shape;7880;p73"/>
          <p:cNvGrpSpPr/>
          <p:nvPr/>
        </p:nvGrpSpPr>
        <p:grpSpPr>
          <a:xfrm>
            <a:off x="3017166" y="3216013"/>
            <a:ext cx="394376" cy="369812"/>
            <a:chOff x="3017166" y="3216013"/>
            <a:chExt cx="394376" cy="369812"/>
          </a:xfrm>
        </p:grpSpPr>
        <p:sp>
          <p:nvSpPr>
            <p:cNvPr id="7881" name="Google Shape;7881;p73"/>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3"/>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73"/>
          <p:cNvGrpSpPr/>
          <p:nvPr/>
        </p:nvGrpSpPr>
        <p:grpSpPr>
          <a:xfrm>
            <a:off x="4210043" y="3213228"/>
            <a:ext cx="199014" cy="375408"/>
            <a:chOff x="4210043" y="3213228"/>
            <a:chExt cx="199014" cy="375408"/>
          </a:xfrm>
        </p:grpSpPr>
        <p:sp>
          <p:nvSpPr>
            <p:cNvPr id="7884" name="Google Shape;7884;p73"/>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3"/>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3"/>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3"/>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3"/>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3"/>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3"/>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3"/>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3"/>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3"/>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4" name="Google Shape;7894;p73"/>
          <p:cNvGrpSpPr/>
          <p:nvPr/>
        </p:nvGrpSpPr>
        <p:grpSpPr>
          <a:xfrm>
            <a:off x="4818146" y="3203323"/>
            <a:ext cx="77845" cy="395165"/>
            <a:chOff x="4818146" y="3203323"/>
            <a:chExt cx="77845" cy="395165"/>
          </a:xfrm>
        </p:grpSpPr>
        <p:sp>
          <p:nvSpPr>
            <p:cNvPr id="7895" name="Google Shape;7895;p73"/>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3"/>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3"/>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3"/>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3"/>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3"/>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3"/>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3"/>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3" name="Google Shape;7903;p73"/>
          <p:cNvGrpSpPr/>
          <p:nvPr/>
        </p:nvGrpSpPr>
        <p:grpSpPr>
          <a:xfrm>
            <a:off x="5228890" y="3235428"/>
            <a:ext cx="344091" cy="332767"/>
            <a:chOff x="5228890" y="3235428"/>
            <a:chExt cx="344091" cy="332767"/>
          </a:xfrm>
        </p:grpSpPr>
        <p:sp>
          <p:nvSpPr>
            <p:cNvPr id="7904" name="Google Shape;7904;p73"/>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3"/>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3"/>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3"/>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3"/>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73"/>
          <p:cNvGrpSpPr/>
          <p:nvPr/>
        </p:nvGrpSpPr>
        <p:grpSpPr>
          <a:xfrm>
            <a:off x="5757913" y="3227047"/>
            <a:ext cx="388544" cy="347927"/>
            <a:chOff x="5757913" y="3227047"/>
            <a:chExt cx="388544" cy="347927"/>
          </a:xfrm>
        </p:grpSpPr>
        <p:sp>
          <p:nvSpPr>
            <p:cNvPr id="7910" name="Google Shape;7910;p73"/>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3"/>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2" name="Google Shape;7912;p73"/>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3"/>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3"/>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3"/>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3"/>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3"/>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3"/>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3"/>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3"/>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3"/>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3"/>
          <p:cNvSpPr/>
          <p:nvPr/>
        </p:nvSpPr>
        <p:spPr>
          <a:xfrm>
            <a:off x="7202454"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3"/>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3"/>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3"/>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3"/>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3"/>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8" name="Google Shape;7928;p73"/>
          <p:cNvGrpSpPr/>
          <p:nvPr/>
        </p:nvGrpSpPr>
        <p:grpSpPr>
          <a:xfrm>
            <a:off x="7414946" y="3220873"/>
            <a:ext cx="360091" cy="360117"/>
            <a:chOff x="7414946" y="3220873"/>
            <a:chExt cx="360091" cy="360117"/>
          </a:xfrm>
        </p:grpSpPr>
        <p:sp>
          <p:nvSpPr>
            <p:cNvPr id="7929" name="Google Shape;7929;p73"/>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3"/>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3"/>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3"/>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3"/>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3"/>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3"/>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3"/>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3"/>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3"/>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3"/>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0" name="Google Shape;7940;p73"/>
          <p:cNvGrpSpPr/>
          <p:nvPr/>
        </p:nvGrpSpPr>
        <p:grpSpPr>
          <a:xfrm>
            <a:off x="8027227" y="3215041"/>
            <a:ext cx="231829" cy="371782"/>
            <a:chOff x="8027227" y="3215041"/>
            <a:chExt cx="231829" cy="371782"/>
          </a:xfrm>
        </p:grpSpPr>
        <p:sp>
          <p:nvSpPr>
            <p:cNvPr id="7941" name="Google Shape;7941;p73"/>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3"/>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3"/>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3"/>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3"/>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3"/>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3"/>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3"/>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3"/>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3"/>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73"/>
          <p:cNvGrpSpPr/>
          <p:nvPr/>
        </p:nvGrpSpPr>
        <p:grpSpPr>
          <a:xfrm>
            <a:off x="4093603" y="4146138"/>
            <a:ext cx="395638" cy="420544"/>
            <a:chOff x="4093603" y="4146138"/>
            <a:chExt cx="395638" cy="420544"/>
          </a:xfrm>
        </p:grpSpPr>
        <p:sp>
          <p:nvSpPr>
            <p:cNvPr id="7952" name="Google Shape;7952;p73"/>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3"/>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3"/>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3"/>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3"/>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3"/>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3"/>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3"/>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3"/>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3"/>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3"/>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3"/>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3"/>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3"/>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3"/>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3"/>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3"/>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9" name="Google Shape;7969;p73"/>
          <p:cNvGrpSpPr/>
          <p:nvPr/>
        </p:nvGrpSpPr>
        <p:grpSpPr>
          <a:xfrm>
            <a:off x="4644406" y="4162322"/>
            <a:ext cx="392065" cy="387887"/>
            <a:chOff x="4644406" y="4162322"/>
            <a:chExt cx="392065" cy="387887"/>
          </a:xfrm>
        </p:grpSpPr>
        <p:sp>
          <p:nvSpPr>
            <p:cNvPr id="7970" name="Google Shape;7970;p73"/>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3"/>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3"/>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3"/>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3"/>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3"/>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73"/>
          <p:cNvGrpSpPr/>
          <p:nvPr/>
        </p:nvGrpSpPr>
        <p:grpSpPr>
          <a:xfrm>
            <a:off x="5728383" y="4221698"/>
            <a:ext cx="417128" cy="269162"/>
            <a:chOff x="5728383" y="4221698"/>
            <a:chExt cx="417128" cy="269162"/>
          </a:xfrm>
        </p:grpSpPr>
        <p:sp>
          <p:nvSpPr>
            <p:cNvPr id="7977" name="Google Shape;7977;p73"/>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3"/>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3"/>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3"/>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3"/>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3"/>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3"/>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3"/>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3"/>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3"/>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3"/>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3"/>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9" name="Google Shape;7989;p73"/>
          <p:cNvGrpSpPr/>
          <p:nvPr/>
        </p:nvGrpSpPr>
        <p:grpSpPr>
          <a:xfrm>
            <a:off x="834210" y="3696905"/>
            <a:ext cx="371782" cy="342751"/>
            <a:chOff x="834210" y="3696905"/>
            <a:chExt cx="371782" cy="342751"/>
          </a:xfrm>
        </p:grpSpPr>
        <p:sp>
          <p:nvSpPr>
            <p:cNvPr id="7990" name="Google Shape;7990;p73"/>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3"/>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3"/>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3"/>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3"/>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3"/>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3"/>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3"/>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3"/>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3"/>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3"/>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3"/>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73"/>
          <p:cNvGrpSpPr/>
          <p:nvPr/>
        </p:nvGrpSpPr>
        <p:grpSpPr>
          <a:xfrm>
            <a:off x="1359398" y="3682271"/>
            <a:ext cx="395296" cy="371966"/>
            <a:chOff x="1359398" y="3682271"/>
            <a:chExt cx="395296" cy="371966"/>
          </a:xfrm>
        </p:grpSpPr>
        <p:sp>
          <p:nvSpPr>
            <p:cNvPr id="8003" name="Google Shape;8003;p73"/>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3"/>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3"/>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3"/>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3"/>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3"/>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3"/>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73"/>
          <p:cNvGrpSpPr/>
          <p:nvPr/>
        </p:nvGrpSpPr>
        <p:grpSpPr>
          <a:xfrm>
            <a:off x="1908099" y="3682271"/>
            <a:ext cx="395296" cy="371966"/>
            <a:chOff x="1908099" y="3682271"/>
            <a:chExt cx="395296" cy="371966"/>
          </a:xfrm>
        </p:grpSpPr>
        <p:sp>
          <p:nvSpPr>
            <p:cNvPr id="8011" name="Google Shape;8011;p73"/>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3"/>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3"/>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3"/>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3"/>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3"/>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3"/>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73"/>
          <p:cNvGrpSpPr/>
          <p:nvPr/>
        </p:nvGrpSpPr>
        <p:grpSpPr>
          <a:xfrm>
            <a:off x="2456800" y="3682271"/>
            <a:ext cx="395270" cy="371966"/>
            <a:chOff x="2456800" y="3682271"/>
            <a:chExt cx="395270" cy="371966"/>
          </a:xfrm>
        </p:grpSpPr>
        <p:sp>
          <p:nvSpPr>
            <p:cNvPr id="8019" name="Google Shape;8019;p73"/>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3"/>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3"/>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3"/>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3"/>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3"/>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3"/>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3"/>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3"/>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73"/>
          <p:cNvGrpSpPr/>
          <p:nvPr/>
        </p:nvGrpSpPr>
        <p:grpSpPr>
          <a:xfrm>
            <a:off x="3014250" y="3682271"/>
            <a:ext cx="391092" cy="371940"/>
            <a:chOff x="3014250" y="3682271"/>
            <a:chExt cx="391092" cy="371940"/>
          </a:xfrm>
        </p:grpSpPr>
        <p:sp>
          <p:nvSpPr>
            <p:cNvPr id="8029" name="Google Shape;8029;p73"/>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3"/>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3"/>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73"/>
          <p:cNvGrpSpPr/>
          <p:nvPr/>
        </p:nvGrpSpPr>
        <p:grpSpPr>
          <a:xfrm>
            <a:off x="3569125" y="3702947"/>
            <a:ext cx="388728" cy="330692"/>
            <a:chOff x="3569125" y="3702947"/>
            <a:chExt cx="388728" cy="330692"/>
          </a:xfrm>
        </p:grpSpPr>
        <p:sp>
          <p:nvSpPr>
            <p:cNvPr id="8033" name="Google Shape;8033;p73"/>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3"/>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3"/>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3"/>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73"/>
          <p:cNvGrpSpPr/>
          <p:nvPr/>
        </p:nvGrpSpPr>
        <p:grpSpPr>
          <a:xfrm>
            <a:off x="4111994" y="3682455"/>
            <a:ext cx="387992" cy="371625"/>
            <a:chOff x="4111994" y="3682455"/>
            <a:chExt cx="387992" cy="371625"/>
          </a:xfrm>
        </p:grpSpPr>
        <p:sp>
          <p:nvSpPr>
            <p:cNvPr id="8038" name="Google Shape;8038;p73"/>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3"/>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73"/>
          <p:cNvGrpSpPr/>
          <p:nvPr/>
        </p:nvGrpSpPr>
        <p:grpSpPr>
          <a:xfrm>
            <a:off x="4674908" y="3682271"/>
            <a:ext cx="371966" cy="371966"/>
            <a:chOff x="4674908" y="3682271"/>
            <a:chExt cx="371966" cy="371966"/>
          </a:xfrm>
        </p:grpSpPr>
        <p:sp>
          <p:nvSpPr>
            <p:cNvPr id="8041" name="Google Shape;8041;p73"/>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3"/>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3"/>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3"/>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73"/>
          <p:cNvGrpSpPr/>
          <p:nvPr/>
        </p:nvGrpSpPr>
        <p:grpSpPr>
          <a:xfrm>
            <a:off x="5223609" y="3731112"/>
            <a:ext cx="371782" cy="274285"/>
            <a:chOff x="5223609" y="3731112"/>
            <a:chExt cx="371782" cy="274285"/>
          </a:xfrm>
        </p:grpSpPr>
        <p:sp>
          <p:nvSpPr>
            <p:cNvPr id="8046" name="Google Shape;8046;p73"/>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3"/>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48" name="Google Shape;8048;p73"/>
          <p:cNvSpPr/>
          <p:nvPr/>
        </p:nvSpPr>
        <p:spPr>
          <a:xfrm>
            <a:off x="5812218"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49" name="Google Shape;8049;p73"/>
          <p:cNvGrpSpPr/>
          <p:nvPr/>
        </p:nvGrpSpPr>
        <p:grpSpPr>
          <a:xfrm>
            <a:off x="6319908" y="3696721"/>
            <a:ext cx="373963" cy="343119"/>
            <a:chOff x="6319908" y="3696721"/>
            <a:chExt cx="373963" cy="343119"/>
          </a:xfrm>
        </p:grpSpPr>
        <p:sp>
          <p:nvSpPr>
            <p:cNvPr id="8050" name="Google Shape;8050;p73"/>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3"/>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3"/>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3"/>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3"/>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3"/>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3"/>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3"/>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3"/>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9" name="Google Shape;8059;p73"/>
          <p:cNvGrpSpPr/>
          <p:nvPr/>
        </p:nvGrpSpPr>
        <p:grpSpPr>
          <a:xfrm>
            <a:off x="6871342" y="3740044"/>
            <a:ext cx="371966" cy="256420"/>
            <a:chOff x="6871342" y="3740044"/>
            <a:chExt cx="371966" cy="256420"/>
          </a:xfrm>
        </p:grpSpPr>
        <p:sp>
          <p:nvSpPr>
            <p:cNvPr id="8060" name="Google Shape;8060;p73"/>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3"/>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3"/>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3"/>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3"/>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3"/>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3"/>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3"/>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3"/>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3"/>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3"/>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3"/>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2" name="Google Shape;8072;p73"/>
          <p:cNvGrpSpPr/>
          <p:nvPr/>
        </p:nvGrpSpPr>
        <p:grpSpPr>
          <a:xfrm>
            <a:off x="7402362" y="3681535"/>
            <a:ext cx="402757" cy="372728"/>
            <a:chOff x="7402362" y="3681535"/>
            <a:chExt cx="402757" cy="372728"/>
          </a:xfrm>
        </p:grpSpPr>
        <p:sp>
          <p:nvSpPr>
            <p:cNvPr id="8073" name="Google Shape;8073;p73"/>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3"/>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3"/>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3"/>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3"/>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3"/>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3"/>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3"/>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3"/>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3"/>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3"/>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3"/>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3"/>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3"/>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3"/>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3"/>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73"/>
          <p:cNvGrpSpPr/>
          <p:nvPr/>
        </p:nvGrpSpPr>
        <p:grpSpPr>
          <a:xfrm>
            <a:off x="7960705" y="3736235"/>
            <a:ext cx="378902" cy="264065"/>
            <a:chOff x="7960705" y="3736235"/>
            <a:chExt cx="378902" cy="264065"/>
          </a:xfrm>
        </p:grpSpPr>
        <p:sp>
          <p:nvSpPr>
            <p:cNvPr id="8090" name="Google Shape;8090;p73"/>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3"/>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3"/>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3"/>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3"/>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3"/>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3"/>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3"/>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3"/>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3"/>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3"/>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3"/>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3"/>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3"/>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4" name="Google Shape;8104;p73"/>
          <p:cNvGrpSpPr/>
          <p:nvPr/>
        </p:nvGrpSpPr>
        <p:grpSpPr>
          <a:xfrm>
            <a:off x="6400828" y="4162270"/>
            <a:ext cx="166200" cy="388019"/>
            <a:chOff x="6400828" y="4162270"/>
            <a:chExt cx="166200" cy="388019"/>
          </a:xfrm>
        </p:grpSpPr>
        <p:sp>
          <p:nvSpPr>
            <p:cNvPr id="8105" name="Google Shape;8105;p73"/>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3"/>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3"/>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3"/>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3"/>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3"/>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3"/>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2" name="Google Shape;8112;p73"/>
          <p:cNvGrpSpPr/>
          <p:nvPr/>
        </p:nvGrpSpPr>
        <p:grpSpPr>
          <a:xfrm>
            <a:off x="6919815" y="4162270"/>
            <a:ext cx="225260" cy="388019"/>
            <a:chOff x="6919815" y="4162270"/>
            <a:chExt cx="225260" cy="388019"/>
          </a:xfrm>
        </p:grpSpPr>
        <p:sp>
          <p:nvSpPr>
            <p:cNvPr id="8113" name="Google Shape;8113;p73"/>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3"/>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3"/>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3"/>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3"/>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3"/>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3"/>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3"/>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73"/>
          <p:cNvGrpSpPr/>
          <p:nvPr/>
        </p:nvGrpSpPr>
        <p:grpSpPr>
          <a:xfrm>
            <a:off x="7385600" y="4177035"/>
            <a:ext cx="388728" cy="358383"/>
            <a:chOff x="7385600" y="4177035"/>
            <a:chExt cx="388728" cy="358383"/>
          </a:xfrm>
        </p:grpSpPr>
        <p:sp>
          <p:nvSpPr>
            <p:cNvPr id="8122" name="Google Shape;8122;p73"/>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3"/>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3"/>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3"/>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3"/>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3"/>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3"/>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9" name="Google Shape;8129;p73"/>
          <p:cNvGrpSpPr/>
          <p:nvPr/>
        </p:nvGrpSpPr>
        <p:grpSpPr>
          <a:xfrm>
            <a:off x="3625085" y="3259862"/>
            <a:ext cx="369207" cy="258259"/>
            <a:chOff x="3625085" y="3259862"/>
            <a:chExt cx="369207" cy="258259"/>
          </a:xfrm>
        </p:grpSpPr>
        <p:sp>
          <p:nvSpPr>
            <p:cNvPr id="8130" name="Google Shape;8130;p73"/>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3"/>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3"/>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3"/>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3"/>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3"/>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3"/>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3"/>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3"/>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3"/>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3"/>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3"/>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3"/>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3" name="Google Shape;8143;p73"/>
          <p:cNvGrpSpPr/>
          <p:nvPr/>
        </p:nvGrpSpPr>
        <p:grpSpPr>
          <a:xfrm>
            <a:off x="6317360" y="3276808"/>
            <a:ext cx="363217" cy="248590"/>
            <a:chOff x="6317360" y="3276808"/>
            <a:chExt cx="363217" cy="248590"/>
          </a:xfrm>
        </p:grpSpPr>
        <p:sp>
          <p:nvSpPr>
            <p:cNvPr id="8144" name="Google Shape;8144;p73"/>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3"/>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3"/>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3"/>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3"/>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3"/>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3"/>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3"/>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3"/>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3"/>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3"/>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3"/>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3"/>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3"/>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3"/>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3"/>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3"/>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3"/>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3"/>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3"/>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3"/>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3"/>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3"/>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3"/>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3"/>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3"/>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3"/>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1" name="Google Shape;8171;p73"/>
          <p:cNvGrpSpPr/>
          <p:nvPr/>
        </p:nvGrpSpPr>
        <p:grpSpPr>
          <a:xfrm>
            <a:off x="5084391" y="4183682"/>
            <a:ext cx="504064" cy="325595"/>
            <a:chOff x="5084391" y="4183682"/>
            <a:chExt cx="504064" cy="325595"/>
          </a:xfrm>
        </p:grpSpPr>
        <p:sp>
          <p:nvSpPr>
            <p:cNvPr id="8172" name="Google Shape;8172;p73"/>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3"/>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3"/>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3"/>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3"/>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3"/>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3"/>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3"/>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3"/>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3"/>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3"/>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3"/>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3"/>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3"/>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3"/>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3"/>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73"/>
          <p:cNvGrpSpPr/>
          <p:nvPr/>
        </p:nvGrpSpPr>
        <p:grpSpPr>
          <a:xfrm>
            <a:off x="7947595" y="2347996"/>
            <a:ext cx="379795" cy="267165"/>
            <a:chOff x="7947595" y="2347996"/>
            <a:chExt cx="379795" cy="267165"/>
          </a:xfrm>
        </p:grpSpPr>
        <p:sp>
          <p:nvSpPr>
            <p:cNvPr id="8189" name="Google Shape;8189;p73"/>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3"/>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3"/>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3"/>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3"/>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3"/>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3"/>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3"/>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3"/>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8" name="Google Shape;8198;p73"/>
          <p:cNvGrpSpPr/>
          <p:nvPr/>
        </p:nvGrpSpPr>
        <p:grpSpPr>
          <a:xfrm>
            <a:off x="6400644" y="2310269"/>
            <a:ext cx="275362" cy="338784"/>
            <a:chOff x="6400644" y="2310269"/>
            <a:chExt cx="275362" cy="338784"/>
          </a:xfrm>
        </p:grpSpPr>
        <p:sp>
          <p:nvSpPr>
            <p:cNvPr id="8199" name="Google Shape;8199;p73"/>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3"/>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3"/>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3"/>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3"/>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3"/>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3"/>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3"/>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3"/>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3"/>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3"/>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3"/>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3"/>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2" name="Google Shape;8212;p73"/>
          <p:cNvGrpSpPr/>
          <p:nvPr/>
        </p:nvGrpSpPr>
        <p:grpSpPr>
          <a:xfrm>
            <a:off x="1342268" y="4161009"/>
            <a:ext cx="359565" cy="358094"/>
            <a:chOff x="1342268" y="4161009"/>
            <a:chExt cx="359565" cy="358094"/>
          </a:xfrm>
        </p:grpSpPr>
        <p:sp>
          <p:nvSpPr>
            <p:cNvPr id="8213" name="Google Shape;8213;p73"/>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3"/>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3"/>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3"/>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3"/>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3"/>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3"/>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3"/>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3"/>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2" name="Google Shape;8222;p73"/>
          <p:cNvGrpSpPr/>
          <p:nvPr/>
        </p:nvGrpSpPr>
        <p:grpSpPr>
          <a:xfrm>
            <a:off x="1913012" y="2764940"/>
            <a:ext cx="417523" cy="374252"/>
            <a:chOff x="1913012" y="2764940"/>
            <a:chExt cx="417523" cy="374252"/>
          </a:xfrm>
        </p:grpSpPr>
        <p:sp>
          <p:nvSpPr>
            <p:cNvPr id="8223" name="Google Shape;8223;p73"/>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3"/>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3"/>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3"/>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3"/>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3"/>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3"/>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3"/>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3"/>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3"/>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3"/>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3"/>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73"/>
          <p:cNvGrpSpPr/>
          <p:nvPr/>
        </p:nvGrpSpPr>
        <p:grpSpPr>
          <a:xfrm>
            <a:off x="830742" y="2763601"/>
            <a:ext cx="384734" cy="381556"/>
            <a:chOff x="830742" y="2763601"/>
            <a:chExt cx="384734" cy="381556"/>
          </a:xfrm>
        </p:grpSpPr>
        <p:sp>
          <p:nvSpPr>
            <p:cNvPr id="8236" name="Google Shape;8236;p73"/>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3"/>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3"/>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3"/>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3"/>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3"/>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3"/>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3"/>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3"/>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3"/>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3"/>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3"/>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3"/>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3"/>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3"/>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3"/>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3"/>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3"/>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3"/>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3"/>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3"/>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7" name="Google Shape;8257;p73"/>
          <p:cNvGrpSpPr/>
          <p:nvPr/>
        </p:nvGrpSpPr>
        <p:grpSpPr>
          <a:xfrm>
            <a:off x="3007498" y="4183419"/>
            <a:ext cx="375434" cy="329667"/>
            <a:chOff x="3007498" y="4183419"/>
            <a:chExt cx="375434" cy="329667"/>
          </a:xfrm>
        </p:grpSpPr>
        <p:sp>
          <p:nvSpPr>
            <p:cNvPr id="8258" name="Google Shape;8258;p73"/>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3"/>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3"/>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3"/>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3"/>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3"/>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3"/>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3"/>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3"/>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3"/>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3"/>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3"/>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3"/>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3"/>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3"/>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3"/>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3"/>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3"/>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3"/>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3"/>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73"/>
          <p:cNvGrpSpPr/>
          <p:nvPr/>
        </p:nvGrpSpPr>
        <p:grpSpPr>
          <a:xfrm>
            <a:off x="6919276" y="2766990"/>
            <a:ext cx="274550" cy="354728"/>
            <a:chOff x="7606826" y="2419290"/>
            <a:chExt cx="274550" cy="354728"/>
          </a:xfrm>
        </p:grpSpPr>
        <p:sp>
          <p:nvSpPr>
            <p:cNvPr id="8279" name="Google Shape;8279;p7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4" name="Google Shape;8294;p73"/>
          <p:cNvGrpSpPr/>
          <p:nvPr/>
        </p:nvGrpSpPr>
        <p:grpSpPr>
          <a:xfrm>
            <a:off x="7550168" y="2777003"/>
            <a:ext cx="263316" cy="354728"/>
            <a:chOff x="8062968" y="2419290"/>
            <a:chExt cx="263316" cy="354728"/>
          </a:xfrm>
        </p:grpSpPr>
        <p:sp>
          <p:nvSpPr>
            <p:cNvPr id="8295" name="Google Shape;8295;p7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Shape 8315"/>
        <p:cNvGrpSpPr/>
        <p:nvPr/>
      </p:nvGrpSpPr>
      <p:grpSpPr>
        <a:xfrm>
          <a:off x="0" y="0"/>
          <a:ext cx="0" cy="0"/>
          <a:chOff x="0" y="0"/>
          <a:chExt cx="0" cy="0"/>
        </a:xfrm>
      </p:grpSpPr>
      <p:sp>
        <p:nvSpPr>
          <p:cNvPr id="8316" name="Google Shape;8316;p74"/>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317" name="Google Shape;8317;p74"/>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8318" name="Google Shape;8318;p74"/>
          <p:cNvGrpSpPr/>
          <p:nvPr/>
        </p:nvGrpSpPr>
        <p:grpSpPr>
          <a:xfrm>
            <a:off x="7075663" y="2444129"/>
            <a:ext cx="362163" cy="347098"/>
            <a:chOff x="7075663" y="2444129"/>
            <a:chExt cx="362163" cy="347098"/>
          </a:xfrm>
        </p:grpSpPr>
        <p:sp>
          <p:nvSpPr>
            <p:cNvPr id="8319" name="Google Shape;8319;p74"/>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4"/>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4"/>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4"/>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4"/>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4"/>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4"/>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4"/>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74"/>
          <p:cNvGrpSpPr/>
          <p:nvPr/>
        </p:nvGrpSpPr>
        <p:grpSpPr>
          <a:xfrm>
            <a:off x="6638175" y="2436584"/>
            <a:ext cx="372197" cy="362163"/>
            <a:chOff x="6638175" y="2436584"/>
            <a:chExt cx="372197" cy="362163"/>
          </a:xfrm>
        </p:grpSpPr>
        <p:sp>
          <p:nvSpPr>
            <p:cNvPr id="8328" name="Google Shape;8328;p74"/>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4"/>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4"/>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4"/>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4"/>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4"/>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4"/>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4"/>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4"/>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4"/>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4"/>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4"/>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4"/>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1" name="Google Shape;8341;p74"/>
          <p:cNvGrpSpPr/>
          <p:nvPr/>
        </p:nvGrpSpPr>
        <p:grpSpPr>
          <a:xfrm>
            <a:off x="6192906" y="2439440"/>
            <a:ext cx="371699" cy="356084"/>
            <a:chOff x="6192906" y="2439440"/>
            <a:chExt cx="371699" cy="356084"/>
          </a:xfrm>
        </p:grpSpPr>
        <p:sp>
          <p:nvSpPr>
            <p:cNvPr id="8342" name="Google Shape;8342;p74"/>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4"/>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4"/>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4"/>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4"/>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4"/>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4"/>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4"/>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4"/>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4"/>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4"/>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4"/>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4"/>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74"/>
          <p:cNvGrpSpPr/>
          <p:nvPr/>
        </p:nvGrpSpPr>
        <p:grpSpPr>
          <a:xfrm>
            <a:off x="5762467" y="2436584"/>
            <a:ext cx="362163" cy="362163"/>
            <a:chOff x="5762467" y="2436584"/>
            <a:chExt cx="362163" cy="362163"/>
          </a:xfrm>
        </p:grpSpPr>
        <p:sp>
          <p:nvSpPr>
            <p:cNvPr id="8356" name="Google Shape;8356;p74"/>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4"/>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4"/>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4"/>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4"/>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4"/>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4"/>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4"/>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4"/>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4"/>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4"/>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4"/>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4"/>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4"/>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4"/>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4"/>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4"/>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4"/>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4"/>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4"/>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4"/>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4"/>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4"/>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4"/>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4"/>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1" name="Google Shape;8381;p74"/>
          <p:cNvGrpSpPr/>
          <p:nvPr/>
        </p:nvGrpSpPr>
        <p:grpSpPr>
          <a:xfrm>
            <a:off x="5323721" y="2437029"/>
            <a:ext cx="362922" cy="361219"/>
            <a:chOff x="5323721" y="2437029"/>
            <a:chExt cx="362922" cy="361219"/>
          </a:xfrm>
        </p:grpSpPr>
        <p:sp>
          <p:nvSpPr>
            <p:cNvPr id="8382" name="Google Shape;8382;p74"/>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4"/>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4"/>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4"/>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4"/>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4"/>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4"/>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4"/>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4"/>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4"/>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4"/>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4"/>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4"/>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4"/>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4"/>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4"/>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4"/>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74"/>
          <p:cNvGrpSpPr/>
          <p:nvPr/>
        </p:nvGrpSpPr>
        <p:grpSpPr>
          <a:xfrm>
            <a:off x="4875937" y="2468731"/>
            <a:ext cx="407122" cy="315448"/>
            <a:chOff x="4875937" y="2468731"/>
            <a:chExt cx="407122" cy="315448"/>
          </a:xfrm>
        </p:grpSpPr>
        <p:sp>
          <p:nvSpPr>
            <p:cNvPr id="8400" name="Google Shape;8400;p74"/>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4"/>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4"/>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4"/>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4"/>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4"/>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4"/>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4"/>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4"/>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4"/>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4"/>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4"/>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4"/>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4"/>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4"/>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4"/>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4"/>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4"/>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4"/>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9" name="Google Shape;8419;p74"/>
          <p:cNvGrpSpPr/>
          <p:nvPr/>
        </p:nvGrpSpPr>
        <p:grpSpPr>
          <a:xfrm>
            <a:off x="4893282" y="3804774"/>
            <a:ext cx="242114" cy="362163"/>
            <a:chOff x="4893282" y="3804774"/>
            <a:chExt cx="242114" cy="362163"/>
          </a:xfrm>
        </p:grpSpPr>
        <p:sp>
          <p:nvSpPr>
            <p:cNvPr id="8420" name="Google Shape;8420;p74"/>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4"/>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4"/>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4"/>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4"/>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4"/>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4"/>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4"/>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4"/>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4"/>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4"/>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4"/>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4"/>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4"/>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4"/>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4"/>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4"/>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4"/>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4"/>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4"/>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4"/>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4"/>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4"/>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4"/>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4"/>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4"/>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6" name="Google Shape;8446;p74"/>
          <p:cNvGrpSpPr/>
          <p:nvPr/>
        </p:nvGrpSpPr>
        <p:grpSpPr>
          <a:xfrm>
            <a:off x="6248162" y="3804774"/>
            <a:ext cx="231058" cy="362425"/>
            <a:chOff x="6248162" y="3804774"/>
            <a:chExt cx="231058" cy="362425"/>
          </a:xfrm>
        </p:grpSpPr>
        <p:sp>
          <p:nvSpPr>
            <p:cNvPr id="8447" name="Google Shape;8447;p74"/>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4"/>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4"/>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4"/>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1" name="Google Shape;8451;p74"/>
          <p:cNvGrpSpPr/>
          <p:nvPr/>
        </p:nvGrpSpPr>
        <p:grpSpPr>
          <a:xfrm>
            <a:off x="5346568" y="3804774"/>
            <a:ext cx="233337" cy="362163"/>
            <a:chOff x="5346568" y="3804774"/>
            <a:chExt cx="233337" cy="362163"/>
          </a:xfrm>
        </p:grpSpPr>
        <p:sp>
          <p:nvSpPr>
            <p:cNvPr id="8452" name="Google Shape;8452;p74"/>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4"/>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4"/>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4"/>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4"/>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4"/>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4"/>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4"/>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4"/>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4"/>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4"/>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4"/>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4"/>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4"/>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4"/>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4"/>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4"/>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4"/>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4"/>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1" name="Google Shape;8471;p74"/>
          <p:cNvGrpSpPr/>
          <p:nvPr/>
        </p:nvGrpSpPr>
        <p:grpSpPr>
          <a:xfrm>
            <a:off x="6704985" y="3805141"/>
            <a:ext cx="209967" cy="361639"/>
            <a:chOff x="6704985" y="3805141"/>
            <a:chExt cx="209967" cy="361639"/>
          </a:xfrm>
        </p:grpSpPr>
        <p:sp>
          <p:nvSpPr>
            <p:cNvPr id="8472" name="Google Shape;8472;p74"/>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4"/>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4"/>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4"/>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4"/>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4"/>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4"/>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4"/>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4"/>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4"/>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4"/>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4"/>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4" name="Google Shape;8484;p74"/>
          <p:cNvGrpSpPr/>
          <p:nvPr/>
        </p:nvGrpSpPr>
        <p:grpSpPr>
          <a:xfrm>
            <a:off x="7513884" y="2448269"/>
            <a:ext cx="363184" cy="338792"/>
            <a:chOff x="7513884" y="2448269"/>
            <a:chExt cx="363184" cy="338792"/>
          </a:xfrm>
        </p:grpSpPr>
        <p:sp>
          <p:nvSpPr>
            <p:cNvPr id="8485" name="Google Shape;8485;p74"/>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4"/>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4"/>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4"/>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4"/>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4"/>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1" name="Google Shape;8491;p74"/>
          <p:cNvGrpSpPr/>
          <p:nvPr/>
        </p:nvGrpSpPr>
        <p:grpSpPr>
          <a:xfrm>
            <a:off x="5777767" y="3804826"/>
            <a:ext cx="258699" cy="362136"/>
            <a:chOff x="5777767" y="3804826"/>
            <a:chExt cx="258699" cy="362136"/>
          </a:xfrm>
        </p:grpSpPr>
        <p:sp>
          <p:nvSpPr>
            <p:cNvPr id="8492" name="Google Shape;8492;p74"/>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4"/>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4"/>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5" name="Google Shape;8495;p74"/>
          <p:cNvGrpSpPr/>
          <p:nvPr/>
        </p:nvGrpSpPr>
        <p:grpSpPr>
          <a:xfrm>
            <a:off x="7953101" y="2436584"/>
            <a:ext cx="361691" cy="362163"/>
            <a:chOff x="7953101" y="2436584"/>
            <a:chExt cx="361691" cy="362163"/>
          </a:xfrm>
        </p:grpSpPr>
        <p:sp>
          <p:nvSpPr>
            <p:cNvPr id="8496" name="Google Shape;8496;p74"/>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4"/>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4"/>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4"/>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4"/>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4"/>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4"/>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4"/>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4"/>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5" name="Google Shape;8505;p74"/>
          <p:cNvGrpSpPr/>
          <p:nvPr/>
        </p:nvGrpSpPr>
        <p:grpSpPr>
          <a:xfrm>
            <a:off x="4859353" y="3355130"/>
            <a:ext cx="373481" cy="362267"/>
            <a:chOff x="4859353" y="3355130"/>
            <a:chExt cx="373481" cy="362267"/>
          </a:xfrm>
        </p:grpSpPr>
        <p:sp>
          <p:nvSpPr>
            <p:cNvPr id="8506" name="Google Shape;8506;p74"/>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4"/>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4"/>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4"/>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4"/>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4"/>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4"/>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4"/>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4"/>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4"/>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4"/>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4"/>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4"/>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4"/>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0" name="Google Shape;8520;p74"/>
          <p:cNvGrpSpPr/>
          <p:nvPr/>
        </p:nvGrpSpPr>
        <p:grpSpPr>
          <a:xfrm>
            <a:off x="6637678" y="1500982"/>
            <a:ext cx="378721" cy="362005"/>
            <a:chOff x="6637678" y="1500982"/>
            <a:chExt cx="378721" cy="362005"/>
          </a:xfrm>
        </p:grpSpPr>
        <p:sp>
          <p:nvSpPr>
            <p:cNvPr id="8521" name="Google Shape;8521;p74"/>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4"/>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4"/>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4"/>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4"/>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4"/>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4"/>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4"/>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4"/>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4"/>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4"/>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4"/>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4"/>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4"/>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4"/>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4"/>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7" name="Google Shape;8537;p74"/>
          <p:cNvGrpSpPr/>
          <p:nvPr/>
        </p:nvGrpSpPr>
        <p:grpSpPr>
          <a:xfrm>
            <a:off x="5827993" y="3355496"/>
            <a:ext cx="223041" cy="362163"/>
            <a:chOff x="5827993" y="3355496"/>
            <a:chExt cx="223041" cy="362163"/>
          </a:xfrm>
        </p:grpSpPr>
        <p:sp>
          <p:nvSpPr>
            <p:cNvPr id="8538" name="Google Shape;8538;p74"/>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4"/>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4"/>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4"/>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4"/>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4"/>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4"/>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4"/>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4"/>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4"/>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4"/>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4"/>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4"/>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4"/>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4"/>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74"/>
          <p:cNvGrpSpPr/>
          <p:nvPr/>
        </p:nvGrpSpPr>
        <p:grpSpPr>
          <a:xfrm>
            <a:off x="7528713" y="1500641"/>
            <a:ext cx="370520" cy="361586"/>
            <a:chOff x="7528713" y="1500641"/>
            <a:chExt cx="370520" cy="361586"/>
          </a:xfrm>
        </p:grpSpPr>
        <p:sp>
          <p:nvSpPr>
            <p:cNvPr id="8554" name="Google Shape;8554;p74"/>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4"/>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4"/>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4"/>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4"/>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4"/>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4"/>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1" name="Google Shape;8561;p74"/>
          <p:cNvGrpSpPr/>
          <p:nvPr/>
        </p:nvGrpSpPr>
        <p:grpSpPr>
          <a:xfrm>
            <a:off x="5317198" y="3355496"/>
            <a:ext cx="367429" cy="362163"/>
            <a:chOff x="5317198" y="3355496"/>
            <a:chExt cx="367429" cy="362163"/>
          </a:xfrm>
        </p:grpSpPr>
        <p:sp>
          <p:nvSpPr>
            <p:cNvPr id="8562" name="Google Shape;8562;p74"/>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4"/>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4"/>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4"/>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4"/>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4"/>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4"/>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4"/>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4"/>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4"/>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4"/>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4"/>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4"/>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4"/>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4"/>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4"/>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8" name="Google Shape;8578;p74"/>
          <p:cNvGrpSpPr/>
          <p:nvPr/>
        </p:nvGrpSpPr>
        <p:grpSpPr>
          <a:xfrm>
            <a:off x="5302971" y="1500563"/>
            <a:ext cx="383175" cy="362241"/>
            <a:chOff x="5302971" y="1500563"/>
            <a:chExt cx="383175" cy="362241"/>
          </a:xfrm>
        </p:grpSpPr>
        <p:sp>
          <p:nvSpPr>
            <p:cNvPr id="8579" name="Google Shape;8579;p74"/>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4"/>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1" name="Google Shape;8581;p74"/>
          <p:cNvGrpSpPr/>
          <p:nvPr/>
        </p:nvGrpSpPr>
        <p:grpSpPr>
          <a:xfrm>
            <a:off x="6202705" y="1525453"/>
            <a:ext cx="364180" cy="312461"/>
            <a:chOff x="6202705" y="1525453"/>
            <a:chExt cx="364180" cy="312461"/>
          </a:xfrm>
        </p:grpSpPr>
        <p:sp>
          <p:nvSpPr>
            <p:cNvPr id="8582" name="Google Shape;8582;p74"/>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4"/>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4"/>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4"/>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4"/>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4"/>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4"/>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74"/>
          <p:cNvGrpSpPr/>
          <p:nvPr/>
        </p:nvGrpSpPr>
        <p:grpSpPr>
          <a:xfrm>
            <a:off x="7087217" y="1503602"/>
            <a:ext cx="362398" cy="356163"/>
            <a:chOff x="7087217" y="1503602"/>
            <a:chExt cx="362398" cy="356163"/>
          </a:xfrm>
        </p:grpSpPr>
        <p:sp>
          <p:nvSpPr>
            <p:cNvPr id="8590" name="Google Shape;8590;p74"/>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4"/>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4"/>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4"/>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4"/>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4"/>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4"/>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4"/>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4"/>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4"/>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4"/>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4"/>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4"/>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4"/>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4"/>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4"/>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4"/>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4"/>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4"/>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4"/>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4"/>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1" name="Google Shape;8611;p74"/>
          <p:cNvGrpSpPr/>
          <p:nvPr/>
        </p:nvGrpSpPr>
        <p:grpSpPr>
          <a:xfrm>
            <a:off x="7968952" y="1500877"/>
            <a:ext cx="378747" cy="361455"/>
            <a:chOff x="7968952" y="1500877"/>
            <a:chExt cx="378747" cy="361455"/>
          </a:xfrm>
        </p:grpSpPr>
        <p:sp>
          <p:nvSpPr>
            <p:cNvPr id="8612" name="Google Shape;8612;p74"/>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4"/>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4"/>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4"/>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4"/>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4"/>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4"/>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4"/>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4"/>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4"/>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4"/>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4"/>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4"/>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4"/>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4"/>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74"/>
          <p:cNvGrpSpPr/>
          <p:nvPr/>
        </p:nvGrpSpPr>
        <p:grpSpPr>
          <a:xfrm>
            <a:off x="5761445" y="1541723"/>
            <a:ext cx="362163" cy="279737"/>
            <a:chOff x="5761445" y="1541723"/>
            <a:chExt cx="362163" cy="279737"/>
          </a:xfrm>
        </p:grpSpPr>
        <p:sp>
          <p:nvSpPr>
            <p:cNvPr id="8628" name="Google Shape;8628;p74"/>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4"/>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4"/>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4"/>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4"/>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4"/>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4" name="Google Shape;8634;p74"/>
          <p:cNvGrpSpPr/>
          <p:nvPr/>
        </p:nvGrpSpPr>
        <p:grpSpPr>
          <a:xfrm>
            <a:off x="6204958" y="3355575"/>
            <a:ext cx="358390" cy="362320"/>
            <a:chOff x="6204958" y="3355575"/>
            <a:chExt cx="358390" cy="362320"/>
          </a:xfrm>
        </p:grpSpPr>
        <p:sp>
          <p:nvSpPr>
            <p:cNvPr id="8635" name="Google Shape;8635;p74"/>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4"/>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4"/>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4"/>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4"/>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4"/>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4"/>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4"/>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4"/>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4"/>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4"/>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4"/>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4"/>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4"/>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4"/>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4"/>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1" name="Google Shape;8651;p74"/>
          <p:cNvGrpSpPr/>
          <p:nvPr/>
        </p:nvGrpSpPr>
        <p:grpSpPr>
          <a:xfrm>
            <a:off x="4939970" y="1499855"/>
            <a:ext cx="242979" cy="362660"/>
            <a:chOff x="4939970" y="1499855"/>
            <a:chExt cx="242979" cy="362660"/>
          </a:xfrm>
        </p:grpSpPr>
        <p:sp>
          <p:nvSpPr>
            <p:cNvPr id="8652" name="Google Shape;8652;p74"/>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4"/>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4"/>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4"/>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4"/>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4"/>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74"/>
          <p:cNvGrpSpPr/>
          <p:nvPr/>
        </p:nvGrpSpPr>
        <p:grpSpPr>
          <a:xfrm>
            <a:off x="8023448" y="3355496"/>
            <a:ext cx="284322" cy="362163"/>
            <a:chOff x="8023448" y="3355496"/>
            <a:chExt cx="284322" cy="362163"/>
          </a:xfrm>
        </p:grpSpPr>
        <p:sp>
          <p:nvSpPr>
            <p:cNvPr id="8659" name="Google Shape;8659;p74"/>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4"/>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4"/>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4"/>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4"/>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4"/>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4"/>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4"/>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4"/>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8" name="Google Shape;8668;p74"/>
          <p:cNvGrpSpPr/>
          <p:nvPr/>
        </p:nvGrpSpPr>
        <p:grpSpPr>
          <a:xfrm>
            <a:off x="6644201" y="3355496"/>
            <a:ext cx="366695" cy="361979"/>
            <a:chOff x="6644201" y="3355496"/>
            <a:chExt cx="366695" cy="361979"/>
          </a:xfrm>
        </p:grpSpPr>
        <p:sp>
          <p:nvSpPr>
            <p:cNvPr id="8669" name="Google Shape;8669;p74"/>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4"/>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4"/>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4"/>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4"/>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4"/>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4"/>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4"/>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4"/>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4"/>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4"/>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4"/>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4"/>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4"/>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4"/>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4"/>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4"/>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4"/>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4"/>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4"/>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4"/>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4"/>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74"/>
          <p:cNvGrpSpPr/>
          <p:nvPr/>
        </p:nvGrpSpPr>
        <p:grpSpPr>
          <a:xfrm>
            <a:off x="7955145" y="2019192"/>
            <a:ext cx="365176" cy="271013"/>
            <a:chOff x="7955145" y="2019192"/>
            <a:chExt cx="365176" cy="271013"/>
          </a:xfrm>
        </p:grpSpPr>
        <p:sp>
          <p:nvSpPr>
            <p:cNvPr id="8692" name="Google Shape;8692;p74"/>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4"/>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4"/>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4"/>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4"/>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4"/>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74"/>
          <p:cNvGrpSpPr/>
          <p:nvPr/>
        </p:nvGrpSpPr>
        <p:grpSpPr>
          <a:xfrm>
            <a:off x="7518155" y="2009471"/>
            <a:ext cx="361927" cy="290270"/>
            <a:chOff x="7518155" y="2009471"/>
            <a:chExt cx="361927" cy="290270"/>
          </a:xfrm>
        </p:grpSpPr>
        <p:sp>
          <p:nvSpPr>
            <p:cNvPr id="8699" name="Google Shape;8699;p74"/>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4"/>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4"/>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4"/>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4"/>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4"/>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4"/>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4"/>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4"/>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4"/>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4"/>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4"/>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4"/>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2" name="Google Shape;8712;p74"/>
          <p:cNvGrpSpPr/>
          <p:nvPr/>
        </p:nvGrpSpPr>
        <p:grpSpPr>
          <a:xfrm>
            <a:off x="7079672" y="1991053"/>
            <a:ext cx="362163" cy="327264"/>
            <a:chOff x="7079672" y="1991053"/>
            <a:chExt cx="362163" cy="327264"/>
          </a:xfrm>
        </p:grpSpPr>
        <p:sp>
          <p:nvSpPr>
            <p:cNvPr id="8713" name="Google Shape;8713;p74"/>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4"/>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4"/>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4"/>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4"/>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4"/>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4"/>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4"/>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4"/>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4"/>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4"/>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4"/>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4"/>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4"/>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4"/>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4"/>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9" name="Google Shape;8729;p74"/>
          <p:cNvGrpSpPr/>
          <p:nvPr/>
        </p:nvGrpSpPr>
        <p:grpSpPr>
          <a:xfrm>
            <a:off x="6641188" y="2035514"/>
            <a:ext cx="361901" cy="238132"/>
            <a:chOff x="6641188" y="2035514"/>
            <a:chExt cx="361901" cy="238132"/>
          </a:xfrm>
        </p:grpSpPr>
        <p:sp>
          <p:nvSpPr>
            <p:cNvPr id="8730" name="Google Shape;8730;p74"/>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4"/>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4"/>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4"/>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4"/>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4"/>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4"/>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4"/>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4"/>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4"/>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4"/>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4"/>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4"/>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4"/>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4"/>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4"/>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4"/>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4"/>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4"/>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74"/>
          <p:cNvGrpSpPr/>
          <p:nvPr/>
        </p:nvGrpSpPr>
        <p:grpSpPr>
          <a:xfrm>
            <a:off x="6202443" y="1986677"/>
            <a:ext cx="362425" cy="335884"/>
            <a:chOff x="6202443" y="1986677"/>
            <a:chExt cx="362425" cy="335884"/>
          </a:xfrm>
        </p:grpSpPr>
        <p:sp>
          <p:nvSpPr>
            <p:cNvPr id="8750" name="Google Shape;8750;p74"/>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4"/>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4"/>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4"/>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4"/>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4"/>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4"/>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4"/>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4"/>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4"/>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4"/>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4"/>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4"/>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4"/>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4"/>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4"/>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4"/>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4"/>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4"/>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4"/>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0" name="Google Shape;8770;p74"/>
          <p:cNvGrpSpPr/>
          <p:nvPr/>
        </p:nvGrpSpPr>
        <p:grpSpPr>
          <a:xfrm>
            <a:off x="5764222" y="2016598"/>
            <a:ext cx="374293" cy="276069"/>
            <a:chOff x="5764222" y="2016598"/>
            <a:chExt cx="374293" cy="276069"/>
          </a:xfrm>
        </p:grpSpPr>
        <p:sp>
          <p:nvSpPr>
            <p:cNvPr id="8771" name="Google Shape;8771;p74"/>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4"/>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4"/>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4"/>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4"/>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4"/>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4"/>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4"/>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4"/>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4"/>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4"/>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2" name="Google Shape;8782;p74"/>
          <p:cNvGrpSpPr/>
          <p:nvPr/>
        </p:nvGrpSpPr>
        <p:grpSpPr>
          <a:xfrm>
            <a:off x="5325477" y="2016441"/>
            <a:ext cx="361927" cy="276515"/>
            <a:chOff x="5325477" y="2016441"/>
            <a:chExt cx="361927" cy="276515"/>
          </a:xfrm>
        </p:grpSpPr>
        <p:sp>
          <p:nvSpPr>
            <p:cNvPr id="8783" name="Google Shape;8783;p74"/>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4"/>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4"/>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4"/>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4"/>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4"/>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4"/>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4"/>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4"/>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4"/>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4"/>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4"/>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4"/>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4"/>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4"/>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4"/>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4"/>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4"/>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4"/>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4"/>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74"/>
          <p:cNvGrpSpPr/>
          <p:nvPr/>
        </p:nvGrpSpPr>
        <p:grpSpPr>
          <a:xfrm>
            <a:off x="4870671" y="2017200"/>
            <a:ext cx="364180" cy="274812"/>
            <a:chOff x="4870671" y="2017200"/>
            <a:chExt cx="364180" cy="274812"/>
          </a:xfrm>
        </p:grpSpPr>
        <p:sp>
          <p:nvSpPr>
            <p:cNvPr id="8804" name="Google Shape;8804;p74"/>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4"/>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4"/>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4"/>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4"/>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4"/>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4"/>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4"/>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4"/>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4"/>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4"/>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4"/>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4"/>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74"/>
          <p:cNvGrpSpPr/>
          <p:nvPr/>
        </p:nvGrpSpPr>
        <p:grpSpPr>
          <a:xfrm>
            <a:off x="7144726" y="3355496"/>
            <a:ext cx="260690" cy="362032"/>
            <a:chOff x="7144726" y="3355496"/>
            <a:chExt cx="260690" cy="362032"/>
          </a:xfrm>
        </p:grpSpPr>
        <p:sp>
          <p:nvSpPr>
            <p:cNvPr id="8818" name="Google Shape;8818;p74"/>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4"/>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4"/>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4"/>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4"/>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4"/>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4" name="Google Shape;8824;p74"/>
          <p:cNvGrpSpPr/>
          <p:nvPr/>
        </p:nvGrpSpPr>
        <p:grpSpPr>
          <a:xfrm>
            <a:off x="6705719" y="4278051"/>
            <a:ext cx="261712" cy="361770"/>
            <a:chOff x="6705719" y="4278051"/>
            <a:chExt cx="261712" cy="361770"/>
          </a:xfrm>
        </p:grpSpPr>
        <p:sp>
          <p:nvSpPr>
            <p:cNvPr id="8825" name="Google Shape;8825;p74"/>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4"/>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4"/>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4"/>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4"/>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4"/>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4"/>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4"/>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4"/>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4"/>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4"/>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4"/>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4"/>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4"/>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4"/>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0" name="Google Shape;8840;p74"/>
          <p:cNvGrpSpPr/>
          <p:nvPr/>
        </p:nvGrpSpPr>
        <p:grpSpPr>
          <a:xfrm>
            <a:off x="5750650" y="2891652"/>
            <a:ext cx="320216" cy="361403"/>
            <a:chOff x="5750650" y="2891652"/>
            <a:chExt cx="320216" cy="361403"/>
          </a:xfrm>
        </p:grpSpPr>
        <p:sp>
          <p:nvSpPr>
            <p:cNvPr id="8841" name="Google Shape;8841;p74"/>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4"/>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4"/>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4"/>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4"/>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4"/>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4"/>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4"/>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4"/>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4"/>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4"/>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4"/>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4"/>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4"/>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4"/>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74"/>
          <p:cNvGrpSpPr/>
          <p:nvPr/>
        </p:nvGrpSpPr>
        <p:grpSpPr>
          <a:xfrm>
            <a:off x="6658009" y="2891390"/>
            <a:ext cx="315972" cy="361927"/>
            <a:chOff x="6658009" y="2891390"/>
            <a:chExt cx="315972" cy="361927"/>
          </a:xfrm>
        </p:grpSpPr>
        <p:sp>
          <p:nvSpPr>
            <p:cNvPr id="8857" name="Google Shape;8857;p74"/>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4"/>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4"/>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4"/>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4"/>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4"/>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4"/>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4" name="Google Shape;8864;p74"/>
          <p:cNvGrpSpPr/>
          <p:nvPr/>
        </p:nvGrpSpPr>
        <p:grpSpPr>
          <a:xfrm>
            <a:off x="6203465" y="2891206"/>
            <a:ext cx="320478" cy="362110"/>
            <a:chOff x="6203465" y="2891206"/>
            <a:chExt cx="320478" cy="362110"/>
          </a:xfrm>
        </p:grpSpPr>
        <p:sp>
          <p:nvSpPr>
            <p:cNvPr id="8865" name="Google Shape;8865;p74"/>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4"/>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4"/>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4"/>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4"/>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74"/>
          <p:cNvGrpSpPr/>
          <p:nvPr/>
        </p:nvGrpSpPr>
        <p:grpSpPr>
          <a:xfrm>
            <a:off x="7567280" y="2891259"/>
            <a:ext cx="307116" cy="362294"/>
            <a:chOff x="7567280" y="2891259"/>
            <a:chExt cx="307116" cy="362294"/>
          </a:xfrm>
        </p:grpSpPr>
        <p:sp>
          <p:nvSpPr>
            <p:cNvPr id="8871" name="Google Shape;8871;p74"/>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4"/>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4"/>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4"/>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4"/>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4"/>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4"/>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4"/>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4"/>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4"/>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4"/>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4"/>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3" name="Google Shape;8883;p74"/>
          <p:cNvGrpSpPr/>
          <p:nvPr/>
        </p:nvGrpSpPr>
        <p:grpSpPr>
          <a:xfrm>
            <a:off x="7112579" y="2891521"/>
            <a:ext cx="338556" cy="361534"/>
            <a:chOff x="7112579" y="2891521"/>
            <a:chExt cx="338556" cy="361534"/>
          </a:xfrm>
        </p:grpSpPr>
        <p:sp>
          <p:nvSpPr>
            <p:cNvPr id="8884" name="Google Shape;8884;p74"/>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4"/>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74"/>
          <p:cNvGrpSpPr/>
          <p:nvPr/>
        </p:nvGrpSpPr>
        <p:grpSpPr>
          <a:xfrm>
            <a:off x="7155259" y="3805036"/>
            <a:ext cx="207478" cy="361272"/>
            <a:chOff x="7155259" y="3805036"/>
            <a:chExt cx="207478" cy="361272"/>
          </a:xfrm>
        </p:grpSpPr>
        <p:sp>
          <p:nvSpPr>
            <p:cNvPr id="8887" name="Google Shape;8887;p74"/>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4"/>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4"/>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4"/>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4"/>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4"/>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4"/>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4"/>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4"/>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4"/>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4"/>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4"/>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9" name="Google Shape;8899;p74"/>
          <p:cNvGrpSpPr/>
          <p:nvPr/>
        </p:nvGrpSpPr>
        <p:grpSpPr>
          <a:xfrm>
            <a:off x="4915368" y="2891390"/>
            <a:ext cx="182850" cy="361927"/>
            <a:chOff x="4915368" y="2891390"/>
            <a:chExt cx="182850" cy="361927"/>
          </a:xfrm>
        </p:grpSpPr>
        <p:sp>
          <p:nvSpPr>
            <p:cNvPr id="8900" name="Google Shape;8900;p74"/>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4"/>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4"/>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4"/>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4"/>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4"/>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4"/>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4"/>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4"/>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4"/>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4"/>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1" name="Google Shape;8911;p74"/>
          <p:cNvGrpSpPr/>
          <p:nvPr/>
        </p:nvGrpSpPr>
        <p:grpSpPr>
          <a:xfrm>
            <a:off x="8028714" y="2891652"/>
            <a:ext cx="289589" cy="361403"/>
            <a:chOff x="8028714" y="2891652"/>
            <a:chExt cx="289589" cy="361403"/>
          </a:xfrm>
        </p:grpSpPr>
        <p:sp>
          <p:nvSpPr>
            <p:cNvPr id="8912" name="Google Shape;8912;p74"/>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4"/>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4"/>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4"/>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4"/>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4"/>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4"/>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4"/>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4"/>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4"/>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4"/>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4"/>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4"/>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4"/>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4"/>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4"/>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4"/>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4"/>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4"/>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4"/>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74"/>
          <p:cNvGrpSpPr/>
          <p:nvPr/>
        </p:nvGrpSpPr>
        <p:grpSpPr>
          <a:xfrm>
            <a:off x="7551822" y="3804774"/>
            <a:ext cx="293335" cy="361927"/>
            <a:chOff x="7551822" y="3804774"/>
            <a:chExt cx="293335" cy="361927"/>
          </a:xfrm>
        </p:grpSpPr>
        <p:sp>
          <p:nvSpPr>
            <p:cNvPr id="8933" name="Google Shape;8933;p74"/>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4"/>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4"/>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4"/>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4"/>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4"/>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4"/>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4"/>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4"/>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4"/>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4"/>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74"/>
          <p:cNvGrpSpPr/>
          <p:nvPr/>
        </p:nvGrpSpPr>
        <p:grpSpPr>
          <a:xfrm>
            <a:off x="6263725" y="4277658"/>
            <a:ext cx="210491" cy="362163"/>
            <a:chOff x="6263725" y="4277658"/>
            <a:chExt cx="210491" cy="362163"/>
          </a:xfrm>
        </p:grpSpPr>
        <p:sp>
          <p:nvSpPr>
            <p:cNvPr id="8945" name="Google Shape;8945;p74"/>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4"/>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4"/>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4"/>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4"/>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4"/>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4"/>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4"/>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4"/>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4"/>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4"/>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4"/>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4"/>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4"/>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4"/>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74"/>
          <p:cNvGrpSpPr/>
          <p:nvPr/>
        </p:nvGrpSpPr>
        <p:grpSpPr>
          <a:xfrm>
            <a:off x="7987790" y="3804695"/>
            <a:ext cx="336303" cy="362005"/>
            <a:chOff x="7987790" y="3804695"/>
            <a:chExt cx="336303" cy="362005"/>
          </a:xfrm>
        </p:grpSpPr>
        <p:sp>
          <p:nvSpPr>
            <p:cNvPr id="8961" name="Google Shape;8961;p74"/>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4"/>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4"/>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4"/>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4"/>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4"/>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4"/>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4"/>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4"/>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4"/>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74"/>
          <p:cNvGrpSpPr/>
          <p:nvPr/>
        </p:nvGrpSpPr>
        <p:grpSpPr>
          <a:xfrm>
            <a:off x="5273444" y="2891285"/>
            <a:ext cx="371123" cy="362267"/>
            <a:chOff x="5273444" y="2891285"/>
            <a:chExt cx="371123" cy="362267"/>
          </a:xfrm>
        </p:grpSpPr>
        <p:sp>
          <p:nvSpPr>
            <p:cNvPr id="8972" name="Google Shape;8972;p74"/>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4"/>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4"/>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4"/>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4"/>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4"/>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4"/>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4"/>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4"/>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4"/>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4"/>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4"/>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4"/>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4"/>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74"/>
          <p:cNvGrpSpPr/>
          <p:nvPr/>
        </p:nvGrpSpPr>
        <p:grpSpPr>
          <a:xfrm>
            <a:off x="7630397" y="3358399"/>
            <a:ext cx="214759" cy="357030"/>
            <a:chOff x="2235125" y="238075"/>
            <a:chExt cx="3144350" cy="5227375"/>
          </a:xfrm>
        </p:grpSpPr>
        <p:sp>
          <p:nvSpPr>
            <p:cNvPr id="8987" name="Google Shape;8987;p74"/>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4"/>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4"/>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4"/>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4"/>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4"/>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4"/>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4"/>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4"/>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6" name="Google Shape;8996;p74"/>
          <p:cNvGrpSpPr/>
          <p:nvPr/>
        </p:nvGrpSpPr>
        <p:grpSpPr>
          <a:xfrm>
            <a:off x="2810729" y="4267107"/>
            <a:ext cx="342496" cy="351944"/>
            <a:chOff x="2810729" y="4267107"/>
            <a:chExt cx="342496" cy="351944"/>
          </a:xfrm>
        </p:grpSpPr>
        <p:sp>
          <p:nvSpPr>
            <p:cNvPr id="8997" name="Google Shape;8997;p74"/>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4"/>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4"/>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4"/>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4"/>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4"/>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4"/>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4"/>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4"/>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4"/>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4"/>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4"/>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4"/>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4"/>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4"/>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4"/>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4"/>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4"/>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4"/>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74"/>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74"/>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4"/>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4"/>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4"/>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4"/>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4"/>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4"/>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4"/>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4"/>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4"/>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7" name="Google Shape;9027;p74"/>
          <p:cNvGrpSpPr/>
          <p:nvPr/>
        </p:nvGrpSpPr>
        <p:grpSpPr>
          <a:xfrm>
            <a:off x="1779168" y="3805625"/>
            <a:ext cx="282381" cy="343454"/>
            <a:chOff x="1779168" y="3805625"/>
            <a:chExt cx="282381" cy="343454"/>
          </a:xfrm>
        </p:grpSpPr>
        <p:sp>
          <p:nvSpPr>
            <p:cNvPr id="9028" name="Google Shape;9028;p74"/>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4"/>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4"/>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4"/>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4"/>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4"/>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4"/>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4"/>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4"/>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4"/>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4"/>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4"/>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4"/>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4"/>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4"/>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4"/>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4"/>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4"/>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4"/>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4"/>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4"/>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4"/>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4"/>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4"/>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4"/>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4"/>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4"/>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4"/>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6" name="Google Shape;9056;p74"/>
          <p:cNvGrpSpPr/>
          <p:nvPr/>
        </p:nvGrpSpPr>
        <p:grpSpPr>
          <a:xfrm>
            <a:off x="2593522" y="2407029"/>
            <a:ext cx="391606" cy="364535"/>
            <a:chOff x="2593522" y="2407029"/>
            <a:chExt cx="391606" cy="364535"/>
          </a:xfrm>
        </p:grpSpPr>
        <p:sp>
          <p:nvSpPr>
            <p:cNvPr id="9057" name="Google Shape;9057;p74"/>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4"/>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4"/>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4"/>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4"/>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4"/>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4"/>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4"/>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4"/>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4"/>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4"/>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4"/>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4"/>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4"/>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4"/>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4"/>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4"/>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4"/>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4"/>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4"/>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4"/>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4"/>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4"/>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4"/>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4"/>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4"/>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4"/>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4"/>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4"/>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4"/>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4"/>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4"/>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4"/>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4"/>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4"/>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4"/>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4"/>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4"/>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4"/>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74"/>
          <p:cNvGrpSpPr/>
          <p:nvPr/>
        </p:nvGrpSpPr>
        <p:grpSpPr>
          <a:xfrm>
            <a:off x="3955047" y="2432242"/>
            <a:ext cx="322912" cy="334396"/>
            <a:chOff x="3955047" y="2432242"/>
            <a:chExt cx="322912" cy="334396"/>
          </a:xfrm>
        </p:grpSpPr>
        <p:sp>
          <p:nvSpPr>
            <p:cNvPr id="9097" name="Google Shape;9097;p74"/>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4"/>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4"/>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74"/>
          <p:cNvGrpSpPr/>
          <p:nvPr/>
        </p:nvGrpSpPr>
        <p:grpSpPr>
          <a:xfrm>
            <a:off x="1802465" y="1962854"/>
            <a:ext cx="265373" cy="351944"/>
            <a:chOff x="1802465" y="1962854"/>
            <a:chExt cx="265373" cy="351944"/>
          </a:xfrm>
        </p:grpSpPr>
        <p:sp>
          <p:nvSpPr>
            <p:cNvPr id="9101" name="Google Shape;9101;p74"/>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4"/>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4"/>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4"/>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4"/>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4"/>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4"/>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74"/>
          <p:cNvGrpSpPr/>
          <p:nvPr/>
        </p:nvGrpSpPr>
        <p:grpSpPr>
          <a:xfrm>
            <a:off x="3512070" y="1956222"/>
            <a:ext cx="373983" cy="363622"/>
            <a:chOff x="3512070" y="1956222"/>
            <a:chExt cx="373983" cy="363622"/>
          </a:xfrm>
        </p:grpSpPr>
        <p:sp>
          <p:nvSpPr>
            <p:cNvPr id="9109" name="Google Shape;9109;p74"/>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4"/>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4"/>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4"/>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4"/>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4"/>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4"/>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4"/>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4"/>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4"/>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4"/>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4"/>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4"/>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4"/>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4"/>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4"/>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4"/>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6" name="Google Shape;9126;p74"/>
          <p:cNvGrpSpPr/>
          <p:nvPr/>
        </p:nvGrpSpPr>
        <p:grpSpPr>
          <a:xfrm>
            <a:off x="842683" y="2394751"/>
            <a:ext cx="345640" cy="356660"/>
            <a:chOff x="842683" y="2394751"/>
            <a:chExt cx="345640" cy="356660"/>
          </a:xfrm>
        </p:grpSpPr>
        <p:sp>
          <p:nvSpPr>
            <p:cNvPr id="9127" name="Google Shape;9127;p74"/>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4"/>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4"/>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4"/>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4"/>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4"/>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4"/>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74"/>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74"/>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4"/>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4"/>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4"/>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4"/>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4"/>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4"/>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4"/>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3" name="Google Shape;9143;p74"/>
          <p:cNvGrpSpPr/>
          <p:nvPr/>
        </p:nvGrpSpPr>
        <p:grpSpPr>
          <a:xfrm>
            <a:off x="1290615" y="2399467"/>
            <a:ext cx="336836" cy="342511"/>
            <a:chOff x="1290615" y="2399467"/>
            <a:chExt cx="336836" cy="342511"/>
          </a:xfrm>
        </p:grpSpPr>
        <p:sp>
          <p:nvSpPr>
            <p:cNvPr id="9144" name="Google Shape;9144;p74"/>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4"/>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4"/>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4"/>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4"/>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4"/>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4"/>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4"/>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4"/>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4"/>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4"/>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4"/>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4"/>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4"/>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4"/>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4"/>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4"/>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4"/>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4"/>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3" name="Google Shape;9163;p74"/>
          <p:cNvGrpSpPr/>
          <p:nvPr/>
        </p:nvGrpSpPr>
        <p:grpSpPr>
          <a:xfrm>
            <a:off x="1748310" y="2408601"/>
            <a:ext cx="308508" cy="333378"/>
            <a:chOff x="1748310" y="2408601"/>
            <a:chExt cx="308508" cy="333378"/>
          </a:xfrm>
        </p:grpSpPr>
        <p:sp>
          <p:nvSpPr>
            <p:cNvPr id="9164" name="Google Shape;9164;p74"/>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4"/>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4"/>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4"/>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4"/>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4"/>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4"/>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4"/>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2" name="Google Shape;9172;p74"/>
          <p:cNvGrpSpPr/>
          <p:nvPr/>
        </p:nvGrpSpPr>
        <p:grpSpPr>
          <a:xfrm>
            <a:off x="3044614" y="2418033"/>
            <a:ext cx="376184" cy="315141"/>
            <a:chOff x="3044614" y="2418033"/>
            <a:chExt cx="376184" cy="315141"/>
          </a:xfrm>
        </p:grpSpPr>
        <p:sp>
          <p:nvSpPr>
            <p:cNvPr id="9173" name="Google Shape;9173;p74"/>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4"/>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4"/>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4"/>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4"/>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4"/>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4"/>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4"/>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74"/>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74"/>
          <p:cNvGrpSpPr/>
          <p:nvPr/>
        </p:nvGrpSpPr>
        <p:grpSpPr>
          <a:xfrm>
            <a:off x="3943638" y="3815072"/>
            <a:ext cx="357933" cy="342676"/>
            <a:chOff x="3943638" y="3815072"/>
            <a:chExt cx="357933" cy="342676"/>
          </a:xfrm>
        </p:grpSpPr>
        <p:sp>
          <p:nvSpPr>
            <p:cNvPr id="9183" name="Google Shape;9183;p74"/>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4"/>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4"/>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4"/>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4"/>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4"/>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4"/>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4"/>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4"/>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2" name="Google Shape;9192;p74"/>
          <p:cNvGrpSpPr/>
          <p:nvPr/>
        </p:nvGrpSpPr>
        <p:grpSpPr>
          <a:xfrm>
            <a:off x="3508282" y="3810341"/>
            <a:ext cx="351644" cy="351959"/>
            <a:chOff x="3508282" y="3810341"/>
            <a:chExt cx="351644" cy="351959"/>
          </a:xfrm>
        </p:grpSpPr>
        <p:sp>
          <p:nvSpPr>
            <p:cNvPr id="9193" name="Google Shape;9193;p74"/>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4"/>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4"/>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4"/>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4"/>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4"/>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4"/>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4"/>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4"/>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4"/>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4"/>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4"/>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4"/>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6" name="Google Shape;9206;p74"/>
          <p:cNvGrpSpPr/>
          <p:nvPr/>
        </p:nvGrpSpPr>
        <p:grpSpPr>
          <a:xfrm>
            <a:off x="2224585" y="1962854"/>
            <a:ext cx="303163" cy="351809"/>
            <a:chOff x="2224585" y="1962854"/>
            <a:chExt cx="303163" cy="351809"/>
          </a:xfrm>
        </p:grpSpPr>
        <p:sp>
          <p:nvSpPr>
            <p:cNvPr id="9207" name="Google Shape;9207;p74"/>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4"/>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4"/>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4"/>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4"/>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4"/>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4"/>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4"/>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5" name="Google Shape;9215;p74"/>
          <p:cNvGrpSpPr/>
          <p:nvPr/>
        </p:nvGrpSpPr>
        <p:grpSpPr>
          <a:xfrm>
            <a:off x="2622794" y="1990868"/>
            <a:ext cx="389090" cy="296231"/>
            <a:chOff x="2622794" y="1990868"/>
            <a:chExt cx="389090" cy="296231"/>
          </a:xfrm>
        </p:grpSpPr>
        <p:sp>
          <p:nvSpPr>
            <p:cNvPr id="9216" name="Google Shape;9216;p74"/>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4"/>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4"/>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4"/>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4"/>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4"/>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4"/>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4"/>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4"/>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5" name="Google Shape;9225;p74"/>
          <p:cNvGrpSpPr/>
          <p:nvPr/>
        </p:nvGrpSpPr>
        <p:grpSpPr>
          <a:xfrm>
            <a:off x="3977326" y="1952149"/>
            <a:ext cx="327074" cy="375241"/>
            <a:chOff x="3977326" y="1952149"/>
            <a:chExt cx="327074" cy="375241"/>
          </a:xfrm>
        </p:grpSpPr>
        <p:sp>
          <p:nvSpPr>
            <p:cNvPr id="9226" name="Google Shape;9226;p74"/>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4"/>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4"/>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4"/>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4"/>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4"/>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4"/>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4"/>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4"/>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4"/>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4"/>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4"/>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4"/>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4"/>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4"/>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4"/>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4"/>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3" name="Google Shape;9243;p74"/>
          <p:cNvGrpSpPr/>
          <p:nvPr/>
        </p:nvGrpSpPr>
        <p:grpSpPr>
          <a:xfrm>
            <a:off x="1341612" y="3340055"/>
            <a:ext cx="259399" cy="370524"/>
            <a:chOff x="1341612" y="3340055"/>
            <a:chExt cx="259399" cy="370524"/>
          </a:xfrm>
        </p:grpSpPr>
        <p:sp>
          <p:nvSpPr>
            <p:cNvPr id="9244" name="Google Shape;9244;p74"/>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4"/>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4"/>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4"/>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4"/>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74"/>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74"/>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74"/>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74"/>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4"/>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4"/>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4"/>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4"/>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4"/>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4"/>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4"/>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4"/>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74"/>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74"/>
          <p:cNvGrpSpPr/>
          <p:nvPr/>
        </p:nvGrpSpPr>
        <p:grpSpPr>
          <a:xfrm>
            <a:off x="2179892" y="3844972"/>
            <a:ext cx="351629" cy="282381"/>
            <a:chOff x="2179892" y="3844972"/>
            <a:chExt cx="351629" cy="282381"/>
          </a:xfrm>
        </p:grpSpPr>
        <p:sp>
          <p:nvSpPr>
            <p:cNvPr id="9263" name="Google Shape;9263;p74"/>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4"/>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74"/>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74"/>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74"/>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4"/>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74"/>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74"/>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4"/>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74"/>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74"/>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4"/>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74"/>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74"/>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4"/>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74"/>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74"/>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4"/>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74"/>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74"/>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74"/>
          <p:cNvGrpSpPr/>
          <p:nvPr/>
        </p:nvGrpSpPr>
        <p:grpSpPr>
          <a:xfrm>
            <a:off x="3131170" y="3816884"/>
            <a:ext cx="220051" cy="338169"/>
            <a:chOff x="3131170" y="3816884"/>
            <a:chExt cx="220051" cy="338169"/>
          </a:xfrm>
        </p:grpSpPr>
        <p:sp>
          <p:nvSpPr>
            <p:cNvPr id="9284" name="Google Shape;9284;p74"/>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4"/>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74"/>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74"/>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4"/>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4"/>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74"/>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74"/>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74"/>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3" name="Google Shape;9293;p74"/>
          <p:cNvGrpSpPr/>
          <p:nvPr/>
        </p:nvGrpSpPr>
        <p:grpSpPr>
          <a:xfrm>
            <a:off x="903502" y="3359564"/>
            <a:ext cx="247990" cy="333393"/>
            <a:chOff x="903502" y="3359564"/>
            <a:chExt cx="247990" cy="333393"/>
          </a:xfrm>
        </p:grpSpPr>
        <p:sp>
          <p:nvSpPr>
            <p:cNvPr id="9294" name="Google Shape;9294;p74"/>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4"/>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74"/>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74"/>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4"/>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74"/>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74"/>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4"/>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4"/>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4"/>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4"/>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4"/>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4"/>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74"/>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74"/>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74"/>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4"/>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4"/>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4"/>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4"/>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4"/>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4"/>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74"/>
          <p:cNvGrpSpPr/>
          <p:nvPr/>
        </p:nvGrpSpPr>
        <p:grpSpPr>
          <a:xfrm>
            <a:off x="2616191" y="2890461"/>
            <a:ext cx="365793" cy="361152"/>
            <a:chOff x="2616191" y="2890461"/>
            <a:chExt cx="365793" cy="361152"/>
          </a:xfrm>
        </p:grpSpPr>
        <p:sp>
          <p:nvSpPr>
            <p:cNvPr id="9317" name="Google Shape;9317;p74"/>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4"/>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74"/>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74"/>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74"/>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74"/>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74"/>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4"/>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4"/>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4"/>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4"/>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8" name="Google Shape;9328;p74"/>
          <p:cNvGrpSpPr/>
          <p:nvPr/>
        </p:nvGrpSpPr>
        <p:grpSpPr>
          <a:xfrm>
            <a:off x="3049959" y="1945861"/>
            <a:ext cx="402940" cy="388536"/>
            <a:chOff x="3049959" y="1945861"/>
            <a:chExt cx="402940" cy="388536"/>
          </a:xfrm>
        </p:grpSpPr>
        <p:sp>
          <p:nvSpPr>
            <p:cNvPr id="9329" name="Google Shape;9329;p74"/>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4"/>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4"/>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74"/>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74"/>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74"/>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74"/>
          <p:cNvGrpSpPr/>
          <p:nvPr/>
        </p:nvGrpSpPr>
        <p:grpSpPr>
          <a:xfrm>
            <a:off x="2483025" y="4268679"/>
            <a:ext cx="202428" cy="349114"/>
            <a:chOff x="2483025" y="4268679"/>
            <a:chExt cx="202428" cy="349114"/>
          </a:xfrm>
        </p:grpSpPr>
        <p:sp>
          <p:nvSpPr>
            <p:cNvPr id="9336" name="Google Shape;9336;p74"/>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4"/>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4"/>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4"/>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4"/>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4"/>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2" name="Google Shape;9342;p74"/>
          <p:cNvGrpSpPr/>
          <p:nvPr/>
        </p:nvGrpSpPr>
        <p:grpSpPr>
          <a:xfrm>
            <a:off x="862507" y="2885984"/>
            <a:ext cx="329590" cy="365000"/>
            <a:chOff x="862507" y="2885984"/>
            <a:chExt cx="329590" cy="365000"/>
          </a:xfrm>
        </p:grpSpPr>
        <p:sp>
          <p:nvSpPr>
            <p:cNvPr id="9343" name="Google Shape;9343;p74"/>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4"/>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4"/>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4"/>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4"/>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4"/>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4"/>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0" name="Google Shape;9350;p74"/>
          <p:cNvGrpSpPr/>
          <p:nvPr/>
        </p:nvGrpSpPr>
        <p:grpSpPr>
          <a:xfrm>
            <a:off x="3082075" y="2871805"/>
            <a:ext cx="318884" cy="379807"/>
            <a:chOff x="3082075" y="2871805"/>
            <a:chExt cx="318884" cy="379807"/>
          </a:xfrm>
        </p:grpSpPr>
        <p:sp>
          <p:nvSpPr>
            <p:cNvPr id="9351" name="Google Shape;9351;p74"/>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4"/>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4"/>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4"/>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4"/>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4"/>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4"/>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4"/>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4"/>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4"/>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4"/>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4"/>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4"/>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4"/>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4"/>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4"/>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4"/>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4"/>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4"/>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4"/>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1" name="Google Shape;9371;p74"/>
          <p:cNvGrpSpPr/>
          <p:nvPr/>
        </p:nvGrpSpPr>
        <p:grpSpPr>
          <a:xfrm>
            <a:off x="2594780" y="1516494"/>
            <a:ext cx="410187" cy="324244"/>
            <a:chOff x="2594780" y="1516494"/>
            <a:chExt cx="410187" cy="324244"/>
          </a:xfrm>
        </p:grpSpPr>
        <p:sp>
          <p:nvSpPr>
            <p:cNvPr id="9372" name="Google Shape;9372;p74"/>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4"/>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4"/>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4"/>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4"/>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4"/>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4"/>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4"/>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0" name="Google Shape;9380;p74"/>
          <p:cNvGrpSpPr/>
          <p:nvPr/>
        </p:nvGrpSpPr>
        <p:grpSpPr>
          <a:xfrm>
            <a:off x="1742965" y="1502959"/>
            <a:ext cx="333692" cy="333363"/>
            <a:chOff x="1742965" y="1502959"/>
            <a:chExt cx="333692" cy="333363"/>
          </a:xfrm>
        </p:grpSpPr>
        <p:sp>
          <p:nvSpPr>
            <p:cNvPr id="9381" name="Google Shape;9381;p74"/>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4"/>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4"/>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4"/>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5" name="Google Shape;9385;p74"/>
          <p:cNvGrpSpPr/>
          <p:nvPr/>
        </p:nvGrpSpPr>
        <p:grpSpPr>
          <a:xfrm>
            <a:off x="3051531" y="1516809"/>
            <a:ext cx="390034" cy="296545"/>
            <a:chOff x="3051531" y="1516809"/>
            <a:chExt cx="390034" cy="296545"/>
          </a:xfrm>
        </p:grpSpPr>
        <p:sp>
          <p:nvSpPr>
            <p:cNvPr id="9386" name="Google Shape;9386;p74"/>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74"/>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74"/>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74"/>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74"/>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74"/>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4"/>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4"/>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4"/>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4"/>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4"/>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4"/>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74"/>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74"/>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4"/>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1" name="Google Shape;9401;p74"/>
          <p:cNvGrpSpPr/>
          <p:nvPr/>
        </p:nvGrpSpPr>
        <p:grpSpPr>
          <a:xfrm>
            <a:off x="3514900" y="1489020"/>
            <a:ext cx="354145" cy="351869"/>
            <a:chOff x="3514900" y="1489020"/>
            <a:chExt cx="354145" cy="351869"/>
          </a:xfrm>
        </p:grpSpPr>
        <p:sp>
          <p:nvSpPr>
            <p:cNvPr id="9402" name="Google Shape;9402;p74"/>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4"/>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74"/>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74"/>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74"/>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4"/>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74"/>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74"/>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74"/>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74"/>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74"/>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74"/>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74"/>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74"/>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74"/>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74"/>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74"/>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74"/>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74"/>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74"/>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74"/>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74"/>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4" name="Google Shape;9424;p74"/>
          <p:cNvGrpSpPr/>
          <p:nvPr/>
        </p:nvGrpSpPr>
        <p:grpSpPr>
          <a:xfrm>
            <a:off x="3066324" y="3350446"/>
            <a:ext cx="346598" cy="333183"/>
            <a:chOff x="3066324" y="3350446"/>
            <a:chExt cx="346598" cy="333183"/>
          </a:xfrm>
        </p:grpSpPr>
        <p:sp>
          <p:nvSpPr>
            <p:cNvPr id="9425" name="Google Shape;9425;p74"/>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74"/>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74"/>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74"/>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74"/>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74"/>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74"/>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74"/>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74"/>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74"/>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5" name="Google Shape;9435;p74"/>
          <p:cNvGrpSpPr/>
          <p:nvPr/>
        </p:nvGrpSpPr>
        <p:grpSpPr>
          <a:xfrm>
            <a:off x="1282755" y="1952089"/>
            <a:ext cx="363278" cy="363338"/>
            <a:chOff x="1282755" y="1952089"/>
            <a:chExt cx="363278" cy="363338"/>
          </a:xfrm>
        </p:grpSpPr>
        <p:sp>
          <p:nvSpPr>
            <p:cNvPr id="9436" name="Google Shape;9436;p74"/>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74"/>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74"/>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74"/>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74"/>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74"/>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74"/>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3" name="Google Shape;9443;p74"/>
          <p:cNvGrpSpPr/>
          <p:nvPr/>
        </p:nvGrpSpPr>
        <p:grpSpPr>
          <a:xfrm>
            <a:off x="3510094" y="2909281"/>
            <a:ext cx="355133" cy="343574"/>
            <a:chOff x="3510094" y="2909281"/>
            <a:chExt cx="355133" cy="343574"/>
          </a:xfrm>
        </p:grpSpPr>
        <p:sp>
          <p:nvSpPr>
            <p:cNvPr id="9444" name="Google Shape;9444;p74"/>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74"/>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74"/>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74"/>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74"/>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74"/>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74"/>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74"/>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74"/>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74"/>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74"/>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74"/>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74"/>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7" name="Google Shape;9457;p74"/>
          <p:cNvSpPr/>
          <p:nvPr/>
        </p:nvSpPr>
        <p:spPr>
          <a:xfrm>
            <a:off x="2513884" y="1812081"/>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8" name="Google Shape;9458;p74"/>
          <p:cNvGrpSpPr/>
          <p:nvPr/>
        </p:nvGrpSpPr>
        <p:grpSpPr>
          <a:xfrm>
            <a:off x="2163842" y="1506972"/>
            <a:ext cx="382787" cy="331566"/>
            <a:chOff x="2163842" y="1506972"/>
            <a:chExt cx="382787" cy="331566"/>
          </a:xfrm>
        </p:grpSpPr>
        <p:sp>
          <p:nvSpPr>
            <p:cNvPr id="9459" name="Google Shape;9459;p74"/>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74"/>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74"/>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74"/>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74"/>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4"/>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74"/>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74"/>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7" name="Google Shape;9467;p74"/>
          <p:cNvGrpSpPr/>
          <p:nvPr/>
        </p:nvGrpSpPr>
        <p:grpSpPr>
          <a:xfrm>
            <a:off x="1738877" y="3349652"/>
            <a:ext cx="357918" cy="350536"/>
            <a:chOff x="1738877" y="3349652"/>
            <a:chExt cx="357918" cy="350536"/>
          </a:xfrm>
        </p:grpSpPr>
        <p:sp>
          <p:nvSpPr>
            <p:cNvPr id="9468" name="Google Shape;9468;p74"/>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74"/>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74"/>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74"/>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74"/>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74"/>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74"/>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74"/>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74"/>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74"/>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74"/>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74"/>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74"/>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74"/>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74"/>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74"/>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74"/>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74"/>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6" name="Google Shape;9486;p74"/>
          <p:cNvGrpSpPr/>
          <p:nvPr/>
        </p:nvGrpSpPr>
        <p:grpSpPr>
          <a:xfrm>
            <a:off x="1971819" y="4276854"/>
            <a:ext cx="383281" cy="333947"/>
            <a:chOff x="1971819" y="4276854"/>
            <a:chExt cx="383281" cy="333947"/>
          </a:xfrm>
        </p:grpSpPr>
        <p:sp>
          <p:nvSpPr>
            <p:cNvPr id="9487" name="Google Shape;9487;p74"/>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74"/>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74"/>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74"/>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74"/>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74"/>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74"/>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74"/>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74"/>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74"/>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7" name="Google Shape;9497;p74"/>
          <p:cNvGrpSpPr/>
          <p:nvPr/>
        </p:nvGrpSpPr>
        <p:grpSpPr>
          <a:xfrm>
            <a:off x="1825119" y="2885819"/>
            <a:ext cx="175987" cy="361391"/>
            <a:chOff x="1825119" y="2885819"/>
            <a:chExt cx="175987" cy="361391"/>
          </a:xfrm>
        </p:grpSpPr>
        <p:sp>
          <p:nvSpPr>
            <p:cNvPr id="9498" name="Google Shape;9498;p74"/>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74"/>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74"/>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74"/>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74"/>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74"/>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74"/>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74"/>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74"/>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74"/>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8" name="Google Shape;9508;p74"/>
          <p:cNvGrpSpPr/>
          <p:nvPr/>
        </p:nvGrpSpPr>
        <p:grpSpPr>
          <a:xfrm>
            <a:off x="3504824" y="3405844"/>
            <a:ext cx="369896" cy="226339"/>
            <a:chOff x="3504824" y="3405844"/>
            <a:chExt cx="369896" cy="226339"/>
          </a:xfrm>
        </p:grpSpPr>
        <p:sp>
          <p:nvSpPr>
            <p:cNvPr id="9509" name="Google Shape;9509;p74"/>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4"/>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74"/>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74"/>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74"/>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74"/>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74"/>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74"/>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4"/>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4"/>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74"/>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74"/>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74"/>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4"/>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74"/>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74"/>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74"/>
          <p:cNvGrpSpPr/>
          <p:nvPr/>
        </p:nvGrpSpPr>
        <p:grpSpPr>
          <a:xfrm>
            <a:off x="1295661" y="3819594"/>
            <a:ext cx="345640" cy="342900"/>
            <a:chOff x="1295661" y="3819594"/>
            <a:chExt cx="345640" cy="342900"/>
          </a:xfrm>
        </p:grpSpPr>
        <p:sp>
          <p:nvSpPr>
            <p:cNvPr id="9526" name="Google Shape;9526;p74"/>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74"/>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4"/>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4"/>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4"/>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4"/>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74"/>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74"/>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74"/>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74"/>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74"/>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74"/>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74"/>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74"/>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74"/>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74"/>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74"/>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3" name="Google Shape;9543;p74"/>
          <p:cNvGrpSpPr/>
          <p:nvPr/>
        </p:nvGrpSpPr>
        <p:grpSpPr>
          <a:xfrm>
            <a:off x="3486572" y="2433470"/>
            <a:ext cx="379328" cy="281738"/>
            <a:chOff x="3486572" y="2433470"/>
            <a:chExt cx="379328" cy="281738"/>
          </a:xfrm>
        </p:grpSpPr>
        <p:sp>
          <p:nvSpPr>
            <p:cNvPr id="9544" name="Google Shape;9544;p74"/>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74"/>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74"/>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74"/>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74"/>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74"/>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74"/>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51" name="Google Shape;9551;p74"/>
          <p:cNvSpPr/>
          <p:nvPr/>
        </p:nvSpPr>
        <p:spPr>
          <a:xfrm>
            <a:off x="3751930" y="270953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52" name="Google Shape;9552;p74"/>
          <p:cNvGrpSpPr/>
          <p:nvPr/>
        </p:nvGrpSpPr>
        <p:grpSpPr>
          <a:xfrm>
            <a:off x="3997149" y="3329634"/>
            <a:ext cx="270733" cy="355762"/>
            <a:chOff x="3997149" y="3329634"/>
            <a:chExt cx="270733" cy="355762"/>
          </a:xfrm>
        </p:grpSpPr>
        <p:sp>
          <p:nvSpPr>
            <p:cNvPr id="9553" name="Google Shape;9553;p74"/>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74"/>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74"/>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74"/>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74"/>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74"/>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74"/>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74"/>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74"/>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74"/>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74"/>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74"/>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74"/>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74"/>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74"/>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74"/>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74"/>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74"/>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74"/>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74"/>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74"/>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4" name="Google Shape;9574;p74"/>
          <p:cNvGrpSpPr/>
          <p:nvPr/>
        </p:nvGrpSpPr>
        <p:grpSpPr>
          <a:xfrm>
            <a:off x="3954343" y="2899354"/>
            <a:ext cx="345655" cy="343529"/>
            <a:chOff x="3954343" y="2899354"/>
            <a:chExt cx="345655" cy="343529"/>
          </a:xfrm>
        </p:grpSpPr>
        <p:sp>
          <p:nvSpPr>
            <p:cNvPr id="9575" name="Google Shape;9575;p74"/>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4"/>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4"/>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74"/>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74"/>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4"/>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74"/>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74"/>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74"/>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4"/>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4"/>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74"/>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7" name="Google Shape;9587;p74"/>
          <p:cNvGrpSpPr/>
          <p:nvPr/>
        </p:nvGrpSpPr>
        <p:grpSpPr>
          <a:xfrm>
            <a:off x="2166043" y="3351344"/>
            <a:ext cx="369566" cy="349803"/>
            <a:chOff x="2166043" y="3351344"/>
            <a:chExt cx="369566" cy="349803"/>
          </a:xfrm>
        </p:grpSpPr>
        <p:sp>
          <p:nvSpPr>
            <p:cNvPr id="9588" name="Google Shape;9588;p74"/>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4"/>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74"/>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74"/>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4"/>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4"/>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4"/>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74"/>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74"/>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74"/>
          <p:cNvGrpSpPr/>
          <p:nvPr/>
        </p:nvGrpSpPr>
        <p:grpSpPr>
          <a:xfrm>
            <a:off x="2619649" y="3352332"/>
            <a:ext cx="365793" cy="329275"/>
            <a:chOff x="2619649" y="3352332"/>
            <a:chExt cx="365793" cy="329275"/>
          </a:xfrm>
        </p:grpSpPr>
        <p:sp>
          <p:nvSpPr>
            <p:cNvPr id="9598" name="Google Shape;9598;p74"/>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74"/>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74"/>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74"/>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74"/>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74"/>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74"/>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74"/>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74"/>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74"/>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8" name="Google Shape;9608;p74"/>
          <p:cNvGrpSpPr/>
          <p:nvPr/>
        </p:nvGrpSpPr>
        <p:grpSpPr>
          <a:xfrm>
            <a:off x="1296135" y="1515240"/>
            <a:ext cx="340624" cy="351944"/>
            <a:chOff x="1293760" y="1498228"/>
            <a:chExt cx="340624" cy="351944"/>
          </a:xfrm>
        </p:grpSpPr>
        <p:sp>
          <p:nvSpPr>
            <p:cNvPr id="9609" name="Google Shape;9609;p74"/>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74"/>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74"/>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74"/>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74"/>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74"/>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74"/>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74"/>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74"/>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74"/>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74"/>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74"/>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74"/>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4"/>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3" name="Google Shape;9623;p74"/>
          <p:cNvGrpSpPr/>
          <p:nvPr/>
        </p:nvGrpSpPr>
        <p:grpSpPr>
          <a:xfrm>
            <a:off x="849601" y="1952074"/>
            <a:ext cx="406713" cy="383745"/>
            <a:chOff x="849601" y="1952074"/>
            <a:chExt cx="406713" cy="383745"/>
          </a:xfrm>
        </p:grpSpPr>
        <p:sp>
          <p:nvSpPr>
            <p:cNvPr id="9624" name="Google Shape;9624;p74"/>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4"/>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4"/>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74"/>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74"/>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74"/>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74"/>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1" name="Google Shape;9631;p74"/>
          <p:cNvGrpSpPr/>
          <p:nvPr/>
        </p:nvGrpSpPr>
        <p:grpSpPr>
          <a:xfrm>
            <a:off x="2253871" y="2893365"/>
            <a:ext cx="203985" cy="355417"/>
            <a:chOff x="2253871" y="2893365"/>
            <a:chExt cx="203985" cy="355417"/>
          </a:xfrm>
        </p:grpSpPr>
        <p:sp>
          <p:nvSpPr>
            <p:cNvPr id="9632" name="Google Shape;9632;p74"/>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4"/>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4"/>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4"/>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4"/>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4"/>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74"/>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4"/>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74"/>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74"/>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74"/>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74"/>
          <p:cNvGrpSpPr/>
          <p:nvPr/>
        </p:nvGrpSpPr>
        <p:grpSpPr>
          <a:xfrm>
            <a:off x="2191541" y="2408601"/>
            <a:ext cx="308823" cy="342571"/>
            <a:chOff x="2191541" y="2408601"/>
            <a:chExt cx="308823" cy="342571"/>
          </a:xfrm>
        </p:grpSpPr>
        <p:sp>
          <p:nvSpPr>
            <p:cNvPr id="9644" name="Google Shape;9644;p74"/>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4"/>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4"/>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4"/>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74"/>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4"/>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4"/>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74"/>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4"/>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74"/>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74"/>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74"/>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4"/>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74"/>
          <p:cNvGrpSpPr/>
          <p:nvPr/>
        </p:nvGrpSpPr>
        <p:grpSpPr>
          <a:xfrm>
            <a:off x="847400" y="1503588"/>
            <a:ext cx="342496" cy="341553"/>
            <a:chOff x="847400" y="1503588"/>
            <a:chExt cx="342496" cy="341553"/>
          </a:xfrm>
        </p:grpSpPr>
        <p:sp>
          <p:nvSpPr>
            <p:cNvPr id="9658" name="Google Shape;9658;p74"/>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74"/>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74"/>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74"/>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74"/>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74"/>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74"/>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74"/>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4"/>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74"/>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74"/>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74"/>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4"/>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4"/>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74"/>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74"/>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4"/>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74"/>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74"/>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74"/>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8" name="Google Shape;9678;p74"/>
          <p:cNvGrpSpPr/>
          <p:nvPr/>
        </p:nvGrpSpPr>
        <p:grpSpPr>
          <a:xfrm>
            <a:off x="1329963" y="2899669"/>
            <a:ext cx="280495" cy="361077"/>
            <a:chOff x="1329963" y="2899669"/>
            <a:chExt cx="280495" cy="361077"/>
          </a:xfrm>
        </p:grpSpPr>
        <p:sp>
          <p:nvSpPr>
            <p:cNvPr id="9679" name="Google Shape;9679;p74"/>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74"/>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74"/>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4"/>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74"/>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74"/>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74"/>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6" name="Google Shape;9686;p74"/>
          <p:cNvGrpSpPr/>
          <p:nvPr/>
        </p:nvGrpSpPr>
        <p:grpSpPr>
          <a:xfrm>
            <a:off x="937429" y="3800908"/>
            <a:ext cx="195496" cy="343439"/>
            <a:chOff x="937429" y="3800908"/>
            <a:chExt cx="195496" cy="343439"/>
          </a:xfrm>
        </p:grpSpPr>
        <p:sp>
          <p:nvSpPr>
            <p:cNvPr id="9687" name="Google Shape;9687;p74"/>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4"/>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74"/>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74"/>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4"/>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74"/>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74"/>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74"/>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74"/>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74"/>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74"/>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74"/>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4"/>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0" name="Google Shape;9700;p74"/>
          <p:cNvGrpSpPr/>
          <p:nvPr/>
        </p:nvGrpSpPr>
        <p:grpSpPr>
          <a:xfrm>
            <a:off x="2687659" y="3810655"/>
            <a:ext cx="365164" cy="342511"/>
            <a:chOff x="2611459" y="3810655"/>
            <a:chExt cx="365164" cy="342511"/>
          </a:xfrm>
        </p:grpSpPr>
        <p:sp>
          <p:nvSpPr>
            <p:cNvPr id="9701" name="Google Shape;9701;p74"/>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74"/>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74"/>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74"/>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74"/>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74"/>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74"/>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74"/>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74"/>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74"/>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74"/>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2" name="Google Shape;9712;p74"/>
          <p:cNvGrpSpPr/>
          <p:nvPr/>
        </p:nvGrpSpPr>
        <p:grpSpPr>
          <a:xfrm>
            <a:off x="3952456" y="1524280"/>
            <a:ext cx="370195" cy="300154"/>
            <a:chOff x="3952456" y="1524280"/>
            <a:chExt cx="370195" cy="300154"/>
          </a:xfrm>
        </p:grpSpPr>
        <p:sp>
          <p:nvSpPr>
            <p:cNvPr id="9713" name="Google Shape;9713;p74"/>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74"/>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74"/>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74"/>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74"/>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74"/>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722"/>
        <p:cNvGrpSpPr/>
        <p:nvPr/>
      </p:nvGrpSpPr>
      <p:grpSpPr>
        <a:xfrm>
          <a:off x="0" y="0"/>
          <a:ext cx="0" cy="0"/>
          <a:chOff x="0" y="0"/>
          <a:chExt cx="0" cy="0"/>
        </a:xfrm>
      </p:grpSpPr>
      <p:sp>
        <p:nvSpPr>
          <p:cNvPr id="9723" name="Google Shape;9723;p75"/>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9724" name="Google Shape;9724;p75"/>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9725" name="Google Shape;9725;p75"/>
          <p:cNvGrpSpPr/>
          <p:nvPr/>
        </p:nvGrpSpPr>
        <p:grpSpPr>
          <a:xfrm>
            <a:off x="908482" y="1502585"/>
            <a:ext cx="257112" cy="362808"/>
            <a:chOff x="908482" y="1502585"/>
            <a:chExt cx="257112" cy="362808"/>
          </a:xfrm>
        </p:grpSpPr>
        <p:sp>
          <p:nvSpPr>
            <p:cNvPr id="9726" name="Google Shape;9726;p75"/>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75"/>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75"/>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75"/>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75"/>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75"/>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75"/>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75"/>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75"/>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75"/>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75"/>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75"/>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75"/>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75"/>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75"/>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75"/>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75"/>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5"/>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5"/>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75"/>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6" name="Google Shape;9746;p75"/>
          <p:cNvGrpSpPr/>
          <p:nvPr/>
        </p:nvGrpSpPr>
        <p:grpSpPr>
          <a:xfrm>
            <a:off x="1303537" y="1502716"/>
            <a:ext cx="362939" cy="362677"/>
            <a:chOff x="1303537" y="1502716"/>
            <a:chExt cx="362939" cy="362677"/>
          </a:xfrm>
        </p:grpSpPr>
        <p:sp>
          <p:nvSpPr>
            <p:cNvPr id="9747" name="Google Shape;9747;p75"/>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75"/>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75"/>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75"/>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75"/>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5"/>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5"/>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5"/>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5"/>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5"/>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5"/>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8" name="Google Shape;9758;p75"/>
          <p:cNvGrpSpPr/>
          <p:nvPr/>
        </p:nvGrpSpPr>
        <p:grpSpPr>
          <a:xfrm>
            <a:off x="1751901" y="1502716"/>
            <a:ext cx="362677" cy="362677"/>
            <a:chOff x="1751901" y="1502716"/>
            <a:chExt cx="362677" cy="362677"/>
          </a:xfrm>
        </p:grpSpPr>
        <p:sp>
          <p:nvSpPr>
            <p:cNvPr id="9759" name="Google Shape;9759;p75"/>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75"/>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75"/>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75"/>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75"/>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75"/>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5"/>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5"/>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5"/>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5"/>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5"/>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5"/>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75"/>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5"/>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75"/>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75"/>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5"/>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5"/>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5"/>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8" name="Google Shape;9778;p75"/>
          <p:cNvGrpSpPr/>
          <p:nvPr/>
        </p:nvGrpSpPr>
        <p:grpSpPr>
          <a:xfrm>
            <a:off x="3095178" y="1502716"/>
            <a:ext cx="334290" cy="362677"/>
            <a:chOff x="3095178" y="1502716"/>
            <a:chExt cx="334290" cy="362677"/>
          </a:xfrm>
        </p:grpSpPr>
        <p:sp>
          <p:nvSpPr>
            <p:cNvPr id="9779" name="Google Shape;9779;p75"/>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75"/>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75"/>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75"/>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75"/>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75"/>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75"/>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75"/>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75"/>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75"/>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75"/>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75"/>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75"/>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75"/>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75"/>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75"/>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75"/>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6" name="Google Shape;9796;p75"/>
          <p:cNvGrpSpPr/>
          <p:nvPr/>
        </p:nvGrpSpPr>
        <p:grpSpPr>
          <a:xfrm>
            <a:off x="3542281" y="1505605"/>
            <a:ext cx="366196" cy="357005"/>
            <a:chOff x="3542281" y="1505605"/>
            <a:chExt cx="366196" cy="357005"/>
          </a:xfrm>
        </p:grpSpPr>
        <p:sp>
          <p:nvSpPr>
            <p:cNvPr id="9797" name="Google Shape;9797;p75"/>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75"/>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75"/>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75"/>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75"/>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75"/>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5"/>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5"/>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75"/>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75"/>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75"/>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75"/>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75"/>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75"/>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75"/>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75"/>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75"/>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75"/>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75"/>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75"/>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75"/>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75"/>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75"/>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5"/>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5"/>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2" name="Google Shape;9822;p75"/>
          <p:cNvGrpSpPr/>
          <p:nvPr/>
        </p:nvGrpSpPr>
        <p:grpSpPr>
          <a:xfrm>
            <a:off x="1748382" y="3384797"/>
            <a:ext cx="364673" cy="340067"/>
            <a:chOff x="1748382" y="3384797"/>
            <a:chExt cx="364673" cy="340067"/>
          </a:xfrm>
        </p:grpSpPr>
        <p:sp>
          <p:nvSpPr>
            <p:cNvPr id="9823" name="Google Shape;9823;p75"/>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5"/>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75"/>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75"/>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75"/>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5"/>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5"/>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75"/>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75"/>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5"/>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75"/>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75"/>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75"/>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5"/>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5"/>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75"/>
          <p:cNvGrpSpPr/>
          <p:nvPr/>
        </p:nvGrpSpPr>
        <p:grpSpPr>
          <a:xfrm>
            <a:off x="6221064" y="3811049"/>
            <a:ext cx="364673" cy="339804"/>
            <a:chOff x="6221064" y="3811049"/>
            <a:chExt cx="364673" cy="339804"/>
          </a:xfrm>
        </p:grpSpPr>
        <p:sp>
          <p:nvSpPr>
            <p:cNvPr id="9839" name="Google Shape;9839;p75"/>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5"/>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75"/>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75"/>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75"/>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75"/>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75"/>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75"/>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75"/>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75"/>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75"/>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75"/>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75"/>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75"/>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75"/>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4" name="Google Shape;9854;p75"/>
          <p:cNvGrpSpPr/>
          <p:nvPr/>
        </p:nvGrpSpPr>
        <p:grpSpPr>
          <a:xfrm>
            <a:off x="2182643" y="3386320"/>
            <a:ext cx="382030" cy="320451"/>
            <a:chOff x="2182643" y="3386320"/>
            <a:chExt cx="382030" cy="320451"/>
          </a:xfrm>
        </p:grpSpPr>
        <p:sp>
          <p:nvSpPr>
            <p:cNvPr id="9855" name="Google Shape;9855;p75"/>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75"/>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75"/>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5"/>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5"/>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5"/>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5"/>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75"/>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75"/>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5"/>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5"/>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5"/>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5"/>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75"/>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75"/>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0" name="Google Shape;9870;p75"/>
          <p:cNvGrpSpPr/>
          <p:nvPr/>
        </p:nvGrpSpPr>
        <p:grpSpPr>
          <a:xfrm>
            <a:off x="3084386" y="3389340"/>
            <a:ext cx="353880" cy="330745"/>
            <a:chOff x="3084386" y="3389340"/>
            <a:chExt cx="353880" cy="330745"/>
          </a:xfrm>
        </p:grpSpPr>
        <p:sp>
          <p:nvSpPr>
            <p:cNvPr id="9871" name="Google Shape;9871;p75"/>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5"/>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5"/>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75"/>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75"/>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75"/>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75"/>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75"/>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75"/>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75"/>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75"/>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5"/>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3" name="Google Shape;9883;p75"/>
          <p:cNvGrpSpPr/>
          <p:nvPr/>
        </p:nvGrpSpPr>
        <p:grpSpPr>
          <a:xfrm>
            <a:off x="863499" y="1970906"/>
            <a:ext cx="347078" cy="364016"/>
            <a:chOff x="863499" y="1970906"/>
            <a:chExt cx="347078" cy="364016"/>
          </a:xfrm>
        </p:grpSpPr>
        <p:sp>
          <p:nvSpPr>
            <p:cNvPr id="9884" name="Google Shape;9884;p75"/>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5"/>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75"/>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75"/>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5"/>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5"/>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5"/>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5"/>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75"/>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75"/>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5"/>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75"/>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75"/>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5"/>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8" name="Google Shape;9898;p75"/>
          <p:cNvGrpSpPr/>
          <p:nvPr/>
        </p:nvGrpSpPr>
        <p:grpSpPr>
          <a:xfrm>
            <a:off x="1749879" y="1970906"/>
            <a:ext cx="364436" cy="364174"/>
            <a:chOff x="1749879" y="1970906"/>
            <a:chExt cx="364436" cy="364174"/>
          </a:xfrm>
        </p:grpSpPr>
        <p:sp>
          <p:nvSpPr>
            <p:cNvPr id="9899" name="Google Shape;9899;p75"/>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75"/>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75"/>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75"/>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75"/>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75"/>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75"/>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75"/>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5"/>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75"/>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5"/>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5"/>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5"/>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75"/>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3" name="Google Shape;9913;p75"/>
          <p:cNvGrpSpPr/>
          <p:nvPr/>
        </p:nvGrpSpPr>
        <p:grpSpPr>
          <a:xfrm>
            <a:off x="2186425" y="1976158"/>
            <a:ext cx="396106" cy="353985"/>
            <a:chOff x="2186425" y="1976158"/>
            <a:chExt cx="396106" cy="353985"/>
          </a:xfrm>
        </p:grpSpPr>
        <p:sp>
          <p:nvSpPr>
            <p:cNvPr id="9914" name="Google Shape;9914;p75"/>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75"/>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75"/>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75"/>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75"/>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75"/>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75"/>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1" name="Google Shape;9921;p75"/>
          <p:cNvGrpSpPr/>
          <p:nvPr/>
        </p:nvGrpSpPr>
        <p:grpSpPr>
          <a:xfrm>
            <a:off x="2659157" y="2017412"/>
            <a:ext cx="319190" cy="271240"/>
            <a:chOff x="2659157" y="2017412"/>
            <a:chExt cx="319190" cy="271240"/>
          </a:xfrm>
        </p:grpSpPr>
        <p:sp>
          <p:nvSpPr>
            <p:cNvPr id="9922" name="Google Shape;9922;p75"/>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75"/>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75"/>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75"/>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75"/>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75"/>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75"/>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75"/>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75"/>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75"/>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75"/>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75"/>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75"/>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75"/>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75"/>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75"/>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75"/>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75"/>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75"/>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75"/>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75"/>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75"/>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75"/>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75"/>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75"/>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75"/>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8" name="Google Shape;9948;p75"/>
          <p:cNvGrpSpPr/>
          <p:nvPr/>
        </p:nvGrpSpPr>
        <p:grpSpPr>
          <a:xfrm>
            <a:off x="3111775" y="1993516"/>
            <a:ext cx="318928" cy="319217"/>
            <a:chOff x="3111775" y="1993516"/>
            <a:chExt cx="318928" cy="319217"/>
          </a:xfrm>
        </p:grpSpPr>
        <p:sp>
          <p:nvSpPr>
            <p:cNvPr id="9949" name="Google Shape;9949;p75"/>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75"/>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75"/>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75"/>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75"/>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75"/>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75"/>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75"/>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75"/>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75"/>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75"/>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75"/>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75"/>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75"/>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75"/>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75"/>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75"/>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75"/>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5"/>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75"/>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75"/>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5"/>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75"/>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75"/>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75"/>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75"/>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75"/>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75"/>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75"/>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75"/>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9" name="Google Shape;9979;p75"/>
          <p:cNvGrpSpPr/>
          <p:nvPr/>
        </p:nvGrpSpPr>
        <p:grpSpPr>
          <a:xfrm>
            <a:off x="4023785" y="1970407"/>
            <a:ext cx="288807" cy="355377"/>
            <a:chOff x="4023785" y="1970407"/>
            <a:chExt cx="288807" cy="355377"/>
          </a:xfrm>
        </p:grpSpPr>
        <p:sp>
          <p:nvSpPr>
            <p:cNvPr id="9980" name="Google Shape;9980;p75"/>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75"/>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75"/>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75"/>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75"/>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75"/>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75"/>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75"/>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75"/>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75"/>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75"/>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75"/>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75"/>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75"/>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75"/>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75"/>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75"/>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75"/>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75"/>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75"/>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75"/>
          <p:cNvGrpSpPr/>
          <p:nvPr/>
        </p:nvGrpSpPr>
        <p:grpSpPr>
          <a:xfrm>
            <a:off x="3544540" y="3380963"/>
            <a:ext cx="320188" cy="319269"/>
            <a:chOff x="3544540" y="3380963"/>
            <a:chExt cx="320188" cy="319269"/>
          </a:xfrm>
        </p:grpSpPr>
        <p:sp>
          <p:nvSpPr>
            <p:cNvPr id="10001" name="Google Shape;10001;p75"/>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75"/>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75"/>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75"/>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75"/>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75"/>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75"/>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75"/>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75"/>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75"/>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75"/>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75"/>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75"/>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75"/>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75"/>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75"/>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75"/>
          <p:cNvGrpSpPr/>
          <p:nvPr/>
        </p:nvGrpSpPr>
        <p:grpSpPr>
          <a:xfrm>
            <a:off x="3944637" y="3354834"/>
            <a:ext cx="415696" cy="371605"/>
            <a:chOff x="3944637" y="3354834"/>
            <a:chExt cx="415696" cy="371605"/>
          </a:xfrm>
        </p:grpSpPr>
        <p:sp>
          <p:nvSpPr>
            <p:cNvPr id="10018" name="Google Shape;10018;p75"/>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75"/>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75"/>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75"/>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75"/>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75"/>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75"/>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75"/>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75"/>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75"/>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75"/>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75"/>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75"/>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75"/>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5" name="Google Shape;10035;p75"/>
          <p:cNvGrpSpPr/>
          <p:nvPr/>
        </p:nvGrpSpPr>
        <p:grpSpPr>
          <a:xfrm>
            <a:off x="1314619" y="3821527"/>
            <a:ext cx="346317" cy="332136"/>
            <a:chOff x="1314619" y="3821527"/>
            <a:chExt cx="346317" cy="332136"/>
          </a:xfrm>
        </p:grpSpPr>
        <p:sp>
          <p:nvSpPr>
            <p:cNvPr id="10036" name="Google Shape;10036;p75"/>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75"/>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75"/>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75"/>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75"/>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75"/>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75"/>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75"/>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75"/>
          <p:cNvGrpSpPr/>
          <p:nvPr/>
        </p:nvGrpSpPr>
        <p:grpSpPr>
          <a:xfrm>
            <a:off x="1751139" y="3790934"/>
            <a:ext cx="386258" cy="380507"/>
            <a:chOff x="1751139" y="3790934"/>
            <a:chExt cx="386258" cy="380507"/>
          </a:xfrm>
        </p:grpSpPr>
        <p:sp>
          <p:nvSpPr>
            <p:cNvPr id="10045" name="Google Shape;10045;p75"/>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75"/>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75"/>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75"/>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75"/>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75"/>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75"/>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75"/>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75"/>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75"/>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75"/>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75"/>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75"/>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75"/>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75"/>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75"/>
          <p:cNvGrpSpPr/>
          <p:nvPr/>
        </p:nvGrpSpPr>
        <p:grpSpPr>
          <a:xfrm>
            <a:off x="2189681" y="3821606"/>
            <a:ext cx="395607" cy="318928"/>
            <a:chOff x="2189681" y="3821606"/>
            <a:chExt cx="395607" cy="318928"/>
          </a:xfrm>
        </p:grpSpPr>
        <p:sp>
          <p:nvSpPr>
            <p:cNvPr id="10064" name="Google Shape;10064;p75"/>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75"/>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75"/>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75"/>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75"/>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75"/>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75"/>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75"/>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75"/>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75"/>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75"/>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75"/>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75"/>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75"/>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75"/>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75"/>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75"/>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75"/>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75"/>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75"/>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75"/>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75"/>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75"/>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75"/>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4" name="Google Shape;10094;p75"/>
          <p:cNvSpPr/>
          <p:nvPr/>
        </p:nvSpPr>
        <p:spPr>
          <a:xfrm>
            <a:off x="1288464" y="20400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5" name="Google Shape;10095;p75"/>
          <p:cNvGrpSpPr/>
          <p:nvPr/>
        </p:nvGrpSpPr>
        <p:grpSpPr>
          <a:xfrm>
            <a:off x="1277409" y="1961347"/>
            <a:ext cx="420475" cy="383055"/>
            <a:chOff x="1277409" y="1961347"/>
            <a:chExt cx="420475" cy="383055"/>
          </a:xfrm>
        </p:grpSpPr>
        <p:sp>
          <p:nvSpPr>
            <p:cNvPr id="10096" name="Google Shape;10096;p75"/>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75"/>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75"/>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75"/>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75"/>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75"/>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75"/>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75"/>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75"/>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75"/>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75"/>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75"/>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75"/>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75"/>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75"/>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75"/>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75"/>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75"/>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75"/>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75"/>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75"/>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75"/>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75"/>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75"/>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3" name="Google Shape;10123;p75"/>
          <p:cNvGrpSpPr/>
          <p:nvPr/>
        </p:nvGrpSpPr>
        <p:grpSpPr>
          <a:xfrm>
            <a:off x="2215075" y="2432819"/>
            <a:ext cx="380008" cy="351648"/>
            <a:chOff x="2215075" y="2432819"/>
            <a:chExt cx="380008" cy="351648"/>
          </a:xfrm>
        </p:grpSpPr>
        <p:sp>
          <p:nvSpPr>
            <p:cNvPr id="10124" name="Google Shape;10124;p75"/>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75"/>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75"/>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75"/>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75"/>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75"/>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75"/>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75"/>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75"/>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75"/>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75"/>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75"/>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75"/>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75"/>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75"/>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75"/>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75"/>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75"/>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75"/>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75"/>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75"/>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75"/>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5" name="Google Shape;10155;p75"/>
          <p:cNvGrpSpPr/>
          <p:nvPr/>
        </p:nvGrpSpPr>
        <p:grpSpPr>
          <a:xfrm>
            <a:off x="2661416" y="2422342"/>
            <a:ext cx="344059" cy="340671"/>
            <a:chOff x="2661416" y="2422342"/>
            <a:chExt cx="344059" cy="340671"/>
          </a:xfrm>
        </p:grpSpPr>
        <p:sp>
          <p:nvSpPr>
            <p:cNvPr id="10156" name="Google Shape;10156;p75"/>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75"/>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75"/>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75"/>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75"/>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75"/>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75"/>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75"/>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9" name="Google Shape;10169;p75"/>
          <p:cNvGrpSpPr/>
          <p:nvPr/>
        </p:nvGrpSpPr>
        <p:grpSpPr>
          <a:xfrm>
            <a:off x="4066510" y="2422342"/>
            <a:ext cx="206876" cy="348470"/>
            <a:chOff x="4066510" y="2422342"/>
            <a:chExt cx="206876" cy="348470"/>
          </a:xfrm>
        </p:grpSpPr>
        <p:sp>
          <p:nvSpPr>
            <p:cNvPr id="10170" name="Google Shape;10170;p75"/>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75"/>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75"/>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75"/>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75"/>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75"/>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75"/>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75"/>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75"/>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2" name="Google Shape;10182;p75"/>
          <p:cNvSpPr/>
          <p:nvPr/>
        </p:nvSpPr>
        <p:spPr>
          <a:xfrm>
            <a:off x="2958206" y="38917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3" name="Google Shape;10183;p75"/>
          <p:cNvGrpSpPr/>
          <p:nvPr/>
        </p:nvGrpSpPr>
        <p:grpSpPr>
          <a:xfrm>
            <a:off x="2617693" y="3817325"/>
            <a:ext cx="420475" cy="326491"/>
            <a:chOff x="2617693" y="3817325"/>
            <a:chExt cx="420475" cy="326491"/>
          </a:xfrm>
        </p:grpSpPr>
        <p:sp>
          <p:nvSpPr>
            <p:cNvPr id="10184" name="Google Shape;10184;p75"/>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75"/>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75"/>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75"/>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75"/>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75"/>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75"/>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75"/>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75"/>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3545301" y="2423523"/>
            <a:ext cx="358134" cy="356637"/>
            <a:chOff x="3545301" y="2423523"/>
            <a:chExt cx="358134" cy="356637"/>
          </a:xfrm>
        </p:grpSpPr>
        <p:sp>
          <p:nvSpPr>
            <p:cNvPr id="10202" name="Google Shape;10202;p75"/>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75"/>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75"/>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75"/>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75"/>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75"/>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75"/>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75"/>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75"/>
          <p:cNvGrpSpPr/>
          <p:nvPr/>
        </p:nvGrpSpPr>
        <p:grpSpPr>
          <a:xfrm>
            <a:off x="5766424" y="4275195"/>
            <a:ext cx="358160" cy="356926"/>
            <a:chOff x="5766424" y="4275195"/>
            <a:chExt cx="358160" cy="356926"/>
          </a:xfrm>
        </p:grpSpPr>
        <p:sp>
          <p:nvSpPr>
            <p:cNvPr id="10212" name="Google Shape;10212;p75"/>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75"/>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75"/>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75"/>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75"/>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75"/>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75"/>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75"/>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75"/>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75"/>
          <p:cNvGrpSpPr/>
          <p:nvPr/>
        </p:nvGrpSpPr>
        <p:grpSpPr>
          <a:xfrm>
            <a:off x="3531462" y="3824599"/>
            <a:ext cx="377251" cy="324232"/>
            <a:chOff x="3531462" y="3824599"/>
            <a:chExt cx="377251" cy="324232"/>
          </a:xfrm>
        </p:grpSpPr>
        <p:sp>
          <p:nvSpPr>
            <p:cNvPr id="10222" name="Google Shape;10222;p75"/>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75"/>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75"/>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75"/>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75"/>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75"/>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75"/>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3" name="Google Shape;10233;p75"/>
          <p:cNvGrpSpPr/>
          <p:nvPr/>
        </p:nvGrpSpPr>
        <p:grpSpPr>
          <a:xfrm>
            <a:off x="4030586" y="3805246"/>
            <a:ext cx="286523" cy="340566"/>
            <a:chOff x="4030586" y="3805246"/>
            <a:chExt cx="286523" cy="340566"/>
          </a:xfrm>
        </p:grpSpPr>
        <p:sp>
          <p:nvSpPr>
            <p:cNvPr id="10234" name="Google Shape;10234;p75"/>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75"/>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75"/>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75"/>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75"/>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75"/>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75"/>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75"/>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75"/>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75"/>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75"/>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75"/>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75"/>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7" name="Google Shape;10247;p75"/>
          <p:cNvGrpSpPr/>
          <p:nvPr/>
        </p:nvGrpSpPr>
        <p:grpSpPr>
          <a:xfrm>
            <a:off x="2180884" y="2888719"/>
            <a:ext cx="376752" cy="374468"/>
            <a:chOff x="2180884" y="2888719"/>
            <a:chExt cx="376752" cy="374468"/>
          </a:xfrm>
        </p:grpSpPr>
        <p:sp>
          <p:nvSpPr>
            <p:cNvPr id="10248" name="Google Shape;10248;p75"/>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75"/>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75"/>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75"/>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75"/>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75"/>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75"/>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75"/>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75"/>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75"/>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75"/>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2" name="Google Shape;10262;p75"/>
          <p:cNvGrpSpPr/>
          <p:nvPr/>
        </p:nvGrpSpPr>
        <p:grpSpPr>
          <a:xfrm>
            <a:off x="3954432" y="2942999"/>
            <a:ext cx="378249" cy="265909"/>
            <a:chOff x="3954432" y="2942999"/>
            <a:chExt cx="378249" cy="265909"/>
          </a:xfrm>
        </p:grpSpPr>
        <p:sp>
          <p:nvSpPr>
            <p:cNvPr id="10263" name="Google Shape;10263;p75"/>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75"/>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75"/>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75"/>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75"/>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75"/>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75"/>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75"/>
          <p:cNvGrpSpPr/>
          <p:nvPr/>
        </p:nvGrpSpPr>
        <p:grpSpPr>
          <a:xfrm>
            <a:off x="1752137" y="4266608"/>
            <a:ext cx="378512" cy="374756"/>
            <a:chOff x="1752137" y="4266608"/>
            <a:chExt cx="378512" cy="374756"/>
          </a:xfrm>
        </p:grpSpPr>
        <p:sp>
          <p:nvSpPr>
            <p:cNvPr id="10273" name="Google Shape;10273;p75"/>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75"/>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75"/>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75"/>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75"/>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75"/>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75"/>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75"/>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75"/>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75"/>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75"/>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75"/>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75"/>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75"/>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4" name="Google Shape;10294;p75"/>
          <p:cNvGrpSpPr/>
          <p:nvPr/>
        </p:nvGrpSpPr>
        <p:grpSpPr>
          <a:xfrm>
            <a:off x="3117788" y="3812546"/>
            <a:ext cx="341065" cy="341065"/>
            <a:chOff x="3117788" y="3812546"/>
            <a:chExt cx="341065" cy="341065"/>
          </a:xfrm>
        </p:grpSpPr>
        <p:sp>
          <p:nvSpPr>
            <p:cNvPr id="10295" name="Google Shape;10295;p75"/>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75"/>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75"/>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75"/>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75"/>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75"/>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1" name="Google Shape;10301;p75"/>
          <p:cNvGrpSpPr/>
          <p:nvPr/>
        </p:nvGrpSpPr>
        <p:grpSpPr>
          <a:xfrm>
            <a:off x="3994400" y="4299932"/>
            <a:ext cx="338281" cy="322657"/>
            <a:chOff x="3994400" y="4299932"/>
            <a:chExt cx="338281" cy="322657"/>
          </a:xfrm>
        </p:grpSpPr>
        <p:sp>
          <p:nvSpPr>
            <p:cNvPr id="10302" name="Google Shape;10302;p75"/>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75"/>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75"/>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75"/>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75"/>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75"/>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75"/>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75"/>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0" name="Google Shape;10310;p75"/>
          <p:cNvSpPr/>
          <p:nvPr/>
        </p:nvSpPr>
        <p:spPr>
          <a:xfrm>
            <a:off x="3700340" y="19656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75"/>
          <p:cNvSpPr/>
          <p:nvPr/>
        </p:nvSpPr>
        <p:spPr>
          <a:xfrm>
            <a:off x="3700340" y="19656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12" name="Google Shape;10312;p75"/>
          <p:cNvGrpSpPr/>
          <p:nvPr/>
        </p:nvGrpSpPr>
        <p:grpSpPr>
          <a:xfrm>
            <a:off x="3573426" y="1965628"/>
            <a:ext cx="302358" cy="374993"/>
            <a:chOff x="3573426" y="1965628"/>
            <a:chExt cx="302358" cy="374993"/>
          </a:xfrm>
        </p:grpSpPr>
        <p:sp>
          <p:nvSpPr>
            <p:cNvPr id="10313" name="Google Shape;10313;p75"/>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75"/>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75"/>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75"/>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75"/>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75"/>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75"/>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75"/>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75"/>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75"/>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75"/>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75"/>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75"/>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75"/>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75"/>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75"/>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75"/>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0" name="Google Shape;10360;p75"/>
          <p:cNvGrpSpPr/>
          <p:nvPr/>
        </p:nvGrpSpPr>
        <p:grpSpPr>
          <a:xfrm>
            <a:off x="3513632" y="2908572"/>
            <a:ext cx="355876" cy="331007"/>
            <a:chOff x="3513632" y="2908572"/>
            <a:chExt cx="355876" cy="331007"/>
          </a:xfrm>
        </p:grpSpPr>
        <p:sp>
          <p:nvSpPr>
            <p:cNvPr id="10361" name="Google Shape;10361;p75"/>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75"/>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75"/>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75"/>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75"/>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75"/>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75"/>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75"/>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75"/>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75"/>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75"/>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75"/>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75"/>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75"/>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75"/>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75"/>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7" name="Google Shape;10377;p75"/>
          <p:cNvGrpSpPr/>
          <p:nvPr/>
        </p:nvGrpSpPr>
        <p:grpSpPr>
          <a:xfrm>
            <a:off x="2694083" y="2888430"/>
            <a:ext cx="235762" cy="374756"/>
            <a:chOff x="2694083" y="2888430"/>
            <a:chExt cx="235762" cy="374756"/>
          </a:xfrm>
        </p:grpSpPr>
        <p:sp>
          <p:nvSpPr>
            <p:cNvPr id="10378" name="Google Shape;10378;p75"/>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75"/>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75"/>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75"/>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75"/>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75"/>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75"/>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75"/>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7" name="Google Shape;10387;p75"/>
          <p:cNvGrpSpPr/>
          <p:nvPr/>
        </p:nvGrpSpPr>
        <p:grpSpPr>
          <a:xfrm>
            <a:off x="871534" y="4300588"/>
            <a:ext cx="357661" cy="311155"/>
            <a:chOff x="871534" y="4300588"/>
            <a:chExt cx="357661" cy="311155"/>
          </a:xfrm>
        </p:grpSpPr>
        <p:sp>
          <p:nvSpPr>
            <p:cNvPr id="10388" name="Google Shape;10388;p75"/>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75"/>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75"/>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75"/>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75"/>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75"/>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5"/>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75"/>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75"/>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5"/>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75"/>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75"/>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75"/>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75"/>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75"/>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5"/>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5"/>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5"/>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75"/>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75"/>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75"/>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9" name="Google Shape;10409;p75"/>
          <p:cNvGrpSpPr/>
          <p:nvPr/>
        </p:nvGrpSpPr>
        <p:grpSpPr>
          <a:xfrm>
            <a:off x="916019" y="3821606"/>
            <a:ext cx="250100" cy="336785"/>
            <a:chOff x="916019" y="3821606"/>
            <a:chExt cx="250100" cy="336785"/>
          </a:xfrm>
        </p:grpSpPr>
        <p:sp>
          <p:nvSpPr>
            <p:cNvPr id="10410" name="Google Shape;10410;p75"/>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75"/>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75"/>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75"/>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5"/>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5"/>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5"/>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5"/>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5"/>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5"/>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5"/>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5"/>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75"/>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3" name="Google Shape;10423;p75"/>
          <p:cNvGrpSpPr/>
          <p:nvPr/>
        </p:nvGrpSpPr>
        <p:grpSpPr>
          <a:xfrm>
            <a:off x="849686" y="2909570"/>
            <a:ext cx="374730" cy="332504"/>
            <a:chOff x="849686" y="2909570"/>
            <a:chExt cx="374730" cy="332504"/>
          </a:xfrm>
        </p:grpSpPr>
        <p:sp>
          <p:nvSpPr>
            <p:cNvPr id="10424" name="Google Shape;10424;p75"/>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5"/>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5"/>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5"/>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5"/>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5"/>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5"/>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5"/>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5"/>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75"/>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75"/>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5" name="Google Shape;10435;p75"/>
          <p:cNvGrpSpPr/>
          <p:nvPr/>
        </p:nvGrpSpPr>
        <p:grpSpPr>
          <a:xfrm>
            <a:off x="1735567" y="2420241"/>
            <a:ext cx="417718" cy="372866"/>
            <a:chOff x="1735567" y="2420241"/>
            <a:chExt cx="417718" cy="372866"/>
          </a:xfrm>
        </p:grpSpPr>
        <p:sp>
          <p:nvSpPr>
            <p:cNvPr id="10436" name="Google Shape;10436;p75"/>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5"/>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5"/>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5"/>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5"/>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5"/>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5"/>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5"/>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75"/>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75"/>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75"/>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5"/>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8" name="Google Shape;10448;p75"/>
          <p:cNvGrpSpPr/>
          <p:nvPr/>
        </p:nvGrpSpPr>
        <p:grpSpPr>
          <a:xfrm>
            <a:off x="3599318" y="4299590"/>
            <a:ext cx="251098" cy="309028"/>
            <a:chOff x="3599318" y="4299590"/>
            <a:chExt cx="251098" cy="309028"/>
          </a:xfrm>
        </p:grpSpPr>
        <p:sp>
          <p:nvSpPr>
            <p:cNvPr id="10449" name="Google Shape;10449;p75"/>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5"/>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5"/>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5"/>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5"/>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5"/>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75"/>
          <p:cNvGrpSpPr/>
          <p:nvPr/>
        </p:nvGrpSpPr>
        <p:grpSpPr>
          <a:xfrm>
            <a:off x="3105998" y="2433240"/>
            <a:ext cx="345818" cy="345056"/>
            <a:chOff x="3105998" y="2433240"/>
            <a:chExt cx="345818" cy="345056"/>
          </a:xfrm>
        </p:grpSpPr>
        <p:sp>
          <p:nvSpPr>
            <p:cNvPr id="10456" name="Google Shape;10456;p75"/>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75"/>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5"/>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5"/>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5"/>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5"/>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5"/>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5"/>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5"/>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5"/>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75"/>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75"/>
          <p:cNvGrpSpPr/>
          <p:nvPr/>
        </p:nvGrpSpPr>
        <p:grpSpPr>
          <a:xfrm>
            <a:off x="1737326" y="2900773"/>
            <a:ext cx="374730" cy="350361"/>
            <a:chOff x="1737326" y="2900773"/>
            <a:chExt cx="374730" cy="350361"/>
          </a:xfrm>
        </p:grpSpPr>
        <p:sp>
          <p:nvSpPr>
            <p:cNvPr id="10468" name="Google Shape;10468;p75"/>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5"/>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5"/>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5"/>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5"/>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5"/>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5"/>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5"/>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5"/>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75"/>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75"/>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75"/>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5"/>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5"/>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5"/>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5"/>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5"/>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5" name="Google Shape;10485;p75"/>
          <p:cNvGrpSpPr/>
          <p:nvPr/>
        </p:nvGrpSpPr>
        <p:grpSpPr>
          <a:xfrm>
            <a:off x="4000676" y="1579396"/>
            <a:ext cx="327226" cy="211603"/>
            <a:chOff x="4000676" y="1579396"/>
            <a:chExt cx="327226" cy="211603"/>
          </a:xfrm>
        </p:grpSpPr>
        <p:sp>
          <p:nvSpPr>
            <p:cNvPr id="10486" name="Google Shape;10486;p75"/>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5"/>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75"/>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75"/>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75"/>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5"/>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5"/>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5"/>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5"/>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5"/>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5"/>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5"/>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5"/>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75"/>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75"/>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75"/>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2" name="Google Shape;10502;p75"/>
          <p:cNvGrpSpPr/>
          <p:nvPr/>
        </p:nvGrpSpPr>
        <p:grpSpPr>
          <a:xfrm>
            <a:off x="2635523" y="1515584"/>
            <a:ext cx="371054" cy="336469"/>
            <a:chOff x="2635523" y="1515584"/>
            <a:chExt cx="371054" cy="336469"/>
          </a:xfrm>
        </p:grpSpPr>
        <p:sp>
          <p:nvSpPr>
            <p:cNvPr id="10503" name="Google Shape;10503;p75"/>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5"/>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5"/>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5"/>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75"/>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75"/>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5"/>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0" name="Google Shape;10510;p75"/>
          <p:cNvGrpSpPr/>
          <p:nvPr/>
        </p:nvGrpSpPr>
        <p:grpSpPr>
          <a:xfrm>
            <a:off x="2231907" y="1520731"/>
            <a:ext cx="311627" cy="326569"/>
            <a:chOff x="2231907" y="1520731"/>
            <a:chExt cx="311627" cy="326569"/>
          </a:xfrm>
        </p:grpSpPr>
        <p:sp>
          <p:nvSpPr>
            <p:cNvPr id="10511" name="Google Shape;10511;p75"/>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5"/>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75"/>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75"/>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5"/>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5"/>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5"/>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5"/>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75"/>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75"/>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1" name="Google Shape;10521;p75"/>
          <p:cNvGrpSpPr/>
          <p:nvPr/>
        </p:nvGrpSpPr>
        <p:grpSpPr>
          <a:xfrm>
            <a:off x="1340249" y="4301533"/>
            <a:ext cx="311890" cy="304695"/>
            <a:chOff x="1340249" y="4301533"/>
            <a:chExt cx="311890" cy="304695"/>
          </a:xfrm>
        </p:grpSpPr>
        <p:sp>
          <p:nvSpPr>
            <p:cNvPr id="10522" name="Google Shape;10522;p75"/>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75"/>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5"/>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75"/>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75"/>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5"/>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75"/>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75"/>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5"/>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5"/>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5"/>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5"/>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75"/>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75"/>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6" name="Google Shape;10536;p75"/>
          <p:cNvGrpSpPr/>
          <p:nvPr/>
        </p:nvGrpSpPr>
        <p:grpSpPr>
          <a:xfrm>
            <a:off x="1330690" y="3377024"/>
            <a:ext cx="306874" cy="332268"/>
            <a:chOff x="1330690" y="3377024"/>
            <a:chExt cx="306874" cy="332268"/>
          </a:xfrm>
        </p:grpSpPr>
        <p:sp>
          <p:nvSpPr>
            <p:cNvPr id="10537" name="Google Shape;10537;p75"/>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5"/>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5"/>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75"/>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75"/>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5"/>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5"/>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75"/>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75"/>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75"/>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75"/>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75"/>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5"/>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75"/>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75"/>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5"/>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5"/>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5"/>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5"/>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6" name="Google Shape;10556;p75"/>
          <p:cNvGrpSpPr/>
          <p:nvPr/>
        </p:nvGrpSpPr>
        <p:grpSpPr>
          <a:xfrm>
            <a:off x="2650597" y="3381777"/>
            <a:ext cx="341511" cy="324994"/>
            <a:chOff x="2650597" y="3381777"/>
            <a:chExt cx="341511" cy="324994"/>
          </a:xfrm>
        </p:grpSpPr>
        <p:sp>
          <p:nvSpPr>
            <p:cNvPr id="10557" name="Google Shape;10557;p75"/>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5"/>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75"/>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75"/>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5"/>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5"/>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5"/>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5"/>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75"/>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75"/>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5"/>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75"/>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75"/>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5"/>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75"/>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75"/>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75"/>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5"/>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75"/>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75"/>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5"/>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75"/>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75"/>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75"/>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75"/>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75"/>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5"/>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75"/>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75"/>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75"/>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75"/>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75"/>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75"/>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5"/>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5"/>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2" name="Google Shape;10592;p75"/>
          <p:cNvGrpSpPr/>
          <p:nvPr/>
        </p:nvGrpSpPr>
        <p:grpSpPr>
          <a:xfrm>
            <a:off x="1295502" y="2437362"/>
            <a:ext cx="402645" cy="323917"/>
            <a:chOff x="1295502" y="2437362"/>
            <a:chExt cx="402645" cy="323917"/>
          </a:xfrm>
        </p:grpSpPr>
        <p:sp>
          <p:nvSpPr>
            <p:cNvPr id="10593" name="Google Shape;10593;p75"/>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75"/>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5"/>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75"/>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75"/>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5"/>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75"/>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75"/>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5"/>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75"/>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75"/>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75"/>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75"/>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75"/>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5"/>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75"/>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9" name="Google Shape;10609;p75"/>
          <p:cNvGrpSpPr/>
          <p:nvPr/>
        </p:nvGrpSpPr>
        <p:grpSpPr>
          <a:xfrm>
            <a:off x="882590" y="2438360"/>
            <a:ext cx="337310" cy="337047"/>
            <a:chOff x="882590" y="2438360"/>
            <a:chExt cx="337310" cy="337047"/>
          </a:xfrm>
        </p:grpSpPr>
        <p:sp>
          <p:nvSpPr>
            <p:cNvPr id="10610" name="Google Shape;10610;p75"/>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75"/>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75"/>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75"/>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75"/>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75"/>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75"/>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75"/>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75"/>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75"/>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75"/>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75"/>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5"/>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5"/>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5"/>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5"/>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5"/>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5"/>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75"/>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75"/>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75"/>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75"/>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75"/>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5"/>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4" name="Google Shape;10634;p75"/>
          <p:cNvGrpSpPr/>
          <p:nvPr/>
        </p:nvGrpSpPr>
        <p:grpSpPr>
          <a:xfrm>
            <a:off x="4885060" y="1518788"/>
            <a:ext cx="385786" cy="342588"/>
            <a:chOff x="4885060" y="1518788"/>
            <a:chExt cx="385786" cy="342588"/>
          </a:xfrm>
        </p:grpSpPr>
        <p:sp>
          <p:nvSpPr>
            <p:cNvPr id="10635" name="Google Shape;10635;p75"/>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75"/>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75"/>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75"/>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75"/>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75"/>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75"/>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75"/>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75"/>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75"/>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5"/>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5"/>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75"/>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75"/>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75"/>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75"/>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75"/>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75"/>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75"/>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4" name="Google Shape;10654;p75"/>
          <p:cNvGrpSpPr/>
          <p:nvPr/>
        </p:nvGrpSpPr>
        <p:grpSpPr>
          <a:xfrm>
            <a:off x="5394478" y="1514533"/>
            <a:ext cx="249076" cy="351096"/>
            <a:chOff x="5394478" y="1514533"/>
            <a:chExt cx="249076" cy="351096"/>
          </a:xfrm>
        </p:grpSpPr>
        <p:sp>
          <p:nvSpPr>
            <p:cNvPr id="10655" name="Google Shape;10655;p75"/>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75"/>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75"/>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75"/>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75"/>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75"/>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5"/>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5"/>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5"/>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5"/>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75"/>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75"/>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5"/>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5"/>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5"/>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5"/>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5"/>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5"/>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75"/>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75"/>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75"/>
          <p:cNvGrpSpPr/>
          <p:nvPr/>
        </p:nvGrpSpPr>
        <p:grpSpPr>
          <a:xfrm>
            <a:off x="5782259" y="1512012"/>
            <a:ext cx="356138" cy="356138"/>
            <a:chOff x="5782259" y="1512012"/>
            <a:chExt cx="356138" cy="356138"/>
          </a:xfrm>
        </p:grpSpPr>
        <p:sp>
          <p:nvSpPr>
            <p:cNvPr id="10676" name="Google Shape;10676;p75"/>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75"/>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75"/>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75"/>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75"/>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75"/>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75"/>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75"/>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5"/>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5"/>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5"/>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7" name="Google Shape;10687;p75"/>
          <p:cNvGrpSpPr/>
          <p:nvPr/>
        </p:nvGrpSpPr>
        <p:grpSpPr>
          <a:xfrm>
            <a:off x="6229598" y="1518052"/>
            <a:ext cx="343560" cy="343822"/>
            <a:chOff x="6229598" y="1518052"/>
            <a:chExt cx="343560" cy="343822"/>
          </a:xfrm>
        </p:grpSpPr>
        <p:sp>
          <p:nvSpPr>
            <p:cNvPr id="10688" name="Google Shape;10688;p75"/>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75"/>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75"/>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75"/>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75"/>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75"/>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75"/>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75"/>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75"/>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75"/>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75"/>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5"/>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75"/>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75"/>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5"/>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5"/>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5"/>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5"/>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75"/>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7" name="Google Shape;10707;p75"/>
          <p:cNvGrpSpPr/>
          <p:nvPr/>
        </p:nvGrpSpPr>
        <p:grpSpPr>
          <a:xfrm>
            <a:off x="870773" y="3357985"/>
            <a:ext cx="342824" cy="351228"/>
            <a:chOff x="870773" y="3357985"/>
            <a:chExt cx="342824" cy="351228"/>
          </a:xfrm>
        </p:grpSpPr>
        <p:sp>
          <p:nvSpPr>
            <p:cNvPr id="10708" name="Google Shape;10708;p75"/>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75"/>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5"/>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75"/>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75"/>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75"/>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75"/>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75"/>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75"/>
          <p:cNvGrpSpPr/>
          <p:nvPr/>
        </p:nvGrpSpPr>
        <p:grpSpPr>
          <a:xfrm>
            <a:off x="2743084" y="4299590"/>
            <a:ext cx="159372" cy="308896"/>
            <a:chOff x="2743084" y="4299590"/>
            <a:chExt cx="159372" cy="308896"/>
          </a:xfrm>
        </p:grpSpPr>
        <p:sp>
          <p:nvSpPr>
            <p:cNvPr id="10717" name="Google Shape;10717;p75"/>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75"/>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75"/>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75"/>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75"/>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75"/>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75"/>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5"/>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75"/>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75"/>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75"/>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75"/>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75"/>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75"/>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5"/>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5"/>
          <p:cNvGrpSpPr/>
          <p:nvPr/>
        </p:nvGrpSpPr>
        <p:grpSpPr>
          <a:xfrm>
            <a:off x="1293506" y="2939716"/>
            <a:ext cx="374730" cy="272211"/>
            <a:chOff x="1293506" y="2939716"/>
            <a:chExt cx="374730" cy="272211"/>
          </a:xfrm>
        </p:grpSpPr>
        <p:sp>
          <p:nvSpPr>
            <p:cNvPr id="10733" name="Google Shape;10733;p75"/>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75"/>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75"/>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75"/>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75"/>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75"/>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75"/>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75"/>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75"/>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75"/>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75"/>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75"/>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75"/>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75"/>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75"/>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75"/>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75"/>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75"/>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75"/>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75"/>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75"/>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75"/>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75"/>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75"/>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75"/>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75"/>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75"/>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75"/>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75"/>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75"/>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3" name="Google Shape;10763;p75"/>
          <p:cNvGrpSpPr/>
          <p:nvPr/>
        </p:nvGrpSpPr>
        <p:grpSpPr>
          <a:xfrm>
            <a:off x="6669900" y="1505474"/>
            <a:ext cx="345083" cy="369216"/>
            <a:chOff x="6669900" y="1505474"/>
            <a:chExt cx="345083" cy="369216"/>
          </a:xfrm>
        </p:grpSpPr>
        <p:sp>
          <p:nvSpPr>
            <p:cNvPr id="10764" name="Google Shape;10764;p75"/>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75"/>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75"/>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75"/>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75"/>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75"/>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75"/>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75"/>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75"/>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75"/>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75"/>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75"/>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75"/>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75"/>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75"/>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75"/>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75"/>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75"/>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75"/>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75"/>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75"/>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5"/>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6" name="Google Shape;10786;p75"/>
          <p:cNvGrpSpPr/>
          <p:nvPr/>
        </p:nvGrpSpPr>
        <p:grpSpPr>
          <a:xfrm>
            <a:off x="7117003" y="1518000"/>
            <a:ext cx="333003" cy="344085"/>
            <a:chOff x="7117003" y="1518000"/>
            <a:chExt cx="333003" cy="344085"/>
          </a:xfrm>
        </p:grpSpPr>
        <p:sp>
          <p:nvSpPr>
            <p:cNvPr id="10787" name="Google Shape;10787;p75"/>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75"/>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75"/>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75"/>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75"/>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75"/>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75"/>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75"/>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75"/>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75"/>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75"/>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75"/>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5"/>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75"/>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75"/>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75"/>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75"/>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75"/>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5"/>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75"/>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75"/>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75"/>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75"/>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75"/>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5"/>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5"/>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75"/>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75"/>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75"/>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5"/>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5"/>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5"/>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75"/>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75"/>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5"/>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75"/>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75"/>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5"/>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5" name="Google Shape;10825;p75"/>
          <p:cNvGrpSpPr/>
          <p:nvPr/>
        </p:nvGrpSpPr>
        <p:grpSpPr>
          <a:xfrm>
            <a:off x="2200238" y="4289165"/>
            <a:ext cx="374756" cy="329300"/>
            <a:chOff x="2200238" y="4289165"/>
            <a:chExt cx="374756" cy="329300"/>
          </a:xfrm>
        </p:grpSpPr>
        <p:sp>
          <p:nvSpPr>
            <p:cNvPr id="10826" name="Google Shape;10826;p75"/>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5"/>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5"/>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5"/>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5"/>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75"/>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75"/>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75"/>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5"/>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5"/>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5"/>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5"/>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75"/>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75"/>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5"/>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5"/>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5"/>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5"/>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75"/>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75"/>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5"/>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75"/>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8" name="Google Shape;10848;p75"/>
          <p:cNvGrpSpPr/>
          <p:nvPr/>
        </p:nvGrpSpPr>
        <p:grpSpPr>
          <a:xfrm>
            <a:off x="7556043" y="1499959"/>
            <a:ext cx="337283" cy="380192"/>
            <a:chOff x="7556043" y="1499959"/>
            <a:chExt cx="337283" cy="380192"/>
          </a:xfrm>
        </p:grpSpPr>
        <p:sp>
          <p:nvSpPr>
            <p:cNvPr id="10849" name="Google Shape;10849;p75"/>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75"/>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75"/>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75"/>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5"/>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5"/>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75"/>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75"/>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75"/>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75"/>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75"/>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5"/>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5"/>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5"/>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5"/>
          <p:cNvGrpSpPr/>
          <p:nvPr/>
        </p:nvGrpSpPr>
        <p:grpSpPr>
          <a:xfrm>
            <a:off x="7992826" y="1517790"/>
            <a:ext cx="317431" cy="344584"/>
            <a:chOff x="7992826" y="1517790"/>
            <a:chExt cx="317431" cy="344584"/>
          </a:xfrm>
        </p:grpSpPr>
        <p:sp>
          <p:nvSpPr>
            <p:cNvPr id="10864" name="Google Shape;10864;p75"/>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5"/>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75"/>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75"/>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5"/>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5"/>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75"/>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75"/>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5"/>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5"/>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75"/>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75"/>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5"/>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75"/>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75"/>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5"/>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5"/>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1" name="Google Shape;10881;p75"/>
          <p:cNvGrpSpPr/>
          <p:nvPr/>
        </p:nvGrpSpPr>
        <p:grpSpPr>
          <a:xfrm>
            <a:off x="4864446" y="3340207"/>
            <a:ext cx="395607" cy="387414"/>
            <a:chOff x="4864446" y="3340207"/>
            <a:chExt cx="395607" cy="387414"/>
          </a:xfrm>
        </p:grpSpPr>
        <p:sp>
          <p:nvSpPr>
            <p:cNvPr id="10882" name="Google Shape;10882;p75"/>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75"/>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5"/>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75"/>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75"/>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5"/>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5"/>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5"/>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5"/>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5"/>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75"/>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75"/>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75"/>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5"/>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5"/>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5"/>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5"/>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5"/>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75"/>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75"/>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5"/>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5"/>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75"/>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75"/>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5"/>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7" name="Google Shape;10907;p75"/>
          <p:cNvGrpSpPr/>
          <p:nvPr/>
        </p:nvGrpSpPr>
        <p:grpSpPr>
          <a:xfrm>
            <a:off x="3130367" y="4324485"/>
            <a:ext cx="297342" cy="258871"/>
            <a:chOff x="3130367" y="4324485"/>
            <a:chExt cx="297342" cy="258871"/>
          </a:xfrm>
        </p:grpSpPr>
        <p:sp>
          <p:nvSpPr>
            <p:cNvPr id="10908" name="Google Shape;10908;p75"/>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5"/>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5"/>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75"/>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75"/>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75"/>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5"/>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5"/>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5"/>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5"/>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5"/>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75"/>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75"/>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75"/>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5"/>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5"/>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75"/>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75"/>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75"/>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75"/>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5"/>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5"/>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75"/>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75"/>
          <p:cNvGrpSpPr/>
          <p:nvPr/>
        </p:nvGrpSpPr>
        <p:grpSpPr>
          <a:xfrm>
            <a:off x="5302988" y="3389839"/>
            <a:ext cx="394609" cy="286523"/>
            <a:chOff x="5302988" y="3389839"/>
            <a:chExt cx="394609" cy="286523"/>
          </a:xfrm>
        </p:grpSpPr>
        <p:sp>
          <p:nvSpPr>
            <p:cNvPr id="10932" name="Google Shape;10932;p75"/>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5"/>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5"/>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5"/>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5"/>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5"/>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75"/>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75"/>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75"/>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5"/>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75"/>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75"/>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75"/>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5"/>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5"/>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5"/>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5"/>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5"/>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5"/>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5"/>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5"/>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5"/>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5"/>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5"/>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5"/>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75"/>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75"/>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5"/>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5"/>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75"/>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75"/>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5"/>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5"/>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65" name="Google Shape;10965;p75"/>
          <p:cNvSpPr/>
          <p:nvPr/>
        </p:nvSpPr>
        <p:spPr>
          <a:xfrm>
            <a:off x="5741031" y="36175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66" name="Google Shape;10966;p75"/>
          <p:cNvGrpSpPr/>
          <p:nvPr/>
        </p:nvGrpSpPr>
        <p:grpSpPr>
          <a:xfrm>
            <a:off x="3060752" y="2903609"/>
            <a:ext cx="390565" cy="359578"/>
            <a:chOff x="3060752" y="2903609"/>
            <a:chExt cx="390565" cy="359578"/>
          </a:xfrm>
        </p:grpSpPr>
        <p:sp>
          <p:nvSpPr>
            <p:cNvPr id="10967" name="Google Shape;10967;p75"/>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75"/>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5"/>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5"/>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5"/>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5"/>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5"/>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5"/>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75"/>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75"/>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75"/>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75"/>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75"/>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5"/>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75"/>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75"/>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75"/>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5"/>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5"/>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75"/>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75"/>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5"/>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5"/>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75"/>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75"/>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5"/>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75"/>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75"/>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75"/>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5"/>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75"/>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75"/>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5"/>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75"/>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1" name="Google Shape;11001;p75"/>
          <p:cNvGrpSpPr/>
          <p:nvPr/>
        </p:nvGrpSpPr>
        <p:grpSpPr>
          <a:xfrm>
            <a:off x="5741031" y="3386057"/>
            <a:ext cx="394609" cy="294585"/>
            <a:chOff x="5741031" y="3386057"/>
            <a:chExt cx="394609" cy="294585"/>
          </a:xfrm>
        </p:grpSpPr>
        <p:sp>
          <p:nvSpPr>
            <p:cNvPr id="11002" name="Google Shape;11002;p75"/>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75"/>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75"/>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5"/>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5"/>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5"/>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5"/>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75"/>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75"/>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75"/>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75"/>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75"/>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75"/>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5"/>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75"/>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75"/>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5"/>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5"/>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5"/>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5"/>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75"/>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75"/>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5"/>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5"/>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5"/>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5"/>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75"/>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75"/>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75"/>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5"/>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32" name="Google Shape;11032;p75"/>
          <p:cNvSpPr/>
          <p:nvPr/>
        </p:nvSpPr>
        <p:spPr>
          <a:xfrm>
            <a:off x="6560317" y="35647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3" name="Google Shape;11033;p75"/>
          <p:cNvGrpSpPr/>
          <p:nvPr/>
        </p:nvGrpSpPr>
        <p:grpSpPr>
          <a:xfrm>
            <a:off x="6179074" y="3368726"/>
            <a:ext cx="394609" cy="328749"/>
            <a:chOff x="6179074" y="3368726"/>
            <a:chExt cx="394609" cy="328749"/>
          </a:xfrm>
        </p:grpSpPr>
        <p:sp>
          <p:nvSpPr>
            <p:cNvPr id="11034" name="Google Shape;11034;p75"/>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75"/>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75"/>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75"/>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75"/>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5"/>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5"/>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75"/>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75"/>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75"/>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5"/>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5"/>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75"/>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75"/>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75"/>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75"/>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75"/>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75"/>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75"/>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5"/>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5"/>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5"/>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75"/>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75"/>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75"/>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5"/>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75"/>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75"/>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75"/>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5"/>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5"/>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75"/>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75"/>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75"/>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75"/>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75"/>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75"/>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75"/>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5"/>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5"/>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5"/>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5"/>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75"/>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75"/>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5"/>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75"/>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75"/>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75"/>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75"/>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5"/>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5"/>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5"/>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75"/>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75"/>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5"/>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75"/>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75"/>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5"/>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5"/>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5"/>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5"/>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5"/>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5"/>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5"/>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5"/>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75"/>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75"/>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75"/>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5"/>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5"/>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5"/>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75"/>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75"/>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5"/>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75"/>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75"/>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5"/>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5"/>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5"/>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5"/>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5"/>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5"/>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5"/>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7" name="Google Shape;11117;p75"/>
          <p:cNvGrpSpPr/>
          <p:nvPr/>
        </p:nvGrpSpPr>
        <p:grpSpPr>
          <a:xfrm>
            <a:off x="7054924" y="3367728"/>
            <a:ext cx="394583" cy="331007"/>
            <a:chOff x="7054924" y="3367728"/>
            <a:chExt cx="394583" cy="331007"/>
          </a:xfrm>
        </p:grpSpPr>
        <p:sp>
          <p:nvSpPr>
            <p:cNvPr id="11118" name="Google Shape;11118;p75"/>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75"/>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75"/>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5"/>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75"/>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75"/>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5"/>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5"/>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5"/>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75"/>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75"/>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5"/>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5"/>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5"/>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75"/>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3" name="Google Shape;11133;p75"/>
          <p:cNvGrpSpPr/>
          <p:nvPr/>
        </p:nvGrpSpPr>
        <p:grpSpPr>
          <a:xfrm>
            <a:off x="7492967" y="3361425"/>
            <a:ext cx="394583" cy="343586"/>
            <a:chOff x="7492967" y="3361425"/>
            <a:chExt cx="394583" cy="343586"/>
          </a:xfrm>
        </p:grpSpPr>
        <p:sp>
          <p:nvSpPr>
            <p:cNvPr id="11134" name="Google Shape;11134;p75"/>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5"/>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75"/>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75"/>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5"/>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5"/>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75"/>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75"/>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75"/>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5"/>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5"/>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75"/>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75"/>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75"/>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75"/>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75"/>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75"/>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75"/>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75"/>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75"/>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75"/>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75"/>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5"/>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7" name="Google Shape;11157;p75"/>
          <p:cNvGrpSpPr/>
          <p:nvPr/>
        </p:nvGrpSpPr>
        <p:grpSpPr>
          <a:xfrm>
            <a:off x="7935527" y="3353154"/>
            <a:ext cx="385287" cy="360156"/>
            <a:chOff x="7935527" y="3353154"/>
            <a:chExt cx="385287" cy="360156"/>
          </a:xfrm>
        </p:grpSpPr>
        <p:sp>
          <p:nvSpPr>
            <p:cNvPr id="11158" name="Google Shape;11158;p75"/>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75"/>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75"/>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75"/>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75"/>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75"/>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75"/>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5"/>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5"/>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5"/>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5"/>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75"/>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0" name="Google Shape;11170;p75"/>
          <p:cNvGrpSpPr/>
          <p:nvPr/>
        </p:nvGrpSpPr>
        <p:grpSpPr>
          <a:xfrm>
            <a:off x="5319821" y="1986242"/>
            <a:ext cx="348103" cy="348103"/>
            <a:chOff x="5319821" y="1986242"/>
            <a:chExt cx="348103" cy="348103"/>
          </a:xfrm>
        </p:grpSpPr>
        <p:sp>
          <p:nvSpPr>
            <p:cNvPr id="11171" name="Google Shape;11171;p75"/>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5"/>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75"/>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75"/>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75"/>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75"/>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75"/>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5"/>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75"/>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75"/>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75"/>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75"/>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75"/>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5"/>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75"/>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75"/>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75"/>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75"/>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75"/>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5"/>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75"/>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75"/>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75"/>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5"/>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5"/>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5"/>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75"/>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75"/>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75"/>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75"/>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5"/>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5"/>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5"/>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75"/>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75"/>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5"/>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5"/>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8" name="Google Shape;11208;p75"/>
          <p:cNvGrpSpPr/>
          <p:nvPr/>
        </p:nvGrpSpPr>
        <p:grpSpPr>
          <a:xfrm>
            <a:off x="5765926" y="1976683"/>
            <a:ext cx="348339" cy="348103"/>
            <a:chOff x="5765926" y="1976683"/>
            <a:chExt cx="348339" cy="348103"/>
          </a:xfrm>
        </p:grpSpPr>
        <p:sp>
          <p:nvSpPr>
            <p:cNvPr id="11209" name="Google Shape;11209;p75"/>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75"/>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5"/>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5"/>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5"/>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5"/>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5"/>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5"/>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5"/>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75"/>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75"/>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75"/>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75"/>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5"/>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75"/>
          <p:cNvGrpSpPr/>
          <p:nvPr/>
        </p:nvGrpSpPr>
        <p:grpSpPr>
          <a:xfrm>
            <a:off x="6191390" y="1981489"/>
            <a:ext cx="389068" cy="347787"/>
            <a:chOff x="6191390" y="1981489"/>
            <a:chExt cx="389068" cy="347787"/>
          </a:xfrm>
        </p:grpSpPr>
        <p:sp>
          <p:nvSpPr>
            <p:cNvPr id="11224" name="Google Shape;11224;p75"/>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5"/>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5"/>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5"/>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5"/>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5"/>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75"/>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1" name="Google Shape;11231;p75"/>
          <p:cNvGrpSpPr/>
          <p:nvPr/>
        </p:nvGrpSpPr>
        <p:grpSpPr>
          <a:xfrm>
            <a:off x="6657846" y="2007591"/>
            <a:ext cx="348103" cy="295714"/>
            <a:chOff x="6657846" y="2007591"/>
            <a:chExt cx="348103" cy="295714"/>
          </a:xfrm>
        </p:grpSpPr>
        <p:sp>
          <p:nvSpPr>
            <p:cNvPr id="11232" name="Google Shape;11232;p75"/>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5"/>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5"/>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75"/>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75"/>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75"/>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75"/>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5"/>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75"/>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75"/>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5"/>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75"/>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75"/>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5"/>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5"/>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75"/>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75"/>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75"/>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75"/>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75"/>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75"/>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75"/>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75"/>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5"/>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5"/>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75"/>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8" name="Google Shape;11258;p75"/>
          <p:cNvGrpSpPr/>
          <p:nvPr/>
        </p:nvGrpSpPr>
        <p:grpSpPr>
          <a:xfrm>
            <a:off x="7104188" y="1971904"/>
            <a:ext cx="347341" cy="348103"/>
            <a:chOff x="7104188" y="1971904"/>
            <a:chExt cx="347341" cy="348103"/>
          </a:xfrm>
        </p:grpSpPr>
        <p:sp>
          <p:nvSpPr>
            <p:cNvPr id="11259" name="Google Shape;11259;p75"/>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75"/>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5"/>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75"/>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75"/>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5"/>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75"/>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75"/>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5"/>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5"/>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75"/>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75"/>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75"/>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75"/>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5"/>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75"/>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75"/>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5"/>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75"/>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75"/>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5"/>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75"/>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75"/>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5"/>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75"/>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75"/>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5"/>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5"/>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5"/>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5"/>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9" name="Google Shape;11289;p75"/>
          <p:cNvGrpSpPr/>
          <p:nvPr/>
        </p:nvGrpSpPr>
        <p:grpSpPr>
          <a:xfrm>
            <a:off x="7551264" y="1971904"/>
            <a:ext cx="344321" cy="348155"/>
            <a:chOff x="7551264" y="1971904"/>
            <a:chExt cx="344321" cy="348155"/>
          </a:xfrm>
        </p:grpSpPr>
        <p:sp>
          <p:nvSpPr>
            <p:cNvPr id="11290" name="Google Shape;11290;p75"/>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5"/>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75"/>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75"/>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5"/>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5"/>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5"/>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5"/>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75"/>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75"/>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5"/>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75"/>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75"/>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5"/>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75"/>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75"/>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5"/>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5"/>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5"/>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75"/>
          <p:cNvGrpSpPr/>
          <p:nvPr/>
        </p:nvGrpSpPr>
        <p:grpSpPr>
          <a:xfrm>
            <a:off x="7992065" y="1971904"/>
            <a:ext cx="351621" cy="348103"/>
            <a:chOff x="7992065" y="1971904"/>
            <a:chExt cx="351621" cy="348103"/>
          </a:xfrm>
        </p:grpSpPr>
        <p:sp>
          <p:nvSpPr>
            <p:cNvPr id="11310" name="Google Shape;11310;p75"/>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75"/>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75"/>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75"/>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75"/>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5"/>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75"/>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75"/>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5"/>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5"/>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75"/>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75"/>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75"/>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75"/>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75"/>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5" name="Google Shape;11325;p75"/>
          <p:cNvGrpSpPr/>
          <p:nvPr/>
        </p:nvGrpSpPr>
        <p:grpSpPr>
          <a:xfrm>
            <a:off x="4911189" y="3793455"/>
            <a:ext cx="296580" cy="364935"/>
            <a:chOff x="4911189" y="3793455"/>
            <a:chExt cx="296580" cy="364935"/>
          </a:xfrm>
        </p:grpSpPr>
        <p:sp>
          <p:nvSpPr>
            <p:cNvPr id="11326" name="Google Shape;11326;p75"/>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75"/>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75"/>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75"/>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5"/>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5"/>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75"/>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75"/>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5"/>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75"/>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5"/>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75"/>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75"/>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75"/>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5"/>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5"/>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75"/>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75"/>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5"/>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75"/>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6" name="Google Shape;11346;p75"/>
          <p:cNvGrpSpPr/>
          <p:nvPr/>
        </p:nvGrpSpPr>
        <p:grpSpPr>
          <a:xfrm>
            <a:off x="5341433" y="3793271"/>
            <a:ext cx="330272" cy="329117"/>
            <a:chOff x="5341433" y="3793271"/>
            <a:chExt cx="330272" cy="329117"/>
          </a:xfrm>
        </p:grpSpPr>
        <p:sp>
          <p:nvSpPr>
            <p:cNvPr id="11347" name="Google Shape;11347;p75"/>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5"/>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75"/>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75"/>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75"/>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5"/>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5"/>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75"/>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75"/>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5"/>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75"/>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75"/>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75"/>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75"/>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75"/>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75"/>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3" name="Google Shape;11363;p75"/>
          <p:cNvGrpSpPr/>
          <p:nvPr/>
        </p:nvGrpSpPr>
        <p:grpSpPr>
          <a:xfrm>
            <a:off x="5744051" y="3766250"/>
            <a:ext cx="428511" cy="383186"/>
            <a:chOff x="5744051" y="3766250"/>
            <a:chExt cx="428511" cy="383186"/>
          </a:xfrm>
        </p:grpSpPr>
        <p:sp>
          <p:nvSpPr>
            <p:cNvPr id="11364" name="Google Shape;11364;p75"/>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75"/>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75"/>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75"/>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5"/>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5"/>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75"/>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75"/>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75"/>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75"/>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75"/>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5"/>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5"/>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75"/>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75"/>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75"/>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75"/>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1" name="Google Shape;11381;p75"/>
          <p:cNvGrpSpPr/>
          <p:nvPr/>
        </p:nvGrpSpPr>
        <p:grpSpPr>
          <a:xfrm>
            <a:off x="6678697" y="3793324"/>
            <a:ext cx="342824" cy="328985"/>
            <a:chOff x="6678697" y="3793324"/>
            <a:chExt cx="342824" cy="328985"/>
          </a:xfrm>
        </p:grpSpPr>
        <p:sp>
          <p:nvSpPr>
            <p:cNvPr id="11382" name="Google Shape;11382;p75"/>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75"/>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75"/>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75"/>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75"/>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75"/>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5"/>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75"/>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75"/>
          <p:cNvGrpSpPr/>
          <p:nvPr/>
        </p:nvGrpSpPr>
        <p:grpSpPr>
          <a:xfrm>
            <a:off x="7101903" y="3762022"/>
            <a:ext cx="398627" cy="392088"/>
            <a:chOff x="7101903" y="3762022"/>
            <a:chExt cx="398627" cy="392088"/>
          </a:xfrm>
        </p:grpSpPr>
        <p:sp>
          <p:nvSpPr>
            <p:cNvPr id="11391" name="Google Shape;11391;p75"/>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5"/>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75"/>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75"/>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75"/>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75"/>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5"/>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5"/>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75"/>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75"/>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5"/>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75"/>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75"/>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75"/>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75"/>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75"/>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5"/>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5"/>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9" name="Google Shape;11409;p75"/>
          <p:cNvGrpSpPr/>
          <p:nvPr/>
        </p:nvGrpSpPr>
        <p:grpSpPr>
          <a:xfrm>
            <a:off x="7541469" y="3793455"/>
            <a:ext cx="407897" cy="328985"/>
            <a:chOff x="7541469" y="3793455"/>
            <a:chExt cx="407897" cy="328985"/>
          </a:xfrm>
        </p:grpSpPr>
        <p:sp>
          <p:nvSpPr>
            <p:cNvPr id="11410" name="Google Shape;11410;p75"/>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75"/>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75"/>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5"/>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75"/>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75"/>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75"/>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5"/>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5"/>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5"/>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5"/>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75"/>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75"/>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75"/>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75"/>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5"/>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5"/>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75"/>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5"/>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75"/>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75"/>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5"/>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5"/>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75"/>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75"/>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75"/>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75"/>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5"/>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75"/>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75"/>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0" name="Google Shape;11440;p75"/>
          <p:cNvGrpSpPr/>
          <p:nvPr/>
        </p:nvGrpSpPr>
        <p:grpSpPr>
          <a:xfrm>
            <a:off x="5310288" y="2956312"/>
            <a:ext cx="432292" cy="264412"/>
            <a:chOff x="5310288" y="2956312"/>
            <a:chExt cx="432292" cy="264412"/>
          </a:xfrm>
        </p:grpSpPr>
        <p:sp>
          <p:nvSpPr>
            <p:cNvPr id="11441" name="Google Shape;11441;p75"/>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75"/>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75"/>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75"/>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75"/>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75"/>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75"/>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5"/>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5"/>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75"/>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75"/>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5"/>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5"/>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5"/>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75"/>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75"/>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75"/>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5"/>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5"/>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5"/>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75"/>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75"/>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5"/>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75"/>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75"/>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5"/>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75"/>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8" name="Google Shape;11468;p75"/>
          <p:cNvGrpSpPr/>
          <p:nvPr/>
        </p:nvGrpSpPr>
        <p:grpSpPr>
          <a:xfrm>
            <a:off x="4879047" y="2432320"/>
            <a:ext cx="398075" cy="340303"/>
            <a:chOff x="4879047" y="2432320"/>
            <a:chExt cx="398075" cy="340303"/>
          </a:xfrm>
        </p:grpSpPr>
        <p:sp>
          <p:nvSpPr>
            <p:cNvPr id="11469" name="Google Shape;11469;p75"/>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5"/>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5"/>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5"/>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75"/>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75"/>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5"/>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75"/>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75"/>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75"/>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75"/>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75"/>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5"/>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5"/>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5"/>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5"/>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5"/>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5"/>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5"/>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5"/>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5"/>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75"/>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75"/>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75"/>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75"/>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5"/>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5" name="Google Shape;11495;p75"/>
          <p:cNvGrpSpPr/>
          <p:nvPr/>
        </p:nvGrpSpPr>
        <p:grpSpPr>
          <a:xfrm>
            <a:off x="5388701" y="2393823"/>
            <a:ext cx="280982" cy="395896"/>
            <a:chOff x="5388701" y="2393823"/>
            <a:chExt cx="280982" cy="395896"/>
          </a:xfrm>
        </p:grpSpPr>
        <p:sp>
          <p:nvSpPr>
            <p:cNvPr id="11496" name="Google Shape;11496;p75"/>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5"/>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5"/>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75"/>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75"/>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5"/>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5"/>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5"/>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75"/>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75"/>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5"/>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75"/>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75"/>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75"/>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75"/>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75"/>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75"/>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75"/>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5"/>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5"/>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75"/>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75"/>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5"/>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5"/>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75"/>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75"/>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75"/>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75"/>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75"/>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75"/>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6" name="Google Shape;11526;p75"/>
          <p:cNvGrpSpPr/>
          <p:nvPr/>
        </p:nvGrpSpPr>
        <p:grpSpPr>
          <a:xfrm>
            <a:off x="5743289" y="2439122"/>
            <a:ext cx="444871" cy="316407"/>
            <a:chOff x="5743289" y="2439122"/>
            <a:chExt cx="444871" cy="316407"/>
          </a:xfrm>
        </p:grpSpPr>
        <p:sp>
          <p:nvSpPr>
            <p:cNvPr id="11527" name="Google Shape;11527;p75"/>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75"/>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75"/>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75"/>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5"/>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5"/>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75"/>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75"/>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75"/>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75"/>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75"/>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75"/>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75"/>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75"/>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75"/>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75"/>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5"/>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75"/>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75"/>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75"/>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5"/>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75"/>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75"/>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5"/>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75"/>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75"/>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75"/>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75"/>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5"/>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6" name="Google Shape;11556;p75"/>
          <p:cNvGrpSpPr/>
          <p:nvPr/>
        </p:nvGrpSpPr>
        <p:grpSpPr>
          <a:xfrm>
            <a:off x="6230360" y="2432583"/>
            <a:ext cx="351359" cy="363412"/>
            <a:chOff x="6230360" y="2432583"/>
            <a:chExt cx="351359" cy="363412"/>
          </a:xfrm>
        </p:grpSpPr>
        <p:sp>
          <p:nvSpPr>
            <p:cNvPr id="11557" name="Google Shape;11557;p75"/>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75"/>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5"/>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75"/>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75"/>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5"/>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5"/>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5"/>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75"/>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75"/>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5"/>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75"/>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75"/>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75"/>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75"/>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75"/>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75"/>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75"/>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5"/>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75"/>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75"/>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75"/>
          <p:cNvGrpSpPr/>
          <p:nvPr/>
        </p:nvGrpSpPr>
        <p:grpSpPr>
          <a:xfrm>
            <a:off x="6633976" y="2459552"/>
            <a:ext cx="387781" cy="286680"/>
            <a:chOff x="6633976" y="2459552"/>
            <a:chExt cx="387781" cy="286680"/>
          </a:xfrm>
        </p:grpSpPr>
        <p:sp>
          <p:nvSpPr>
            <p:cNvPr id="11579" name="Google Shape;11579;p75"/>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75"/>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75"/>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75"/>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75"/>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5"/>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75"/>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6" name="Google Shape;11586;p75"/>
          <p:cNvGrpSpPr/>
          <p:nvPr/>
        </p:nvGrpSpPr>
        <p:grpSpPr>
          <a:xfrm>
            <a:off x="7091110" y="2428565"/>
            <a:ext cx="376989" cy="348864"/>
            <a:chOff x="7091110" y="2428565"/>
            <a:chExt cx="376989" cy="348864"/>
          </a:xfrm>
        </p:grpSpPr>
        <p:sp>
          <p:nvSpPr>
            <p:cNvPr id="11587" name="Google Shape;11587;p75"/>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75"/>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75"/>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75"/>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75"/>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75"/>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75"/>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75"/>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75"/>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75"/>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75"/>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5"/>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5"/>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75"/>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75"/>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75"/>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75"/>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5"/>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5"/>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5"/>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5"/>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5"/>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5"/>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5"/>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5"/>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5"/>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5"/>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5"/>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5"/>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5"/>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5"/>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8" name="Google Shape;11618;p75"/>
          <p:cNvGrpSpPr/>
          <p:nvPr/>
        </p:nvGrpSpPr>
        <p:grpSpPr>
          <a:xfrm>
            <a:off x="7536427" y="2415225"/>
            <a:ext cx="369715" cy="375492"/>
            <a:chOff x="7536427" y="2415225"/>
            <a:chExt cx="369715" cy="375492"/>
          </a:xfrm>
        </p:grpSpPr>
        <p:sp>
          <p:nvSpPr>
            <p:cNvPr id="11619" name="Google Shape;11619;p75"/>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75"/>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75"/>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5"/>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75"/>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75"/>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75"/>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75"/>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5"/>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5"/>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5"/>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5"/>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5"/>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5"/>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5"/>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5"/>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5"/>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5"/>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5"/>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5"/>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5"/>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5"/>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75"/>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75"/>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75"/>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75"/>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5"/>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5"/>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75"/>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75"/>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75"/>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75"/>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5"/>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5"/>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5"/>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5"/>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75"/>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75"/>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75"/>
          <p:cNvGrpSpPr/>
          <p:nvPr/>
        </p:nvGrpSpPr>
        <p:grpSpPr>
          <a:xfrm>
            <a:off x="7980773" y="2428802"/>
            <a:ext cx="353381" cy="358160"/>
            <a:chOff x="7980773" y="2428802"/>
            <a:chExt cx="353381" cy="358160"/>
          </a:xfrm>
        </p:grpSpPr>
        <p:sp>
          <p:nvSpPr>
            <p:cNvPr id="11658" name="Google Shape;11658;p75"/>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5"/>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5"/>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5"/>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75"/>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75"/>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75"/>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75"/>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5"/>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5"/>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5"/>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5"/>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5"/>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5"/>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75"/>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75"/>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75"/>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75"/>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5"/>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5"/>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75"/>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75"/>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75"/>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75"/>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5"/>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5"/>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5"/>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5"/>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5"/>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5"/>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8" name="Google Shape;11688;p75"/>
          <p:cNvGrpSpPr/>
          <p:nvPr/>
        </p:nvGrpSpPr>
        <p:grpSpPr>
          <a:xfrm>
            <a:off x="4886058" y="4291240"/>
            <a:ext cx="346343" cy="343953"/>
            <a:chOff x="4886058" y="4291240"/>
            <a:chExt cx="346343" cy="343953"/>
          </a:xfrm>
        </p:grpSpPr>
        <p:sp>
          <p:nvSpPr>
            <p:cNvPr id="11689" name="Google Shape;11689;p75"/>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5"/>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5"/>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5"/>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5"/>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5"/>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5"/>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75"/>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75"/>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75"/>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75"/>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5"/>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5"/>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2" name="Google Shape;11702;p75"/>
          <p:cNvGrpSpPr/>
          <p:nvPr/>
        </p:nvGrpSpPr>
        <p:grpSpPr>
          <a:xfrm>
            <a:off x="5344216" y="4291056"/>
            <a:ext cx="304616" cy="343560"/>
            <a:chOff x="5344216" y="4291056"/>
            <a:chExt cx="304616" cy="343560"/>
          </a:xfrm>
        </p:grpSpPr>
        <p:sp>
          <p:nvSpPr>
            <p:cNvPr id="11703" name="Google Shape;11703;p75"/>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75"/>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75"/>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5"/>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75"/>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75"/>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75"/>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75"/>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5"/>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75"/>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75"/>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4" name="Google Shape;11714;p75"/>
          <p:cNvGrpSpPr/>
          <p:nvPr/>
        </p:nvGrpSpPr>
        <p:grpSpPr>
          <a:xfrm>
            <a:off x="6279999" y="4264422"/>
            <a:ext cx="204093" cy="343743"/>
            <a:chOff x="6271562" y="4290872"/>
            <a:chExt cx="204093" cy="343743"/>
          </a:xfrm>
        </p:grpSpPr>
        <p:sp>
          <p:nvSpPr>
            <p:cNvPr id="11715" name="Google Shape;11715;p75"/>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5"/>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75"/>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75"/>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75"/>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75"/>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5"/>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5"/>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5"/>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5"/>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5"/>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5"/>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7" name="Google Shape;11727;p75"/>
          <p:cNvGrpSpPr/>
          <p:nvPr/>
        </p:nvGrpSpPr>
        <p:grpSpPr>
          <a:xfrm>
            <a:off x="6639491" y="4329238"/>
            <a:ext cx="344085" cy="267195"/>
            <a:chOff x="6639491" y="4329238"/>
            <a:chExt cx="344085" cy="267195"/>
          </a:xfrm>
        </p:grpSpPr>
        <p:sp>
          <p:nvSpPr>
            <p:cNvPr id="11728" name="Google Shape;11728;p75"/>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5"/>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5"/>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5"/>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5"/>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5"/>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5"/>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75"/>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75"/>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75"/>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75"/>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75"/>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75"/>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75"/>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75"/>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5"/>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75"/>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75"/>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6" name="Google Shape;11746;p75"/>
          <p:cNvGrpSpPr/>
          <p:nvPr/>
        </p:nvGrpSpPr>
        <p:grpSpPr>
          <a:xfrm>
            <a:off x="7133336" y="4291056"/>
            <a:ext cx="232979" cy="343560"/>
            <a:chOff x="7133336" y="4291056"/>
            <a:chExt cx="232979" cy="343560"/>
          </a:xfrm>
        </p:grpSpPr>
        <p:sp>
          <p:nvSpPr>
            <p:cNvPr id="11747" name="Google Shape;11747;p75"/>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5"/>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5"/>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5"/>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5"/>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5"/>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5"/>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5"/>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5"/>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5"/>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5"/>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75"/>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75"/>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75"/>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75"/>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75"/>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5"/>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4" name="Google Shape;11764;p75"/>
          <p:cNvGrpSpPr/>
          <p:nvPr/>
        </p:nvGrpSpPr>
        <p:grpSpPr>
          <a:xfrm>
            <a:off x="7571379" y="4291056"/>
            <a:ext cx="232979" cy="343560"/>
            <a:chOff x="7571379" y="4291056"/>
            <a:chExt cx="232979" cy="343560"/>
          </a:xfrm>
        </p:grpSpPr>
        <p:sp>
          <p:nvSpPr>
            <p:cNvPr id="11765" name="Google Shape;11765;p75"/>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5"/>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5"/>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5"/>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5"/>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5"/>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5"/>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5"/>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5"/>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5"/>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5"/>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5"/>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75"/>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75"/>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75"/>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75"/>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1" name="Google Shape;11781;p75"/>
          <p:cNvGrpSpPr/>
          <p:nvPr/>
        </p:nvGrpSpPr>
        <p:grpSpPr>
          <a:xfrm>
            <a:off x="6666381" y="3347875"/>
            <a:ext cx="295819" cy="370712"/>
            <a:chOff x="6666381" y="3347875"/>
            <a:chExt cx="295819" cy="370712"/>
          </a:xfrm>
        </p:grpSpPr>
        <p:sp>
          <p:nvSpPr>
            <p:cNvPr id="11782" name="Google Shape;11782;p75"/>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75"/>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75"/>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5"/>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5"/>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75"/>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75"/>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75"/>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5"/>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75"/>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75"/>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75"/>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75"/>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75"/>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75"/>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75"/>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5"/>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75"/>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75"/>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75"/>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5"/>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5"/>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5"/>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75"/>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75"/>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75"/>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75"/>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75"/>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5"/>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5"/>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5"/>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75"/>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75"/>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5"/>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5"/>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5"/>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75"/>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75"/>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75"/>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75"/>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2" name="Google Shape;11822;p75"/>
          <p:cNvGrpSpPr/>
          <p:nvPr/>
        </p:nvGrpSpPr>
        <p:grpSpPr>
          <a:xfrm>
            <a:off x="4877760" y="2887459"/>
            <a:ext cx="389567" cy="390329"/>
            <a:chOff x="4877760" y="2887459"/>
            <a:chExt cx="389567" cy="390329"/>
          </a:xfrm>
        </p:grpSpPr>
        <p:sp>
          <p:nvSpPr>
            <p:cNvPr id="11823" name="Google Shape;11823;p75"/>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5"/>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75"/>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75"/>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5"/>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5"/>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5"/>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5"/>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5"/>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5"/>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75"/>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75"/>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75"/>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75"/>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75"/>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5"/>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5"/>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75"/>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75"/>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5"/>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5"/>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5"/>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5"/>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5"/>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75"/>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75"/>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75"/>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5"/>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75"/>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75"/>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75"/>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5"/>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5"/>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5"/>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5"/>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75"/>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75"/>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75"/>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75"/>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75"/>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75"/>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75"/>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5"/>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75"/>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7" name="Google Shape;11867;p75"/>
          <p:cNvSpPr/>
          <p:nvPr/>
        </p:nvSpPr>
        <p:spPr>
          <a:xfrm>
            <a:off x="5911170" y="28876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5"/>
          <p:cNvSpPr/>
          <p:nvPr/>
        </p:nvSpPr>
        <p:spPr>
          <a:xfrm>
            <a:off x="5911170" y="28876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75"/>
          <p:cNvSpPr/>
          <p:nvPr/>
        </p:nvSpPr>
        <p:spPr>
          <a:xfrm>
            <a:off x="5798094" y="31453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75"/>
          <p:cNvSpPr/>
          <p:nvPr/>
        </p:nvSpPr>
        <p:spPr>
          <a:xfrm>
            <a:off x="5797831" y="31455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75"/>
          <p:cNvSpPr/>
          <p:nvPr/>
        </p:nvSpPr>
        <p:spPr>
          <a:xfrm>
            <a:off x="5779239" y="32289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72" name="Google Shape;11872;p75"/>
          <p:cNvGrpSpPr/>
          <p:nvPr/>
        </p:nvGrpSpPr>
        <p:grpSpPr>
          <a:xfrm>
            <a:off x="5779239" y="2887695"/>
            <a:ext cx="314411" cy="389830"/>
            <a:chOff x="5779239" y="2887695"/>
            <a:chExt cx="314411" cy="389830"/>
          </a:xfrm>
        </p:grpSpPr>
        <p:sp>
          <p:nvSpPr>
            <p:cNvPr id="11873" name="Google Shape;11873;p75"/>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75"/>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5"/>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5"/>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75"/>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75"/>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75"/>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5"/>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75"/>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75"/>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5"/>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5"/>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5"/>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75"/>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75"/>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5"/>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5"/>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75"/>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75"/>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75"/>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5"/>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5"/>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5"/>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5"/>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5"/>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5"/>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5"/>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75"/>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75"/>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5"/>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75"/>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75"/>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5"/>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5"/>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5"/>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5"/>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75"/>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75"/>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5"/>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75"/>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75"/>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5"/>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5"/>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5"/>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7" name="Google Shape;11917;p75"/>
          <p:cNvGrpSpPr/>
          <p:nvPr/>
        </p:nvGrpSpPr>
        <p:grpSpPr>
          <a:xfrm>
            <a:off x="6190130" y="2940977"/>
            <a:ext cx="389830" cy="283004"/>
            <a:chOff x="6190130" y="2940977"/>
            <a:chExt cx="389830" cy="283004"/>
          </a:xfrm>
        </p:grpSpPr>
        <p:sp>
          <p:nvSpPr>
            <p:cNvPr id="11918" name="Google Shape;11918;p75"/>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5"/>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75"/>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75"/>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5"/>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5"/>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5"/>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5"/>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75"/>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75"/>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5"/>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75"/>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75"/>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5"/>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5"/>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5"/>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5"/>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75"/>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75"/>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5"/>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5"/>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5"/>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5"/>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5"/>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5"/>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5"/>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5"/>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5"/>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5"/>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75"/>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8" name="Google Shape;11948;p75"/>
          <p:cNvGrpSpPr/>
          <p:nvPr/>
        </p:nvGrpSpPr>
        <p:grpSpPr>
          <a:xfrm>
            <a:off x="6633976" y="2900274"/>
            <a:ext cx="389803" cy="364673"/>
            <a:chOff x="6633976" y="2900274"/>
            <a:chExt cx="389803" cy="364673"/>
          </a:xfrm>
        </p:grpSpPr>
        <p:sp>
          <p:nvSpPr>
            <p:cNvPr id="11949" name="Google Shape;11949;p75"/>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5"/>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5"/>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5"/>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75"/>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75"/>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5"/>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75"/>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75"/>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75"/>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75"/>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5"/>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5"/>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75"/>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75"/>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5"/>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5"/>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6" name="Google Shape;11966;p75"/>
          <p:cNvGrpSpPr/>
          <p:nvPr/>
        </p:nvGrpSpPr>
        <p:grpSpPr>
          <a:xfrm>
            <a:off x="7517835" y="2885437"/>
            <a:ext cx="364935" cy="382529"/>
            <a:chOff x="7517835" y="2885437"/>
            <a:chExt cx="364935" cy="382529"/>
          </a:xfrm>
        </p:grpSpPr>
        <p:sp>
          <p:nvSpPr>
            <p:cNvPr id="11967" name="Google Shape;11967;p75"/>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75"/>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5"/>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75"/>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75"/>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5"/>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5"/>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5"/>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5"/>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5"/>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5"/>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5"/>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75"/>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75"/>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5"/>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5"/>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75"/>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75"/>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75"/>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75"/>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75"/>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75"/>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5"/>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5"/>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5"/>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75"/>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75"/>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5"/>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5"/>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75"/>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75"/>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5"/>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5"/>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5"/>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75"/>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75"/>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75"/>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4" name="Google Shape;12004;p75"/>
          <p:cNvGrpSpPr/>
          <p:nvPr/>
        </p:nvGrpSpPr>
        <p:grpSpPr>
          <a:xfrm>
            <a:off x="7087591" y="2887144"/>
            <a:ext cx="358160" cy="385602"/>
            <a:chOff x="7087591" y="2887144"/>
            <a:chExt cx="358160" cy="385602"/>
          </a:xfrm>
        </p:grpSpPr>
        <p:sp>
          <p:nvSpPr>
            <p:cNvPr id="12005" name="Google Shape;12005;p75"/>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75"/>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5"/>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5"/>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5"/>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75"/>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75"/>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75"/>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5"/>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5"/>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75"/>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75"/>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5"/>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75"/>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75"/>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75"/>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75"/>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5"/>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5"/>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5"/>
          <p:cNvGrpSpPr/>
          <p:nvPr/>
        </p:nvGrpSpPr>
        <p:grpSpPr>
          <a:xfrm>
            <a:off x="7951362" y="2885437"/>
            <a:ext cx="382529" cy="382529"/>
            <a:chOff x="7951362" y="2885437"/>
            <a:chExt cx="382529" cy="382529"/>
          </a:xfrm>
        </p:grpSpPr>
        <p:sp>
          <p:nvSpPr>
            <p:cNvPr id="12025" name="Google Shape;12025;p75"/>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5"/>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75"/>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75"/>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75"/>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5"/>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5"/>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5"/>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75"/>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75"/>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5"/>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75"/>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75"/>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75"/>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5"/>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75"/>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75"/>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75"/>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5"/>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5"/>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5"/>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5"/>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5"/>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75"/>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75"/>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75"/>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75"/>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5"/>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75"/>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75"/>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5"/>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5"/>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5"/>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5"/>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5"/>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75"/>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75"/>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75"/>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75"/>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5"/>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5"/>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5"/>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75"/>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75"/>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5"/>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5"/>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5"/>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75"/>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75"/>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4" name="Google Shape;12074;p75"/>
          <p:cNvGrpSpPr/>
          <p:nvPr/>
        </p:nvGrpSpPr>
        <p:grpSpPr>
          <a:xfrm>
            <a:off x="8054406" y="3814489"/>
            <a:ext cx="276964" cy="336601"/>
            <a:chOff x="8054406" y="3814489"/>
            <a:chExt cx="276964" cy="336601"/>
          </a:xfrm>
        </p:grpSpPr>
        <p:sp>
          <p:nvSpPr>
            <p:cNvPr id="12075" name="Google Shape;12075;p75"/>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5"/>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5"/>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75"/>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75"/>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75"/>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5"/>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5"/>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5"/>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75"/>
          <p:cNvGrpSpPr/>
          <p:nvPr/>
        </p:nvGrpSpPr>
        <p:grpSpPr>
          <a:xfrm>
            <a:off x="7936787" y="4295074"/>
            <a:ext cx="378249" cy="335524"/>
            <a:chOff x="7936787" y="4295074"/>
            <a:chExt cx="378249" cy="335524"/>
          </a:xfrm>
        </p:grpSpPr>
        <p:sp>
          <p:nvSpPr>
            <p:cNvPr id="12085" name="Google Shape;12085;p75"/>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75"/>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75"/>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5"/>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5"/>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75"/>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75"/>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5"/>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5"/>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5"/>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5"/>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75"/>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75"/>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75"/>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75"/>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5"/>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75"/>
          <p:cNvGrpSpPr/>
          <p:nvPr/>
        </p:nvGrpSpPr>
        <p:grpSpPr>
          <a:xfrm>
            <a:off x="4886058" y="1965890"/>
            <a:ext cx="388569" cy="388307"/>
            <a:chOff x="4886058" y="1965890"/>
            <a:chExt cx="388569" cy="388307"/>
          </a:xfrm>
        </p:grpSpPr>
        <p:sp>
          <p:nvSpPr>
            <p:cNvPr id="12102" name="Google Shape;12102;p75"/>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75"/>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5"/>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5"/>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5"/>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5"/>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5"/>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5"/>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5"/>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5"/>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5"/>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2116"/>
        <p:cNvGrpSpPr/>
        <p:nvPr/>
      </p:nvGrpSpPr>
      <p:grpSpPr>
        <a:xfrm>
          <a:off x="0" y="0"/>
          <a:ext cx="0" cy="0"/>
          <a:chOff x="0" y="0"/>
          <a:chExt cx="0" cy="0"/>
        </a:xfrm>
      </p:grpSpPr>
      <p:sp>
        <p:nvSpPr>
          <p:cNvPr id="12117" name="Google Shape;12117;p76"/>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2118" name="Google Shape;12118;p76"/>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2119" name="Google Shape;12119;p76"/>
          <p:cNvGrpSpPr/>
          <p:nvPr/>
        </p:nvGrpSpPr>
        <p:grpSpPr>
          <a:xfrm>
            <a:off x="1765162" y="3346789"/>
            <a:ext cx="292801" cy="359258"/>
            <a:chOff x="1765162" y="3346789"/>
            <a:chExt cx="292801" cy="359258"/>
          </a:xfrm>
        </p:grpSpPr>
        <p:sp>
          <p:nvSpPr>
            <p:cNvPr id="12120" name="Google Shape;12120;p76"/>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6"/>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76"/>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76"/>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6"/>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6"/>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6"/>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76"/>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76"/>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76"/>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76"/>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6"/>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6"/>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6"/>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76"/>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5" name="Google Shape;12135;p76"/>
          <p:cNvGrpSpPr/>
          <p:nvPr/>
        </p:nvGrpSpPr>
        <p:grpSpPr>
          <a:xfrm>
            <a:off x="3077632" y="2445004"/>
            <a:ext cx="358996" cy="296309"/>
            <a:chOff x="3077632" y="2445004"/>
            <a:chExt cx="358996" cy="296309"/>
          </a:xfrm>
        </p:grpSpPr>
        <p:sp>
          <p:nvSpPr>
            <p:cNvPr id="12136" name="Google Shape;12136;p76"/>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6"/>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6"/>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6"/>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6"/>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76"/>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76"/>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6"/>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6"/>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6"/>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76"/>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76"/>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6"/>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6"/>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6"/>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76"/>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76"/>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6"/>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76"/>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76"/>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6"/>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6"/>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76"/>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76"/>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76"/>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76"/>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2" name="Google Shape;12162;p76"/>
          <p:cNvGrpSpPr/>
          <p:nvPr/>
        </p:nvGrpSpPr>
        <p:grpSpPr>
          <a:xfrm>
            <a:off x="2635237" y="2431780"/>
            <a:ext cx="359232" cy="323018"/>
            <a:chOff x="2635237" y="2431780"/>
            <a:chExt cx="359232" cy="323018"/>
          </a:xfrm>
        </p:grpSpPr>
        <p:sp>
          <p:nvSpPr>
            <p:cNvPr id="12163" name="Google Shape;12163;p76"/>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76"/>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76"/>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76"/>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76"/>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76"/>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76"/>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6"/>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6"/>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76"/>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76"/>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76"/>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6"/>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76"/>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76"/>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8" name="Google Shape;12178;p76"/>
          <p:cNvGrpSpPr/>
          <p:nvPr/>
        </p:nvGrpSpPr>
        <p:grpSpPr>
          <a:xfrm>
            <a:off x="4011651" y="3768132"/>
            <a:ext cx="373189" cy="358944"/>
            <a:chOff x="4011651" y="3768132"/>
            <a:chExt cx="373189" cy="358944"/>
          </a:xfrm>
        </p:grpSpPr>
        <p:sp>
          <p:nvSpPr>
            <p:cNvPr id="12179" name="Google Shape;12179;p76"/>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76"/>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76"/>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6"/>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6"/>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6"/>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76"/>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76"/>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6"/>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6"/>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9" name="Google Shape;12189;p76"/>
          <p:cNvGrpSpPr/>
          <p:nvPr/>
        </p:nvGrpSpPr>
        <p:grpSpPr>
          <a:xfrm>
            <a:off x="2189568" y="1961603"/>
            <a:ext cx="364993" cy="359049"/>
            <a:chOff x="2189568" y="1961603"/>
            <a:chExt cx="364993" cy="359049"/>
          </a:xfrm>
        </p:grpSpPr>
        <p:sp>
          <p:nvSpPr>
            <p:cNvPr id="12190" name="Google Shape;12190;p76"/>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76"/>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6"/>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6"/>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6"/>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6"/>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6"/>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76"/>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76"/>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6"/>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76"/>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76"/>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76"/>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76"/>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6"/>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6"/>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6" name="Google Shape;12206;p76"/>
          <p:cNvGrpSpPr/>
          <p:nvPr/>
        </p:nvGrpSpPr>
        <p:grpSpPr>
          <a:xfrm>
            <a:off x="2193077" y="2419971"/>
            <a:ext cx="378426" cy="346323"/>
            <a:chOff x="2193077" y="2419971"/>
            <a:chExt cx="378426" cy="346323"/>
          </a:xfrm>
        </p:grpSpPr>
        <p:sp>
          <p:nvSpPr>
            <p:cNvPr id="12207" name="Google Shape;12207;p76"/>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6"/>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76"/>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76"/>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6"/>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76"/>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76"/>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6"/>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6"/>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6"/>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76"/>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76"/>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6"/>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6"/>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76"/>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76"/>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6"/>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76"/>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76"/>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6"/>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6"/>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76"/>
          <p:cNvGrpSpPr/>
          <p:nvPr/>
        </p:nvGrpSpPr>
        <p:grpSpPr>
          <a:xfrm>
            <a:off x="861622" y="2881770"/>
            <a:ext cx="276802" cy="367140"/>
            <a:chOff x="861622" y="2881770"/>
            <a:chExt cx="276802" cy="367140"/>
          </a:xfrm>
        </p:grpSpPr>
        <p:sp>
          <p:nvSpPr>
            <p:cNvPr id="12229" name="Google Shape;12229;p76"/>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76"/>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6"/>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6"/>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6"/>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76"/>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76"/>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6"/>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76"/>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76"/>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6"/>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76"/>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76"/>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6"/>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6"/>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6"/>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76"/>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76"/>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76"/>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6"/>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76"/>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76"/>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1" name="Google Shape;12251;p76"/>
          <p:cNvGrpSpPr/>
          <p:nvPr/>
        </p:nvGrpSpPr>
        <p:grpSpPr>
          <a:xfrm>
            <a:off x="3968184" y="2881691"/>
            <a:ext cx="369444" cy="367140"/>
            <a:chOff x="3968184" y="2881691"/>
            <a:chExt cx="369444" cy="367140"/>
          </a:xfrm>
        </p:grpSpPr>
        <p:sp>
          <p:nvSpPr>
            <p:cNvPr id="12252" name="Google Shape;12252;p76"/>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6"/>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6"/>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6"/>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6"/>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76"/>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76"/>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6"/>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6"/>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6"/>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6"/>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6"/>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76"/>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76"/>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76"/>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6"/>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6"/>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6"/>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76"/>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76"/>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6"/>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6"/>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6"/>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6"/>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76"/>
          <p:cNvGrpSpPr/>
          <p:nvPr/>
        </p:nvGrpSpPr>
        <p:grpSpPr>
          <a:xfrm>
            <a:off x="3513796" y="2882084"/>
            <a:ext cx="371487" cy="366826"/>
            <a:chOff x="3513796" y="2882084"/>
            <a:chExt cx="371487" cy="366826"/>
          </a:xfrm>
        </p:grpSpPr>
        <p:sp>
          <p:nvSpPr>
            <p:cNvPr id="12277" name="Google Shape;12277;p76"/>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76"/>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6"/>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6"/>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6"/>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76"/>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76"/>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6"/>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6"/>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6"/>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76"/>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76"/>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76"/>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6"/>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76"/>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76"/>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6"/>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6"/>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6"/>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6"/>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6"/>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76"/>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76"/>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76"/>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76"/>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76"/>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76"/>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76"/>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6"/>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6"/>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6"/>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6"/>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76"/>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76"/>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76"/>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6"/>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76"/>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76"/>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76"/>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6"/>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6"/>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6"/>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6"/>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6"/>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6"/>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6"/>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6"/>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6"/>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6"/>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6" name="Google Shape;12326;p76"/>
          <p:cNvGrpSpPr/>
          <p:nvPr/>
        </p:nvGrpSpPr>
        <p:grpSpPr>
          <a:xfrm>
            <a:off x="873615" y="1500275"/>
            <a:ext cx="335011" cy="359232"/>
            <a:chOff x="873615" y="1500275"/>
            <a:chExt cx="335011" cy="359232"/>
          </a:xfrm>
        </p:grpSpPr>
        <p:sp>
          <p:nvSpPr>
            <p:cNvPr id="12327" name="Google Shape;12327;p76"/>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76"/>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76"/>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76"/>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6"/>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76"/>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76"/>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76"/>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76"/>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6"/>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76"/>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8" name="Google Shape;12338;p76"/>
          <p:cNvGrpSpPr/>
          <p:nvPr/>
        </p:nvGrpSpPr>
        <p:grpSpPr>
          <a:xfrm>
            <a:off x="2202058" y="3346737"/>
            <a:ext cx="337158" cy="359311"/>
            <a:chOff x="2202058" y="3346737"/>
            <a:chExt cx="337158" cy="359311"/>
          </a:xfrm>
        </p:grpSpPr>
        <p:sp>
          <p:nvSpPr>
            <p:cNvPr id="12339" name="Google Shape;12339;p76"/>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6"/>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6"/>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76"/>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76"/>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76"/>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6"/>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6"/>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6"/>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6"/>
          <p:cNvGrpSpPr/>
          <p:nvPr/>
        </p:nvGrpSpPr>
        <p:grpSpPr>
          <a:xfrm>
            <a:off x="2223059" y="3818172"/>
            <a:ext cx="359232" cy="306050"/>
            <a:chOff x="2223059" y="3818172"/>
            <a:chExt cx="359232" cy="306050"/>
          </a:xfrm>
        </p:grpSpPr>
        <p:sp>
          <p:nvSpPr>
            <p:cNvPr id="12349" name="Google Shape;12349;p76"/>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6"/>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76"/>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76"/>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76"/>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76"/>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6"/>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76"/>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76"/>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8" name="Google Shape;12358;p76"/>
          <p:cNvGrpSpPr/>
          <p:nvPr/>
        </p:nvGrpSpPr>
        <p:grpSpPr>
          <a:xfrm>
            <a:off x="1725989" y="1991820"/>
            <a:ext cx="378426" cy="298509"/>
            <a:chOff x="1725989" y="1991820"/>
            <a:chExt cx="378426" cy="298509"/>
          </a:xfrm>
        </p:grpSpPr>
        <p:sp>
          <p:nvSpPr>
            <p:cNvPr id="12359" name="Google Shape;12359;p76"/>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6"/>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6"/>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6"/>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6"/>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6"/>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6"/>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6"/>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6"/>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6"/>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76"/>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76"/>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1" name="Google Shape;12371;p76"/>
          <p:cNvGrpSpPr/>
          <p:nvPr/>
        </p:nvGrpSpPr>
        <p:grpSpPr>
          <a:xfrm>
            <a:off x="1768409" y="3791751"/>
            <a:ext cx="367978" cy="359075"/>
            <a:chOff x="1768409" y="3791751"/>
            <a:chExt cx="367978" cy="359075"/>
          </a:xfrm>
        </p:grpSpPr>
        <p:sp>
          <p:nvSpPr>
            <p:cNvPr id="12372" name="Google Shape;12372;p76"/>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76"/>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76"/>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76"/>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76"/>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76"/>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76"/>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76"/>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76"/>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76"/>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76"/>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76"/>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76"/>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5" name="Google Shape;12385;p76"/>
          <p:cNvGrpSpPr/>
          <p:nvPr/>
        </p:nvGrpSpPr>
        <p:grpSpPr>
          <a:xfrm>
            <a:off x="2668963" y="3791306"/>
            <a:ext cx="358735" cy="359311"/>
            <a:chOff x="2668963" y="3791306"/>
            <a:chExt cx="358735" cy="359311"/>
          </a:xfrm>
        </p:grpSpPr>
        <p:sp>
          <p:nvSpPr>
            <p:cNvPr id="12386" name="Google Shape;12386;p76"/>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76"/>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76"/>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76"/>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76"/>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76"/>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76"/>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76"/>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76"/>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76"/>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76"/>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76"/>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76"/>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76"/>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76"/>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76"/>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76"/>
          <p:cNvGrpSpPr/>
          <p:nvPr/>
        </p:nvGrpSpPr>
        <p:grpSpPr>
          <a:xfrm>
            <a:off x="849682" y="1995198"/>
            <a:ext cx="363893" cy="291727"/>
            <a:chOff x="849682" y="1995198"/>
            <a:chExt cx="363893" cy="291727"/>
          </a:xfrm>
        </p:grpSpPr>
        <p:sp>
          <p:nvSpPr>
            <p:cNvPr id="12403" name="Google Shape;12403;p76"/>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76"/>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76"/>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76"/>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76"/>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76"/>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76"/>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76"/>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76"/>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76"/>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76"/>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76"/>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76"/>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76"/>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76"/>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76"/>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76"/>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76"/>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1" name="Google Shape;12421;p76"/>
          <p:cNvGrpSpPr/>
          <p:nvPr/>
        </p:nvGrpSpPr>
        <p:grpSpPr>
          <a:xfrm>
            <a:off x="3065430" y="1990066"/>
            <a:ext cx="378190" cy="302044"/>
            <a:chOff x="3065430" y="1990066"/>
            <a:chExt cx="378190" cy="302044"/>
          </a:xfrm>
        </p:grpSpPr>
        <p:sp>
          <p:nvSpPr>
            <p:cNvPr id="12422" name="Google Shape;12422;p76"/>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76"/>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76"/>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76"/>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76"/>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76"/>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76"/>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76"/>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76"/>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76"/>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76"/>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3" name="Google Shape;12433;p76"/>
          <p:cNvGrpSpPr/>
          <p:nvPr/>
        </p:nvGrpSpPr>
        <p:grpSpPr>
          <a:xfrm>
            <a:off x="3568234" y="3791410"/>
            <a:ext cx="347501" cy="359284"/>
            <a:chOff x="3568234" y="3791410"/>
            <a:chExt cx="347501" cy="359284"/>
          </a:xfrm>
        </p:grpSpPr>
        <p:sp>
          <p:nvSpPr>
            <p:cNvPr id="12434" name="Google Shape;12434;p76"/>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76"/>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76"/>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76"/>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76"/>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76"/>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76"/>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76"/>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76"/>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76"/>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76"/>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5" name="Google Shape;12445;p76"/>
          <p:cNvGrpSpPr/>
          <p:nvPr/>
        </p:nvGrpSpPr>
        <p:grpSpPr>
          <a:xfrm>
            <a:off x="1759925" y="1501087"/>
            <a:ext cx="347004" cy="358420"/>
            <a:chOff x="1759925" y="1501087"/>
            <a:chExt cx="347004" cy="358420"/>
          </a:xfrm>
        </p:grpSpPr>
        <p:sp>
          <p:nvSpPr>
            <p:cNvPr id="12446" name="Google Shape;12446;p76"/>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76"/>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76"/>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76"/>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76"/>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76"/>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76"/>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76"/>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76"/>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76"/>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76"/>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76"/>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76"/>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76"/>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76"/>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76"/>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76"/>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76"/>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76"/>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76"/>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76"/>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76"/>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76"/>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76"/>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76"/>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76"/>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76"/>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76"/>
          <p:cNvGrpSpPr/>
          <p:nvPr/>
        </p:nvGrpSpPr>
        <p:grpSpPr>
          <a:xfrm>
            <a:off x="3519295" y="2413660"/>
            <a:ext cx="360227" cy="359311"/>
            <a:chOff x="3519295" y="2413660"/>
            <a:chExt cx="360227" cy="359311"/>
          </a:xfrm>
        </p:grpSpPr>
        <p:sp>
          <p:nvSpPr>
            <p:cNvPr id="12474" name="Google Shape;12474;p76"/>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76"/>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76"/>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76"/>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76"/>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76"/>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76"/>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76"/>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76"/>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76"/>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76"/>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76"/>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76"/>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76"/>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76"/>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76"/>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76"/>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76"/>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76"/>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76"/>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76"/>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76"/>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76"/>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76"/>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76"/>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76"/>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76"/>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76"/>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76"/>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76"/>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76"/>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76"/>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76"/>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76"/>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76"/>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9" name="Google Shape;12509;p76"/>
          <p:cNvGrpSpPr/>
          <p:nvPr/>
        </p:nvGrpSpPr>
        <p:grpSpPr>
          <a:xfrm>
            <a:off x="1330255" y="3845718"/>
            <a:ext cx="358996" cy="250774"/>
            <a:chOff x="1330255" y="3845718"/>
            <a:chExt cx="358996" cy="250774"/>
          </a:xfrm>
        </p:grpSpPr>
        <p:sp>
          <p:nvSpPr>
            <p:cNvPr id="12510" name="Google Shape;12510;p76"/>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76"/>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76"/>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76"/>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76"/>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76"/>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76"/>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76"/>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76"/>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76"/>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0" name="Google Shape;12520;p76"/>
          <p:cNvGrpSpPr/>
          <p:nvPr/>
        </p:nvGrpSpPr>
        <p:grpSpPr>
          <a:xfrm>
            <a:off x="3115103" y="3791384"/>
            <a:ext cx="373424" cy="359311"/>
            <a:chOff x="3115103" y="3791384"/>
            <a:chExt cx="373424" cy="359311"/>
          </a:xfrm>
        </p:grpSpPr>
        <p:sp>
          <p:nvSpPr>
            <p:cNvPr id="12521" name="Google Shape;12521;p76"/>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76"/>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76"/>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76"/>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76"/>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76"/>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76"/>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76"/>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76"/>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76"/>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76"/>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76"/>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76"/>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76"/>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5" name="Google Shape;12535;p76"/>
          <p:cNvGrpSpPr/>
          <p:nvPr/>
        </p:nvGrpSpPr>
        <p:grpSpPr>
          <a:xfrm>
            <a:off x="883853" y="3792641"/>
            <a:ext cx="378190" cy="357059"/>
            <a:chOff x="883853" y="3792641"/>
            <a:chExt cx="378190" cy="357059"/>
          </a:xfrm>
        </p:grpSpPr>
        <p:sp>
          <p:nvSpPr>
            <p:cNvPr id="12536" name="Google Shape;12536;p76"/>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76"/>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76"/>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76"/>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76"/>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76"/>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76"/>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76"/>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76"/>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76"/>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76"/>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76"/>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76"/>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76"/>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76"/>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76"/>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76"/>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76"/>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76"/>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76"/>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76"/>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76"/>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76"/>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76"/>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76"/>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76"/>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2" name="Google Shape;12562;p76"/>
          <p:cNvGrpSpPr/>
          <p:nvPr/>
        </p:nvGrpSpPr>
        <p:grpSpPr>
          <a:xfrm>
            <a:off x="3934196" y="2484805"/>
            <a:ext cx="401207" cy="214036"/>
            <a:chOff x="3934196" y="2484805"/>
            <a:chExt cx="401207" cy="214036"/>
          </a:xfrm>
        </p:grpSpPr>
        <p:sp>
          <p:nvSpPr>
            <p:cNvPr id="12563" name="Google Shape;12563;p76"/>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76"/>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76"/>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76"/>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76"/>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8" name="Google Shape;12568;p76"/>
          <p:cNvGrpSpPr/>
          <p:nvPr/>
        </p:nvGrpSpPr>
        <p:grpSpPr>
          <a:xfrm>
            <a:off x="3999894" y="1500197"/>
            <a:ext cx="342474" cy="359232"/>
            <a:chOff x="3999894" y="1500197"/>
            <a:chExt cx="342474" cy="359232"/>
          </a:xfrm>
        </p:grpSpPr>
        <p:sp>
          <p:nvSpPr>
            <p:cNvPr id="12569" name="Google Shape;12569;p76"/>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76"/>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76"/>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76"/>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76"/>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76"/>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76"/>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76"/>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76"/>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76"/>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9" name="Google Shape;12579;p76"/>
          <p:cNvGrpSpPr/>
          <p:nvPr/>
        </p:nvGrpSpPr>
        <p:grpSpPr>
          <a:xfrm>
            <a:off x="2233795" y="2882162"/>
            <a:ext cx="232601" cy="366747"/>
            <a:chOff x="2233795" y="2882162"/>
            <a:chExt cx="232601" cy="366747"/>
          </a:xfrm>
        </p:grpSpPr>
        <p:sp>
          <p:nvSpPr>
            <p:cNvPr id="12580" name="Google Shape;12580;p76"/>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76"/>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76"/>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76"/>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76"/>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76"/>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76"/>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76"/>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76"/>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76"/>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76"/>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76"/>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76"/>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76"/>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76"/>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76"/>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76"/>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76"/>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8" name="Google Shape;12598;p76"/>
          <p:cNvGrpSpPr/>
          <p:nvPr/>
        </p:nvGrpSpPr>
        <p:grpSpPr>
          <a:xfrm>
            <a:off x="3523772" y="3404422"/>
            <a:ext cx="362008" cy="244175"/>
            <a:chOff x="3523772" y="3404422"/>
            <a:chExt cx="362008" cy="244175"/>
          </a:xfrm>
        </p:grpSpPr>
        <p:sp>
          <p:nvSpPr>
            <p:cNvPr id="12599" name="Google Shape;12599;p76"/>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76"/>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76"/>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76"/>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76"/>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76"/>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76"/>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76"/>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76"/>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76"/>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76"/>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76"/>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76"/>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76"/>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76"/>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4" name="Google Shape;12614;p76"/>
          <p:cNvGrpSpPr/>
          <p:nvPr/>
        </p:nvGrpSpPr>
        <p:grpSpPr>
          <a:xfrm>
            <a:off x="3531026" y="1977314"/>
            <a:ext cx="359232" cy="327836"/>
            <a:chOff x="3531026" y="1977314"/>
            <a:chExt cx="359232" cy="327836"/>
          </a:xfrm>
        </p:grpSpPr>
        <p:sp>
          <p:nvSpPr>
            <p:cNvPr id="12615" name="Google Shape;12615;p76"/>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76"/>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76"/>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76"/>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76"/>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76"/>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76"/>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76"/>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76"/>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76"/>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5" name="Google Shape;12625;p76"/>
          <p:cNvGrpSpPr/>
          <p:nvPr/>
        </p:nvGrpSpPr>
        <p:grpSpPr>
          <a:xfrm>
            <a:off x="3123351" y="1500275"/>
            <a:ext cx="296781" cy="359232"/>
            <a:chOff x="3123351" y="1500275"/>
            <a:chExt cx="296781" cy="359232"/>
          </a:xfrm>
        </p:grpSpPr>
        <p:sp>
          <p:nvSpPr>
            <p:cNvPr id="12626" name="Google Shape;12626;p76"/>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76"/>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76"/>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76"/>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76"/>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76"/>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76"/>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76"/>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76"/>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76"/>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76"/>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7" name="Google Shape;12637;p76"/>
          <p:cNvGrpSpPr/>
          <p:nvPr/>
        </p:nvGrpSpPr>
        <p:grpSpPr>
          <a:xfrm>
            <a:off x="2659458" y="1500275"/>
            <a:ext cx="332261" cy="359232"/>
            <a:chOff x="2659458" y="1500275"/>
            <a:chExt cx="332261" cy="359232"/>
          </a:xfrm>
        </p:grpSpPr>
        <p:sp>
          <p:nvSpPr>
            <p:cNvPr id="12638" name="Google Shape;12638;p76"/>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76"/>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76"/>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76"/>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76"/>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76"/>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76"/>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76"/>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76"/>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76"/>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76"/>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76"/>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76"/>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76"/>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76"/>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76"/>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76"/>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76"/>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76"/>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76"/>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8" name="Google Shape;12658;p76"/>
          <p:cNvGrpSpPr/>
          <p:nvPr/>
        </p:nvGrpSpPr>
        <p:grpSpPr>
          <a:xfrm>
            <a:off x="1750184" y="2413530"/>
            <a:ext cx="359730" cy="359441"/>
            <a:chOff x="1750184" y="2413530"/>
            <a:chExt cx="359730" cy="359441"/>
          </a:xfrm>
        </p:grpSpPr>
        <p:sp>
          <p:nvSpPr>
            <p:cNvPr id="12659" name="Google Shape;12659;p76"/>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76"/>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76"/>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76"/>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76"/>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76"/>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76"/>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76"/>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76"/>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76"/>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76"/>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0" name="Google Shape;12670;p76"/>
          <p:cNvGrpSpPr/>
          <p:nvPr/>
        </p:nvGrpSpPr>
        <p:grpSpPr>
          <a:xfrm>
            <a:off x="2230050" y="1500223"/>
            <a:ext cx="316524" cy="359284"/>
            <a:chOff x="2230050" y="1500223"/>
            <a:chExt cx="316524" cy="359284"/>
          </a:xfrm>
        </p:grpSpPr>
        <p:sp>
          <p:nvSpPr>
            <p:cNvPr id="12671" name="Google Shape;12671;p76"/>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76"/>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76"/>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76"/>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76"/>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76"/>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76"/>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76"/>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76"/>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76"/>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76"/>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76"/>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76"/>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76"/>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76"/>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76"/>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76"/>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76"/>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76"/>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76"/>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1" name="Google Shape;12691;p76"/>
          <p:cNvGrpSpPr/>
          <p:nvPr/>
        </p:nvGrpSpPr>
        <p:grpSpPr>
          <a:xfrm>
            <a:off x="2690042" y="4262767"/>
            <a:ext cx="359389" cy="359232"/>
            <a:chOff x="2690042" y="4262767"/>
            <a:chExt cx="359389" cy="359232"/>
          </a:xfrm>
        </p:grpSpPr>
        <p:sp>
          <p:nvSpPr>
            <p:cNvPr id="12692" name="Google Shape;12692;p76"/>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76"/>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76"/>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76"/>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76"/>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76"/>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76"/>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9" name="Google Shape;12699;p76"/>
          <p:cNvGrpSpPr/>
          <p:nvPr/>
        </p:nvGrpSpPr>
        <p:grpSpPr>
          <a:xfrm>
            <a:off x="2689440" y="2882162"/>
            <a:ext cx="222337" cy="366721"/>
            <a:chOff x="2689440" y="2882162"/>
            <a:chExt cx="222337" cy="366721"/>
          </a:xfrm>
        </p:grpSpPr>
        <p:sp>
          <p:nvSpPr>
            <p:cNvPr id="12700" name="Google Shape;12700;p76"/>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76"/>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76"/>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76"/>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76"/>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76"/>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76"/>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76"/>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76"/>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09" name="Google Shape;12709;p76"/>
          <p:cNvSpPr/>
          <p:nvPr/>
        </p:nvSpPr>
        <p:spPr>
          <a:xfrm>
            <a:off x="2637986" y="2280903"/>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10" name="Google Shape;12710;p76"/>
          <p:cNvGrpSpPr/>
          <p:nvPr/>
        </p:nvGrpSpPr>
        <p:grpSpPr>
          <a:xfrm>
            <a:off x="2637986" y="1980142"/>
            <a:ext cx="359232" cy="322023"/>
            <a:chOff x="2637986" y="1980142"/>
            <a:chExt cx="359232" cy="322023"/>
          </a:xfrm>
        </p:grpSpPr>
        <p:sp>
          <p:nvSpPr>
            <p:cNvPr id="12711" name="Google Shape;12711;p76"/>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76"/>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76"/>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76"/>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76"/>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76"/>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76"/>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76"/>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76"/>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76"/>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76"/>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76"/>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76"/>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4" name="Google Shape;12724;p76"/>
          <p:cNvGrpSpPr/>
          <p:nvPr/>
        </p:nvGrpSpPr>
        <p:grpSpPr>
          <a:xfrm>
            <a:off x="1306531" y="3346972"/>
            <a:ext cx="323018" cy="359075"/>
            <a:chOff x="1306531" y="3346972"/>
            <a:chExt cx="323018" cy="359075"/>
          </a:xfrm>
        </p:grpSpPr>
        <p:sp>
          <p:nvSpPr>
            <p:cNvPr id="12725" name="Google Shape;12725;p76"/>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76"/>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76"/>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76"/>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76"/>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76"/>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76"/>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76"/>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76"/>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4" name="Google Shape;12734;p76"/>
          <p:cNvGrpSpPr/>
          <p:nvPr/>
        </p:nvGrpSpPr>
        <p:grpSpPr>
          <a:xfrm>
            <a:off x="1308024" y="2413975"/>
            <a:ext cx="360253" cy="357111"/>
            <a:chOff x="1308024" y="2413975"/>
            <a:chExt cx="360253" cy="357111"/>
          </a:xfrm>
        </p:grpSpPr>
        <p:sp>
          <p:nvSpPr>
            <p:cNvPr id="12735" name="Google Shape;12735;p76"/>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76"/>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76"/>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76"/>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76"/>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76"/>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76"/>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76"/>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76"/>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76"/>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76"/>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76"/>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76"/>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76"/>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76"/>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76"/>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76"/>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76"/>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76"/>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76"/>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76"/>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76"/>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76"/>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76"/>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76"/>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76"/>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76"/>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76"/>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76"/>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76"/>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5" name="Google Shape;12765;p76"/>
          <p:cNvGrpSpPr/>
          <p:nvPr/>
        </p:nvGrpSpPr>
        <p:grpSpPr>
          <a:xfrm>
            <a:off x="1298519" y="1970322"/>
            <a:ext cx="378452" cy="341321"/>
            <a:chOff x="1298519" y="1970322"/>
            <a:chExt cx="378452" cy="341321"/>
          </a:xfrm>
        </p:grpSpPr>
        <p:sp>
          <p:nvSpPr>
            <p:cNvPr id="12766" name="Google Shape;12766;p76"/>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76"/>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76"/>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76"/>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76"/>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76"/>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76"/>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76"/>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76"/>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76"/>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76"/>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76"/>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76"/>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76"/>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76"/>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76"/>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76"/>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76"/>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76"/>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76"/>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6" name="Google Shape;12786;p76"/>
          <p:cNvGrpSpPr/>
          <p:nvPr/>
        </p:nvGrpSpPr>
        <p:grpSpPr>
          <a:xfrm>
            <a:off x="3114815" y="3346868"/>
            <a:ext cx="283217" cy="359180"/>
            <a:chOff x="3114815" y="3346868"/>
            <a:chExt cx="283217" cy="359180"/>
          </a:xfrm>
        </p:grpSpPr>
        <p:sp>
          <p:nvSpPr>
            <p:cNvPr id="12787" name="Google Shape;12787;p76"/>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76"/>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76"/>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76"/>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76"/>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76"/>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76"/>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76"/>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76"/>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76"/>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76"/>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76"/>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76"/>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0" name="Google Shape;12800;p76"/>
          <p:cNvGrpSpPr/>
          <p:nvPr/>
        </p:nvGrpSpPr>
        <p:grpSpPr>
          <a:xfrm>
            <a:off x="3973186" y="3353231"/>
            <a:ext cx="378661" cy="346558"/>
            <a:chOff x="3973186" y="3353231"/>
            <a:chExt cx="378661" cy="346558"/>
          </a:xfrm>
        </p:grpSpPr>
        <p:sp>
          <p:nvSpPr>
            <p:cNvPr id="12801" name="Google Shape;12801;p76"/>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76"/>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76"/>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76"/>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76"/>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76"/>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76"/>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76"/>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76"/>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76"/>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76"/>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76"/>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76"/>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76"/>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76"/>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76"/>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76"/>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76"/>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9" name="Google Shape;12819;p76"/>
          <p:cNvGrpSpPr/>
          <p:nvPr/>
        </p:nvGrpSpPr>
        <p:grpSpPr>
          <a:xfrm>
            <a:off x="2152857" y="4263002"/>
            <a:ext cx="373241" cy="359127"/>
            <a:chOff x="2152857" y="4263002"/>
            <a:chExt cx="373241" cy="359127"/>
          </a:xfrm>
        </p:grpSpPr>
        <p:sp>
          <p:nvSpPr>
            <p:cNvPr id="12820" name="Google Shape;12820;p76"/>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76"/>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76"/>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76"/>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76"/>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76"/>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76"/>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76"/>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8" name="Google Shape;12828;p76"/>
          <p:cNvGrpSpPr/>
          <p:nvPr/>
        </p:nvGrpSpPr>
        <p:grpSpPr>
          <a:xfrm>
            <a:off x="859632" y="3346972"/>
            <a:ext cx="303537" cy="359127"/>
            <a:chOff x="859632" y="3346972"/>
            <a:chExt cx="303537" cy="359127"/>
          </a:xfrm>
        </p:grpSpPr>
        <p:sp>
          <p:nvSpPr>
            <p:cNvPr id="12829" name="Google Shape;12829;p76"/>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76"/>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76"/>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76"/>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76"/>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4" name="Google Shape;12834;p76"/>
          <p:cNvGrpSpPr/>
          <p:nvPr/>
        </p:nvGrpSpPr>
        <p:grpSpPr>
          <a:xfrm>
            <a:off x="1767911" y="2882241"/>
            <a:ext cx="265306" cy="366799"/>
            <a:chOff x="1767911" y="2882241"/>
            <a:chExt cx="265306" cy="366799"/>
          </a:xfrm>
        </p:grpSpPr>
        <p:sp>
          <p:nvSpPr>
            <p:cNvPr id="12835" name="Google Shape;12835;p76"/>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76"/>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76"/>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76"/>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76"/>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76"/>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76"/>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76"/>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76"/>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76"/>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76"/>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76"/>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76"/>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76"/>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76"/>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0" name="Google Shape;12850;p76"/>
          <p:cNvGrpSpPr/>
          <p:nvPr/>
        </p:nvGrpSpPr>
        <p:grpSpPr>
          <a:xfrm>
            <a:off x="1332009" y="1499935"/>
            <a:ext cx="331895" cy="359311"/>
            <a:chOff x="1332009" y="1499935"/>
            <a:chExt cx="331895" cy="359311"/>
          </a:xfrm>
        </p:grpSpPr>
        <p:sp>
          <p:nvSpPr>
            <p:cNvPr id="12851" name="Google Shape;12851;p76"/>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76"/>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76"/>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76"/>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76"/>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76"/>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76"/>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76"/>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76"/>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76"/>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76"/>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76"/>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76"/>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76"/>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76"/>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76"/>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76"/>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8" name="Google Shape;12868;p76"/>
          <p:cNvGrpSpPr/>
          <p:nvPr/>
        </p:nvGrpSpPr>
        <p:grpSpPr>
          <a:xfrm>
            <a:off x="2663464" y="3346815"/>
            <a:ext cx="289528" cy="359232"/>
            <a:chOff x="2663464" y="3346815"/>
            <a:chExt cx="289528" cy="359232"/>
          </a:xfrm>
        </p:grpSpPr>
        <p:sp>
          <p:nvSpPr>
            <p:cNvPr id="12869" name="Google Shape;12869;p76"/>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76"/>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76"/>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76"/>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76"/>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76"/>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76"/>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76"/>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76"/>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76"/>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76"/>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0" name="Google Shape;12880;p76"/>
          <p:cNvGrpSpPr/>
          <p:nvPr/>
        </p:nvGrpSpPr>
        <p:grpSpPr>
          <a:xfrm>
            <a:off x="1315775" y="2881927"/>
            <a:ext cx="269051" cy="366983"/>
            <a:chOff x="1315775" y="2881927"/>
            <a:chExt cx="269051" cy="366983"/>
          </a:xfrm>
        </p:grpSpPr>
        <p:sp>
          <p:nvSpPr>
            <p:cNvPr id="12881" name="Google Shape;12881;p76"/>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76"/>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76"/>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76"/>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76"/>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76"/>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76"/>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76"/>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76"/>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76"/>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76"/>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76"/>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76"/>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76"/>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76"/>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6" name="Google Shape;12896;p76"/>
          <p:cNvGrpSpPr/>
          <p:nvPr/>
        </p:nvGrpSpPr>
        <p:grpSpPr>
          <a:xfrm>
            <a:off x="3977427" y="1980142"/>
            <a:ext cx="359232" cy="322023"/>
            <a:chOff x="3977427" y="1980142"/>
            <a:chExt cx="359232" cy="322023"/>
          </a:xfrm>
        </p:grpSpPr>
        <p:sp>
          <p:nvSpPr>
            <p:cNvPr id="12897" name="Google Shape;12897;p76"/>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76"/>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76"/>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76"/>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76"/>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76"/>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76"/>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76"/>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76"/>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76"/>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7" name="Google Shape;12907;p76"/>
          <p:cNvGrpSpPr/>
          <p:nvPr/>
        </p:nvGrpSpPr>
        <p:grpSpPr>
          <a:xfrm>
            <a:off x="865628" y="2413608"/>
            <a:ext cx="361720" cy="359180"/>
            <a:chOff x="865628" y="2413608"/>
            <a:chExt cx="361720" cy="359180"/>
          </a:xfrm>
        </p:grpSpPr>
        <p:sp>
          <p:nvSpPr>
            <p:cNvPr id="12908" name="Google Shape;12908;p76"/>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76"/>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76"/>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76"/>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76"/>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76"/>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76"/>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76"/>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76"/>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76"/>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76"/>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76"/>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76"/>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1" name="Google Shape;12921;p76"/>
          <p:cNvGrpSpPr/>
          <p:nvPr/>
        </p:nvGrpSpPr>
        <p:grpSpPr>
          <a:xfrm>
            <a:off x="3117093" y="2881927"/>
            <a:ext cx="268815" cy="366983"/>
            <a:chOff x="3117093" y="2881927"/>
            <a:chExt cx="268815" cy="366983"/>
          </a:xfrm>
        </p:grpSpPr>
        <p:sp>
          <p:nvSpPr>
            <p:cNvPr id="12922" name="Google Shape;12922;p76"/>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76"/>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76"/>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76"/>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76"/>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76"/>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76"/>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76"/>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76"/>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76"/>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76"/>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76"/>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76"/>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76"/>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76"/>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7" name="Google Shape;12937;p76"/>
          <p:cNvGrpSpPr/>
          <p:nvPr/>
        </p:nvGrpSpPr>
        <p:grpSpPr>
          <a:xfrm>
            <a:off x="3534508" y="1508000"/>
            <a:ext cx="368502" cy="343521"/>
            <a:chOff x="3534508" y="1508000"/>
            <a:chExt cx="368502" cy="343521"/>
          </a:xfrm>
        </p:grpSpPr>
        <p:sp>
          <p:nvSpPr>
            <p:cNvPr id="12938" name="Google Shape;12938;p76"/>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76"/>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76"/>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76"/>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76"/>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76"/>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76"/>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76"/>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76"/>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76"/>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76"/>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76"/>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76"/>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76"/>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76"/>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3" name="Google Shape;12953;p76"/>
          <p:cNvGrpSpPr/>
          <p:nvPr/>
        </p:nvGrpSpPr>
        <p:grpSpPr>
          <a:xfrm>
            <a:off x="7147436" y="1502999"/>
            <a:ext cx="279054" cy="354754"/>
            <a:chOff x="7147436" y="1502999"/>
            <a:chExt cx="279054" cy="354754"/>
          </a:xfrm>
        </p:grpSpPr>
        <p:sp>
          <p:nvSpPr>
            <p:cNvPr id="12954" name="Google Shape;12954;p76"/>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76"/>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76"/>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76"/>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76"/>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76"/>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76"/>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76"/>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76"/>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76"/>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76"/>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76"/>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76"/>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76"/>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76"/>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76"/>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76"/>
          <p:cNvGrpSpPr/>
          <p:nvPr/>
        </p:nvGrpSpPr>
        <p:grpSpPr>
          <a:xfrm>
            <a:off x="7603081" y="1973072"/>
            <a:ext cx="276802" cy="354807"/>
            <a:chOff x="7603081" y="1973072"/>
            <a:chExt cx="276802" cy="354807"/>
          </a:xfrm>
        </p:grpSpPr>
        <p:sp>
          <p:nvSpPr>
            <p:cNvPr id="12971" name="Google Shape;12971;p76"/>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76"/>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76"/>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76"/>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76"/>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76"/>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76"/>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76"/>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76"/>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76"/>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76"/>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76"/>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76"/>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76"/>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5" name="Google Shape;12985;p76"/>
          <p:cNvGrpSpPr/>
          <p:nvPr/>
        </p:nvGrpSpPr>
        <p:grpSpPr>
          <a:xfrm>
            <a:off x="6696792" y="1502999"/>
            <a:ext cx="276802" cy="354754"/>
            <a:chOff x="6696792" y="1502999"/>
            <a:chExt cx="276802" cy="354754"/>
          </a:xfrm>
        </p:grpSpPr>
        <p:sp>
          <p:nvSpPr>
            <p:cNvPr id="12986" name="Google Shape;12986;p76"/>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76"/>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76"/>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76"/>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76"/>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76"/>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76"/>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76"/>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76"/>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76"/>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76"/>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76"/>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76"/>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76"/>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76"/>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01" name="Google Shape;13001;p76"/>
          <p:cNvSpPr/>
          <p:nvPr/>
        </p:nvSpPr>
        <p:spPr>
          <a:xfrm>
            <a:off x="6360786" y="1502999"/>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02" name="Google Shape;13002;p76"/>
          <p:cNvGrpSpPr/>
          <p:nvPr/>
        </p:nvGrpSpPr>
        <p:grpSpPr>
          <a:xfrm>
            <a:off x="6223393" y="1502999"/>
            <a:ext cx="320295" cy="354754"/>
            <a:chOff x="6223393" y="1502999"/>
            <a:chExt cx="320295" cy="354754"/>
          </a:xfrm>
        </p:grpSpPr>
        <p:sp>
          <p:nvSpPr>
            <p:cNvPr id="13003" name="Google Shape;13003;p76"/>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76"/>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76"/>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76"/>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76"/>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76"/>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76"/>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76"/>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76"/>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76"/>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76"/>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76"/>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76"/>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76"/>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76"/>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76"/>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76"/>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76"/>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76"/>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76"/>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76"/>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76"/>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76"/>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6" name="Google Shape;13026;p76"/>
          <p:cNvGrpSpPr/>
          <p:nvPr/>
        </p:nvGrpSpPr>
        <p:grpSpPr>
          <a:xfrm>
            <a:off x="5310611" y="1502972"/>
            <a:ext cx="339515" cy="354781"/>
            <a:chOff x="5310611" y="1502972"/>
            <a:chExt cx="339515" cy="354781"/>
          </a:xfrm>
        </p:grpSpPr>
        <p:sp>
          <p:nvSpPr>
            <p:cNvPr id="13027" name="Google Shape;13027;p76"/>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76"/>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76"/>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76"/>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76"/>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76"/>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76"/>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76"/>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76"/>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76"/>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76"/>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76"/>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76"/>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76"/>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76"/>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76"/>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3" name="Google Shape;13043;p76"/>
          <p:cNvGrpSpPr/>
          <p:nvPr/>
        </p:nvGrpSpPr>
        <p:grpSpPr>
          <a:xfrm>
            <a:off x="6253637" y="3790101"/>
            <a:ext cx="274550" cy="354833"/>
            <a:chOff x="6253637" y="3790101"/>
            <a:chExt cx="274550" cy="354833"/>
          </a:xfrm>
        </p:grpSpPr>
        <p:sp>
          <p:nvSpPr>
            <p:cNvPr id="13044" name="Google Shape;13044;p76"/>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76"/>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76"/>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76"/>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76"/>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76"/>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76"/>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76"/>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76"/>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76"/>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76"/>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76"/>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76"/>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76"/>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76"/>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76"/>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76"/>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1" name="Google Shape;13061;p76"/>
          <p:cNvGrpSpPr/>
          <p:nvPr/>
        </p:nvGrpSpPr>
        <p:grpSpPr>
          <a:xfrm>
            <a:off x="5802731" y="3790180"/>
            <a:ext cx="274576" cy="354754"/>
            <a:chOff x="5802731" y="3790180"/>
            <a:chExt cx="274576" cy="354754"/>
          </a:xfrm>
        </p:grpSpPr>
        <p:sp>
          <p:nvSpPr>
            <p:cNvPr id="13062" name="Google Shape;13062;p76"/>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76"/>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76"/>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76"/>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76"/>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76"/>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76"/>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76"/>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76"/>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76"/>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76"/>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76"/>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76"/>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76"/>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76"/>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76"/>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76"/>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76"/>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76"/>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76"/>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76"/>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3" name="Google Shape;13083;p76"/>
          <p:cNvGrpSpPr/>
          <p:nvPr/>
        </p:nvGrpSpPr>
        <p:grpSpPr>
          <a:xfrm>
            <a:off x="5352088" y="3790206"/>
            <a:ext cx="274550" cy="354728"/>
            <a:chOff x="5352088" y="3790206"/>
            <a:chExt cx="274550" cy="354728"/>
          </a:xfrm>
        </p:grpSpPr>
        <p:sp>
          <p:nvSpPr>
            <p:cNvPr id="13084" name="Google Shape;13084;p76"/>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76"/>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76"/>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76"/>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76"/>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76"/>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76"/>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76"/>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76"/>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76"/>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76"/>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76"/>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76"/>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76"/>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76"/>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76"/>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76"/>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76"/>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76"/>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76"/>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76"/>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76"/>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76"/>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76"/>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8" name="Google Shape;13108;p76"/>
          <p:cNvGrpSpPr/>
          <p:nvPr/>
        </p:nvGrpSpPr>
        <p:grpSpPr>
          <a:xfrm>
            <a:off x="4901706" y="3790075"/>
            <a:ext cx="274550" cy="354859"/>
            <a:chOff x="4901706" y="3790075"/>
            <a:chExt cx="274550" cy="354859"/>
          </a:xfrm>
        </p:grpSpPr>
        <p:sp>
          <p:nvSpPr>
            <p:cNvPr id="13109" name="Google Shape;13109;p76"/>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0" name="Google Shape;13110;p76"/>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76"/>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76"/>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76"/>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76"/>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76"/>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76"/>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76"/>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76"/>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76"/>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76"/>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76"/>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76"/>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76"/>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76"/>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76"/>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6" name="Google Shape;13126;p76"/>
          <p:cNvGrpSpPr/>
          <p:nvPr/>
        </p:nvGrpSpPr>
        <p:grpSpPr>
          <a:xfrm>
            <a:off x="8052704" y="1503208"/>
            <a:ext cx="275073" cy="354545"/>
            <a:chOff x="8052704" y="1503208"/>
            <a:chExt cx="275073" cy="354545"/>
          </a:xfrm>
        </p:grpSpPr>
        <p:sp>
          <p:nvSpPr>
            <p:cNvPr id="13127" name="Google Shape;13127;p76"/>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76"/>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76"/>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76"/>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76"/>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76"/>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76"/>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76"/>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76"/>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76"/>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76"/>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76"/>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76"/>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76"/>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76"/>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76"/>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76"/>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4" name="Google Shape;13144;p76"/>
          <p:cNvGrpSpPr/>
          <p:nvPr/>
        </p:nvGrpSpPr>
        <p:grpSpPr>
          <a:xfrm>
            <a:off x="5794745" y="1502999"/>
            <a:ext cx="274550" cy="354754"/>
            <a:chOff x="5794745" y="1502999"/>
            <a:chExt cx="274550" cy="354754"/>
          </a:xfrm>
        </p:grpSpPr>
        <p:sp>
          <p:nvSpPr>
            <p:cNvPr id="13145" name="Google Shape;13145;p76"/>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76"/>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76"/>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76"/>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76"/>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76"/>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76"/>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76"/>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76"/>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76"/>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76"/>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76"/>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76"/>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76"/>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76"/>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76"/>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76"/>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76"/>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76"/>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76"/>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76"/>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76"/>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76"/>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76"/>
          <p:cNvGrpSpPr/>
          <p:nvPr/>
        </p:nvGrpSpPr>
        <p:grpSpPr>
          <a:xfrm>
            <a:off x="4896940" y="1502999"/>
            <a:ext cx="263316" cy="354754"/>
            <a:chOff x="4896940" y="1502999"/>
            <a:chExt cx="263316" cy="354754"/>
          </a:xfrm>
        </p:grpSpPr>
        <p:sp>
          <p:nvSpPr>
            <p:cNvPr id="13169" name="Google Shape;13169;p76"/>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76"/>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76"/>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76"/>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76"/>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76"/>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76"/>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76"/>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76"/>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76"/>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76"/>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76"/>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76"/>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76"/>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76"/>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76"/>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76"/>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76"/>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76"/>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76"/>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76"/>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0" name="Google Shape;13190;p76"/>
          <p:cNvGrpSpPr/>
          <p:nvPr/>
        </p:nvGrpSpPr>
        <p:grpSpPr>
          <a:xfrm>
            <a:off x="6255392" y="4268082"/>
            <a:ext cx="274550" cy="354728"/>
            <a:chOff x="6255392" y="4268082"/>
            <a:chExt cx="274550" cy="354728"/>
          </a:xfrm>
        </p:grpSpPr>
        <p:sp>
          <p:nvSpPr>
            <p:cNvPr id="13191" name="Google Shape;13191;p76"/>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76"/>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76"/>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76"/>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76"/>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76"/>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76"/>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76"/>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76"/>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76"/>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76"/>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76"/>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76"/>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76"/>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76"/>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76"/>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76"/>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76"/>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76"/>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76"/>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76"/>
          <p:cNvGrpSpPr/>
          <p:nvPr/>
        </p:nvGrpSpPr>
        <p:grpSpPr>
          <a:xfrm>
            <a:off x="7604076" y="3790075"/>
            <a:ext cx="275807" cy="354859"/>
            <a:chOff x="7604076" y="3790075"/>
            <a:chExt cx="275807" cy="354859"/>
          </a:xfrm>
        </p:grpSpPr>
        <p:sp>
          <p:nvSpPr>
            <p:cNvPr id="13212" name="Google Shape;13212;p76"/>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76"/>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76"/>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76"/>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76"/>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76"/>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76"/>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76"/>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76"/>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76"/>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76"/>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76"/>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76"/>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76"/>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76"/>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76"/>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76"/>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76"/>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76"/>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76"/>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2" name="Google Shape;13232;p76"/>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76"/>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4" name="Google Shape;13234;p76"/>
          <p:cNvGrpSpPr/>
          <p:nvPr/>
        </p:nvGrpSpPr>
        <p:grpSpPr>
          <a:xfrm>
            <a:off x="7154427" y="3790206"/>
            <a:ext cx="274550" cy="354493"/>
            <a:chOff x="7154427" y="3790206"/>
            <a:chExt cx="274550" cy="354493"/>
          </a:xfrm>
        </p:grpSpPr>
        <p:sp>
          <p:nvSpPr>
            <p:cNvPr id="13235" name="Google Shape;13235;p76"/>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76"/>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76"/>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76"/>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76"/>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76"/>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76"/>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76"/>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76"/>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76"/>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76"/>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76"/>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76"/>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76"/>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76"/>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76"/>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76"/>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76"/>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76"/>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76"/>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5" name="Google Shape;13255;p76"/>
          <p:cNvGrpSpPr/>
          <p:nvPr/>
        </p:nvGrpSpPr>
        <p:grpSpPr>
          <a:xfrm>
            <a:off x="8054458" y="1973150"/>
            <a:ext cx="274576" cy="354728"/>
            <a:chOff x="8054458" y="1973150"/>
            <a:chExt cx="274576" cy="354728"/>
          </a:xfrm>
        </p:grpSpPr>
        <p:sp>
          <p:nvSpPr>
            <p:cNvPr id="13256" name="Google Shape;13256;p76"/>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76"/>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76"/>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76"/>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76"/>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76"/>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76"/>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76"/>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76"/>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76"/>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76"/>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76"/>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76"/>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76"/>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76"/>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76"/>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76"/>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76"/>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76"/>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76"/>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76"/>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76"/>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8" name="Google Shape;13278;p76"/>
          <p:cNvGrpSpPr/>
          <p:nvPr/>
        </p:nvGrpSpPr>
        <p:grpSpPr>
          <a:xfrm>
            <a:off x="7153930" y="1973150"/>
            <a:ext cx="274812" cy="354728"/>
            <a:chOff x="7153930" y="1973150"/>
            <a:chExt cx="274812" cy="354728"/>
          </a:xfrm>
        </p:grpSpPr>
        <p:sp>
          <p:nvSpPr>
            <p:cNvPr id="13279" name="Google Shape;13279;p76"/>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76"/>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76"/>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76"/>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76"/>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76"/>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76"/>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76"/>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76"/>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76"/>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76"/>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76"/>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76"/>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76"/>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76"/>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76"/>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76"/>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76"/>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76"/>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8" name="Google Shape;13298;p76"/>
          <p:cNvGrpSpPr/>
          <p:nvPr/>
        </p:nvGrpSpPr>
        <p:grpSpPr>
          <a:xfrm>
            <a:off x="6703522" y="1973098"/>
            <a:ext cx="274812" cy="354781"/>
            <a:chOff x="6703522" y="1973098"/>
            <a:chExt cx="274812" cy="354781"/>
          </a:xfrm>
        </p:grpSpPr>
        <p:sp>
          <p:nvSpPr>
            <p:cNvPr id="13299" name="Google Shape;13299;p76"/>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76"/>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76"/>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76"/>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76"/>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76"/>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76"/>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76"/>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76"/>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76"/>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76"/>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76"/>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76"/>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76"/>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76"/>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76"/>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76"/>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76"/>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76"/>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76"/>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76"/>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76"/>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76"/>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76"/>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76"/>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4" name="Google Shape;13324;p76"/>
          <p:cNvGrpSpPr/>
          <p:nvPr/>
        </p:nvGrpSpPr>
        <p:grpSpPr>
          <a:xfrm>
            <a:off x="6253375" y="1973150"/>
            <a:ext cx="274812" cy="354728"/>
            <a:chOff x="6253375" y="1973150"/>
            <a:chExt cx="274812" cy="354728"/>
          </a:xfrm>
        </p:grpSpPr>
        <p:sp>
          <p:nvSpPr>
            <p:cNvPr id="13325" name="Google Shape;13325;p76"/>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76"/>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76"/>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76"/>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76"/>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76"/>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76"/>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76"/>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76"/>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76"/>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76"/>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76"/>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76"/>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76"/>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76"/>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76"/>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76"/>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76"/>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76"/>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76"/>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76"/>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76"/>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76"/>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76"/>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76"/>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76"/>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76"/>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76"/>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76"/>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76"/>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76"/>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76"/>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76"/>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76"/>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76"/>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76"/>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76"/>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76"/>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76"/>
          <p:cNvGrpSpPr/>
          <p:nvPr/>
        </p:nvGrpSpPr>
        <p:grpSpPr>
          <a:xfrm>
            <a:off x="5802496" y="1973150"/>
            <a:ext cx="275309" cy="354728"/>
            <a:chOff x="5802496" y="1973150"/>
            <a:chExt cx="275309" cy="354728"/>
          </a:xfrm>
        </p:grpSpPr>
        <p:sp>
          <p:nvSpPr>
            <p:cNvPr id="13364" name="Google Shape;13364;p76"/>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76"/>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76"/>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76"/>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76"/>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76"/>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76"/>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76"/>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76"/>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76"/>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76"/>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76"/>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76"/>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76"/>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76"/>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76"/>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76"/>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76"/>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76"/>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76"/>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76"/>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76"/>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76"/>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76"/>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76"/>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76"/>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0" name="Google Shape;13390;p76"/>
          <p:cNvGrpSpPr/>
          <p:nvPr/>
        </p:nvGrpSpPr>
        <p:grpSpPr>
          <a:xfrm>
            <a:off x="5353083" y="1973150"/>
            <a:ext cx="274576" cy="354728"/>
            <a:chOff x="5353083" y="1973150"/>
            <a:chExt cx="274576" cy="354728"/>
          </a:xfrm>
        </p:grpSpPr>
        <p:sp>
          <p:nvSpPr>
            <p:cNvPr id="13391" name="Google Shape;13391;p76"/>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76"/>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76"/>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76"/>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76"/>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76"/>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76"/>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76"/>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76"/>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76"/>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76"/>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76"/>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76"/>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76"/>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76"/>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76"/>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76"/>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76"/>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76"/>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76"/>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76"/>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2" name="Google Shape;13412;p76"/>
          <p:cNvGrpSpPr/>
          <p:nvPr/>
        </p:nvGrpSpPr>
        <p:grpSpPr>
          <a:xfrm>
            <a:off x="4902701" y="1973150"/>
            <a:ext cx="274812" cy="354728"/>
            <a:chOff x="4902701" y="1973150"/>
            <a:chExt cx="274812" cy="354728"/>
          </a:xfrm>
        </p:grpSpPr>
        <p:sp>
          <p:nvSpPr>
            <p:cNvPr id="13413" name="Google Shape;13413;p76"/>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76"/>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76"/>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76"/>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76"/>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76"/>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76"/>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76"/>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76"/>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76"/>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76"/>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76"/>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76"/>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76"/>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76"/>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76"/>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76"/>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76"/>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76"/>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76"/>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76"/>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76"/>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76"/>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76"/>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76"/>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76"/>
          <p:cNvGrpSpPr/>
          <p:nvPr/>
        </p:nvGrpSpPr>
        <p:grpSpPr>
          <a:xfrm>
            <a:off x="4902701" y="2879989"/>
            <a:ext cx="272560" cy="354676"/>
            <a:chOff x="4902701" y="2879989"/>
            <a:chExt cx="272560" cy="354676"/>
          </a:xfrm>
        </p:grpSpPr>
        <p:sp>
          <p:nvSpPr>
            <p:cNvPr id="13439" name="Google Shape;13439;p76"/>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76"/>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76"/>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76"/>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76"/>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76"/>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76"/>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76"/>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76"/>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76"/>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76"/>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76"/>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76"/>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76"/>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76"/>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76"/>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76"/>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76"/>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76"/>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76"/>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76"/>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76"/>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76"/>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76"/>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3" name="Google Shape;13463;p76"/>
          <p:cNvGrpSpPr/>
          <p:nvPr/>
        </p:nvGrpSpPr>
        <p:grpSpPr>
          <a:xfrm>
            <a:off x="5803988" y="4268082"/>
            <a:ext cx="274550" cy="354728"/>
            <a:chOff x="5803988" y="4268082"/>
            <a:chExt cx="274550" cy="354728"/>
          </a:xfrm>
        </p:grpSpPr>
        <p:sp>
          <p:nvSpPr>
            <p:cNvPr id="13464" name="Google Shape;13464;p76"/>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76"/>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76"/>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76"/>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76"/>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76"/>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76"/>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76"/>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76"/>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76"/>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76"/>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76"/>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76"/>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76"/>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76"/>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76"/>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76"/>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76"/>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76"/>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76"/>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76"/>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76"/>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76"/>
          <p:cNvGrpSpPr/>
          <p:nvPr/>
        </p:nvGrpSpPr>
        <p:grpSpPr>
          <a:xfrm>
            <a:off x="5352349" y="4268082"/>
            <a:ext cx="274550" cy="354728"/>
            <a:chOff x="5352349" y="4268082"/>
            <a:chExt cx="274550" cy="354728"/>
          </a:xfrm>
        </p:grpSpPr>
        <p:sp>
          <p:nvSpPr>
            <p:cNvPr id="13487" name="Google Shape;13487;p76"/>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76"/>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76"/>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76"/>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76"/>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76"/>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76"/>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76"/>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76"/>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76"/>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76"/>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76"/>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76"/>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76"/>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76"/>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76"/>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76"/>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76"/>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76"/>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76"/>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76"/>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76"/>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76"/>
          <p:cNvGrpSpPr/>
          <p:nvPr/>
        </p:nvGrpSpPr>
        <p:grpSpPr>
          <a:xfrm>
            <a:off x="7606826" y="2419290"/>
            <a:ext cx="274550" cy="354728"/>
            <a:chOff x="7606826" y="2419290"/>
            <a:chExt cx="274550" cy="354728"/>
          </a:xfrm>
        </p:grpSpPr>
        <p:sp>
          <p:nvSpPr>
            <p:cNvPr id="13510" name="Google Shape;13510;p76"/>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76"/>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76"/>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76"/>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76"/>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76"/>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76"/>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76"/>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76"/>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76"/>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76"/>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76"/>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76"/>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76"/>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76"/>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5" name="Google Shape;13525;p76"/>
          <p:cNvGrpSpPr/>
          <p:nvPr/>
        </p:nvGrpSpPr>
        <p:grpSpPr>
          <a:xfrm>
            <a:off x="7156182" y="2419290"/>
            <a:ext cx="274550" cy="354728"/>
            <a:chOff x="7156182" y="2419290"/>
            <a:chExt cx="274550" cy="354728"/>
          </a:xfrm>
        </p:grpSpPr>
        <p:sp>
          <p:nvSpPr>
            <p:cNvPr id="13526" name="Google Shape;13526;p76"/>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76"/>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76"/>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76"/>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76"/>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76"/>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76"/>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76"/>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76"/>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76"/>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76"/>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76"/>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76"/>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76"/>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76"/>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1" name="Google Shape;13541;p76"/>
          <p:cNvGrpSpPr/>
          <p:nvPr/>
        </p:nvGrpSpPr>
        <p:grpSpPr>
          <a:xfrm>
            <a:off x="6705276" y="2419290"/>
            <a:ext cx="274812" cy="354728"/>
            <a:chOff x="6705276" y="2419290"/>
            <a:chExt cx="274812" cy="354728"/>
          </a:xfrm>
        </p:grpSpPr>
        <p:sp>
          <p:nvSpPr>
            <p:cNvPr id="13542" name="Google Shape;13542;p76"/>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76"/>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76"/>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76"/>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76"/>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76"/>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76"/>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76"/>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76"/>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76"/>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76"/>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76"/>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76"/>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76"/>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76"/>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76"/>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76"/>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76"/>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76"/>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76"/>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76"/>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76"/>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76"/>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76"/>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76"/>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76"/>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76"/>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76"/>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0" name="Google Shape;13570;p76"/>
          <p:cNvGrpSpPr/>
          <p:nvPr/>
        </p:nvGrpSpPr>
        <p:grpSpPr>
          <a:xfrm>
            <a:off x="4902936" y="2419290"/>
            <a:ext cx="274576" cy="354728"/>
            <a:chOff x="4902936" y="2419290"/>
            <a:chExt cx="274576" cy="354728"/>
          </a:xfrm>
        </p:grpSpPr>
        <p:sp>
          <p:nvSpPr>
            <p:cNvPr id="13571" name="Google Shape;13571;p76"/>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76"/>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76"/>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76"/>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76"/>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76"/>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76"/>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76"/>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76"/>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76"/>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76"/>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76"/>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76"/>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76"/>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76"/>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76"/>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76"/>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76"/>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76"/>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76"/>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1" name="Google Shape;13591;p76"/>
          <p:cNvGrpSpPr/>
          <p:nvPr/>
        </p:nvGrpSpPr>
        <p:grpSpPr>
          <a:xfrm>
            <a:off x="7608056" y="3345794"/>
            <a:ext cx="270334" cy="354754"/>
            <a:chOff x="7608056" y="3345794"/>
            <a:chExt cx="270334" cy="354754"/>
          </a:xfrm>
        </p:grpSpPr>
        <p:sp>
          <p:nvSpPr>
            <p:cNvPr id="13592" name="Google Shape;13592;p76"/>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76"/>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76"/>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76"/>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76"/>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76"/>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76"/>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76"/>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76"/>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76"/>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76"/>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76"/>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76"/>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76"/>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76"/>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76"/>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76"/>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76"/>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76"/>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1" name="Google Shape;13611;p76"/>
          <p:cNvGrpSpPr/>
          <p:nvPr/>
        </p:nvGrpSpPr>
        <p:grpSpPr>
          <a:xfrm>
            <a:off x="6712765" y="4268082"/>
            <a:ext cx="263316" cy="354728"/>
            <a:chOff x="6712765" y="4268082"/>
            <a:chExt cx="263316" cy="354728"/>
          </a:xfrm>
        </p:grpSpPr>
        <p:sp>
          <p:nvSpPr>
            <p:cNvPr id="13612" name="Google Shape;13612;p76"/>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76"/>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76"/>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76"/>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76"/>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76"/>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76"/>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76"/>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76"/>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76"/>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76"/>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76"/>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76"/>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76"/>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76"/>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76"/>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8" name="Google Shape;13628;p76"/>
          <p:cNvGrpSpPr/>
          <p:nvPr/>
        </p:nvGrpSpPr>
        <p:grpSpPr>
          <a:xfrm>
            <a:off x="5359341" y="2419159"/>
            <a:ext cx="262819" cy="354859"/>
            <a:chOff x="5359341" y="2419159"/>
            <a:chExt cx="262819" cy="354859"/>
          </a:xfrm>
        </p:grpSpPr>
        <p:sp>
          <p:nvSpPr>
            <p:cNvPr id="13629" name="Google Shape;13629;p76"/>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76"/>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76"/>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76"/>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76"/>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76"/>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76"/>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76"/>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76"/>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76"/>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76"/>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76"/>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76"/>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76"/>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76"/>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76"/>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76"/>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76"/>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76"/>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76"/>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76"/>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0" name="Google Shape;13650;p76"/>
          <p:cNvGrpSpPr/>
          <p:nvPr/>
        </p:nvGrpSpPr>
        <p:grpSpPr>
          <a:xfrm>
            <a:off x="6709282" y="3790206"/>
            <a:ext cx="263316" cy="354493"/>
            <a:chOff x="6709282" y="3790206"/>
            <a:chExt cx="263316" cy="354493"/>
          </a:xfrm>
        </p:grpSpPr>
        <p:sp>
          <p:nvSpPr>
            <p:cNvPr id="13651" name="Google Shape;13651;p76"/>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76"/>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76"/>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76"/>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76"/>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76"/>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76"/>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76"/>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76"/>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76"/>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76"/>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76"/>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76"/>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76"/>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76"/>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76"/>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7" name="Google Shape;13667;p76"/>
          <p:cNvGrpSpPr/>
          <p:nvPr/>
        </p:nvGrpSpPr>
        <p:grpSpPr>
          <a:xfrm>
            <a:off x="6260629" y="2419290"/>
            <a:ext cx="263055" cy="354493"/>
            <a:chOff x="6260629" y="2419290"/>
            <a:chExt cx="263055" cy="354493"/>
          </a:xfrm>
        </p:grpSpPr>
        <p:sp>
          <p:nvSpPr>
            <p:cNvPr id="13668" name="Google Shape;13668;p76"/>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76"/>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0" name="Google Shape;13670;p76"/>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76"/>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76"/>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76"/>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76"/>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76"/>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76"/>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76"/>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76"/>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76"/>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76"/>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76"/>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76"/>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76"/>
          <p:cNvGrpSpPr/>
          <p:nvPr/>
        </p:nvGrpSpPr>
        <p:grpSpPr>
          <a:xfrm>
            <a:off x="6260864" y="2879911"/>
            <a:ext cx="263343" cy="354754"/>
            <a:chOff x="6260864" y="2879911"/>
            <a:chExt cx="263343" cy="354754"/>
          </a:xfrm>
        </p:grpSpPr>
        <p:sp>
          <p:nvSpPr>
            <p:cNvPr id="13684" name="Google Shape;13684;p76"/>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76"/>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76"/>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76"/>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76"/>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76"/>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76"/>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76"/>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76"/>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76"/>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76"/>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76"/>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76"/>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76"/>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76"/>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76"/>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76"/>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76"/>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2" name="Google Shape;13702;p76"/>
          <p:cNvGrpSpPr/>
          <p:nvPr/>
        </p:nvGrpSpPr>
        <p:grpSpPr>
          <a:xfrm>
            <a:off x="8062968" y="2419290"/>
            <a:ext cx="263316" cy="354728"/>
            <a:chOff x="8062968" y="2419290"/>
            <a:chExt cx="263316" cy="354728"/>
          </a:xfrm>
        </p:grpSpPr>
        <p:sp>
          <p:nvSpPr>
            <p:cNvPr id="13703" name="Google Shape;13703;p76"/>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76"/>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76"/>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76"/>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76"/>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76"/>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76"/>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76"/>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76"/>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76"/>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76"/>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76"/>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76"/>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76"/>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76"/>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76"/>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76"/>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0" name="Google Shape;13720;p76"/>
          <p:cNvGrpSpPr/>
          <p:nvPr/>
        </p:nvGrpSpPr>
        <p:grpSpPr>
          <a:xfrm>
            <a:off x="5809723" y="2419290"/>
            <a:ext cx="263316" cy="354728"/>
            <a:chOff x="5809723" y="2419290"/>
            <a:chExt cx="263316" cy="354728"/>
          </a:xfrm>
        </p:grpSpPr>
        <p:sp>
          <p:nvSpPr>
            <p:cNvPr id="13721" name="Google Shape;13721;p76"/>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76"/>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76"/>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76"/>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76"/>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76"/>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76"/>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76"/>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76"/>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76"/>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76"/>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76"/>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76"/>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76"/>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76"/>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76"/>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76"/>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38" name="Google Shape;13738;p76"/>
          <p:cNvGrpSpPr/>
          <p:nvPr/>
        </p:nvGrpSpPr>
        <p:grpSpPr>
          <a:xfrm>
            <a:off x="7606826" y="1502999"/>
            <a:ext cx="263552" cy="354754"/>
            <a:chOff x="7606826" y="1502999"/>
            <a:chExt cx="263552" cy="354754"/>
          </a:xfrm>
        </p:grpSpPr>
        <p:sp>
          <p:nvSpPr>
            <p:cNvPr id="13739" name="Google Shape;13739;p76"/>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76"/>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76"/>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76"/>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76"/>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76"/>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76"/>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76"/>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76"/>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76"/>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76"/>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76"/>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76"/>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76"/>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76"/>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76"/>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76"/>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76"/>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76"/>
          <p:cNvGrpSpPr/>
          <p:nvPr/>
        </p:nvGrpSpPr>
        <p:grpSpPr>
          <a:xfrm>
            <a:off x="8060455" y="3790075"/>
            <a:ext cx="264076" cy="354623"/>
            <a:chOff x="8060455" y="3790075"/>
            <a:chExt cx="264076" cy="354623"/>
          </a:xfrm>
        </p:grpSpPr>
        <p:sp>
          <p:nvSpPr>
            <p:cNvPr id="13758" name="Google Shape;13758;p76"/>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76"/>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76"/>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76"/>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76"/>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76"/>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76"/>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76"/>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76"/>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76"/>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76"/>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76"/>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76"/>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76"/>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76"/>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76"/>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76"/>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76"/>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76"/>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76"/>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76"/>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76"/>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76"/>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1" name="Google Shape;13781;p76"/>
          <p:cNvGrpSpPr/>
          <p:nvPr/>
        </p:nvGrpSpPr>
        <p:grpSpPr>
          <a:xfrm>
            <a:off x="7614550" y="2879911"/>
            <a:ext cx="263316" cy="354754"/>
            <a:chOff x="7614550" y="2879911"/>
            <a:chExt cx="263316" cy="354754"/>
          </a:xfrm>
        </p:grpSpPr>
        <p:sp>
          <p:nvSpPr>
            <p:cNvPr id="13782" name="Google Shape;13782;p76"/>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76"/>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76"/>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76"/>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76"/>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76"/>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76"/>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76"/>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76"/>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76"/>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76"/>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76"/>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76"/>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76"/>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76"/>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76"/>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76"/>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76"/>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76"/>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1" name="Google Shape;13801;p76"/>
          <p:cNvGrpSpPr/>
          <p:nvPr/>
        </p:nvGrpSpPr>
        <p:grpSpPr>
          <a:xfrm>
            <a:off x="4900684" y="4268187"/>
            <a:ext cx="274576" cy="354623"/>
            <a:chOff x="4900684" y="4268187"/>
            <a:chExt cx="274576" cy="354623"/>
          </a:xfrm>
        </p:grpSpPr>
        <p:sp>
          <p:nvSpPr>
            <p:cNvPr id="13802" name="Google Shape;13802;p76"/>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76"/>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76"/>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76"/>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76"/>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76"/>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76"/>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76"/>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76"/>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76"/>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76"/>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76"/>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76"/>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76"/>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76"/>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7" name="Google Shape;13817;p76"/>
          <p:cNvGrpSpPr/>
          <p:nvPr/>
        </p:nvGrpSpPr>
        <p:grpSpPr>
          <a:xfrm>
            <a:off x="7161654" y="3345794"/>
            <a:ext cx="263343" cy="354754"/>
            <a:chOff x="7161654" y="3345794"/>
            <a:chExt cx="263343" cy="354754"/>
          </a:xfrm>
        </p:grpSpPr>
        <p:sp>
          <p:nvSpPr>
            <p:cNvPr id="13818" name="Google Shape;13818;p76"/>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76"/>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76"/>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76"/>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76"/>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76"/>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76"/>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76"/>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76"/>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76"/>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76"/>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76"/>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76"/>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76"/>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76"/>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76"/>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76"/>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76"/>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76"/>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7" name="Google Shape;13837;p76"/>
          <p:cNvGrpSpPr/>
          <p:nvPr/>
        </p:nvGrpSpPr>
        <p:grpSpPr>
          <a:xfrm>
            <a:off x="6711770" y="3345794"/>
            <a:ext cx="263081" cy="354754"/>
            <a:chOff x="6711770" y="3345794"/>
            <a:chExt cx="263081" cy="354754"/>
          </a:xfrm>
        </p:grpSpPr>
        <p:sp>
          <p:nvSpPr>
            <p:cNvPr id="13838" name="Google Shape;13838;p76"/>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76"/>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76"/>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76"/>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76"/>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76"/>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76"/>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76"/>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76"/>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76"/>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76"/>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76"/>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76"/>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76"/>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2" name="Google Shape;13852;p76"/>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76"/>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76"/>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5" name="Google Shape;13855;p76"/>
          <p:cNvGrpSpPr/>
          <p:nvPr/>
        </p:nvGrpSpPr>
        <p:grpSpPr>
          <a:xfrm>
            <a:off x="7163409" y="2880251"/>
            <a:ext cx="263316" cy="354414"/>
            <a:chOff x="7163409" y="2880251"/>
            <a:chExt cx="263316" cy="354414"/>
          </a:xfrm>
        </p:grpSpPr>
        <p:sp>
          <p:nvSpPr>
            <p:cNvPr id="13856" name="Google Shape;13856;p76"/>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76"/>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76"/>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76"/>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76"/>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76"/>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76"/>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76"/>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76"/>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76"/>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76"/>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76"/>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8" name="Google Shape;13868;p76"/>
          <p:cNvGrpSpPr/>
          <p:nvPr/>
        </p:nvGrpSpPr>
        <p:grpSpPr>
          <a:xfrm>
            <a:off x="6712032" y="2880172"/>
            <a:ext cx="263316" cy="354493"/>
            <a:chOff x="6712032" y="2880172"/>
            <a:chExt cx="263316" cy="354493"/>
          </a:xfrm>
        </p:grpSpPr>
        <p:sp>
          <p:nvSpPr>
            <p:cNvPr id="13869" name="Google Shape;13869;p76"/>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76"/>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76"/>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76"/>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76"/>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76"/>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76"/>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76"/>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76"/>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76"/>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76"/>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76"/>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76"/>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76"/>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76"/>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76"/>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76"/>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76"/>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76"/>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76"/>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76"/>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0" name="Google Shape;13890;p76"/>
          <p:cNvGrpSpPr/>
          <p:nvPr/>
        </p:nvGrpSpPr>
        <p:grpSpPr>
          <a:xfrm>
            <a:off x="6261624" y="3345794"/>
            <a:ext cx="263316" cy="354754"/>
            <a:chOff x="6261624" y="3345794"/>
            <a:chExt cx="263316" cy="354754"/>
          </a:xfrm>
        </p:grpSpPr>
        <p:sp>
          <p:nvSpPr>
            <p:cNvPr id="13891" name="Google Shape;13891;p76"/>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76"/>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76"/>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76"/>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76"/>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76"/>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76"/>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76"/>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76"/>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76"/>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76"/>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76"/>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76"/>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4" name="Google Shape;13904;p76"/>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76"/>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76"/>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76"/>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76"/>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76"/>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76"/>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76"/>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76"/>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76"/>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76"/>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76"/>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76"/>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76"/>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76"/>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19" name="Google Shape;13919;p76"/>
          <p:cNvSpPr/>
          <p:nvPr/>
        </p:nvSpPr>
        <p:spPr>
          <a:xfrm>
            <a:off x="5880422" y="3363050"/>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20" name="Google Shape;13920;p76"/>
          <p:cNvGrpSpPr/>
          <p:nvPr/>
        </p:nvGrpSpPr>
        <p:grpSpPr>
          <a:xfrm>
            <a:off x="5811739" y="3345794"/>
            <a:ext cx="263316" cy="354754"/>
            <a:chOff x="5811739" y="3345794"/>
            <a:chExt cx="263316" cy="354754"/>
          </a:xfrm>
        </p:grpSpPr>
        <p:sp>
          <p:nvSpPr>
            <p:cNvPr id="13921" name="Google Shape;13921;p76"/>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76"/>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76"/>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76"/>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76"/>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76"/>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76"/>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76"/>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76"/>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76"/>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76"/>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76"/>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76"/>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76"/>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76"/>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76"/>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76"/>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76"/>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76"/>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76"/>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76"/>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2" name="Google Shape;13942;p76"/>
          <p:cNvGrpSpPr/>
          <p:nvPr/>
        </p:nvGrpSpPr>
        <p:grpSpPr>
          <a:xfrm>
            <a:off x="5363818" y="3345794"/>
            <a:ext cx="259074" cy="354493"/>
            <a:chOff x="5363818" y="3345794"/>
            <a:chExt cx="259074" cy="354493"/>
          </a:xfrm>
        </p:grpSpPr>
        <p:sp>
          <p:nvSpPr>
            <p:cNvPr id="13943" name="Google Shape;13943;p76"/>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76"/>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76"/>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76"/>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76"/>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76"/>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76"/>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76"/>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76"/>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76"/>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76"/>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76"/>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76"/>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6" name="Google Shape;13956;p76"/>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76"/>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76"/>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76"/>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76"/>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76"/>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76"/>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76"/>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76"/>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76"/>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76"/>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76"/>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8" name="Google Shape;13968;p76"/>
          <p:cNvGrpSpPr/>
          <p:nvPr/>
        </p:nvGrpSpPr>
        <p:grpSpPr>
          <a:xfrm>
            <a:off x="4912939" y="3345663"/>
            <a:ext cx="261326" cy="354885"/>
            <a:chOff x="4912939" y="3345663"/>
            <a:chExt cx="261326" cy="354885"/>
          </a:xfrm>
        </p:grpSpPr>
        <p:sp>
          <p:nvSpPr>
            <p:cNvPr id="13969" name="Google Shape;13969;p76"/>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76"/>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76"/>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76"/>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76"/>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76"/>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76"/>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76"/>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76"/>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76"/>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76"/>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76"/>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76"/>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76"/>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76"/>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76"/>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76"/>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76"/>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76"/>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76"/>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76"/>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0" name="Google Shape;13990;p76"/>
          <p:cNvGrpSpPr/>
          <p:nvPr/>
        </p:nvGrpSpPr>
        <p:grpSpPr>
          <a:xfrm>
            <a:off x="5809723" y="2879911"/>
            <a:ext cx="263081" cy="355016"/>
            <a:chOff x="5809723" y="2879911"/>
            <a:chExt cx="263081" cy="355016"/>
          </a:xfrm>
        </p:grpSpPr>
        <p:sp>
          <p:nvSpPr>
            <p:cNvPr id="13991" name="Google Shape;13991;p76"/>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76"/>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76"/>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76"/>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76"/>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76"/>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76"/>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76"/>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76"/>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76"/>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76"/>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76"/>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76"/>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76"/>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76"/>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76"/>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76"/>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76"/>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76"/>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76"/>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76"/>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76"/>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3" name="Google Shape;14013;p76"/>
          <p:cNvGrpSpPr/>
          <p:nvPr/>
        </p:nvGrpSpPr>
        <p:grpSpPr>
          <a:xfrm>
            <a:off x="7616069" y="4268056"/>
            <a:ext cx="263316" cy="354754"/>
            <a:chOff x="7616069" y="4268056"/>
            <a:chExt cx="263316" cy="354754"/>
          </a:xfrm>
        </p:grpSpPr>
        <p:sp>
          <p:nvSpPr>
            <p:cNvPr id="14014" name="Google Shape;14014;p76"/>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76"/>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76"/>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76"/>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76"/>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76"/>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76"/>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76"/>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76"/>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76"/>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76"/>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76"/>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76"/>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76"/>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76"/>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76"/>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76"/>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76"/>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76"/>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76"/>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76"/>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5" name="Google Shape;14035;p76"/>
          <p:cNvGrpSpPr/>
          <p:nvPr/>
        </p:nvGrpSpPr>
        <p:grpSpPr>
          <a:xfrm>
            <a:off x="7164404" y="4268318"/>
            <a:ext cx="263316" cy="354493"/>
            <a:chOff x="7164404" y="4268318"/>
            <a:chExt cx="263316" cy="354493"/>
          </a:xfrm>
        </p:grpSpPr>
        <p:sp>
          <p:nvSpPr>
            <p:cNvPr id="14036" name="Google Shape;14036;p76"/>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76"/>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76"/>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76"/>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76"/>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76"/>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76"/>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76"/>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76"/>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76"/>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76"/>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76"/>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76"/>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76"/>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76"/>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76"/>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76"/>
          <p:cNvGrpSpPr/>
          <p:nvPr/>
        </p:nvGrpSpPr>
        <p:grpSpPr>
          <a:xfrm>
            <a:off x="5358346" y="2879911"/>
            <a:ext cx="263316" cy="354754"/>
            <a:chOff x="5358346" y="2879911"/>
            <a:chExt cx="263316" cy="354754"/>
          </a:xfrm>
        </p:grpSpPr>
        <p:sp>
          <p:nvSpPr>
            <p:cNvPr id="14053" name="Google Shape;14053;p76"/>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76"/>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76"/>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76"/>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76"/>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76"/>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76"/>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76"/>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76"/>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76"/>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76"/>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76"/>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76"/>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76"/>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76"/>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76"/>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76"/>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76"/>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76"/>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76"/>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76"/>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4" name="Google Shape;14074;p76"/>
          <p:cNvGrpSpPr/>
          <p:nvPr/>
        </p:nvGrpSpPr>
        <p:grpSpPr>
          <a:xfrm>
            <a:off x="8061450" y="3345742"/>
            <a:ext cx="263316" cy="354807"/>
            <a:chOff x="8061450" y="3345742"/>
            <a:chExt cx="263316" cy="354807"/>
          </a:xfrm>
        </p:grpSpPr>
        <p:sp>
          <p:nvSpPr>
            <p:cNvPr id="14075" name="Google Shape;14075;p76"/>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76"/>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76"/>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76"/>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76"/>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76"/>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76"/>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76"/>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76"/>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76"/>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76"/>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6" name="Google Shape;14086;p76"/>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76"/>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76"/>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76"/>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76"/>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1" name="Google Shape;14091;p76"/>
          <p:cNvGrpSpPr/>
          <p:nvPr/>
        </p:nvGrpSpPr>
        <p:grpSpPr>
          <a:xfrm>
            <a:off x="8065953" y="2879911"/>
            <a:ext cx="263081" cy="354754"/>
            <a:chOff x="8065953" y="2879911"/>
            <a:chExt cx="263081" cy="354754"/>
          </a:xfrm>
        </p:grpSpPr>
        <p:sp>
          <p:nvSpPr>
            <p:cNvPr id="14092" name="Google Shape;14092;p76"/>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76"/>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76"/>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76"/>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76"/>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76"/>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76"/>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76"/>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76"/>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76"/>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76"/>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76"/>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76"/>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76"/>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76"/>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76"/>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8" name="Google Shape;14108;p76"/>
          <p:cNvGrpSpPr/>
          <p:nvPr/>
        </p:nvGrpSpPr>
        <p:grpSpPr>
          <a:xfrm>
            <a:off x="8064199" y="4268318"/>
            <a:ext cx="270308" cy="354493"/>
            <a:chOff x="8064199" y="4268318"/>
            <a:chExt cx="270308" cy="354493"/>
          </a:xfrm>
        </p:grpSpPr>
        <p:sp>
          <p:nvSpPr>
            <p:cNvPr id="14109" name="Google Shape;14109;p76"/>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76"/>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76"/>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76"/>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76"/>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76"/>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76"/>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76"/>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76"/>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76"/>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76"/>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76"/>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76"/>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76"/>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76"/>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76"/>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76"/>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76"/>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4130"/>
        <p:cNvGrpSpPr/>
        <p:nvPr/>
      </p:nvGrpSpPr>
      <p:grpSpPr>
        <a:xfrm>
          <a:off x="0" y="0"/>
          <a:ext cx="0" cy="0"/>
          <a:chOff x="0" y="0"/>
          <a:chExt cx="0" cy="0"/>
        </a:xfrm>
      </p:grpSpPr>
      <p:sp>
        <p:nvSpPr>
          <p:cNvPr id="14131" name="Google Shape;14131;p77"/>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4132" name="Google Shape;14132;p77"/>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4133" name="Google Shape;14133;p77"/>
          <p:cNvGrpSpPr/>
          <p:nvPr/>
        </p:nvGrpSpPr>
        <p:grpSpPr>
          <a:xfrm>
            <a:off x="3511608" y="3348218"/>
            <a:ext cx="381482" cy="366926"/>
            <a:chOff x="3511608" y="3348218"/>
            <a:chExt cx="381482" cy="366926"/>
          </a:xfrm>
        </p:grpSpPr>
        <p:sp>
          <p:nvSpPr>
            <p:cNvPr id="14134" name="Google Shape;14134;p77"/>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77"/>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77"/>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77"/>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77"/>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77"/>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77"/>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77"/>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77"/>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77"/>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77"/>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77"/>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77"/>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77"/>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8" name="Google Shape;14148;p77"/>
          <p:cNvGrpSpPr/>
          <p:nvPr/>
        </p:nvGrpSpPr>
        <p:grpSpPr>
          <a:xfrm>
            <a:off x="1849816" y="3807339"/>
            <a:ext cx="163616" cy="366665"/>
            <a:chOff x="1849816" y="3807339"/>
            <a:chExt cx="163616" cy="366665"/>
          </a:xfrm>
        </p:grpSpPr>
        <p:sp>
          <p:nvSpPr>
            <p:cNvPr id="14149" name="Google Shape;14149;p77"/>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77"/>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77"/>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77"/>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77"/>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77"/>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77"/>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77"/>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77"/>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77"/>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77"/>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77"/>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77"/>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77"/>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3" name="Google Shape;14163;p77"/>
          <p:cNvGrpSpPr/>
          <p:nvPr/>
        </p:nvGrpSpPr>
        <p:grpSpPr>
          <a:xfrm>
            <a:off x="2274757" y="3807313"/>
            <a:ext cx="202292" cy="366430"/>
            <a:chOff x="2274757" y="3807313"/>
            <a:chExt cx="202292" cy="366430"/>
          </a:xfrm>
        </p:grpSpPr>
        <p:sp>
          <p:nvSpPr>
            <p:cNvPr id="14164" name="Google Shape;14164;p77"/>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77"/>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77"/>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77"/>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77"/>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77"/>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77"/>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77"/>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77"/>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77"/>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4" name="Google Shape;14174;p77"/>
          <p:cNvGrpSpPr/>
          <p:nvPr/>
        </p:nvGrpSpPr>
        <p:grpSpPr>
          <a:xfrm>
            <a:off x="3972716" y="3348218"/>
            <a:ext cx="366404" cy="366665"/>
            <a:chOff x="3972716" y="3348218"/>
            <a:chExt cx="366404" cy="366665"/>
          </a:xfrm>
        </p:grpSpPr>
        <p:sp>
          <p:nvSpPr>
            <p:cNvPr id="14175" name="Google Shape;14175;p77"/>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77"/>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77"/>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77"/>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77"/>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77"/>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77"/>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77"/>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77"/>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77"/>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77"/>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77"/>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77"/>
          <p:cNvGrpSpPr/>
          <p:nvPr/>
        </p:nvGrpSpPr>
        <p:grpSpPr>
          <a:xfrm>
            <a:off x="866528" y="3348348"/>
            <a:ext cx="317405" cy="366534"/>
            <a:chOff x="866528" y="3348348"/>
            <a:chExt cx="317405" cy="366534"/>
          </a:xfrm>
        </p:grpSpPr>
        <p:sp>
          <p:nvSpPr>
            <p:cNvPr id="14188" name="Google Shape;14188;p77"/>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77"/>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77"/>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77"/>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77"/>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77"/>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77"/>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77"/>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6" name="Google Shape;14196;p77"/>
          <p:cNvGrpSpPr/>
          <p:nvPr/>
        </p:nvGrpSpPr>
        <p:grpSpPr>
          <a:xfrm>
            <a:off x="1316818" y="3348296"/>
            <a:ext cx="310872" cy="366848"/>
            <a:chOff x="1316818" y="3348296"/>
            <a:chExt cx="310872" cy="366848"/>
          </a:xfrm>
        </p:grpSpPr>
        <p:sp>
          <p:nvSpPr>
            <p:cNvPr id="14197" name="Google Shape;14197;p77"/>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77"/>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77"/>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77"/>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77"/>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77"/>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77"/>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77"/>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77"/>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77"/>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77"/>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77"/>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77"/>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77"/>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77"/>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77"/>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77"/>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77"/>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77"/>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77"/>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77"/>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77"/>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77"/>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0" name="Google Shape;14220;p77"/>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1" name="Google Shape;14221;p77"/>
          <p:cNvGrpSpPr/>
          <p:nvPr/>
        </p:nvGrpSpPr>
        <p:grpSpPr>
          <a:xfrm>
            <a:off x="3105248" y="3348244"/>
            <a:ext cx="305620" cy="366430"/>
            <a:chOff x="3105248" y="3348244"/>
            <a:chExt cx="305620" cy="366430"/>
          </a:xfrm>
        </p:grpSpPr>
        <p:sp>
          <p:nvSpPr>
            <p:cNvPr id="14222" name="Google Shape;14222;p77"/>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77"/>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77"/>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77"/>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77"/>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77"/>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77"/>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9" name="Google Shape;14229;p77"/>
          <p:cNvGrpSpPr/>
          <p:nvPr/>
        </p:nvGrpSpPr>
        <p:grpSpPr>
          <a:xfrm>
            <a:off x="2661988" y="3348218"/>
            <a:ext cx="304078" cy="366665"/>
            <a:chOff x="2661988" y="3348218"/>
            <a:chExt cx="304078" cy="366665"/>
          </a:xfrm>
        </p:grpSpPr>
        <p:sp>
          <p:nvSpPr>
            <p:cNvPr id="14230" name="Google Shape;14230;p77"/>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77"/>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77"/>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77"/>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77"/>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77"/>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77"/>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77"/>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77"/>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77"/>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77"/>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77"/>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77"/>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77"/>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77"/>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77"/>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77"/>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77"/>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8" name="Google Shape;14248;p77"/>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9" name="Google Shape;14249;p77"/>
          <p:cNvGrpSpPr/>
          <p:nvPr/>
        </p:nvGrpSpPr>
        <p:grpSpPr>
          <a:xfrm>
            <a:off x="2212927" y="3348897"/>
            <a:ext cx="307606" cy="366482"/>
            <a:chOff x="2212927" y="3348897"/>
            <a:chExt cx="307606" cy="366482"/>
          </a:xfrm>
        </p:grpSpPr>
        <p:sp>
          <p:nvSpPr>
            <p:cNvPr id="14250" name="Google Shape;14250;p77"/>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77"/>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77"/>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77"/>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77"/>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77"/>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77"/>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77"/>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77"/>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77"/>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0" name="Google Shape;14260;p77"/>
          <p:cNvGrpSpPr/>
          <p:nvPr/>
        </p:nvGrpSpPr>
        <p:grpSpPr>
          <a:xfrm>
            <a:off x="1764389" y="3348218"/>
            <a:ext cx="310114" cy="366665"/>
            <a:chOff x="1764389" y="3348218"/>
            <a:chExt cx="310114" cy="366665"/>
          </a:xfrm>
        </p:grpSpPr>
        <p:sp>
          <p:nvSpPr>
            <p:cNvPr id="14261" name="Google Shape;14261;p77"/>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77"/>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77"/>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77"/>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77"/>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77"/>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77"/>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77"/>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9" name="Google Shape;14269;p77"/>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77"/>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77"/>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77"/>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77"/>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77"/>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77"/>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77"/>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77"/>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77"/>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77"/>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77"/>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1" name="Google Shape;14281;p77"/>
          <p:cNvGrpSpPr/>
          <p:nvPr/>
        </p:nvGrpSpPr>
        <p:grpSpPr>
          <a:xfrm>
            <a:off x="2777572" y="3807287"/>
            <a:ext cx="81716" cy="366717"/>
            <a:chOff x="2777572" y="3807287"/>
            <a:chExt cx="81716" cy="366717"/>
          </a:xfrm>
        </p:grpSpPr>
        <p:sp>
          <p:nvSpPr>
            <p:cNvPr id="14282" name="Google Shape;14282;p77"/>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77"/>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77"/>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77"/>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77"/>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77"/>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77"/>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77"/>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77"/>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77"/>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77"/>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3" name="Google Shape;14293;p77"/>
          <p:cNvGrpSpPr/>
          <p:nvPr/>
        </p:nvGrpSpPr>
        <p:grpSpPr>
          <a:xfrm>
            <a:off x="3934014" y="4329780"/>
            <a:ext cx="366665" cy="256334"/>
            <a:chOff x="3934014" y="4329780"/>
            <a:chExt cx="366665" cy="256334"/>
          </a:xfrm>
        </p:grpSpPr>
        <p:sp>
          <p:nvSpPr>
            <p:cNvPr id="14294" name="Google Shape;14294;p77"/>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77"/>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77"/>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77"/>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77"/>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77"/>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77"/>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77"/>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77"/>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77"/>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77"/>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77"/>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77"/>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7" name="Google Shape;14307;p77"/>
          <p:cNvGrpSpPr/>
          <p:nvPr/>
        </p:nvGrpSpPr>
        <p:grpSpPr>
          <a:xfrm>
            <a:off x="947670" y="3807339"/>
            <a:ext cx="194295" cy="366404"/>
            <a:chOff x="947670" y="3807339"/>
            <a:chExt cx="194295" cy="366404"/>
          </a:xfrm>
        </p:grpSpPr>
        <p:sp>
          <p:nvSpPr>
            <p:cNvPr id="14308" name="Google Shape;14308;p77"/>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77"/>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77"/>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77"/>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77"/>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77"/>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77"/>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77"/>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77"/>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77"/>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8" name="Google Shape;14318;p77"/>
          <p:cNvGrpSpPr/>
          <p:nvPr/>
        </p:nvGrpSpPr>
        <p:grpSpPr>
          <a:xfrm>
            <a:off x="3420379" y="4286557"/>
            <a:ext cx="368939" cy="342283"/>
            <a:chOff x="3420379" y="4286557"/>
            <a:chExt cx="368939" cy="342283"/>
          </a:xfrm>
        </p:grpSpPr>
        <p:sp>
          <p:nvSpPr>
            <p:cNvPr id="14319" name="Google Shape;14319;p77"/>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77"/>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77"/>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77"/>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77"/>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77"/>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77"/>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77"/>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77"/>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77"/>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77"/>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77"/>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77"/>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77"/>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77"/>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77"/>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5" name="Google Shape;14335;p77"/>
          <p:cNvGrpSpPr/>
          <p:nvPr/>
        </p:nvGrpSpPr>
        <p:grpSpPr>
          <a:xfrm>
            <a:off x="3965190" y="3842252"/>
            <a:ext cx="369801" cy="296813"/>
            <a:chOff x="3965190" y="3842252"/>
            <a:chExt cx="369801" cy="296813"/>
          </a:xfrm>
        </p:grpSpPr>
        <p:sp>
          <p:nvSpPr>
            <p:cNvPr id="14336" name="Google Shape;14336;p77"/>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77"/>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77"/>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77"/>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77"/>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77"/>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77"/>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77"/>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77"/>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77"/>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77"/>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77"/>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77"/>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77"/>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77"/>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77"/>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77"/>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77"/>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77"/>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77"/>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77"/>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7" name="Google Shape;14357;p77"/>
          <p:cNvGrpSpPr/>
          <p:nvPr/>
        </p:nvGrpSpPr>
        <p:grpSpPr>
          <a:xfrm>
            <a:off x="3506590" y="3833812"/>
            <a:ext cx="396796" cy="313407"/>
            <a:chOff x="3506590" y="3833812"/>
            <a:chExt cx="396796" cy="313407"/>
          </a:xfrm>
        </p:grpSpPr>
        <p:sp>
          <p:nvSpPr>
            <p:cNvPr id="14358" name="Google Shape;14358;p77"/>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77"/>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77"/>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1" name="Google Shape;14361;p77"/>
          <p:cNvGrpSpPr/>
          <p:nvPr/>
        </p:nvGrpSpPr>
        <p:grpSpPr>
          <a:xfrm>
            <a:off x="2769288" y="1965364"/>
            <a:ext cx="104556" cy="366665"/>
            <a:chOff x="2769288" y="1965364"/>
            <a:chExt cx="104556" cy="366665"/>
          </a:xfrm>
        </p:grpSpPr>
        <p:sp>
          <p:nvSpPr>
            <p:cNvPr id="14362" name="Google Shape;14362;p77"/>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77"/>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77"/>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77"/>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77"/>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77"/>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77"/>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9" name="Google Shape;14369;p77"/>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77"/>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77"/>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77"/>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77"/>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4" name="Google Shape;14374;p77"/>
          <p:cNvGrpSpPr/>
          <p:nvPr/>
        </p:nvGrpSpPr>
        <p:grpSpPr>
          <a:xfrm>
            <a:off x="3966679" y="2010861"/>
            <a:ext cx="367162" cy="275698"/>
            <a:chOff x="3966679" y="2010861"/>
            <a:chExt cx="367162" cy="275698"/>
          </a:xfrm>
        </p:grpSpPr>
        <p:sp>
          <p:nvSpPr>
            <p:cNvPr id="14375" name="Google Shape;14375;p77"/>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77"/>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77"/>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77"/>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9" name="Google Shape;14379;p77"/>
          <p:cNvGrpSpPr/>
          <p:nvPr/>
        </p:nvGrpSpPr>
        <p:grpSpPr>
          <a:xfrm>
            <a:off x="1752577" y="2025495"/>
            <a:ext cx="366404" cy="246220"/>
            <a:chOff x="1752577" y="2025495"/>
            <a:chExt cx="366404" cy="246220"/>
          </a:xfrm>
        </p:grpSpPr>
        <p:sp>
          <p:nvSpPr>
            <p:cNvPr id="14380" name="Google Shape;14380;p77"/>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77"/>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77"/>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77"/>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77"/>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77"/>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77"/>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77"/>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77"/>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77"/>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77"/>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77"/>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77"/>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77"/>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77"/>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77"/>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6" name="Google Shape;14396;p77"/>
          <p:cNvGrpSpPr/>
          <p:nvPr/>
        </p:nvGrpSpPr>
        <p:grpSpPr>
          <a:xfrm>
            <a:off x="1309553" y="2069580"/>
            <a:ext cx="366404" cy="158363"/>
            <a:chOff x="1309553" y="2069580"/>
            <a:chExt cx="366404" cy="158363"/>
          </a:xfrm>
        </p:grpSpPr>
        <p:sp>
          <p:nvSpPr>
            <p:cNvPr id="14397" name="Google Shape;14397;p77"/>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77"/>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77"/>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77"/>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77"/>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77"/>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77"/>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77"/>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77"/>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77"/>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77"/>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77"/>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77"/>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77"/>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77"/>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77"/>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77"/>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77"/>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77"/>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77"/>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77"/>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77"/>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77"/>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77"/>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77"/>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77"/>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3" name="Google Shape;14423;p77"/>
          <p:cNvGrpSpPr/>
          <p:nvPr/>
        </p:nvGrpSpPr>
        <p:grpSpPr>
          <a:xfrm>
            <a:off x="866528" y="2088762"/>
            <a:ext cx="366639" cy="119635"/>
            <a:chOff x="866528" y="2088762"/>
            <a:chExt cx="366639" cy="119635"/>
          </a:xfrm>
        </p:grpSpPr>
        <p:sp>
          <p:nvSpPr>
            <p:cNvPr id="14424" name="Google Shape;14424;p77"/>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77"/>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77"/>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77"/>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77"/>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77"/>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77"/>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77"/>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77"/>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77"/>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77"/>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77"/>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77"/>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77"/>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8" name="Google Shape;14438;p77"/>
          <p:cNvGrpSpPr/>
          <p:nvPr/>
        </p:nvGrpSpPr>
        <p:grpSpPr>
          <a:xfrm>
            <a:off x="2329269" y="1965312"/>
            <a:ext cx="98807" cy="366273"/>
            <a:chOff x="2329269" y="1965312"/>
            <a:chExt cx="98807" cy="366273"/>
          </a:xfrm>
        </p:grpSpPr>
        <p:sp>
          <p:nvSpPr>
            <p:cNvPr id="14439" name="Google Shape;14439;p77"/>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77"/>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77"/>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77"/>
          <p:cNvGrpSpPr/>
          <p:nvPr/>
        </p:nvGrpSpPr>
        <p:grpSpPr>
          <a:xfrm>
            <a:off x="3208053" y="1964972"/>
            <a:ext cx="112344" cy="366926"/>
            <a:chOff x="3208053" y="1964972"/>
            <a:chExt cx="112344" cy="366926"/>
          </a:xfrm>
        </p:grpSpPr>
        <p:sp>
          <p:nvSpPr>
            <p:cNvPr id="14443" name="Google Shape;14443;p77"/>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77"/>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77"/>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77"/>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77"/>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77"/>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9" name="Google Shape;14449;p77"/>
          <p:cNvGrpSpPr/>
          <p:nvPr/>
        </p:nvGrpSpPr>
        <p:grpSpPr>
          <a:xfrm>
            <a:off x="3225379" y="3807339"/>
            <a:ext cx="72413" cy="366404"/>
            <a:chOff x="3225379" y="3807339"/>
            <a:chExt cx="72413" cy="366404"/>
          </a:xfrm>
        </p:grpSpPr>
        <p:sp>
          <p:nvSpPr>
            <p:cNvPr id="14450" name="Google Shape;14450;p77"/>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77"/>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77"/>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77"/>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77"/>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77"/>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77"/>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77"/>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8" name="Google Shape;14458;p77"/>
          <p:cNvGrpSpPr/>
          <p:nvPr/>
        </p:nvGrpSpPr>
        <p:grpSpPr>
          <a:xfrm>
            <a:off x="3523916" y="2011096"/>
            <a:ext cx="366665" cy="275201"/>
            <a:chOff x="3523916" y="2011096"/>
            <a:chExt cx="366665" cy="275201"/>
          </a:xfrm>
        </p:grpSpPr>
        <p:sp>
          <p:nvSpPr>
            <p:cNvPr id="14459" name="Google Shape;14459;p77"/>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77"/>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77"/>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77"/>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77"/>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77"/>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77"/>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77"/>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77"/>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77"/>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77"/>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77"/>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77"/>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2" name="Google Shape;14472;p77"/>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77"/>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77"/>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77"/>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77"/>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77"/>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77"/>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9" name="Google Shape;14479;p77"/>
          <p:cNvGrpSpPr/>
          <p:nvPr/>
        </p:nvGrpSpPr>
        <p:grpSpPr>
          <a:xfrm>
            <a:off x="1742777" y="1499997"/>
            <a:ext cx="393791" cy="366744"/>
            <a:chOff x="1742777" y="1499997"/>
            <a:chExt cx="393791" cy="366744"/>
          </a:xfrm>
        </p:grpSpPr>
        <p:sp>
          <p:nvSpPr>
            <p:cNvPr id="14480" name="Google Shape;14480;p77"/>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77"/>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77"/>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77"/>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77"/>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77"/>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77"/>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77"/>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77"/>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77"/>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77"/>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77"/>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77"/>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77"/>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4" name="Google Shape;14494;p77"/>
          <p:cNvGrpSpPr/>
          <p:nvPr/>
        </p:nvGrpSpPr>
        <p:grpSpPr>
          <a:xfrm>
            <a:off x="4014449" y="1499997"/>
            <a:ext cx="319914" cy="366639"/>
            <a:chOff x="4014449" y="1499997"/>
            <a:chExt cx="319914" cy="366639"/>
          </a:xfrm>
        </p:grpSpPr>
        <p:sp>
          <p:nvSpPr>
            <p:cNvPr id="14495" name="Google Shape;14495;p77"/>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77"/>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77"/>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77"/>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77"/>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0" name="Google Shape;14500;p77"/>
          <p:cNvGrpSpPr/>
          <p:nvPr/>
        </p:nvGrpSpPr>
        <p:grpSpPr>
          <a:xfrm>
            <a:off x="866267" y="1591460"/>
            <a:ext cx="367397" cy="183711"/>
            <a:chOff x="866267" y="1591460"/>
            <a:chExt cx="367397" cy="183711"/>
          </a:xfrm>
        </p:grpSpPr>
        <p:sp>
          <p:nvSpPr>
            <p:cNvPr id="14501" name="Google Shape;14501;p77"/>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77"/>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77"/>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77"/>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77"/>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77"/>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77"/>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77"/>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77"/>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77"/>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77"/>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77"/>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77"/>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77"/>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77"/>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77"/>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77"/>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77"/>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9" name="Google Shape;14519;p77"/>
          <p:cNvGrpSpPr/>
          <p:nvPr/>
        </p:nvGrpSpPr>
        <p:grpSpPr>
          <a:xfrm>
            <a:off x="3117843" y="1499892"/>
            <a:ext cx="327440" cy="366744"/>
            <a:chOff x="3117843" y="1499892"/>
            <a:chExt cx="327440" cy="366744"/>
          </a:xfrm>
        </p:grpSpPr>
        <p:sp>
          <p:nvSpPr>
            <p:cNvPr id="14520" name="Google Shape;14520;p77"/>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77"/>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77"/>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77"/>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77"/>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77"/>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77"/>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7" name="Google Shape;14527;p77"/>
          <p:cNvGrpSpPr/>
          <p:nvPr/>
        </p:nvGrpSpPr>
        <p:grpSpPr>
          <a:xfrm>
            <a:off x="2667005" y="1499997"/>
            <a:ext cx="336770" cy="366639"/>
            <a:chOff x="2667005" y="1499997"/>
            <a:chExt cx="336770" cy="366639"/>
          </a:xfrm>
        </p:grpSpPr>
        <p:sp>
          <p:nvSpPr>
            <p:cNvPr id="14528" name="Google Shape;14528;p77"/>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77"/>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77"/>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77"/>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77"/>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77"/>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77"/>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77"/>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77"/>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77"/>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77"/>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77"/>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77"/>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77"/>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77"/>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77"/>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77"/>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77"/>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77"/>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7" name="Google Shape;14547;p77"/>
          <p:cNvGrpSpPr/>
          <p:nvPr/>
        </p:nvGrpSpPr>
        <p:grpSpPr>
          <a:xfrm>
            <a:off x="3564866" y="1499997"/>
            <a:ext cx="326473" cy="366639"/>
            <a:chOff x="3564866" y="1499997"/>
            <a:chExt cx="326473" cy="366639"/>
          </a:xfrm>
        </p:grpSpPr>
        <p:sp>
          <p:nvSpPr>
            <p:cNvPr id="14548" name="Google Shape;14548;p77"/>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77"/>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77"/>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77"/>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77"/>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77"/>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77"/>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77"/>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77"/>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7" name="Google Shape;14557;p77"/>
          <p:cNvGrpSpPr/>
          <p:nvPr/>
        </p:nvGrpSpPr>
        <p:grpSpPr>
          <a:xfrm>
            <a:off x="1314074" y="1499997"/>
            <a:ext cx="364392" cy="366639"/>
            <a:chOff x="1314074" y="1499997"/>
            <a:chExt cx="364392" cy="366639"/>
          </a:xfrm>
        </p:grpSpPr>
        <p:sp>
          <p:nvSpPr>
            <p:cNvPr id="14558" name="Google Shape;14558;p77"/>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77"/>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77"/>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77"/>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77"/>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77"/>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77"/>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77"/>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77"/>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77"/>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77"/>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77"/>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70" name="Google Shape;14570;p77"/>
          <p:cNvGrpSpPr/>
          <p:nvPr/>
        </p:nvGrpSpPr>
        <p:grpSpPr>
          <a:xfrm>
            <a:off x="2220479" y="1499997"/>
            <a:ext cx="337005" cy="366639"/>
            <a:chOff x="2220479" y="1499997"/>
            <a:chExt cx="337005" cy="366639"/>
          </a:xfrm>
        </p:grpSpPr>
        <p:sp>
          <p:nvSpPr>
            <p:cNvPr id="14571" name="Google Shape;14571;p77"/>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77"/>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77"/>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77"/>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77"/>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77"/>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77"/>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77"/>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77"/>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77"/>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77"/>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2" name="Google Shape;14582;p77"/>
          <p:cNvGrpSpPr/>
          <p:nvPr/>
        </p:nvGrpSpPr>
        <p:grpSpPr>
          <a:xfrm>
            <a:off x="4105155" y="2425976"/>
            <a:ext cx="87230" cy="366430"/>
            <a:chOff x="4105155" y="2425976"/>
            <a:chExt cx="87230" cy="366430"/>
          </a:xfrm>
        </p:grpSpPr>
        <p:sp>
          <p:nvSpPr>
            <p:cNvPr id="14583" name="Google Shape;14583;p77"/>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77"/>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77"/>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77"/>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77"/>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77"/>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9" name="Google Shape;14589;p77"/>
          <p:cNvGrpSpPr/>
          <p:nvPr/>
        </p:nvGrpSpPr>
        <p:grpSpPr>
          <a:xfrm>
            <a:off x="1808109" y="2426002"/>
            <a:ext cx="267884" cy="366639"/>
            <a:chOff x="1808109" y="2426002"/>
            <a:chExt cx="267884" cy="366639"/>
          </a:xfrm>
        </p:grpSpPr>
        <p:sp>
          <p:nvSpPr>
            <p:cNvPr id="14590" name="Google Shape;14590;p77"/>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77"/>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77"/>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77"/>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77"/>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77"/>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77"/>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77"/>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77"/>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77"/>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77"/>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77"/>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77"/>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77"/>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77"/>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77"/>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77"/>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77"/>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77"/>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77"/>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77"/>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1" name="Google Shape;14611;p77"/>
          <p:cNvGrpSpPr/>
          <p:nvPr/>
        </p:nvGrpSpPr>
        <p:grpSpPr>
          <a:xfrm>
            <a:off x="3603568" y="2426002"/>
            <a:ext cx="207597" cy="366639"/>
            <a:chOff x="3603568" y="2426002"/>
            <a:chExt cx="207597" cy="366639"/>
          </a:xfrm>
        </p:grpSpPr>
        <p:sp>
          <p:nvSpPr>
            <p:cNvPr id="14612" name="Google Shape;14612;p77"/>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77"/>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77"/>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77"/>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77"/>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77"/>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8" name="Google Shape;14618;p77"/>
          <p:cNvGrpSpPr/>
          <p:nvPr/>
        </p:nvGrpSpPr>
        <p:grpSpPr>
          <a:xfrm>
            <a:off x="2246115" y="2426002"/>
            <a:ext cx="274417" cy="366404"/>
            <a:chOff x="2246115" y="2426002"/>
            <a:chExt cx="274417" cy="366404"/>
          </a:xfrm>
        </p:grpSpPr>
        <p:sp>
          <p:nvSpPr>
            <p:cNvPr id="14619" name="Google Shape;14619;p77"/>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77"/>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77"/>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77"/>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77"/>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77"/>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77"/>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77"/>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7" name="Google Shape;14627;p77"/>
          <p:cNvGrpSpPr/>
          <p:nvPr/>
        </p:nvGrpSpPr>
        <p:grpSpPr>
          <a:xfrm>
            <a:off x="2696666" y="2426002"/>
            <a:ext cx="256099" cy="366639"/>
            <a:chOff x="2696666" y="2426002"/>
            <a:chExt cx="256099" cy="366639"/>
          </a:xfrm>
        </p:grpSpPr>
        <p:sp>
          <p:nvSpPr>
            <p:cNvPr id="14628" name="Google Shape;14628;p77"/>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77"/>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77"/>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77"/>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77"/>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77"/>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4" name="Google Shape;14634;p77"/>
          <p:cNvGrpSpPr/>
          <p:nvPr/>
        </p:nvGrpSpPr>
        <p:grpSpPr>
          <a:xfrm>
            <a:off x="3149072" y="2426002"/>
            <a:ext cx="225863" cy="366430"/>
            <a:chOff x="3149072" y="2426002"/>
            <a:chExt cx="225863" cy="366430"/>
          </a:xfrm>
        </p:grpSpPr>
        <p:sp>
          <p:nvSpPr>
            <p:cNvPr id="14635" name="Google Shape;14635;p77"/>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77"/>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77"/>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77"/>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77"/>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77"/>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77"/>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77"/>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77"/>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77"/>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77"/>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6" name="Google Shape;14646;p77"/>
          <p:cNvGrpSpPr/>
          <p:nvPr/>
        </p:nvGrpSpPr>
        <p:grpSpPr>
          <a:xfrm>
            <a:off x="1361556" y="2425923"/>
            <a:ext cx="283224" cy="366482"/>
            <a:chOff x="1361556" y="2425923"/>
            <a:chExt cx="283224" cy="366482"/>
          </a:xfrm>
        </p:grpSpPr>
        <p:sp>
          <p:nvSpPr>
            <p:cNvPr id="14647" name="Google Shape;14647;p77"/>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77"/>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77"/>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77"/>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77"/>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77"/>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77"/>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77"/>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77"/>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77"/>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77"/>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77"/>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77"/>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77"/>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77"/>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77"/>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77"/>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77"/>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77"/>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77"/>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7" name="Google Shape;14667;p77"/>
          <p:cNvGrpSpPr/>
          <p:nvPr/>
        </p:nvGrpSpPr>
        <p:grpSpPr>
          <a:xfrm>
            <a:off x="3973735" y="2891056"/>
            <a:ext cx="361883" cy="366979"/>
            <a:chOff x="3973735" y="2891056"/>
            <a:chExt cx="361883" cy="366979"/>
          </a:xfrm>
        </p:grpSpPr>
        <p:sp>
          <p:nvSpPr>
            <p:cNvPr id="14668" name="Google Shape;14668;p77"/>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77"/>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77"/>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77"/>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77"/>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77"/>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77"/>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77"/>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77"/>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77"/>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77"/>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77"/>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77"/>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77"/>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77"/>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77"/>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77"/>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5" name="Google Shape;14685;p77"/>
          <p:cNvGrpSpPr/>
          <p:nvPr/>
        </p:nvGrpSpPr>
        <p:grpSpPr>
          <a:xfrm>
            <a:off x="3527941" y="2916744"/>
            <a:ext cx="366665" cy="315654"/>
            <a:chOff x="3527941" y="2916744"/>
            <a:chExt cx="366665" cy="315654"/>
          </a:xfrm>
        </p:grpSpPr>
        <p:sp>
          <p:nvSpPr>
            <p:cNvPr id="14686" name="Google Shape;14686;p77"/>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77"/>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77"/>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77"/>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77"/>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77"/>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77"/>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77"/>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77"/>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77"/>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77"/>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77"/>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77"/>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77"/>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77"/>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77"/>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77"/>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77"/>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77"/>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77"/>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77"/>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77"/>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77"/>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77"/>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77"/>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77"/>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77"/>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77"/>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4" name="Google Shape;14714;p77"/>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77"/>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6" name="Google Shape;14716;p77"/>
          <p:cNvGrpSpPr/>
          <p:nvPr/>
        </p:nvGrpSpPr>
        <p:grpSpPr>
          <a:xfrm>
            <a:off x="2640873" y="2891631"/>
            <a:ext cx="366404" cy="366404"/>
            <a:chOff x="2640873" y="2891631"/>
            <a:chExt cx="366404" cy="366404"/>
          </a:xfrm>
        </p:grpSpPr>
        <p:sp>
          <p:nvSpPr>
            <p:cNvPr id="14717" name="Google Shape;14717;p77"/>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77"/>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77"/>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77"/>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77"/>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77"/>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77"/>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77"/>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77"/>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77"/>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77"/>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77"/>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77"/>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77"/>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1" name="Google Shape;14731;p77"/>
          <p:cNvGrpSpPr/>
          <p:nvPr/>
        </p:nvGrpSpPr>
        <p:grpSpPr>
          <a:xfrm>
            <a:off x="2197091" y="2938120"/>
            <a:ext cx="366665" cy="273189"/>
            <a:chOff x="2197091" y="2938120"/>
            <a:chExt cx="366665" cy="273189"/>
          </a:xfrm>
        </p:grpSpPr>
        <p:sp>
          <p:nvSpPr>
            <p:cNvPr id="14732" name="Google Shape;14732;p77"/>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77"/>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4" name="Google Shape;14734;p77"/>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77"/>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77"/>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77"/>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77"/>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77"/>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77"/>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77"/>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77"/>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77"/>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77"/>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77"/>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77"/>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77"/>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77"/>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77"/>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77"/>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77"/>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77"/>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77"/>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77"/>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77"/>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6" name="Google Shape;14756;p77"/>
          <p:cNvGrpSpPr/>
          <p:nvPr/>
        </p:nvGrpSpPr>
        <p:grpSpPr>
          <a:xfrm>
            <a:off x="1753570" y="2892127"/>
            <a:ext cx="366665" cy="365202"/>
            <a:chOff x="1753570" y="2892127"/>
            <a:chExt cx="366665" cy="365202"/>
          </a:xfrm>
        </p:grpSpPr>
        <p:sp>
          <p:nvSpPr>
            <p:cNvPr id="14757" name="Google Shape;14757;p77"/>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77"/>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77"/>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77"/>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77"/>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77"/>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77"/>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77"/>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77"/>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77"/>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77"/>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77"/>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77"/>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77"/>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77"/>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77"/>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77"/>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77"/>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5" name="Google Shape;14775;p77"/>
          <p:cNvGrpSpPr/>
          <p:nvPr/>
        </p:nvGrpSpPr>
        <p:grpSpPr>
          <a:xfrm>
            <a:off x="1303751" y="3807339"/>
            <a:ext cx="367684" cy="366561"/>
            <a:chOff x="1303751" y="3807339"/>
            <a:chExt cx="367684" cy="366561"/>
          </a:xfrm>
        </p:grpSpPr>
        <p:sp>
          <p:nvSpPr>
            <p:cNvPr id="14776" name="Google Shape;14776;p77"/>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77"/>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77"/>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77"/>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77"/>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77"/>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77"/>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77"/>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4" name="Google Shape;14784;p77"/>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5" name="Google Shape;14785;p77"/>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77"/>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77"/>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77"/>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77"/>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77"/>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77"/>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77"/>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77"/>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77"/>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77"/>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77"/>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77"/>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77"/>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77"/>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77"/>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77"/>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77"/>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77"/>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77"/>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5" name="Google Shape;14805;p77"/>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6" name="Google Shape;14806;p77"/>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77"/>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77"/>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77"/>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77"/>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77"/>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77"/>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77"/>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77"/>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77"/>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77"/>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17" name="Google Shape;14817;p77"/>
          <p:cNvSpPr/>
          <p:nvPr/>
        </p:nvSpPr>
        <p:spPr>
          <a:xfrm>
            <a:off x="1321365" y="2905951"/>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18" name="Google Shape;14818;p77"/>
          <p:cNvGrpSpPr/>
          <p:nvPr/>
        </p:nvGrpSpPr>
        <p:grpSpPr>
          <a:xfrm>
            <a:off x="1310049" y="2891421"/>
            <a:ext cx="384749" cy="366613"/>
            <a:chOff x="1310049" y="2891421"/>
            <a:chExt cx="384749" cy="366613"/>
          </a:xfrm>
        </p:grpSpPr>
        <p:sp>
          <p:nvSpPr>
            <p:cNvPr id="14819" name="Google Shape;14819;p77"/>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77"/>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77"/>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77"/>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77"/>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77"/>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77"/>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77"/>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77"/>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77"/>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77"/>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77"/>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77"/>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77"/>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33" name="Google Shape;14833;p77"/>
          <p:cNvGrpSpPr/>
          <p:nvPr/>
        </p:nvGrpSpPr>
        <p:grpSpPr>
          <a:xfrm>
            <a:off x="849673" y="2891343"/>
            <a:ext cx="383468" cy="366665"/>
            <a:chOff x="849673" y="2891343"/>
            <a:chExt cx="383468" cy="366665"/>
          </a:xfrm>
        </p:grpSpPr>
        <p:sp>
          <p:nvSpPr>
            <p:cNvPr id="14834" name="Google Shape;14834;p77"/>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77"/>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77"/>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77"/>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77"/>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77"/>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77"/>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77"/>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2" name="Google Shape;14842;p77"/>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77"/>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77"/>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77"/>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6" name="Google Shape;14846;p77"/>
          <p:cNvGrpSpPr/>
          <p:nvPr/>
        </p:nvGrpSpPr>
        <p:grpSpPr>
          <a:xfrm>
            <a:off x="920257" y="2426002"/>
            <a:ext cx="278024" cy="366508"/>
            <a:chOff x="920257" y="2426002"/>
            <a:chExt cx="278024" cy="366508"/>
          </a:xfrm>
        </p:grpSpPr>
        <p:sp>
          <p:nvSpPr>
            <p:cNvPr id="14847" name="Google Shape;14847;p77"/>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77"/>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77"/>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77"/>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1" name="Google Shape;14851;p77"/>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77"/>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77"/>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77"/>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77"/>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6" name="Google Shape;14856;p77"/>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77"/>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77"/>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77"/>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0" name="Google Shape;14860;p77"/>
          <p:cNvGrpSpPr/>
          <p:nvPr/>
        </p:nvGrpSpPr>
        <p:grpSpPr>
          <a:xfrm>
            <a:off x="866528" y="4274484"/>
            <a:ext cx="349810" cy="366665"/>
            <a:chOff x="866528" y="4274484"/>
            <a:chExt cx="349810" cy="366665"/>
          </a:xfrm>
        </p:grpSpPr>
        <p:sp>
          <p:nvSpPr>
            <p:cNvPr id="14861" name="Google Shape;14861;p77"/>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2" name="Google Shape;14862;p77"/>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3" name="Google Shape;14863;p77"/>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77"/>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77"/>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77"/>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77"/>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77"/>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77"/>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77"/>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77"/>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2" name="Google Shape;14872;p77"/>
          <p:cNvGrpSpPr/>
          <p:nvPr/>
        </p:nvGrpSpPr>
        <p:grpSpPr>
          <a:xfrm>
            <a:off x="1388708" y="4274484"/>
            <a:ext cx="330210" cy="366665"/>
            <a:chOff x="1388708" y="4274484"/>
            <a:chExt cx="330210" cy="366665"/>
          </a:xfrm>
        </p:grpSpPr>
        <p:sp>
          <p:nvSpPr>
            <p:cNvPr id="14873" name="Google Shape;14873;p77"/>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77"/>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77"/>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77"/>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77"/>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77"/>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77"/>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77"/>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77"/>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77"/>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3" name="Google Shape;14883;p77"/>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77"/>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77"/>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77"/>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77"/>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77"/>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77"/>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77"/>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77"/>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77"/>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93" name="Google Shape;14893;p77"/>
          <p:cNvGrpSpPr/>
          <p:nvPr/>
        </p:nvGrpSpPr>
        <p:grpSpPr>
          <a:xfrm>
            <a:off x="1874694" y="4293326"/>
            <a:ext cx="375446" cy="328982"/>
            <a:chOff x="1874694" y="4293326"/>
            <a:chExt cx="375446" cy="328982"/>
          </a:xfrm>
        </p:grpSpPr>
        <p:sp>
          <p:nvSpPr>
            <p:cNvPr id="14894" name="Google Shape;14894;p77"/>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77"/>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77"/>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77"/>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77"/>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77"/>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77"/>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77"/>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77"/>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77"/>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4" name="Google Shape;14904;p77"/>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5" name="Google Shape;14905;p77"/>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77"/>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77"/>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77"/>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77"/>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77"/>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77"/>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77"/>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77"/>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77"/>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77"/>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6" name="Google Shape;14916;p77"/>
          <p:cNvGrpSpPr/>
          <p:nvPr/>
        </p:nvGrpSpPr>
        <p:grpSpPr>
          <a:xfrm>
            <a:off x="2396116" y="4293090"/>
            <a:ext cx="366665" cy="329714"/>
            <a:chOff x="2396116" y="4293090"/>
            <a:chExt cx="366665" cy="329714"/>
          </a:xfrm>
        </p:grpSpPr>
        <p:sp>
          <p:nvSpPr>
            <p:cNvPr id="14917" name="Google Shape;14917;p77"/>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77"/>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77"/>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77"/>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77"/>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77"/>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77"/>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77"/>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77"/>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77"/>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77"/>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77"/>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77"/>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0" name="Google Shape;14930;p77"/>
          <p:cNvGrpSpPr/>
          <p:nvPr/>
        </p:nvGrpSpPr>
        <p:grpSpPr>
          <a:xfrm>
            <a:off x="2908757" y="4289824"/>
            <a:ext cx="367162" cy="336116"/>
            <a:chOff x="2908757" y="4289824"/>
            <a:chExt cx="367162" cy="336116"/>
          </a:xfrm>
        </p:grpSpPr>
        <p:sp>
          <p:nvSpPr>
            <p:cNvPr id="14931" name="Google Shape;14931;p77"/>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77"/>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77"/>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77"/>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77"/>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77"/>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77"/>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77"/>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77"/>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77"/>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77"/>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77"/>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77"/>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77"/>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77"/>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77"/>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77"/>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77"/>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77"/>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0" name="Google Shape;14950;p77"/>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77"/>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77"/>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77"/>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77"/>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77"/>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77"/>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77"/>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8" name="Google Shape;14958;p77"/>
          <p:cNvGrpSpPr/>
          <p:nvPr/>
        </p:nvGrpSpPr>
        <p:grpSpPr>
          <a:xfrm>
            <a:off x="3082408" y="2919540"/>
            <a:ext cx="368651" cy="310350"/>
            <a:chOff x="3082408" y="2919540"/>
            <a:chExt cx="368651" cy="310350"/>
          </a:xfrm>
        </p:grpSpPr>
        <p:sp>
          <p:nvSpPr>
            <p:cNvPr id="14959" name="Google Shape;14959;p77"/>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77"/>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77"/>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77"/>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77"/>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77"/>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77"/>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77"/>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7" name="Google Shape;14967;p77"/>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8" name="Google Shape;14968;p77"/>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77"/>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77"/>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1" name="Google Shape;14971;p77"/>
          <p:cNvGrpSpPr/>
          <p:nvPr/>
        </p:nvGrpSpPr>
        <p:grpSpPr>
          <a:xfrm>
            <a:off x="7069130" y="2424800"/>
            <a:ext cx="366169" cy="360498"/>
            <a:chOff x="7069130" y="2424800"/>
            <a:chExt cx="366169" cy="360498"/>
          </a:xfrm>
        </p:grpSpPr>
        <p:sp>
          <p:nvSpPr>
            <p:cNvPr id="14972" name="Google Shape;14972;p77"/>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77"/>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77"/>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77"/>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77"/>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77"/>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77"/>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77"/>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77"/>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77"/>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77"/>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77"/>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77"/>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77"/>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77"/>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77"/>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77"/>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77"/>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77"/>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1" name="Google Shape;14991;p77"/>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2" name="Google Shape;14992;p77"/>
          <p:cNvGrpSpPr/>
          <p:nvPr/>
        </p:nvGrpSpPr>
        <p:grpSpPr>
          <a:xfrm>
            <a:off x="4885655" y="2424721"/>
            <a:ext cx="281473" cy="360629"/>
            <a:chOff x="4885655" y="2424721"/>
            <a:chExt cx="281473" cy="360629"/>
          </a:xfrm>
        </p:grpSpPr>
        <p:sp>
          <p:nvSpPr>
            <p:cNvPr id="14993" name="Google Shape;14993;p77"/>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77"/>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77"/>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77"/>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77"/>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77"/>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77"/>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77"/>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77"/>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77"/>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77"/>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4" name="Google Shape;15004;p77"/>
          <p:cNvGrpSpPr/>
          <p:nvPr/>
        </p:nvGrpSpPr>
        <p:grpSpPr>
          <a:xfrm>
            <a:off x="6625609" y="2446777"/>
            <a:ext cx="364130" cy="316726"/>
            <a:chOff x="6625609" y="2446777"/>
            <a:chExt cx="364130" cy="316726"/>
          </a:xfrm>
        </p:grpSpPr>
        <p:sp>
          <p:nvSpPr>
            <p:cNvPr id="15005" name="Google Shape;15005;p77"/>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77"/>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77"/>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77"/>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77"/>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77"/>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77"/>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77"/>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77"/>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77"/>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77"/>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77"/>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7" name="Google Shape;15017;p77"/>
          <p:cNvGrpSpPr/>
          <p:nvPr/>
        </p:nvGrpSpPr>
        <p:grpSpPr>
          <a:xfrm>
            <a:off x="5757644" y="2012350"/>
            <a:ext cx="360628" cy="298825"/>
            <a:chOff x="5757644" y="2012350"/>
            <a:chExt cx="360628" cy="298825"/>
          </a:xfrm>
        </p:grpSpPr>
        <p:sp>
          <p:nvSpPr>
            <p:cNvPr id="15018" name="Google Shape;15018;p77"/>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77"/>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77"/>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77"/>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77"/>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77"/>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77"/>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77"/>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77"/>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77"/>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77"/>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77"/>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77"/>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77"/>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77"/>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77"/>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77"/>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77"/>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77"/>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77"/>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77"/>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77"/>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0" name="Google Shape;15040;p77"/>
          <p:cNvGrpSpPr/>
          <p:nvPr/>
        </p:nvGrpSpPr>
        <p:grpSpPr>
          <a:xfrm>
            <a:off x="5317625" y="1983474"/>
            <a:ext cx="360628" cy="356839"/>
            <a:chOff x="5317625" y="1983474"/>
            <a:chExt cx="360628" cy="356839"/>
          </a:xfrm>
        </p:grpSpPr>
        <p:sp>
          <p:nvSpPr>
            <p:cNvPr id="15041" name="Google Shape;15041;p77"/>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77"/>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77"/>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77"/>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77"/>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77"/>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77"/>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77"/>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77"/>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77"/>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77"/>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77"/>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77"/>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77"/>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77"/>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77"/>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77"/>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77"/>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77"/>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0" name="Google Shape;15060;p77"/>
          <p:cNvGrpSpPr/>
          <p:nvPr/>
        </p:nvGrpSpPr>
        <p:grpSpPr>
          <a:xfrm>
            <a:off x="6181827" y="2463685"/>
            <a:ext cx="360629" cy="282989"/>
            <a:chOff x="6181827" y="2463685"/>
            <a:chExt cx="360629" cy="282989"/>
          </a:xfrm>
        </p:grpSpPr>
        <p:sp>
          <p:nvSpPr>
            <p:cNvPr id="15061" name="Google Shape;15061;p77"/>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77"/>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77"/>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77"/>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77"/>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77"/>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77"/>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77"/>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77"/>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77"/>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77"/>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2" name="Google Shape;15072;p77"/>
          <p:cNvGrpSpPr/>
          <p:nvPr/>
        </p:nvGrpSpPr>
        <p:grpSpPr>
          <a:xfrm>
            <a:off x="5346292" y="3340691"/>
            <a:ext cx="291247" cy="360628"/>
            <a:chOff x="5346292" y="3340691"/>
            <a:chExt cx="291247" cy="360628"/>
          </a:xfrm>
        </p:grpSpPr>
        <p:sp>
          <p:nvSpPr>
            <p:cNvPr id="15073" name="Google Shape;15073;p77"/>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77"/>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77"/>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77"/>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77"/>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77"/>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77"/>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77"/>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77"/>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77"/>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77"/>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77"/>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77"/>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77"/>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77"/>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77"/>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77"/>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77"/>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77"/>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77"/>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77"/>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77"/>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77"/>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77"/>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77"/>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77"/>
          <p:cNvGrpSpPr/>
          <p:nvPr/>
        </p:nvGrpSpPr>
        <p:grpSpPr>
          <a:xfrm>
            <a:off x="7969264" y="1981697"/>
            <a:ext cx="337763" cy="360393"/>
            <a:chOff x="7969264" y="1981697"/>
            <a:chExt cx="337763" cy="360393"/>
          </a:xfrm>
        </p:grpSpPr>
        <p:sp>
          <p:nvSpPr>
            <p:cNvPr id="15099" name="Google Shape;15099;p77"/>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77"/>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77"/>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77"/>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77"/>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77"/>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77"/>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77"/>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77"/>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77"/>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77"/>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77"/>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77"/>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77"/>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77"/>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77"/>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77"/>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77"/>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7" name="Google Shape;15117;p77"/>
          <p:cNvGrpSpPr/>
          <p:nvPr/>
        </p:nvGrpSpPr>
        <p:grpSpPr>
          <a:xfrm>
            <a:off x="5736032" y="2430000"/>
            <a:ext cx="360890" cy="350332"/>
            <a:chOff x="5736032" y="2430000"/>
            <a:chExt cx="360890" cy="350332"/>
          </a:xfrm>
        </p:grpSpPr>
        <p:sp>
          <p:nvSpPr>
            <p:cNvPr id="15118" name="Google Shape;15118;p77"/>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77"/>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77"/>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77"/>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77"/>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77"/>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77"/>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77"/>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77"/>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77"/>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8" name="Google Shape;15128;p77"/>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9" name="Google Shape;15129;p77"/>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77"/>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77"/>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77"/>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77"/>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77"/>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5" name="Google Shape;15135;p77"/>
          <p:cNvGrpSpPr/>
          <p:nvPr/>
        </p:nvGrpSpPr>
        <p:grpSpPr>
          <a:xfrm>
            <a:off x="4877867" y="1995991"/>
            <a:ext cx="360628" cy="331778"/>
            <a:chOff x="4877867" y="1995991"/>
            <a:chExt cx="360628" cy="331778"/>
          </a:xfrm>
        </p:grpSpPr>
        <p:sp>
          <p:nvSpPr>
            <p:cNvPr id="15136" name="Google Shape;15136;p77"/>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77"/>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77"/>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77"/>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77"/>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77"/>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77"/>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77"/>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77"/>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77"/>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77"/>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77"/>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77"/>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77"/>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0" name="Google Shape;15150;p77"/>
          <p:cNvGrpSpPr/>
          <p:nvPr/>
        </p:nvGrpSpPr>
        <p:grpSpPr>
          <a:xfrm>
            <a:off x="7050889" y="2913503"/>
            <a:ext cx="363529" cy="339513"/>
            <a:chOff x="7050889" y="2913503"/>
            <a:chExt cx="363529" cy="339513"/>
          </a:xfrm>
        </p:grpSpPr>
        <p:sp>
          <p:nvSpPr>
            <p:cNvPr id="15151" name="Google Shape;15151;p77"/>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77"/>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77"/>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77"/>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77"/>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77"/>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77"/>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77"/>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77"/>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0" name="Google Shape;15160;p77"/>
          <p:cNvGrpSpPr/>
          <p:nvPr/>
        </p:nvGrpSpPr>
        <p:grpSpPr>
          <a:xfrm>
            <a:off x="7510900" y="1981462"/>
            <a:ext cx="372937" cy="360629"/>
            <a:chOff x="7510900" y="1981462"/>
            <a:chExt cx="372937" cy="360629"/>
          </a:xfrm>
        </p:grpSpPr>
        <p:sp>
          <p:nvSpPr>
            <p:cNvPr id="15161" name="Google Shape;15161;p77"/>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77"/>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77"/>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77"/>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77"/>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77"/>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77"/>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77"/>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77"/>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77"/>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77"/>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77"/>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77"/>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77"/>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77"/>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77"/>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7" name="Google Shape;15177;p77"/>
          <p:cNvGrpSpPr/>
          <p:nvPr/>
        </p:nvGrpSpPr>
        <p:grpSpPr>
          <a:xfrm>
            <a:off x="6599476" y="2918260"/>
            <a:ext cx="360629" cy="329975"/>
            <a:chOff x="6599476" y="2918260"/>
            <a:chExt cx="360629" cy="329975"/>
          </a:xfrm>
        </p:grpSpPr>
        <p:sp>
          <p:nvSpPr>
            <p:cNvPr id="15178" name="Google Shape;15178;p77"/>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77"/>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77"/>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77"/>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77"/>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77"/>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77"/>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77"/>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77"/>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77"/>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77"/>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77"/>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77"/>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77"/>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77"/>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77"/>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77"/>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77"/>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77"/>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77"/>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77"/>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77"/>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77"/>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77"/>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77"/>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3" name="Google Shape;15203;p77"/>
          <p:cNvGrpSpPr/>
          <p:nvPr/>
        </p:nvGrpSpPr>
        <p:grpSpPr>
          <a:xfrm>
            <a:off x="5290499" y="2481533"/>
            <a:ext cx="360628" cy="247292"/>
            <a:chOff x="5290499" y="2481533"/>
            <a:chExt cx="360628" cy="247292"/>
          </a:xfrm>
        </p:grpSpPr>
        <p:sp>
          <p:nvSpPr>
            <p:cNvPr id="15204" name="Google Shape;15204;p77"/>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77"/>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77"/>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77"/>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77"/>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77"/>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77"/>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77"/>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77"/>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77"/>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77"/>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77"/>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77"/>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77"/>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77"/>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9" name="Google Shape;15219;p77"/>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77"/>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77"/>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77"/>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77"/>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77"/>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77"/>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77"/>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77"/>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77"/>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77"/>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77"/>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1" name="Google Shape;15231;p77"/>
          <p:cNvGrpSpPr/>
          <p:nvPr/>
        </p:nvGrpSpPr>
        <p:grpSpPr>
          <a:xfrm>
            <a:off x="6201923" y="1981514"/>
            <a:ext cx="351325" cy="360576"/>
            <a:chOff x="6201923" y="1981514"/>
            <a:chExt cx="351325" cy="360576"/>
          </a:xfrm>
        </p:grpSpPr>
        <p:sp>
          <p:nvSpPr>
            <p:cNvPr id="15232" name="Google Shape;15232;p77"/>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77"/>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77"/>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77"/>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77"/>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77"/>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77"/>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9" name="Google Shape;15239;p77"/>
          <p:cNvGrpSpPr/>
          <p:nvPr/>
        </p:nvGrpSpPr>
        <p:grpSpPr>
          <a:xfrm>
            <a:off x="4894461" y="3340691"/>
            <a:ext cx="312884" cy="360785"/>
            <a:chOff x="4894461" y="3340691"/>
            <a:chExt cx="312884" cy="360785"/>
          </a:xfrm>
        </p:grpSpPr>
        <p:sp>
          <p:nvSpPr>
            <p:cNvPr id="15240" name="Google Shape;15240;p77"/>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77"/>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77"/>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77"/>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77"/>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77"/>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77"/>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77"/>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77"/>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77"/>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77"/>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77"/>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77"/>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77"/>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77"/>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77"/>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6" name="Google Shape;15256;p77"/>
          <p:cNvGrpSpPr/>
          <p:nvPr/>
        </p:nvGrpSpPr>
        <p:grpSpPr>
          <a:xfrm>
            <a:off x="5339237" y="1501251"/>
            <a:ext cx="245541" cy="360628"/>
            <a:chOff x="5339237" y="1501251"/>
            <a:chExt cx="245541" cy="360628"/>
          </a:xfrm>
        </p:grpSpPr>
        <p:sp>
          <p:nvSpPr>
            <p:cNvPr id="15257" name="Google Shape;15257;p77"/>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77"/>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77"/>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77"/>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77"/>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77"/>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77"/>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77"/>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77"/>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77"/>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77"/>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77"/>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77"/>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77"/>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77"/>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77"/>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77"/>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4" name="Google Shape;15274;p77"/>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77"/>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77"/>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77"/>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77"/>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77"/>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77"/>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1" name="Google Shape;15281;p77"/>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2" name="Google Shape;15282;p77"/>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77"/>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77"/>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77"/>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77"/>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77"/>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77"/>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77"/>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77"/>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77"/>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2" name="Google Shape;15292;p77"/>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77"/>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77"/>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77"/>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77"/>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77"/>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77"/>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9" name="Google Shape;15299;p77"/>
          <p:cNvGrpSpPr/>
          <p:nvPr/>
        </p:nvGrpSpPr>
        <p:grpSpPr>
          <a:xfrm>
            <a:off x="7959464" y="2474216"/>
            <a:ext cx="370428" cy="261926"/>
            <a:chOff x="7959464" y="2474216"/>
            <a:chExt cx="370428" cy="261926"/>
          </a:xfrm>
        </p:grpSpPr>
        <p:sp>
          <p:nvSpPr>
            <p:cNvPr id="15300" name="Google Shape;15300;p77"/>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77"/>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77"/>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77"/>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77"/>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77"/>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77"/>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77"/>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77"/>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77"/>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77"/>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77"/>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2" name="Google Shape;15312;p77"/>
          <p:cNvGrpSpPr/>
          <p:nvPr/>
        </p:nvGrpSpPr>
        <p:grpSpPr>
          <a:xfrm>
            <a:off x="7518687" y="2457909"/>
            <a:ext cx="360629" cy="294461"/>
            <a:chOff x="7518687" y="2457909"/>
            <a:chExt cx="360629" cy="294461"/>
          </a:xfrm>
        </p:grpSpPr>
        <p:sp>
          <p:nvSpPr>
            <p:cNvPr id="15313" name="Google Shape;15313;p77"/>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77"/>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77"/>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77"/>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77"/>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77"/>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77"/>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77"/>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77"/>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77"/>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77"/>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77"/>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77"/>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77"/>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77"/>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77"/>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77"/>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77"/>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77"/>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2" name="Google Shape;15332;p77"/>
          <p:cNvGrpSpPr/>
          <p:nvPr/>
        </p:nvGrpSpPr>
        <p:grpSpPr>
          <a:xfrm>
            <a:off x="7086220" y="1981566"/>
            <a:ext cx="343799" cy="360524"/>
            <a:chOff x="7086220" y="1981566"/>
            <a:chExt cx="343799" cy="360524"/>
          </a:xfrm>
        </p:grpSpPr>
        <p:sp>
          <p:nvSpPr>
            <p:cNvPr id="15333" name="Google Shape;15333;p77"/>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77"/>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77"/>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77"/>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77"/>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77"/>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77"/>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77"/>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77"/>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77"/>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77"/>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77"/>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77"/>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77"/>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77"/>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77"/>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77"/>
          <p:cNvGrpSpPr/>
          <p:nvPr/>
        </p:nvGrpSpPr>
        <p:grpSpPr>
          <a:xfrm>
            <a:off x="6141112" y="2927563"/>
            <a:ext cx="368416" cy="311369"/>
            <a:chOff x="6141112" y="2927563"/>
            <a:chExt cx="368416" cy="311369"/>
          </a:xfrm>
        </p:grpSpPr>
        <p:sp>
          <p:nvSpPr>
            <p:cNvPr id="15350" name="Google Shape;15350;p77"/>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77"/>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77"/>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77"/>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77"/>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77"/>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77"/>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7" name="Google Shape;15357;p77"/>
          <p:cNvGrpSpPr/>
          <p:nvPr/>
        </p:nvGrpSpPr>
        <p:grpSpPr>
          <a:xfrm>
            <a:off x="7520699" y="2902946"/>
            <a:ext cx="335489" cy="360629"/>
            <a:chOff x="7520699" y="2902946"/>
            <a:chExt cx="335489" cy="360629"/>
          </a:xfrm>
        </p:grpSpPr>
        <p:sp>
          <p:nvSpPr>
            <p:cNvPr id="15358" name="Google Shape;15358;p77"/>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77"/>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77"/>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77"/>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77"/>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77"/>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77"/>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77"/>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77"/>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77"/>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77"/>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77"/>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77"/>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77"/>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77"/>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73" name="Google Shape;15373;p77"/>
          <p:cNvGrpSpPr/>
          <p:nvPr/>
        </p:nvGrpSpPr>
        <p:grpSpPr>
          <a:xfrm>
            <a:off x="7988340" y="2902946"/>
            <a:ext cx="308886" cy="360628"/>
            <a:chOff x="7988340" y="2902946"/>
            <a:chExt cx="308886" cy="360628"/>
          </a:xfrm>
        </p:grpSpPr>
        <p:sp>
          <p:nvSpPr>
            <p:cNvPr id="15374" name="Google Shape;15374;p77"/>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77"/>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77"/>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77"/>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77"/>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77"/>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77"/>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77"/>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77"/>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77"/>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77"/>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77"/>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77"/>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77"/>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77"/>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77"/>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77"/>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77"/>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77"/>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77"/>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77"/>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77"/>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77"/>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7" name="Google Shape;15397;p77"/>
          <p:cNvGrpSpPr/>
          <p:nvPr/>
        </p:nvGrpSpPr>
        <p:grpSpPr>
          <a:xfrm>
            <a:off x="5690039" y="2902998"/>
            <a:ext cx="362902" cy="360498"/>
            <a:chOff x="5690039" y="2902998"/>
            <a:chExt cx="362902" cy="360498"/>
          </a:xfrm>
        </p:grpSpPr>
        <p:sp>
          <p:nvSpPr>
            <p:cNvPr id="15398" name="Google Shape;15398;p77"/>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77"/>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77"/>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77"/>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77"/>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77"/>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77"/>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5" name="Google Shape;15405;p77"/>
          <p:cNvGrpSpPr/>
          <p:nvPr/>
        </p:nvGrpSpPr>
        <p:grpSpPr>
          <a:xfrm>
            <a:off x="4871935" y="1500990"/>
            <a:ext cx="258503" cy="360890"/>
            <a:chOff x="4871935" y="1500990"/>
            <a:chExt cx="258503" cy="360890"/>
          </a:xfrm>
        </p:grpSpPr>
        <p:sp>
          <p:nvSpPr>
            <p:cNvPr id="15406" name="Google Shape;15406;p77"/>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77"/>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77"/>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77"/>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77"/>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77"/>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77"/>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77"/>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77"/>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77"/>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77"/>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77"/>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77"/>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77"/>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20" name="Google Shape;15420;p77"/>
          <p:cNvSpPr/>
          <p:nvPr/>
        </p:nvSpPr>
        <p:spPr>
          <a:xfrm>
            <a:off x="6342646" y="1849022"/>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21" name="Google Shape;15421;p77"/>
          <p:cNvGrpSpPr/>
          <p:nvPr/>
        </p:nvGrpSpPr>
        <p:grpSpPr>
          <a:xfrm>
            <a:off x="6265764" y="1501251"/>
            <a:ext cx="234983" cy="360628"/>
            <a:chOff x="6265764" y="1501251"/>
            <a:chExt cx="234983" cy="360628"/>
          </a:xfrm>
        </p:grpSpPr>
        <p:sp>
          <p:nvSpPr>
            <p:cNvPr id="15422" name="Google Shape;15422;p77"/>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77"/>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77"/>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77"/>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77"/>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77"/>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77"/>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77"/>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77"/>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77"/>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77"/>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77"/>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4" name="Google Shape;15434;p77"/>
          <p:cNvGrpSpPr/>
          <p:nvPr/>
        </p:nvGrpSpPr>
        <p:grpSpPr>
          <a:xfrm>
            <a:off x="6193639" y="3401998"/>
            <a:ext cx="360628" cy="238250"/>
            <a:chOff x="6193639" y="3401998"/>
            <a:chExt cx="360628" cy="238250"/>
          </a:xfrm>
        </p:grpSpPr>
        <p:sp>
          <p:nvSpPr>
            <p:cNvPr id="15435" name="Google Shape;15435;p77"/>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77"/>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77"/>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77"/>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77"/>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77"/>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77"/>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77"/>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77"/>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77"/>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77"/>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6" name="Google Shape;15446;p77"/>
          <p:cNvGrpSpPr/>
          <p:nvPr/>
        </p:nvGrpSpPr>
        <p:grpSpPr>
          <a:xfrm>
            <a:off x="5801625" y="1501251"/>
            <a:ext cx="246037" cy="360629"/>
            <a:chOff x="5801625" y="1501251"/>
            <a:chExt cx="246037" cy="360629"/>
          </a:xfrm>
        </p:grpSpPr>
        <p:sp>
          <p:nvSpPr>
            <p:cNvPr id="15447" name="Google Shape;15447;p77"/>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77"/>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77"/>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77"/>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77"/>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77"/>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77"/>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77"/>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77"/>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77"/>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77"/>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77"/>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77"/>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77"/>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77"/>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77"/>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77"/>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77"/>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77"/>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6" name="Google Shape;15466;p77"/>
          <p:cNvGrpSpPr/>
          <p:nvPr/>
        </p:nvGrpSpPr>
        <p:grpSpPr>
          <a:xfrm>
            <a:off x="6641680" y="1981462"/>
            <a:ext cx="352083" cy="360864"/>
            <a:chOff x="6641680" y="1981462"/>
            <a:chExt cx="352083" cy="360864"/>
          </a:xfrm>
        </p:grpSpPr>
        <p:sp>
          <p:nvSpPr>
            <p:cNvPr id="15467" name="Google Shape;15467;p77"/>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77"/>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77"/>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77"/>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77"/>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77"/>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77"/>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77"/>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77"/>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77"/>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77"/>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77"/>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77"/>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77"/>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77"/>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77"/>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77"/>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77"/>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77"/>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77"/>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77"/>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77"/>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77"/>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77"/>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77"/>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77"/>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77"/>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77"/>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5" name="Google Shape;15495;p77"/>
          <p:cNvGrpSpPr/>
          <p:nvPr/>
        </p:nvGrpSpPr>
        <p:grpSpPr>
          <a:xfrm>
            <a:off x="7205332" y="1501251"/>
            <a:ext cx="198032" cy="360629"/>
            <a:chOff x="7205332" y="1501251"/>
            <a:chExt cx="198032" cy="360629"/>
          </a:xfrm>
        </p:grpSpPr>
        <p:sp>
          <p:nvSpPr>
            <p:cNvPr id="15496" name="Google Shape;15496;p77"/>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77"/>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77"/>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77"/>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77"/>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77"/>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77"/>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77"/>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77"/>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77"/>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77"/>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77"/>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77"/>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77"/>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77"/>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77"/>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77"/>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77"/>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77"/>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77"/>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16" name="Google Shape;15516;p77"/>
          <p:cNvGrpSpPr/>
          <p:nvPr/>
        </p:nvGrpSpPr>
        <p:grpSpPr>
          <a:xfrm>
            <a:off x="7688313" y="1501251"/>
            <a:ext cx="153058" cy="360628"/>
            <a:chOff x="7688313" y="1501251"/>
            <a:chExt cx="153058" cy="360628"/>
          </a:xfrm>
        </p:grpSpPr>
        <p:sp>
          <p:nvSpPr>
            <p:cNvPr id="15517" name="Google Shape;15517;p77"/>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77"/>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77"/>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77"/>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77"/>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77"/>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77"/>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77"/>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77"/>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77"/>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77"/>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77"/>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77"/>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77"/>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77"/>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77"/>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3" name="Google Shape;15533;p77"/>
          <p:cNvGrpSpPr/>
          <p:nvPr/>
        </p:nvGrpSpPr>
        <p:grpSpPr>
          <a:xfrm>
            <a:off x="8150179" y="1501251"/>
            <a:ext cx="150811" cy="360628"/>
            <a:chOff x="8150179" y="1501251"/>
            <a:chExt cx="150811" cy="360628"/>
          </a:xfrm>
        </p:grpSpPr>
        <p:sp>
          <p:nvSpPr>
            <p:cNvPr id="15534" name="Google Shape;15534;p77"/>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77"/>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77"/>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77"/>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77"/>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77"/>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77"/>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77"/>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77"/>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43" name="Google Shape;15543;p77"/>
          <p:cNvSpPr/>
          <p:nvPr/>
        </p:nvSpPr>
        <p:spPr>
          <a:xfrm>
            <a:off x="4948085" y="2906944"/>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44" name="Google Shape;15544;p77"/>
          <p:cNvGrpSpPr/>
          <p:nvPr/>
        </p:nvGrpSpPr>
        <p:grpSpPr>
          <a:xfrm>
            <a:off x="4877867" y="2902946"/>
            <a:ext cx="170149" cy="360629"/>
            <a:chOff x="4877867" y="2902946"/>
            <a:chExt cx="170149" cy="360629"/>
          </a:xfrm>
        </p:grpSpPr>
        <p:sp>
          <p:nvSpPr>
            <p:cNvPr id="15545" name="Google Shape;15545;p77"/>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77"/>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77"/>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77"/>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77"/>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77"/>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77"/>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77"/>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77"/>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77"/>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77"/>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77"/>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77"/>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8" name="Google Shape;15558;p77"/>
          <p:cNvGrpSpPr/>
          <p:nvPr/>
        </p:nvGrpSpPr>
        <p:grpSpPr>
          <a:xfrm>
            <a:off x="6741689" y="1500676"/>
            <a:ext cx="207962" cy="361203"/>
            <a:chOff x="6741689" y="1500676"/>
            <a:chExt cx="207962" cy="361203"/>
          </a:xfrm>
        </p:grpSpPr>
        <p:sp>
          <p:nvSpPr>
            <p:cNvPr id="15559" name="Google Shape;15559;p77"/>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77"/>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77"/>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77"/>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77"/>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77"/>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77"/>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77"/>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77"/>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77"/>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77"/>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77"/>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77"/>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77"/>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77"/>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77"/>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77"/>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77"/>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77"/>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8" name="Google Shape;15578;p77"/>
          <p:cNvGrpSpPr/>
          <p:nvPr/>
        </p:nvGrpSpPr>
        <p:grpSpPr>
          <a:xfrm>
            <a:off x="5752627" y="3430404"/>
            <a:ext cx="360628" cy="181464"/>
            <a:chOff x="5752627" y="3430404"/>
            <a:chExt cx="360628" cy="181464"/>
          </a:xfrm>
        </p:grpSpPr>
        <p:sp>
          <p:nvSpPr>
            <p:cNvPr id="15579" name="Google Shape;15579;p77"/>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77"/>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77"/>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77"/>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77"/>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77"/>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77"/>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77"/>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77"/>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77"/>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77"/>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77"/>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77"/>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77"/>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77"/>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77"/>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77"/>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77"/>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77"/>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77"/>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77"/>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77"/>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77"/>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77"/>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77"/>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77"/>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77"/>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77"/>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7" name="Google Shape;15607;p77"/>
          <p:cNvGrpSpPr/>
          <p:nvPr/>
        </p:nvGrpSpPr>
        <p:grpSpPr>
          <a:xfrm>
            <a:off x="5235700" y="2902998"/>
            <a:ext cx="361909" cy="360759"/>
            <a:chOff x="5235700" y="2902998"/>
            <a:chExt cx="361909" cy="360759"/>
          </a:xfrm>
        </p:grpSpPr>
        <p:sp>
          <p:nvSpPr>
            <p:cNvPr id="15608" name="Google Shape;15608;p77"/>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77"/>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77"/>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77"/>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77"/>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77"/>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77"/>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5" name="Google Shape;15615;p77"/>
          <p:cNvGrpSpPr/>
          <p:nvPr/>
        </p:nvGrpSpPr>
        <p:grpSpPr>
          <a:xfrm>
            <a:off x="6634912" y="3394969"/>
            <a:ext cx="360367" cy="252309"/>
            <a:chOff x="6634912" y="3394969"/>
            <a:chExt cx="360367" cy="252309"/>
          </a:xfrm>
        </p:grpSpPr>
        <p:sp>
          <p:nvSpPr>
            <p:cNvPr id="15616" name="Google Shape;15616;p77"/>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77"/>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77"/>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77"/>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77"/>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77"/>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77"/>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77"/>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77"/>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77"/>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77"/>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77"/>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77"/>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9" name="Google Shape;15629;p77"/>
          <p:cNvGrpSpPr/>
          <p:nvPr/>
        </p:nvGrpSpPr>
        <p:grpSpPr>
          <a:xfrm>
            <a:off x="7059330" y="3340796"/>
            <a:ext cx="377170" cy="360655"/>
            <a:chOff x="7059330" y="3340796"/>
            <a:chExt cx="377170" cy="360655"/>
          </a:xfrm>
        </p:grpSpPr>
        <p:sp>
          <p:nvSpPr>
            <p:cNvPr id="15630" name="Google Shape;15630;p77"/>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77"/>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2" name="Google Shape;15632;p77"/>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77"/>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77"/>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77"/>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77"/>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77"/>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77"/>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77"/>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77"/>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77"/>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2" name="Google Shape;15642;p77"/>
          <p:cNvGrpSpPr/>
          <p:nvPr/>
        </p:nvGrpSpPr>
        <p:grpSpPr>
          <a:xfrm>
            <a:off x="7957948" y="3375631"/>
            <a:ext cx="360629" cy="291012"/>
            <a:chOff x="7957948" y="3375631"/>
            <a:chExt cx="360629" cy="291012"/>
          </a:xfrm>
        </p:grpSpPr>
        <p:sp>
          <p:nvSpPr>
            <p:cNvPr id="15643" name="Google Shape;15643;p77"/>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77"/>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77"/>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77"/>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77"/>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77"/>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77"/>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77"/>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77"/>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77"/>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77"/>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77"/>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77"/>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77"/>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77"/>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77"/>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77"/>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77"/>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1" name="Google Shape;15661;p77"/>
          <p:cNvGrpSpPr/>
          <p:nvPr/>
        </p:nvGrpSpPr>
        <p:grpSpPr>
          <a:xfrm>
            <a:off x="6198656" y="3867888"/>
            <a:ext cx="347562" cy="227954"/>
            <a:chOff x="6198656" y="3867888"/>
            <a:chExt cx="347562" cy="227954"/>
          </a:xfrm>
        </p:grpSpPr>
        <p:sp>
          <p:nvSpPr>
            <p:cNvPr id="15662" name="Google Shape;15662;p77"/>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77"/>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77"/>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77"/>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77"/>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77"/>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77"/>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77"/>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77"/>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77"/>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77"/>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3" name="Google Shape;15673;p77"/>
          <p:cNvGrpSpPr/>
          <p:nvPr/>
        </p:nvGrpSpPr>
        <p:grpSpPr>
          <a:xfrm>
            <a:off x="5706895" y="3819151"/>
            <a:ext cx="349392" cy="325454"/>
            <a:chOff x="5706895" y="3819151"/>
            <a:chExt cx="349392" cy="325454"/>
          </a:xfrm>
        </p:grpSpPr>
        <p:sp>
          <p:nvSpPr>
            <p:cNvPr id="15674" name="Google Shape;15674;p77"/>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77"/>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77"/>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77"/>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77"/>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77"/>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77"/>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77"/>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77"/>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77"/>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77"/>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77"/>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77"/>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77"/>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77"/>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9" name="Google Shape;15689;p77"/>
          <p:cNvGrpSpPr/>
          <p:nvPr/>
        </p:nvGrpSpPr>
        <p:grpSpPr>
          <a:xfrm>
            <a:off x="7648618" y="3340744"/>
            <a:ext cx="97265" cy="360393"/>
            <a:chOff x="7648618" y="3340744"/>
            <a:chExt cx="97265" cy="360393"/>
          </a:xfrm>
        </p:grpSpPr>
        <p:sp>
          <p:nvSpPr>
            <p:cNvPr id="15690" name="Google Shape;15690;p77"/>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77"/>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77"/>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93" name="Google Shape;15693;p77"/>
          <p:cNvGrpSpPr/>
          <p:nvPr/>
        </p:nvGrpSpPr>
        <p:grpSpPr>
          <a:xfrm>
            <a:off x="7164356" y="3790667"/>
            <a:ext cx="385507" cy="382501"/>
            <a:chOff x="7164356" y="3790667"/>
            <a:chExt cx="385507" cy="382501"/>
          </a:xfrm>
        </p:grpSpPr>
        <p:sp>
          <p:nvSpPr>
            <p:cNvPr id="15694" name="Google Shape;15694;p77"/>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77"/>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77"/>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77"/>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77"/>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77"/>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77"/>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77"/>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77"/>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77"/>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77"/>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77"/>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77"/>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77"/>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77"/>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77"/>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77"/>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77"/>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77"/>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77"/>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77"/>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77"/>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77"/>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77"/>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77"/>
          <p:cNvGrpSpPr/>
          <p:nvPr/>
        </p:nvGrpSpPr>
        <p:grpSpPr>
          <a:xfrm>
            <a:off x="6670400" y="3826468"/>
            <a:ext cx="387911" cy="310846"/>
            <a:chOff x="6670400" y="3826468"/>
            <a:chExt cx="387911" cy="310846"/>
          </a:xfrm>
        </p:grpSpPr>
        <p:sp>
          <p:nvSpPr>
            <p:cNvPr id="15719" name="Google Shape;15719;p77"/>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77"/>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77"/>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77"/>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77"/>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77"/>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77"/>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77"/>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77"/>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77"/>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77"/>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77"/>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77"/>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77"/>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77"/>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77"/>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77"/>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77"/>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7" name="Google Shape;15737;p77"/>
          <p:cNvGrpSpPr/>
          <p:nvPr/>
        </p:nvGrpSpPr>
        <p:grpSpPr>
          <a:xfrm>
            <a:off x="7662181" y="3803446"/>
            <a:ext cx="302823" cy="360498"/>
            <a:chOff x="7662181" y="3803446"/>
            <a:chExt cx="302823" cy="360498"/>
          </a:xfrm>
        </p:grpSpPr>
        <p:sp>
          <p:nvSpPr>
            <p:cNvPr id="15738" name="Google Shape;15738;p77"/>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77"/>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77"/>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1" name="Google Shape;15741;p77"/>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77"/>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77"/>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77"/>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77"/>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77"/>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77"/>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8" name="Google Shape;15748;p77"/>
          <p:cNvGrpSpPr/>
          <p:nvPr/>
        </p:nvGrpSpPr>
        <p:grpSpPr>
          <a:xfrm>
            <a:off x="5206562" y="3803994"/>
            <a:ext cx="363895" cy="355663"/>
            <a:chOff x="5206562" y="3803994"/>
            <a:chExt cx="363895" cy="355663"/>
          </a:xfrm>
        </p:grpSpPr>
        <p:sp>
          <p:nvSpPr>
            <p:cNvPr id="15749" name="Google Shape;15749;p77"/>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77"/>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77"/>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77"/>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77"/>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77"/>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77"/>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77"/>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77"/>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77"/>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77"/>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77"/>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77"/>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77"/>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766"/>
        <p:cNvGrpSpPr/>
        <p:nvPr/>
      </p:nvGrpSpPr>
      <p:grpSpPr>
        <a:xfrm>
          <a:off x="0" y="0"/>
          <a:ext cx="0" cy="0"/>
          <a:chOff x="0" y="0"/>
          <a:chExt cx="0" cy="0"/>
        </a:xfrm>
      </p:grpSpPr>
      <p:sp>
        <p:nvSpPr>
          <p:cNvPr id="15767" name="Google Shape;15767;p7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grpSp>
        <p:nvGrpSpPr>
          <p:cNvPr id="15768" name="Google Shape;15768;p78"/>
          <p:cNvGrpSpPr/>
          <p:nvPr/>
        </p:nvGrpSpPr>
        <p:grpSpPr>
          <a:xfrm>
            <a:off x="4682526" y="1512217"/>
            <a:ext cx="369948" cy="370132"/>
            <a:chOff x="4682526" y="1512217"/>
            <a:chExt cx="369948" cy="370132"/>
          </a:xfrm>
        </p:grpSpPr>
        <p:sp>
          <p:nvSpPr>
            <p:cNvPr id="15769" name="Google Shape;15769;p78"/>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78"/>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78"/>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78"/>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78"/>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78"/>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78"/>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78"/>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78"/>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78"/>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78"/>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78"/>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78"/>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78"/>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78"/>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4" name="Google Shape;15784;p78"/>
          <p:cNvGrpSpPr/>
          <p:nvPr/>
        </p:nvGrpSpPr>
        <p:grpSpPr>
          <a:xfrm>
            <a:off x="3592433" y="1980212"/>
            <a:ext cx="381542" cy="370079"/>
            <a:chOff x="3592433" y="1980212"/>
            <a:chExt cx="381542" cy="370079"/>
          </a:xfrm>
        </p:grpSpPr>
        <p:sp>
          <p:nvSpPr>
            <p:cNvPr id="15785" name="Google Shape;15785;p78"/>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78"/>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78"/>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78"/>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78"/>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78"/>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78"/>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78"/>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78"/>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4" name="Google Shape;15794;p78"/>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5" name="Google Shape;15795;p78"/>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78"/>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7" name="Google Shape;15797;p78"/>
          <p:cNvGrpSpPr/>
          <p:nvPr/>
        </p:nvGrpSpPr>
        <p:grpSpPr>
          <a:xfrm>
            <a:off x="1398582" y="2973490"/>
            <a:ext cx="371391" cy="235126"/>
            <a:chOff x="1398582" y="2973490"/>
            <a:chExt cx="371391" cy="235126"/>
          </a:xfrm>
        </p:grpSpPr>
        <p:sp>
          <p:nvSpPr>
            <p:cNvPr id="15798" name="Google Shape;15798;p78"/>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78"/>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78"/>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78"/>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78"/>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78"/>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78"/>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78"/>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78"/>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78"/>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78"/>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78"/>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78"/>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78"/>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78"/>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3" name="Google Shape;15813;p78"/>
          <p:cNvGrpSpPr/>
          <p:nvPr/>
        </p:nvGrpSpPr>
        <p:grpSpPr>
          <a:xfrm>
            <a:off x="850795" y="1512217"/>
            <a:ext cx="370132" cy="370132"/>
            <a:chOff x="850795" y="1512217"/>
            <a:chExt cx="370132" cy="370132"/>
          </a:xfrm>
        </p:grpSpPr>
        <p:sp>
          <p:nvSpPr>
            <p:cNvPr id="15814" name="Google Shape;15814;p78"/>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78"/>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78"/>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78"/>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78"/>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78"/>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78"/>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78"/>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78"/>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78"/>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78"/>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78"/>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78"/>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78"/>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78"/>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78"/>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78"/>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78"/>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2" name="Google Shape;15832;p78"/>
          <p:cNvGrpSpPr/>
          <p:nvPr/>
        </p:nvGrpSpPr>
        <p:grpSpPr>
          <a:xfrm>
            <a:off x="8038497" y="2906079"/>
            <a:ext cx="236568" cy="370105"/>
            <a:chOff x="8038497" y="2906079"/>
            <a:chExt cx="236568" cy="370105"/>
          </a:xfrm>
        </p:grpSpPr>
        <p:sp>
          <p:nvSpPr>
            <p:cNvPr id="15833" name="Google Shape;15833;p78"/>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4" name="Google Shape;15834;p78"/>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78"/>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78"/>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78"/>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78"/>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78"/>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0" name="Google Shape;15840;p78"/>
          <p:cNvGrpSpPr/>
          <p:nvPr/>
        </p:nvGrpSpPr>
        <p:grpSpPr>
          <a:xfrm>
            <a:off x="6324130" y="1566303"/>
            <a:ext cx="370630" cy="261802"/>
            <a:chOff x="6324130" y="1566303"/>
            <a:chExt cx="370630" cy="261802"/>
          </a:xfrm>
        </p:grpSpPr>
        <p:sp>
          <p:nvSpPr>
            <p:cNvPr id="15841" name="Google Shape;15841;p78"/>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78"/>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78"/>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78"/>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78"/>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78"/>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78"/>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78"/>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78"/>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78"/>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78"/>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78"/>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78"/>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78"/>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78"/>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78"/>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78"/>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8" name="Google Shape;15858;p78"/>
          <p:cNvGrpSpPr/>
          <p:nvPr/>
        </p:nvGrpSpPr>
        <p:grpSpPr>
          <a:xfrm>
            <a:off x="5232280" y="2026587"/>
            <a:ext cx="370840" cy="353213"/>
            <a:chOff x="5232280" y="2026587"/>
            <a:chExt cx="370840" cy="353213"/>
          </a:xfrm>
        </p:grpSpPr>
        <p:sp>
          <p:nvSpPr>
            <p:cNvPr id="15859" name="Google Shape;15859;p78"/>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78"/>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78"/>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78"/>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78"/>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78"/>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78"/>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78"/>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78"/>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78"/>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78"/>
          <p:cNvGrpSpPr/>
          <p:nvPr/>
        </p:nvGrpSpPr>
        <p:grpSpPr>
          <a:xfrm>
            <a:off x="7968961" y="2435329"/>
            <a:ext cx="379548" cy="365331"/>
            <a:chOff x="7968961" y="2435329"/>
            <a:chExt cx="379548" cy="365331"/>
          </a:xfrm>
        </p:grpSpPr>
        <p:sp>
          <p:nvSpPr>
            <p:cNvPr id="15870" name="Google Shape;15870;p78"/>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78"/>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78"/>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78"/>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78"/>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78"/>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6" name="Google Shape;15876;p78"/>
          <p:cNvGrpSpPr/>
          <p:nvPr/>
        </p:nvGrpSpPr>
        <p:grpSpPr>
          <a:xfrm>
            <a:off x="4136679" y="2115323"/>
            <a:ext cx="373305" cy="223217"/>
            <a:chOff x="4136679" y="2115323"/>
            <a:chExt cx="373305" cy="223217"/>
          </a:xfrm>
        </p:grpSpPr>
        <p:sp>
          <p:nvSpPr>
            <p:cNvPr id="15877" name="Google Shape;15877;p78"/>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78"/>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78"/>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78"/>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78"/>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78"/>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78"/>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78"/>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78"/>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78"/>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7" name="Google Shape;15887;p78"/>
          <p:cNvGrpSpPr/>
          <p:nvPr/>
        </p:nvGrpSpPr>
        <p:grpSpPr>
          <a:xfrm>
            <a:off x="7423823" y="2464077"/>
            <a:ext cx="372046" cy="307730"/>
            <a:chOff x="7423823" y="2464077"/>
            <a:chExt cx="372046" cy="307730"/>
          </a:xfrm>
        </p:grpSpPr>
        <p:sp>
          <p:nvSpPr>
            <p:cNvPr id="15888" name="Google Shape;15888;p78"/>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78"/>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78"/>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78"/>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78"/>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78"/>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78"/>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78"/>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78"/>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78"/>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78"/>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78"/>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78"/>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78"/>
          <p:cNvGrpSpPr/>
          <p:nvPr/>
        </p:nvGrpSpPr>
        <p:grpSpPr>
          <a:xfrm>
            <a:off x="3882511" y="3365156"/>
            <a:ext cx="295061" cy="370263"/>
            <a:chOff x="3882511" y="3365156"/>
            <a:chExt cx="295061" cy="370263"/>
          </a:xfrm>
        </p:grpSpPr>
        <p:sp>
          <p:nvSpPr>
            <p:cNvPr id="15902" name="Google Shape;15902;p78"/>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78"/>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78"/>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78"/>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78"/>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7" name="Google Shape;15907;p78"/>
          <p:cNvGrpSpPr/>
          <p:nvPr/>
        </p:nvGrpSpPr>
        <p:grpSpPr>
          <a:xfrm>
            <a:off x="5229788" y="1512217"/>
            <a:ext cx="370132" cy="370132"/>
            <a:chOff x="5229788" y="1512217"/>
            <a:chExt cx="370132" cy="370132"/>
          </a:xfrm>
        </p:grpSpPr>
        <p:sp>
          <p:nvSpPr>
            <p:cNvPr id="15908" name="Google Shape;15908;p78"/>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78"/>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78"/>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78"/>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78"/>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3" name="Google Shape;15913;p78"/>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4" name="Google Shape;15914;p78"/>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78"/>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78"/>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78"/>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78"/>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78"/>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78"/>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78"/>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78"/>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78"/>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78"/>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5" name="Google Shape;15925;p78"/>
          <p:cNvGrpSpPr/>
          <p:nvPr/>
        </p:nvGrpSpPr>
        <p:grpSpPr>
          <a:xfrm>
            <a:off x="6041869" y="3365392"/>
            <a:ext cx="373882" cy="370053"/>
            <a:chOff x="6041869" y="3365392"/>
            <a:chExt cx="373882" cy="370053"/>
          </a:xfrm>
        </p:grpSpPr>
        <p:sp>
          <p:nvSpPr>
            <p:cNvPr id="15926" name="Google Shape;15926;p78"/>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78"/>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78"/>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78"/>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78"/>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78"/>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78"/>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78"/>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78"/>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78"/>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6" name="Google Shape;15936;p78"/>
          <p:cNvGrpSpPr/>
          <p:nvPr/>
        </p:nvGrpSpPr>
        <p:grpSpPr>
          <a:xfrm>
            <a:off x="4684309" y="2087493"/>
            <a:ext cx="374748" cy="279140"/>
            <a:chOff x="4684309" y="2087493"/>
            <a:chExt cx="374748" cy="279140"/>
          </a:xfrm>
        </p:grpSpPr>
        <p:sp>
          <p:nvSpPr>
            <p:cNvPr id="15937" name="Google Shape;15937;p78"/>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78"/>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78"/>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78"/>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78"/>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78"/>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78"/>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4" name="Google Shape;15944;p78"/>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5" name="Google Shape;15945;p78"/>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78"/>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78"/>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78"/>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9" name="Google Shape;15949;p78"/>
          <p:cNvGrpSpPr/>
          <p:nvPr/>
        </p:nvGrpSpPr>
        <p:grpSpPr>
          <a:xfrm>
            <a:off x="7521110" y="2906131"/>
            <a:ext cx="175400" cy="370053"/>
            <a:chOff x="7521110" y="2906131"/>
            <a:chExt cx="175400" cy="370053"/>
          </a:xfrm>
        </p:grpSpPr>
        <p:sp>
          <p:nvSpPr>
            <p:cNvPr id="15950" name="Google Shape;15950;p78"/>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78"/>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78"/>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78"/>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78"/>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78"/>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78"/>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78"/>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78"/>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9" name="Google Shape;15959;p78"/>
          <p:cNvGrpSpPr/>
          <p:nvPr/>
        </p:nvGrpSpPr>
        <p:grpSpPr>
          <a:xfrm>
            <a:off x="3586925" y="1523286"/>
            <a:ext cx="371023" cy="347915"/>
            <a:chOff x="3586925" y="1523286"/>
            <a:chExt cx="371023" cy="347915"/>
          </a:xfrm>
        </p:grpSpPr>
        <p:sp>
          <p:nvSpPr>
            <p:cNvPr id="15960" name="Google Shape;15960;p78"/>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78"/>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78"/>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78"/>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78"/>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78"/>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78"/>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78"/>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78"/>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78"/>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78"/>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78"/>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78"/>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78"/>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78"/>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78"/>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78"/>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7" name="Google Shape;15977;p78"/>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8" name="Google Shape;15978;p78"/>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9" name="Google Shape;15979;p78"/>
          <p:cNvGrpSpPr/>
          <p:nvPr/>
        </p:nvGrpSpPr>
        <p:grpSpPr>
          <a:xfrm>
            <a:off x="6876009" y="2475461"/>
            <a:ext cx="370158" cy="285120"/>
            <a:chOff x="6876009" y="2475461"/>
            <a:chExt cx="370158" cy="285120"/>
          </a:xfrm>
        </p:grpSpPr>
        <p:sp>
          <p:nvSpPr>
            <p:cNvPr id="15980" name="Google Shape;15980;p78"/>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78"/>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78"/>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78"/>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78"/>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78"/>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78"/>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78"/>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78"/>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9" name="Google Shape;15989;p78"/>
          <p:cNvGrpSpPr/>
          <p:nvPr/>
        </p:nvGrpSpPr>
        <p:grpSpPr>
          <a:xfrm>
            <a:off x="6328222" y="2445847"/>
            <a:ext cx="370158" cy="344269"/>
            <a:chOff x="6328222" y="2445847"/>
            <a:chExt cx="370158" cy="344269"/>
          </a:xfrm>
        </p:grpSpPr>
        <p:sp>
          <p:nvSpPr>
            <p:cNvPr id="15990" name="Google Shape;15990;p78"/>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78"/>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78"/>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78"/>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78"/>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78"/>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78"/>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78"/>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8" name="Google Shape;15998;p78"/>
          <p:cNvGrpSpPr/>
          <p:nvPr/>
        </p:nvGrpSpPr>
        <p:grpSpPr>
          <a:xfrm>
            <a:off x="5249540" y="2432942"/>
            <a:ext cx="351639" cy="370184"/>
            <a:chOff x="5249540" y="2432942"/>
            <a:chExt cx="351639" cy="370184"/>
          </a:xfrm>
        </p:grpSpPr>
        <p:sp>
          <p:nvSpPr>
            <p:cNvPr id="15999" name="Google Shape;15999;p78"/>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78"/>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78"/>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78"/>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78"/>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78"/>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78"/>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6" name="Google Shape;16006;p78"/>
          <p:cNvGrpSpPr/>
          <p:nvPr/>
        </p:nvGrpSpPr>
        <p:grpSpPr>
          <a:xfrm>
            <a:off x="4137047" y="2482176"/>
            <a:ext cx="371102" cy="271585"/>
            <a:chOff x="4137047" y="2482176"/>
            <a:chExt cx="371102" cy="271585"/>
          </a:xfrm>
        </p:grpSpPr>
        <p:sp>
          <p:nvSpPr>
            <p:cNvPr id="16007" name="Google Shape;16007;p78"/>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78"/>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78"/>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78"/>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78"/>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78"/>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78"/>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78"/>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78"/>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78"/>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78"/>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8" name="Google Shape;16018;p78"/>
          <p:cNvGrpSpPr/>
          <p:nvPr/>
        </p:nvGrpSpPr>
        <p:grpSpPr>
          <a:xfrm>
            <a:off x="4686434" y="2432916"/>
            <a:ext cx="367377" cy="370079"/>
            <a:chOff x="4686434" y="2432916"/>
            <a:chExt cx="367377" cy="370079"/>
          </a:xfrm>
        </p:grpSpPr>
        <p:sp>
          <p:nvSpPr>
            <p:cNvPr id="16019" name="Google Shape;16019;p78"/>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78"/>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78"/>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78"/>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78"/>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78"/>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78"/>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78"/>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78"/>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78"/>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78"/>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0" name="Google Shape;16030;p78"/>
          <p:cNvGrpSpPr/>
          <p:nvPr/>
        </p:nvGrpSpPr>
        <p:grpSpPr>
          <a:xfrm>
            <a:off x="6328222" y="2056306"/>
            <a:ext cx="372099" cy="293986"/>
            <a:chOff x="6328222" y="2056306"/>
            <a:chExt cx="372099" cy="293986"/>
          </a:xfrm>
        </p:grpSpPr>
        <p:sp>
          <p:nvSpPr>
            <p:cNvPr id="16031" name="Google Shape;16031;p78"/>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78"/>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78"/>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78"/>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78"/>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78"/>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78"/>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78"/>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9" name="Google Shape;16039;p78"/>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40" name="Google Shape;16040;p78"/>
          <p:cNvGrpSpPr/>
          <p:nvPr/>
        </p:nvGrpSpPr>
        <p:grpSpPr>
          <a:xfrm>
            <a:off x="5789327" y="2432968"/>
            <a:ext cx="352531" cy="370132"/>
            <a:chOff x="5789327" y="2432968"/>
            <a:chExt cx="352531" cy="370132"/>
          </a:xfrm>
        </p:grpSpPr>
        <p:sp>
          <p:nvSpPr>
            <p:cNvPr id="16041" name="Google Shape;16041;p78"/>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78"/>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78"/>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78"/>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78"/>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78"/>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78"/>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78"/>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78"/>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78"/>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1" name="Google Shape;16051;p78"/>
          <p:cNvGrpSpPr/>
          <p:nvPr/>
        </p:nvGrpSpPr>
        <p:grpSpPr>
          <a:xfrm>
            <a:off x="874612" y="1980134"/>
            <a:ext cx="322314" cy="370158"/>
            <a:chOff x="874612" y="1980134"/>
            <a:chExt cx="322314" cy="370158"/>
          </a:xfrm>
        </p:grpSpPr>
        <p:sp>
          <p:nvSpPr>
            <p:cNvPr id="16052" name="Google Shape;16052;p78"/>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78"/>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78"/>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78"/>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78"/>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78"/>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78"/>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78"/>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78"/>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78"/>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78"/>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78"/>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78"/>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78"/>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78"/>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78"/>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78"/>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69" name="Google Shape;16069;p78"/>
          <p:cNvGrpSpPr/>
          <p:nvPr/>
        </p:nvGrpSpPr>
        <p:grpSpPr>
          <a:xfrm>
            <a:off x="3039662" y="2514780"/>
            <a:ext cx="374223" cy="329764"/>
            <a:chOff x="3039662" y="2514780"/>
            <a:chExt cx="374223" cy="329764"/>
          </a:xfrm>
        </p:grpSpPr>
        <p:sp>
          <p:nvSpPr>
            <p:cNvPr id="16070" name="Google Shape;16070;p78"/>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78"/>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78"/>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78"/>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78"/>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78"/>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78"/>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7" name="Google Shape;16077;p78"/>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8" name="Google Shape;16078;p78"/>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78"/>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78"/>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78"/>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78"/>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78"/>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78"/>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78"/>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78"/>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78"/>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8" name="Google Shape;16088;p78"/>
          <p:cNvGrpSpPr/>
          <p:nvPr/>
        </p:nvGrpSpPr>
        <p:grpSpPr>
          <a:xfrm>
            <a:off x="1946369" y="2563122"/>
            <a:ext cx="374066" cy="233395"/>
            <a:chOff x="1946369" y="2563122"/>
            <a:chExt cx="374066" cy="233395"/>
          </a:xfrm>
        </p:grpSpPr>
        <p:sp>
          <p:nvSpPr>
            <p:cNvPr id="16089" name="Google Shape;16089;p78"/>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78"/>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78"/>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78"/>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78"/>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78"/>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78"/>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78"/>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7" name="Google Shape;16097;p78"/>
          <p:cNvGrpSpPr/>
          <p:nvPr/>
        </p:nvGrpSpPr>
        <p:grpSpPr>
          <a:xfrm>
            <a:off x="4135263" y="2906184"/>
            <a:ext cx="374040" cy="370184"/>
            <a:chOff x="4135263" y="2906184"/>
            <a:chExt cx="374040" cy="370184"/>
          </a:xfrm>
        </p:grpSpPr>
        <p:sp>
          <p:nvSpPr>
            <p:cNvPr id="16098" name="Google Shape;16098;p78"/>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78"/>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78"/>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1" name="Google Shape;16101;p78"/>
          <p:cNvGrpSpPr/>
          <p:nvPr/>
        </p:nvGrpSpPr>
        <p:grpSpPr>
          <a:xfrm>
            <a:off x="4683601" y="2906184"/>
            <a:ext cx="372676" cy="370184"/>
            <a:chOff x="4683601" y="2906184"/>
            <a:chExt cx="372676" cy="370184"/>
          </a:xfrm>
        </p:grpSpPr>
        <p:sp>
          <p:nvSpPr>
            <p:cNvPr id="16102" name="Google Shape;16102;p78"/>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78"/>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78"/>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78"/>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6" name="Google Shape;16106;p78"/>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78"/>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8" name="Google Shape;16108;p78"/>
          <p:cNvGrpSpPr/>
          <p:nvPr/>
        </p:nvGrpSpPr>
        <p:grpSpPr>
          <a:xfrm>
            <a:off x="870808" y="2906053"/>
            <a:ext cx="329134" cy="370132"/>
            <a:chOff x="870808" y="2906053"/>
            <a:chExt cx="329134" cy="370132"/>
          </a:xfrm>
        </p:grpSpPr>
        <p:sp>
          <p:nvSpPr>
            <p:cNvPr id="16109" name="Google Shape;16109;p78"/>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78"/>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78"/>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78"/>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78"/>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78"/>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78"/>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78"/>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78"/>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78"/>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78"/>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78"/>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78"/>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78"/>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78"/>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78"/>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78"/>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78"/>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78"/>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8" name="Google Shape;16128;p78"/>
          <p:cNvGrpSpPr/>
          <p:nvPr/>
        </p:nvGrpSpPr>
        <p:grpSpPr>
          <a:xfrm>
            <a:off x="1943878" y="2909069"/>
            <a:ext cx="374774" cy="364282"/>
            <a:chOff x="1943878" y="2909069"/>
            <a:chExt cx="374774" cy="364282"/>
          </a:xfrm>
        </p:grpSpPr>
        <p:sp>
          <p:nvSpPr>
            <p:cNvPr id="16129" name="Google Shape;16129;p78"/>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78"/>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78"/>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78"/>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78"/>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78"/>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78"/>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78"/>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78"/>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78"/>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78"/>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0" name="Google Shape;16140;p78"/>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78"/>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78"/>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78"/>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78"/>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78"/>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78"/>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78"/>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78"/>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78"/>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0" name="Google Shape;16150;p78"/>
          <p:cNvGrpSpPr/>
          <p:nvPr/>
        </p:nvGrpSpPr>
        <p:grpSpPr>
          <a:xfrm>
            <a:off x="1128072" y="3365261"/>
            <a:ext cx="328872" cy="370158"/>
            <a:chOff x="1128072" y="3365261"/>
            <a:chExt cx="328872" cy="370158"/>
          </a:xfrm>
        </p:grpSpPr>
        <p:sp>
          <p:nvSpPr>
            <p:cNvPr id="16151" name="Google Shape;16151;p78"/>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78"/>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78"/>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78"/>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78"/>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78"/>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78"/>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78"/>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78"/>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78"/>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78"/>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78"/>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78"/>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78"/>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78"/>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78"/>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78"/>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78"/>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78"/>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78"/>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78"/>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78"/>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78"/>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78"/>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78"/>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78"/>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78"/>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78"/>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78"/>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78"/>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78"/>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78"/>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78"/>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4" name="Google Shape;16184;p78"/>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78"/>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78"/>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78"/>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78"/>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78"/>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78"/>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78"/>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78"/>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78"/>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78"/>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5" name="Google Shape;16195;p78"/>
          <p:cNvGrpSpPr/>
          <p:nvPr/>
        </p:nvGrpSpPr>
        <p:grpSpPr>
          <a:xfrm>
            <a:off x="5776868" y="1515181"/>
            <a:ext cx="370866" cy="364151"/>
            <a:chOff x="5776868" y="1515181"/>
            <a:chExt cx="370866" cy="364151"/>
          </a:xfrm>
        </p:grpSpPr>
        <p:sp>
          <p:nvSpPr>
            <p:cNvPr id="16196" name="Google Shape;16196;p78"/>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78"/>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78"/>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78"/>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78"/>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78"/>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78"/>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78"/>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78"/>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78"/>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78"/>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78"/>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78"/>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78"/>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78"/>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78"/>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78"/>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3" name="Google Shape;16213;p78"/>
          <p:cNvGrpSpPr/>
          <p:nvPr/>
        </p:nvGrpSpPr>
        <p:grpSpPr>
          <a:xfrm>
            <a:off x="3577849" y="2432942"/>
            <a:ext cx="393660" cy="370079"/>
            <a:chOff x="3577849" y="2432942"/>
            <a:chExt cx="393660" cy="370079"/>
          </a:xfrm>
        </p:grpSpPr>
        <p:sp>
          <p:nvSpPr>
            <p:cNvPr id="16214" name="Google Shape;16214;p78"/>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78"/>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78"/>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78"/>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78"/>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78"/>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78"/>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78"/>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78"/>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78"/>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4" name="Google Shape;16224;p78"/>
          <p:cNvGrpSpPr/>
          <p:nvPr/>
        </p:nvGrpSpPr>
        <p:grpSpPr>
          <a:xfrm>
            <a:off x="2493999" y="2927037"/>
            <a:ext cx="370132" cy="328164"/>
            <a:chOff x="2493999" y="2927037"/>
            <a:chExt cx="370132" cy="328164"/>
          </a:xfrm>
        </p:grpSpPr>
        <p:sp>
          <p:nvSpPr>
            <p:cNvPr id="16225" name="Google Shape;16225;p78"/>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78"/>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78"/>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78"/>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78"/>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78"/>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78"/>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78"/>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78"/>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78"/>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78"/>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78"/>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7" name="Google Shape;16237;p78"/>
          <p:cNvGrpSpPr/>
          <p:nvPr/>
        </p:nvGrpSpPr>
        <p:grpSpPr>
          <a:xfrm>
            <a:off x="3589417" y="2950696"/>
            <a:ext cx="370315" cy="281028"/>
            <a:chOff x="3589417" y="2950696"/>
            <a:chExt cx="370315" cy="281028"/>
          </a:xfrm>
        </p:grpSpPr>
        <p:sp>
          <p:nvSpPr>
            <p:cNvPr id="16238" name="Google Shape;16238;p78"/>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78"/>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78"/>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78"/>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78"/>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78"/>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78"/>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78"/>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78"/>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78"/>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78"/>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78"/>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78"/>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78"/>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78"/>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78"/>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78"/>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78"/>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78"/>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78"/>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78"/>
          <p:cNvGrpSpPr/>
          <p:nvPr/>
        </p:nvGrpSpPr>
        <p:grpSpPr>
          <a:xfrm>
            <a:off x="3032711" y="2911718"/>
            <a:ext cx="396125" cy="359062"/>
            <a:chOff x="3032711" y="2911718"/>
            <a:chExt cx="396125" cy="359062"/>
          </a:xfrm>
        </p:grpSpPr>
        <p:sp>
          <p:nvSpPr>
            <p:cNvPr id="16259" name="Google Shape;16259;p78"/>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78"/>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78"/>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78"/>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78"/>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78"/>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78"/>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78"/>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78"/>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78"/>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78"/>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78"/>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1" name="Google Shape;16271;p78"/>
          <p:cNvGrpSpPr/>
          <p:nvPr/>
        </p:nvGrpSpPr>
        <p:grpSpPr>
          <a:xfrm>
            <a:off x="7417764" y="1513397"/>
            <a:ext cx="373174" cy="367692"/>
            <a:chOff x="7417764" y="1513397"/>
            <a:chExt cx="373174" cy="367692"/>
          </a:xfrm>
        </p:grpSpPr>
        <p:sp>
          <p:nvSpPr>
            <p:cNvPr id="16272" name="Google Shape;16272;p78"/>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78"/>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78"/>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78"/>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78"/>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78"/>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78"/>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9" name="Google Shape;16279;p78"/>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78"/>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78"/>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78"/>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78"/>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78"/>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78"/>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78"/>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78"/>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78"/>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78"/>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78"/>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1" name="Google Shape;16291;p78"/>
          <p:cNvGrpSpPr/>
          <p:nvPr/>
        </p:nvGrpSpPr>
        <p:grpSpPr>
          <a:xfrm>
            <a:off x="6871944" y="1514368"/>
            <a:ext cx="370132" cy="365672"/>
            <a:chOff x="6871944" y="1514368"/>
            <a:chExt cx="370132" cy="365672"/>
          </a:xfrm>
        </p:grpSpPr>
        <p:sp>
          <p:nvSpPr>
            <p:cNvPr id="16292" name="Google Shape;16292;p78"/>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78"/>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78"/>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78"/>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78"/>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78"/>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78"/>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78"/>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0" name="Google Shape;16300;p78"/>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78"/>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78"/>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78"/>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78"/>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78"/>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78"/>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78"/>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78"/>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78"/>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0" name="Google Shape;16310;p78"/>
          <p:cNvGrpSpPr/>
          <p:nvPr/>
        </p:nvGrpSpPr>
        <p:grpSpPr>
          <a:xfrm>
            <a:off x="6561931" y="3365261"/>
            <a:ext cx="400375" cy="370184"/>
            <a:chOff x="6561931" y="3365261"/>
            <a:chExt cx="400375" cy="370184"/>
          </a:xfrm>
        </p:grpSpPr>
        <p:sp>
          <p:nvSpPr>
            <p:cNvPr id="16311" name="Google Shape;16311;p78"/>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78"/>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78"/>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4" name="Google Shape;16314;p78"/>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5" name="Google Shape;16315;p78"/>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78"/>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78"/>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78"/>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78"/>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78"/>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78"/>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78"/>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3" name="Google Shape;16323;p78"/>
          <p:cNvGrpSpPr/>
          <p:nvPr/>
        </p:nvGrpSpPr>
        <p:grpSpPr>
          <a:xfrm>
            <a:off x="1942120" y="1985852"/>
            <a:ext cx="378315" cy="358695"/>
            <a:chOff x="1942120" y="1985852"/>
            <a:chExt cx="378315" cy="358695"/>
          </a:xfrm>
        </p:grpSpPr>
        <p:sp>
          <p:nvSpPr>
            <p:cNvPr id="16324" name="Google Shape;16324;p78"/>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78"/>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78"/>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78"/>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78"/>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78"/>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78"/>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78"/>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78"/>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78"/>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78"/>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78"/>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78"/>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78"/>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78"/>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78"/>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78"/>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78"/>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78"/>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78"/>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4" name="Google Shape;16344;p78"/>
          <p:cNvGrpSpPr/>
          <p:nvPr/>
        </p:nvGrpSpPr>
        <p:grpSpPr>
          <a:xfrm>
            <a:off x="1401415" y="2429218"/>
            <a:ext cx="364282" cy="374197"/>
            <a:chOff x="1401415" y="2429218"/>
            <a:chExt cx="364282" cy="374197"/>
          </a:xfrm>
        </p:grpSpPr>
        <p:sp>
          <p:nvSpPr>
            <p:cNvPr id="16345" name="Google Shape;16345;p78"/>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78"/>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78"/>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78"/>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78"/>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78"/>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78"/>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78"/>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78"/>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78"/>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78"/>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78"/>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78"/>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78"/>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78"/>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0" name="Google Shape;16360;p78"/>
          <p:cNvGrpSpPr/>
          <p:nvPr/>
        </p:nvGrpSpPr>
        <p:grpSpPr>
          <a:xfrm>
            <a:off x="7110427" y="3365261"/>
            <a:ext cx="400401" cy="370184"/>
            <a:chOff x="7110427" y="3365261"/>
            <a:chExt cx="400401" cy="370184"/>
          </a:xfrm>
        </p:grpSpPr>
        <p:sp>
          <p:nvSpPr>
            <p:cNvPr id="16361" name="Google Shape;16361;p78"/>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78"/>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78"/>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78"/>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78"/>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6" name="Google Shape;16366;p78"/>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7" name="Google Shape;16367;p78"/>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8" name="Google Shape;16368;p78"/>
          <p:cNvGrpSpPr/>
          <p:nvPr/>
        </p:nvGrpSpPr>
        <p:grpSpPr>
          <a:xfrm>
            <a:off x="7658949" y="3363137"/>
            <a:ext cx="400375" cy="370132"/>
            <a:chOff x="7658949" y="3363137"/>
            <a:chExt cx="400375" cy="370132"/>
          </a:xfrm>
        </p:grpSpPr>
        <p:sp>
          <p:nvSpPr>
            <p:cNvPr id="16369" name="Google Shape;16369;p78"/>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78"/>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78"/>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78"/>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78"/>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4" name="Google Shape;16374;p78"/>
          <p:cNvGrpSpPr/>
          <p:nvPr/>
        </p:nvGrpSpPr>
        <p:grpSpPr>
          <a:xfrm>
            <a:off x="3304481" y="3379389"/>
            <a:ext cx="356623" cy="370105"/>
            <a:chOff x="3307156" y="3365314"/>
            <a:chExt cx="356623" cy="370105"/>
          </a:xfrm>
        </p:grpSpPr>
        <p:sp>
          <p:nvSpPr>
            <p:cNvPr id="16375" name="Google Shape;16375;p78"/>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78"/>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78"/>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78"/>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78"/>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78"/>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78"/>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78"/>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78"/>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78"/>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78"/>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78"/>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78"/>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78"/>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78"/>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0" name="Google Shape;16390;p78"/>
          <p:cNvGrpSpPr/>
          <p:nvPr/>
        </p:nvGrpSpPr>
        <p:grpSpPr>
          <a:xfrm>
            <a:off x="7422407" y="1980107"/>
            <a:ext cx="372807" cy="370079"/>
            <a:chOff x="7422407" y="1980107"/>
            <a:chExt cx="372807" cy="370079"/>
          </a:xfrm>
        </p:grpSpPr>
        <p:sp>
          <p:nvSpPr>
            <p:cNvPr id="16391" name="Google Shape;16391;p78"/>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78"/>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78"/>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78"/>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78"/>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78"/>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78"/>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78"/>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78"/>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78"/>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78"/>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78"/>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78"/>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4" name="Google Shape;16404;p78"/>
          <p:cNvGrpSpPr/>
          <p:nvPr/>
        </p:nvGrpSpPr>
        <p:grpSpPr>
          <a:xfrm>
            <a:off x="6916141" y="2906184"/>
            <a:ext cx="289737" cy="370394"/>
            <a:chOff x="6916141" y="2906184"/>
            <a:chExt cx="289737" cy="370394"/>
          </a:xfrm>
        </p:grpSpPr>
        <p:sp>
          <p:nvSpPr>
            <p:cNvPr id="16405" name="Google Shape;16405;p78"/>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78"/>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78"/>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78"/>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78"/>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78"/>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78"/>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78"/>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78"/>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78"/>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78"/>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78"/>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78"/>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78"/>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78"/>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78"/>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78"/>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78"/>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78"/>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78"/>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78"/>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6" name="Google Shape;16426;p78"/>
          <p:cNvGrpSpPr/>
          <p:nvPr/>
        </p:nvGrpSpPr>
        <p:grpSpPr>
          <a:xfrm>
            <a:off x="7970194" y="2013577"/>
            <a:ext cx="372676" cy="331731"/>
            <a:chOff x="7970194" y="2013577"/>
            <a:chExt cx="372676" cy="331731"/>
          </a:xfrm>
        </p:grpSpPr>
        <p:sp>
          <p:nvSpPr>
            <p:cNvPr id="16427" name="Google Shape;16427;p78"/>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78"/>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78"/>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78"/>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78"/>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78"/>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78"/>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78"/>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78"/>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78"/>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37" name="Google Shape;16437;p78"/>
          <p:cNvGrpSpPr/>
          <p:nvPr/>
        </p:nvGrpSpPr>
        <p:grpSpPr>
          <a:xfrm>
            <a:off x="1416733" y="1512190"/>
            <a:ext cx="332964" cy="370158"/>
            <a:chOff x="1416733" y="1512190"/>
            <a:chExt cx="332964" cy="370158"/>
          </a:xfrm>
        </p:grpSpPr>
        <p:sp>
          <p:nvSpPr>
            <p:cNvPr id="16438" name="Google Shape;16438;p78"/>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78"/>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78"/>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78"/>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78"/>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78"/>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78"/>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78"/>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78"/>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78"/>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78"/>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78"/>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78"/>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78"/>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78"/>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78"/>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78"/>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78"/>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78"/>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7" name="Google Shape;16457;p78"/>
          <p:cNvGrpSpPr/>
          <p:nvPr/>
        </p:nvGrpSpPr>
        <p:grpSpPr>
          <a:xfrm>
            <a:off x="5246366" y="2906105"/>
            <a:ext cx="342852" cy="370079"/>
            <a:chOff x="5246366" y="2906105"/>
            <a:chExt cx="342852" cy="370079"/>
          </a:xfrm>
        </p:grpSpPr>
        <p:sp>
          <p:nvSpPr>
            <p:cNvPr id="16458" name="Google Shape;16458;p78"/>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78"/>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78"/>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78"/>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78"/>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78"/>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78"/>
          <p:cNvGrpSpPr/>
          <p:nvPr/>
        </p:nvGrpSpPr>
        <p:grpSpPr>
          <a:xfrm>
            <a:off x="849667" y="2434883"/>
            <a:ext cx="371259" cy="366249"/>
            <a:chOff x="849667" y="2434883"/>
            <a:chExt cx="371259" cy="366249"/>
          </a:xfrm>
        </p:grpSpPr>
        <p:sp>
          <p:nvSpPr>
            <p:cNvPr id="16465" name="Google Shape;16465;p78"/>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78"/>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78"/>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78"/>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78"/>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78"/>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78"/>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78"/>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78"/>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78"/>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78"/>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78"/>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78"/>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78" name="Google Shape;16478;p78"/>
          <p:cNvGrpSpPr/>
          <p:nvPr/>
        </p:nvGrpSpPr>
        <p:grpSpPr>
          <a:xfrm>
            <a:off x="4417026" y="3365366"/>
            <a:ext cx="332728" cy="370053"/>
            <a:chOff x="4417026" y="3365366"/>
            <a:chExt cx="332728" cy="370053"/>
          </a:xfrm>
        </p:grpSpPr>
        <p:sp>
          <p:nvSpPr>
            <p:cNvPr id="16479" name="Google Shape;16479;p78"/>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78"/>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78"/>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78"/>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78"/>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78"/>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78"/>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78"/>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78"/>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78"/>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78"/>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78"/>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78"/>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78"/>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78"/>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78"/>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78"/>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78"/>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7" name="Google Shape;16497;p78"/>
          <p:cNvGrpSpPr/>
          <p:nvPr/>
        </p:nvGrpSpPr>
        <p:grpSpPr>
          <a:xfrm>
            <a:off x="2497068" y="1980186"/>
            <a:ext cx="363994" cy="370105"/>
            <a:chOff x="2497068" y="1980186"/>
            <a:chExt cx="363994" cy="370105"/>
          </a:xfrm>
        </p:grpSpPr>
        <p:sp>
          <p:nvSpPr>
            <p:cNvPr id="16498" name="Google Shape;16498;p78"/>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78"/>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78"/>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78"/>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78"/>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78"/>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78"/>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78"/>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78"/>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78"/>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78"/>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78"/>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78"/>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78"/>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78"/>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78"/>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78"/>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78"/>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78"/>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78"/>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78"/>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19" name="Google Shape;16519;p78"/>
          <p:cNvGrpSpPr/>
          <p:nvPr/>
        </p:nvGrpSpPr>
        <p:grpSpPr>
          <a:xfrm>
            <a:off x="5820278" y="2906158"/>
            <a:ext cx="294904" cy="370027"/>
            <a:chOff x="5820278" y="2906158"/>
            <a:chExt cx="294904" cy="370027"/>
          </a:xfrm>
        </p:grpSpPr>
        <p:sp>
          <p:nvSpPr>
            <p:cNvPr id="16520" name="Google Shape;16520;p78"/>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78"/>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78"/>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78"/>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78"/>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78"/>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78"/>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7" name="Google Shape;16527;p78"/>
          <p:cNvGrpSpPr/>
          <p:nvPr/>
        </p:nvGrpSpPr>
        <p:grpSpPr>
          <a:xfrm>
            <a:off x="4946819" y="3383229"/>
            <a:ext cx="370132" cy="334223"/>
            <a:chOff x="4946819" y="3383229"/>
            <a:chExt cx="370132" cy="334223"/>
          </a:xfrm>
        </p:grpSpPr>
        <p:sp>
          <p:nvSpPr>
            <p:cNvPr id="16528" name="Google Shape;16528;p78"/>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78"/>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78"/>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78"/>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78"/>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78"/>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78"/>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78"/>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78"/>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7" name="Google Shape;16537;p78"/>
          <p:cNvGrpSpPr/>
          <p:nvPr/>
        </p:nvGrpSpPr>
        <p:grpSpPr>
          <a:xfrm>
            <a:off x="3038403" y="1539234"/>
            <a:ext cx="375482" cy="316072"/>
            <a:chOff x="3038403" y="1539234"/>
            <a:chExt cx="375482" cy="316072"/>
          </a:xfrm>
        </p:grpSpPr>
        <p:sp>
          <p:nvSpPr>
            <p:cNvPr id="16538" name="Google Shape;16538;p78"/>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39" name="Google Shape;16539;p78"/>
            <p:cNvGrpSpPr/>
            <p:nvPr/>
          </p:nvGrpSpPr>
          <p:grpSpPr>
            <a:xfrm>
              <a:off x="3038403" y="1539234"/>
              <a:ext cx="375482" cy="316072"/>
              <a:chOff x="3038403" y="1539234"/>
              <a:chExt cx="375482" cy="316072"/>
            </a:xfrm>
          </p:grpSpPr>
          <p:sp>
            <p:nvSpPr>
              <p:cNvPr id="16540" name="Google Shape;16540;p78"/>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78"/>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78"/>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78"/>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78"/>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78"/>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78"/>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78"/>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78"/>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549" name="Google Shape;16549;p78"/>
          <p:cNvGrpSpPr/>
          <p:nvPr/>
        </p:nvGrpSpPr>
        <p:grpSpPr>
          <a:xfrm>
            <a:off x="6332865" y="2906131"/>
            <a:ext cx="360846" cy="370184"/>
            <a:chOff x="6332865" y="2906131"/>
            <a:chExt cx="360846" cy="370184"/>
          </a:xfrm>
        </p:grpSpPr>
        <p:sp>
          <p:nvSpPr>
            <p:cNvPr id="16550" name="Google Shape;16550;p78"/>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78"/>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78"/>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78"/>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78"/>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78"/>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78"/>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78"/>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78"/>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78"/>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78"/>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1" name="Google Shape;16561;p78"/>
          <p:cNvGrpSpPr/>
          <p:nvPr/>
        </p:nvGrpSpPr>
        <p:grpSpPr>
          <a:xfrm>
            <a:off x="4135079" y="1518066"/>
            <a:ext cx="370132" cy="358223"/>
            <a:chOff x="4135079" y="1518066"/>
            <a:chExt cx="370132" cy="358223"/>
          </a:xfrm>
        </p:grpSpPr>
        <p:sp>
          <p:nvSpPr>
            <p:cNvPr id="16562" name="Google Shape;16562;p78"/>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78"/>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78"/>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78"/>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78"/>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78"/>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78"/>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78"/>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78"/>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78"/>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78"/>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3" name="Google Shape;16573;p78"/>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78"/>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78"/>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78"/>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78"/>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78"/>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78"/>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78"/>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1" name="Google Shape;16581;p78"/>
          <p:cNvGrpSpPr/>
          <p:nvPr/>
        </p:nvGrpSpPr>
        <p:grpSpPr>
          <a:xfrm>
            <a:off x="6878869" y="1980134"/>
            <a:ext cx="361240" cy="370158"/>
            <a:chOff x="6878869" y="1980134"/>
            <a:chExt cx="361240" cy="370158"/>
          </a:xfrm>
        </p:grpSpPr>
        <p:sp>
          <p:nvSpPr>
            <p:cNvPr id="16582" name="Google Shape;16582;p78"/>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78"/>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78"/>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78"/>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78"/>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78"/>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78"/>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78"/>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78"/>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78"/>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78"/>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78"/>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78"/>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95" name="Google Shape;16595;p78"/>
          <p:cNvGrpSpPr/>
          <p:nvPr/>
        </p:nvGrpSpPr>
        <p:grpSpPr>
          <a:xfrm>
            <a:off x="2493999" y="2550033"/>
            <a:ext cx="370132" cy="259467"/>
            <a:chOff x="2493999" y="2550033"/>
            <a:chExt cx="370132" cy="259467"/>
          </a:xfrm>
        </p:grpSpPr>
        <p:sp>
          <p:nvSpPr>
            <p:cNvPr id="16596" name="Google Shape;16596;p78"/>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78"/>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78"/>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78"/>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78"/>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78"/>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78"/>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78"/>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78"/>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78"/>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78"/>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78"/>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78"/>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78"/>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78"/>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1" name="Google Shape;16611;p78"/>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78"/>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78"/>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78"/>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5" name="Google Shape;16615;p78"/>
          <p:cNvGrpSpPr/>
          <p:nvPr/>
        </p:nvGrpSpPr>
        <p:grpSpPr>
          <a:xfrm>
            <a:off x="1699703" y="3365261"/>
            <a:ext cx="281054" cy="370158"/>
            <a:chOff x="1699703" y="3365261"/>
            <a:chExt cx="281054" cy="370158"/>
          </a:xfrm>
        </p:grpSpPr>
        <p:sp>
          <p:nvSpPr>
            <p:cNvPr id="16616" name="Google Shape;16616;p78"/>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78"/>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78"/>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78"/>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78"/>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78"/>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78"/>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78"/>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78"/>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78"/>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78"/>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78"/>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78"/>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9" name="Google Shape;16629;p78"/>
          <p:cNvGrpSpPr/>
          <p:nvPr/>
        </p:nvGrpSpPr>
        <p:grpSpPr>
          <a:xfrm>
            <a:off x="7966810" y="1519430"/>
            <a:ext cx="369974" cy="355626"/>
            <a:chOff x="7966810" y="1519430"/>
            <a:chExt cx="369974" cy="355626"/>
          </a:xfrm>
        </p:grpSpPr>
        <p:sp>
          <p:nvSpPr>
            <p:cNvPr id="16630" name="Google Shape;16630;p78"/>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78"/>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2" name="Google Shape;16632;p78"/>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3" name="Google Shape;16633;p78"/>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78"/>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78"/>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78"/>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78"/>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78"/>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78"/>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78"/>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78"/>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78"/>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78"/>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78"/>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78"/>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6" name="Google Shape;16646;p78"/>
          <p:cNvGrpSpPr/>
          <p:nvPr/>
        </p:nvGrpSpPr>
        <p:grpSpPr>
          <a:xfrm>
            <a:off x="2792628" y="3365340"/>
            <a:ext cx="290445" cy="370079"/>
            <a:chOff x="2792628" y="3365340"/>
            <a:chExt cx="290445" cy="370079"/>
          </a:xfrm>
        </p:grpSpPr>
        <p:sp>
          <p:nvSpPr>
            <p:cNvPr id="16647" name="Google Shape;16647;p78"/>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78"/>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78"/>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78"/>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78"/>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78"/>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78"/>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78"/>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78"/>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78"/>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78"/>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78"/>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78"/>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78"/>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1" name="Google Shape;16661;p78"/>
          <p:cNvGrpSpPr/>
          <p:nvPr/>
        </p:nvGrpSpPr>
        <p:grpSpPr>
          <a:xfrm>
            <a:off x="1389585" y="1988317"/>
            <a:ext cx="388125" cy="353790"/>
            <a:chOff x="1389585" y="1988317"/>
            <a:chExt cx="388125" cy="353790"/>
          </a:xfrm>
        </p:grpSpPr>
        <p:sp>
          <p:nvSpPr>
            <p:cNvPr id="16662" name="Google Shape;16662;p78"/>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78"/>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78"/>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78"/>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78"/>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78"/>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78"/>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78"/>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78"/>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78"/>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78"/>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78"/>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78"/>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78"/>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78"/>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78"/>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78"/>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78"/>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78"/>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78"/>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78"/>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78"/>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4" name="Google Shape;16684;p78"/>
          <p:cNvGrpSpPr/>
          <p:nvPr/>
        </p:nvGrpSpPr>
        <p:grpSpPr>
          <a:xfrm>
            <a:off x="2492924" y="1512190"/>
            <a:ext cx="370158" cy="370158"/>
            <a:chOff x="2492924" y="1512190"/>
            <a:chExt cx="370158" cy="370158"/>
          </a:xfrm>
        </p:grpSpPr>
        <p:sp>
          <p:nvSpPr>
            <p:cNvPr id="16685" name="Google Shape;16685;p78"/>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78"/>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78"/>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78"/>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78"/>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78"/>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78"/>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78"/>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78"/>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78"/>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78"/>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78"/>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78"/>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78"/>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78"/>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78"/>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78"/>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2" name="Google Shape;16702;p78"/>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3" name="Google Shape;16703;p78"/>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78"/>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78"/>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78"/>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7" name="Google Shape;16707;p78"/>
          <p:cNvGrpSpPr/>
          <p:nvPr/>
        </p:nvGrpSpPr>
        <p:grpSpPr>
          <a:xfrm>
            <a:off x="1933569" y="1512243"/>
            <a:ext cx="393975" cy="370105"/>
            <a:chOff x="1933569" y="1512243"/>
            <a:chExt cx="393975" cy="370105"/>
          </a:xfrm>
        </p:grpSpPr>
        <p:sp>
          <p:nvSpPr>
            <p:cNvPr id="16708" name="Google Shape;16708;p78"/>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78"/>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78"/>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1" name="Google Shape;16711;p78"/>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78"/>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78"/>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78"/>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78"/>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78"/>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78"/>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78"/>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78"/>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78"/>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78"/>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78"/>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78"/>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4" name="Google Shape;16724;p78"/>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78"/>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78"/>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78"/>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78"/>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78"/>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78"/>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78"/>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78"/>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78"/>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78"/>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78"/>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6" name="Google Shape;16736;p78"/>
          <p:cNvGrpSpPr/>
          <p:nvPr/>
        </p:nvGrpSpPr>
        <p:grpSpPr>
          <a:xfrm>
            <a:off x="2236106" y="3365392"/>
            <a:ext cx="306471" cy="370000"/>
            <a:chOff x="2236106" y="3365392"/>
            <a:chExt cx="306471" cy="370000"/>
          </a:xfrm>
        </p:grpSpPr>
        <p:sp>
          <p:nvSpPr>
            <p:cNvPr id="16737" name="Google Shape;16737;p78"/>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78"/>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78"/>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78"/>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78"/>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78"/>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78"/>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78"/>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78"/>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78"/>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78"/>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78"/>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78"/>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78"/>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1" name="Google Shape;16751;p78"/>
          <p:cNvGrpSpPr/>
          <p:nvPr/>
        </p:nvGrpSpPr>
        <p:grpSpPr>
          <a:xfrm>
            <a:off x="5492823" y="3385563"/>
            <a:ext cx="375325" cy="329606"/>
            <a:chOff x="5492823" y="3385563"/>
            <a:chExt cx="375325" cy="329606"/>
          </a:xfrm>
        </p:grpSpPr>
        <p:sp>
          <p:nvSpPr>
            <p:cNvPr id="16752" name="Google Shape;16752;p78"/>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78"/>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78"/>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78"/>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78"/>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78"/>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78"/>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78"/>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78"/>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78"/>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78"/>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78"/>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78"/>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78"/>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6" name="Google Shape;16766;p78"/>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7" name="Google Shape;16767;p78"/>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78"/>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78"/>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78"/>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78"/>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72" name="Google Shape;16772;p78"/>
          <p:cNvGrpSpPr/>
          <p:nvPr/>
        </p:nvGrpSpPr>
        <p:grpSpPr>
          <a:xfrm>
            <a:off x="3041787" y="2001118"/>
            <a:ext cx="370158" cy="328164"/>
            <a:chOff x="3041787" y="2001118"/>
            <a:chExt cx="370158" cy="328164"/>
          </a:xfrm>
        </p:grpSpPr>
        <p:sp>
          <p:nvSpPr>
            <p:cNvPr id="16773" name="Google Shape;16773;p78"/>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78"/>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78"/>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78"/>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78"/>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78"/>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78"/>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78"/>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78"/>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78"/>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78"/>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4" name="Google Shape;16784;p78"/>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5" name="Google Shape;16785;p78"/>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78"/>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78"/>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78"/>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78"/>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78"/>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91" name="Google Shape;16791;p78"/>
          <p:cNvGrpSpPr/>
          <p:nvPr/>
        </p:nvGrpSpPr>
        <p:grpSpPr>
          <a:xfrm>
            <a:off x="5779884" y="2039125"/>
            <a:ext cx="372309" cy="328216"/>
            <a:chOff x="5779884" y="2039125"/>
            <a:chExt cx="372309" cy="328216"/>
          </a:xfrm>
        </p:grpSpPr>
        <p:sp>
          <p:nvSpPr>
            <p:cNvPr id="16792" name="Google Shape;16792;p78"/>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78"/>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78"/>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78"/>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78"/>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78"/>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78"/>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78"/>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78"/>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1" name="Google Shape;16801;p78"/>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2" name="Google Shape;16802;p78"/>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78"/>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78"/>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6808"/>
        <p:cNvGrpSpPr/>
        <p:nvPr/>
      </p:nvGrpSpPr>
      <p:grpSpPr>
        <a:xfrm>
          <a:off x="0" y="0"/>
          <a:ext cx="0" cy="0"/>
          <a:chOff x="0" y="0"/>
          <a:chExt cx="0" cy="0"/>
        </a:xfrm>
      </p:grpSpPr>
      <p:sp>
        <p:nvSpPr>
          <p:cNvPr id="16809" name="Google Shape;16809;p7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16810" name="Google Shape;16810;p79"/>
          <p:cNvGrpSpPr/>
          <p:nvPr/>
        </p:nvGrpSpPr>
        <p:grpSpPr>
          <a:xfrm>
            <a:off x="878066" y="1981993"/>
            <a:ext cx="354610" cy="372358"/>
            <a:chOff x="878066" y="1981993"/>
            <a:chExt cx="354610" cy="372358"/>
          </a:xfrm>
        </p:grpSpPr>
        <p:sp>
          <p:nvSpPr>
            <p:cNvPr id="16811" name="Google Shape;16811;p79"/>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79"/>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3" name="Google Shape;16813;p79"/>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4" name="Google Shape;16814;p79"/>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79"/>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79"/>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79"/>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79"/>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79"/>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79"/>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79"/>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79"/>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79"/>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79"/>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5" name="Google Shape;16825;p79"/>
          <p:cNvGrpSpPr/>
          <p:nvPr/>
        </p:nvGrpSpPr>
        <p:grpSpPr>
          <a:xfrm>
            <a:off x="1345794" y="1982386"/>
            <a:ext cx="371650" cy="371624"/>
            <a:chOff x="1345794" y="1982386"/>
            <a:chExt cx="371650" cy="371624"/>
          </a:xfrm>
        </p:grpSpPr>
        <p:sp>
          <p:nvSpPr>
            <p:cNvPr id="16826" name="Google Shape;16826;p79"/>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7" name="Google Shape;16827;p79"/>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8" name="Google Shape;16828;p79"/>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79"/>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79"/>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79"/>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79"/>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79"/>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79"/>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79"/>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79"/>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79"/>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79"/>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79"/>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79"/>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79"/>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79"/>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79"/>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79"/>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79"/>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79"/>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79"/>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79"/>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79"/>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79"/>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79"/>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79"/>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79"/>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79"/>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79"/>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79"/>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79"/>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79"/>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79"/>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79"/>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79"/>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79"/>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3" name="Google Shape;16863;p79"/>
          <p:cNvGrpSpPr/>
          <p:nvPr/>
        </p:nvGrpSpPr>
        <p:grpSpPr>
          <a:xfrm>
            <a:off x="1821465" y="1981993"/>
            <a:ext cx="372410" cy="372410"/>
            <a:chOff x="1821465" y="1981993"/>
            <a:chExt cx="372410" cy="372410"/>
          </a:xfrm>
        </p:grpSpPr>
        <p:sp>
          <p:nvSpPr>
            <p:cNvPr id="16864" name="Google Shape;16864;p79"/>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79"/>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79"/>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79"/>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8" name="Google Shape;16868;p79"/>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9" name="Google Shape;16869;p79"/>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79"/>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79"/>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79"/>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79"/>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4" name="Google Shape;16874;p79"/>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5" name="Google Shape;16875;p79"/>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79"/>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79"/>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8" name="Google Shape;16878;p79"/>
          <p:cNvGrpSpPr/>
          <p:nvPr/>
        </p:nvGrpSpPr>
        <p:grpSpPr>
          <a:xfrm>
            <a:off x="2276348" y="1981809"/>
            <a:ext cx="415901" cy="372699"/>
            <a:chOff x="2276348" y="1981809"/>
            <a:chExt cx="415901" cy="372699"/>
          </a:xfrm>
        </p:grpSpPr>
        <p:sp>
          <p:nvSpPr>
            <p:cNvPr id="16879" name="Google Shape;16879;p79"/>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79"/>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79"/>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79"/>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79"/>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79"/>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79"/>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6" name="Google Shape;16886;p79"/>
          <p:cNvGrpSpPr/>
          <p:nvPr/>
        </p:nvGrpSpPr>
        <p:grpSpPr>
          <a:xfrm>
            <a:off x="2774354" y="2009990"/>
            <a:ext cx="372017" cy="316310"/>
            <a:chOff x="2774354" y="2009990"/>
            <a:chExt cx="372017" cy="316310"/>
          </a:xfrm>
        </p:grpSpPr>
        <p:sp>
          <p:nvSpPr>
            <p:cNvPr id="16887" name="Google Shape;16887;p79"/>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79"/>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79"/>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79"/>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79"/>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79"/>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3" name="Google Shape;16893;p79"/>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4" name="Google Shape;16894;p79"/>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79"/>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79"/>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79"/>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79"/>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79"/>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79"/>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79"/>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79"/>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79"/>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79"/>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79"/>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79"/>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79"/>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79"/>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79"/>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79"/>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79"/>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79"/>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3" name="Google Shape;16913;p79"/>
          <p:cNvGrpSpPr/>
          <p:nvPr/>
        </p:nvGrpSpPr>
        <p:grpSpPr>
          <a:xfrm>
            <a:off x="3722682" y="1981993"/>
            <a:ext cx="375818" cy="372043"/>
            <a:chOff x="3722682" y="1981993"/>
            <a:chExt cx="375818" cy="372043"/>
          </a:xfrm>
        </p:grpSpPr>
        <p:sp>
          <p:nvSpPr>
            <p:cNvPr id="16914" name="Google Shape;16914;p79"/>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79"/>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79"/>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79"/>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79"/>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79"/>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79"/>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79"/>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79"/>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79"/>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79"/>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79"/>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79"/>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79"/>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79"/>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29" name="Google Shape;16929;p79"/>
          <p:cNvGrpSpPr/>
          <p:nvPr/>
        </p:nvGrpSpPr>
        <p:grpSpPr>
          <a:xfrm>
            <a:off x="4201394" y="1981809"/>
            <a:ext cx="373538" cy="372305"/>
            <a:chOff x="4201394" y="1981809"/>
            <a:chExt cx="373538" cy="372305"/>
          </a:xfrm>
        </p:grpSpPr>
        <p:sp>
          <p:nvSpPr>
            <p:cNvPr id="16930" name="Google Shape;16930;p79"/>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79"/>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79"/>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79"/>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79"/>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79"/>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79"/>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79"/>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79"/>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79"/>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79"/>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79"/>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79"/>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3" name="Google Shape;16943;p79"/>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4" name="Google Shape;16944;p79"/>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79"/>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6" name="Google Shape;16946;p79"/>
          <p:cNvGrpSpPr/>
          <p:nvPr/>
        </p:nvGrpSpPr>
        <p:grpSpPr>
          <a:xfrm>
            <a:off x="4659658" y="1500266"/>
            <a:ext cx="422743" cy="377784"/>
            <a:chOff x="4659658" y="1500266"/>
            <a:chExt cx="422743" cy="377784"/>
          </a:xfrm>
        </p:grpSpPr>
        <p:sp>
          <p:nvSpPr>
            <p:cNvPr id="16947" name="Google Shape;16947;p79"/>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79"/>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79"/>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79"/>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79"/>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79"/>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79"/>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79"/>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5" name="Google Shape;16955;p79"/>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6" name="Google Shape;16956;p79"/>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79"/>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79"/>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79"/>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79"/>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79"/>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79"/>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79"/>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64" name="Google Shape;16964;p79"/>
          <p:cNvGrpSpPr/>
          <p:nvPr/>
        </p:nvGrpSpPr>
        <p:grpSpPr>
          <a:xfrm>
            <a:off x="5211406" y="1513504"/>
            <a:ext cx="260394" cy="351202"/>
            <a:chOff x="5211406" y="1513504"/>
            <a:chExt cx="260394" cy="351202"/>
          </a:xfrm>
        </p:grpSpPr>
        <p:sp>
          <p:nvSpPr>
            <p:cNvPr id="16965" name="Google Shape;16965;p79"/>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79"/>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79"/>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79"/>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79"/>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79"/>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79"/>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2" name="Google Shape;16972;p79"/>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3" name="Google Shape;16973;p79"/>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79"/>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79"/>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79"/>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79"/>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79"/>
          <p:cNvGrpSpPr/>
          <p:nvPr/>
        </p:nvGrpSpPr>
        <p:grpSpPr>
          <a:xfrm>
            <a:off x="5632602" y="1513216"/>
            <a:ext cx="366722" cy="351779"/>
            <a:chOff x="5632602" y="1513216"/>
            <a:chExt cx="366722" cy="351779"/>
          </a:xfrm>
        </p:grpSpPr>
        <p:sp>
          <p:nvSpPr>
            <p:cNvPr id="16979" name="Google Shape;16979;p79"/>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79"/>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79"/>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79"/>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79"/>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79"/>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79"/>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6" name="Google Shape;16986;p79"/>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7" name="Google Shape;16987;p79"/>
          <p:cNvGrpSpPr/>
          <p:nvPr/>
        </p:nvGrpSpPr>
        <p:grpSpPr>
          <a:xfrm>
            <a:off x="6089372" y="1527136"/>
            <a:ext cx="401902" cy="323965"/>
            <a:chOff x="6089372" y="1527136"/>
            <a:chExt cx="401902" cy="323965"/>
          </a:xfrm>
        </p:grpSpPr>
        <p:sp>
          <p:nvSpPr>
            <p:cNvPr id="16988" name="Google Shape;16988;p79"/>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79"/>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79"/>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79"/>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79"/>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79"/>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79"/>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79"/>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79"/>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79"/>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79"/>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9" name="Google Shape;16999;p79"/>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0" name="Google Shape;17000;p79"/>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79"/>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79"/>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79"/>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79"/>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79"/>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79"/>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79"/>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79"/>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79"/>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79"/>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79"/>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79"/>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79"/>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4" name="Google Shape;17014;p79"/>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5" name="Google Shape;17015;p79"/>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79"/>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79"/>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8" name="Google Shape;17018;p79"/>
          <p:cNvGrpSpPr/>
          <p:nvPr/>
        </p:nvGrpSpPr>
        <p:grpSpPr>
          <a:xfrm>
            <a:off x="6579435" y="1527897"/>
            <a:ext cx="370103" cy="322445"/>
            <a:chOff x="6579435" y="1527897"/>
            <a:chExt cx="370103" cy="322445"/>
          </a:xfrm>
        </p:grpSpPr>
        <p:sp>
          <p:nvSpPr>
            <p:cNvPr id="17019" name="Google Shape;17019;p79"/>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79"/>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1" name="Google Shape;17021;p79"/>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2" name="Google Shape;17022;p79"/>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79"/>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79"/>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79"/>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6" name="Google Shape;17026;p79"/>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7" name="Google Shape;17027;p79"/>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79"/>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79"/>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79"/>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1" name="Google Shape;17031;p79"/>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2" name="Google Shape;17032;p79"/>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79"/>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79"/>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5" name="Google Shape;17035;p79"/>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6" name="Google Shape;17036;p79"/>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79"/>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79"/>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79"/>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0" name="Google Shape;17040;p79"/>
          <p:cNvGrpSpPr/>
          <p:nvPr/>
        </p:nvGrpSpPr>
        <p:grpSpPr>
          <a:xfrm>
            <a:off x="6988887" y="1538854"/>
            <a:ext cx="499920" cy="300136"/>
            <a:chOff x="6988887" y="1538854"/>
            <a:chExt cx="499920" cy="300136"/>
          </a:xfrm>
        </p:grpSpPr>
        <p:sp>
          <p:nvSpPr>
            <p:cNvPr id="17041" name="Google Shape;17041;p79"/>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79"/>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79"/>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79"/>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79"/>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6" name="Google Shape;17046;p79"/>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7" name="Google Shape;17047;p79"/>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79"/>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9" name="Google Shape;17049;p79"/>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0" name="Google Shape;17050;p79"/>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1" name="Google Shape;17051;p79"/>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79"/>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79"/>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54" name="Google Shape;17054;p79"/>
          <p:cNvGrpSpPr/>
          <p:nvPr/>
        </p:nvGrpSpPr>
        <p:grpSpPr>
          <a:xfrm>
            <a:off x="8050359" y="1520687"/>
            <a:ext cx="279321" cy="336837"/>
            <a:chOff x="8050359" y="1520687"/>
            <a:chExt cx="279321" cy="336837"/>
          </a:xfrm>
        </p:grpSpPr>
        <p:sp>
          <p:nvSpPr>
            <p:cNvPr id="17055" name="Google Shape;17055;p79"/>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79"/>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79"/>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79"/>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79"/>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79"/>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79"/>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79"/>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3" name="Google Shape;17063;p79"/>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4" name="Google Shape;17064;p79"/>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5" name="Google Shape;17065;p79"/>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79"/>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79"/>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8" name="Google Shape;17068;p79"/>
          <p:cNvGrpSpPr/>
          <p:nvPr/>
        </p:nvGrpSpPr>
        <p:grpSpPr>
          <a:xfrm>
            <a:off x="6093907" y="2461832"/>
            <a:ext cx="364441" cy="339091"/>
            <a:chOff x="6093907" y="2461832"/>
            <a:chExt cx="364441" cy="339091"/>
          </a:xfrm>
        </p:grpSpPr>
        <p:sp>
          <p:nvSpPr>
            <p:cNvPr id="17069" name="Google Shape;17069;p79"/>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0" name="Google Shape;17070;p79"/>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1" name="Google Shape;17071;p79"/>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79"/>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3" name="Google Shape;17073;p79"/>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4" name="Google Shape;17074;p79"/>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79"/>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6" name="Google Shape;17076;p79"/>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7" name="Google Shape;17077;p79"/>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8" name="Google Shape;17078;p79"/>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9" name="Google Shape;17079;p79"/>
          <p:cNvGrpSpPr/>
          <p:nvPr/>
        </p:nvGrpSpPr>
        <p:grpSpPr>
          <a:xfrm>
            <a:off x="4676331" y="1980866"/>
            <a:ext cx="377680" cy="377680"/>
            <a:chOff x="4676331" y="1980866"/>
            <a:chExt cx="377680" cy="377680"/>
          </a:xfrm>
        </p:grpSpPr>
        <p:sp>
          <p:nvSpPr>
            <p:cNvPr id="17080" name="Google Shape;17080;p79"/>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1" name="Google Shape;17081;p79"/>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2" name="Google Shape;17082;p79"/>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79"/>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79"/>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79"/>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79"/>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7" name="Google Shape;17087;p79"/>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8" name="Google Shape;17088;p79"/>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79"/>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79"/>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1" name="Google Shape;17091;p79"/>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2" name="Google Shape;17092;p79"/>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3" name="Google Shape;17093;p79"/>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79"/>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5" name="Google Shape;17095;p79"/>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6" name="Google Shape;17096;p79"/>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79"/>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8" name="Google Shape;17098;p79"/>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9" name="Google Shape;17099;p79"/>
          <p:cNvGrpSpPr/>
          <p:nvPr/>
        </p:nvGrpSpPr>
        <p:grpSpPr>
          <a:xfrm>
            <a:off x="7526242" y="1522968"/>
            <a:ext cx="357651" cy="332275"/>
            <a:chOff x="7526242" y="1522968"/>
            <a:chExt cx="357651" cy="332275"/>
          </a:xfrm>
        </p:grpSpPr>
        <p:sp>
          <p:nvSpPr>
            <p:cNvPr id="17100" name="Google Shape;17100;p79"/>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79"/>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2" name="Google Shape;17102;p79"/>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3" name="Google Shape;17103;p79"/>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4" name="Google Shape;17104;p79"/>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5" name="Google Shape;17105;p79"/>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6" name="Google Shape;17106;p79"/>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7" name="Google Shape;17107;p79"/>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8" name="Google Shape;17108;p79"/>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9" name="Google Shape;17109;p79"/>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0" name="Google Shape;17110;p79"/>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1" name="Google Shape;17111;p79"/>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2" name="Google Shape;17112;p79"/>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3" name="Google Shape;17113;p79"/>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4" name="Google Shape;17114;p79"/>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5" name="Google Shape;17115;p79"/>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16" name="Google Shape;17116;p79"/>
          <p:cNvGrpSpPr/>
          <p:nvPr/>
        </p:nvGrpSpPr>
        <p:grpSpPr>
          <a:xfrm>
            <a:off x="3250786" y="1982386"/>
            <a:ext cx="371650" cy="371624"/>
            <a:chOff x="3250786" y="1982386"/>
            <a:chExt cx="371650" cy="371624"/>
          </a:xfrm>
        </p:grpSpPr>
        <p:sp>
          <p:nvSpPr>
            <p:cNvPr id="17117" name="Google Shape;17117;p79"/>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8" name="Google Shape;17118;p79"/>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9" name="Google Shape;17119;p79"/>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0" name="Google Shape;17120;p79"/>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1" name="Google Shape;17121;p79"/>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2" name="Google Shape;17122;p79"/>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3" name="Google Shape;17123;p79"/>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4" name="Google Shape;17124;p79"/>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5" name="Google Shape;17125;p79"/>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6" name="Google Shape;17126;p79"/>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7" name="Google Shape;17127;p79"/>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8" name="Google Shape;17128;p79"/>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9" name="Google Shape;17129;p79"/>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0" name="Google Shape;17130;p79"/>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1" name="Google Shape;17131;p79"/>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2" name="Google Shape;17132;p79"/>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3" name="Google Shape;17133;p79"/>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4" name="Google Shape;17134;p79"/>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5" name="Google Shape;17135;p79"/>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6" name="Google Shape;17136;p79"/>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7" name="Google Shape;17137;p79"/>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8" name="Google Shape;17138;p79"/>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9" name="Google Shape;17139;p79"/>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0" name="Google Shape;17140;p79"/>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1" name="Google Shape;17141;p79"/>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2" name="Google Shape;17142;p79"/>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3" name="Google Shape;17143;p79"/>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4" name="Google Shape;17144;p79"/>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5" name="Google Shape;17145;p79"/>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6" name="Google Shape;17146;p79"/>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47" name="Google Shape;17147;p79"/>
          <p:cNvGrpSpPr/>
          <p:nvPr/>
        </p:nvGrpSpPr>
        <p:grpSpPr>
          <a:xfrm>
            <a:off x="1342386" y="2916322"/>
            <a:ext cx="373538" cy="331515"/>
            <a:chOff x="1342386" y="2916322"/>
            <a:chExt cx="373538" cy="331515"/>
          </a:xfrm>
        </p:grpSpPr>
        <p:sp>
          <p:nvSpPr>
            <p:cNvPr id="17148" name="Google Shape;17148;p79"/>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9" name="Google Shape;17149;p79"/>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0" name="Google Shape;17150;p79"/>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1" name="Google Shape;17151;p79"/>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2" name="Google Shape;17152;p79"/>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3" name="Google Shape;17153;p79"/>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4" name="Google Shape;17154;p79"/>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5" name="Google Shape;17155;p79"/>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6" name="Google Shape;17156;p79"/>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7" name="Google Shape;17157;p79"/>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8" name="Google Shape;17158;p79"/>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59" name="Google Shape;17159;p79"/>
          <p:cNvGrpSpPr/>
          <p:nvPr/>
        </p:nvGrpSpPr>
        <p:grpSpPr>
          <a:xfrm>
            <a:off x="2294122" y="2946600"/>
            <a:ext cx="373931" cy="271351"/>
            <a:chOff x="2294122" y="2946600"/>
            <a:chExt cx="373931" cy="271351"/>
          </a:xfrm>
        </p:grpSpPr>
        <p:sp>
          <p:nvSpPr>
            <p:cNvPr id="17160" name="Google Shape;17160;p79"/>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1" name="Google Shape;17161;p79"/>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2" name="Google Shape;17162;p79"/>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3" name="Google Shape;17163;p79"/>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4" name="Google Shape;17164;p79"/>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5" name="Google Shape;17165;p79"/>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6" name="Google Shape;17166;p79"/>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7" name="Google Shape;17167;p79"/>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8" name="Google Shape;17168;p79"/>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9" name="Google Shape;17169;p79"/>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0" name="Google Shape;17170;p79"/>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1" name="Google Shape;17171;p79"/>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2" name="Google Shape;17172;p79"/>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3" name="Google Shape;17173;p79"/>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4" name="Google Shape;17174;p79"/>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5" name="Google Shape;17175;p79"/>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6" name="Google Shape;17176;p79"/>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7" name="Google Shape;17177;p79"/>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8" name="Google Shape;17178;p79"/>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9" name="Google Shape;17179;p79"/>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0" name="Google Shape;17180;p79"/>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1" name="Google Shape;17181;p79"/>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2" name="Google Shape;17182;p79"/>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3" name="Google Shape;17183;p79"/>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4" name="Google Shape;17184;p79"/>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5" name="Google Shape;17185;p79"/>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6" name="Google Shape;17186;p79"/>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7" name="Google Shape;17187;p79"/>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8" name="Google Shape;17188;p79"/>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9" name="Google Shape;17189;p79"/>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90" name="Google Shape;17190;p79"/>
          <p:cNvGrpSpPr/>
          <p:nvPr/>
        </p:nvGrpSpPr>
        <p:grpSpPr>
          <a:xfrm>
            <a:off x="2769819" y="2907251"/>
            <a:ext cx="373905" cy="349682"/>
            <a:chOff x="2769819" y="2907251"/>
            <a:chExt cx="373905" cy="349682"/>
          </a:xfrm>
        </p:grpSpPr>
        <p:sp>
          <p:nvSpPr>
            <p:cNvPr id="17191" name="Google Shape;17191;p79"/>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2" name="Google Shape;17192;p79"/>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3" name="Google Shape;17193;p79"/>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4" name="Google Shape;17194;p79"/>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5" name="Google Shape;17195;p79"/>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6" name="Google Shape;17196;p79"/>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7" name="Google Shape;17197;p79"/>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8" name="Google Shape;17198;p79"/>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9" name="Google Shape;17199;p79"/>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0" name="Google Shape;17200;p79"/>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1" name="Google Shape;17201;p79"/>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2" name="Google Shape;17202;p79"/>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3" name="Google Shape;17203;p79"/>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4" name="Google Shape;17204;p79"/>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5" name="Google Shape;17205;p79"/>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6" name="Google Shape;17206;p79"/>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7" name="Google Shape;17207;p79"/>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08" name="Google Shape;17208;p79"/>
          <p:cNvGrpSpPr/>
          <p:nvPr/>
        </p:nvGrpSpPr>
        <p:grpSpPr>
          <a:xfrm>
            <a:off x="3246251" y="2895245"/>
            <a:ext cx="375792" cy="373800"/>
            <a:chOff x="3246251" y="2895245"/>
            <a:chExt cx="375792" cy="373800"/>
          </a:xfrm>
        </p:grpSpPr>
        <p:sp>
          <p:nvSpPr>
            <p:cNvPr id="17209" name="Google Shape;17209;p79"/>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0" name="Google Shape;17210;p79"/>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1" name="Google Shape;17211;p79"/>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2" name="Google Shape;17212;p79"/>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3" name="Google Shape;17213;p79"/>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4" name="Google Shape;17214;p79"/>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5" name="Google Shape;17215;p79"/>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6" name="Google Shape;17216;p79"/>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7" name="Google Shape;17217;p79"/>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8" name="Google Shape;17218;p79"/>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9" name="Google Shape;17219;p79"/>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0" name="Google Shape;17220;p79"/>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1" name="Google Shape;17221;p79"/>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2" name="Google Shape;17222;p79"/>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23" name="Google Shape;17223;p79"/>
          <p:cNvGrpSpPr/>
          <p:nvPr/>
        </p:nvGrpSpPr>
        <p:grpSpPr>
          <a:xfrm>
            <a:off x="3791182" y="2895454"/>
            <a:ext cx="234650" cy="373590"/>
            <a:chOff x="3791182" y="2895454"/>
            <a:chExt cx="234650" cy="373590"/>
          </a:xfrm>
        </p:grpSpPr>
        <p:sp>
          <p:nvSpPr>
            <p:cNvPr id="17224" name="Google Shape;17224;p79"/>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5" name="Google Shape;17225;p79"/>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6" name="Google Shape;17226;p79"/>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7" name="Google Shape;17227;p79"/>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8" name="Google Shape;17228;p79"/>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9" name="Google Shape;17229;p79"/>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0" name="Google Shape;17230;p79"/>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1" name="Google Shape;17231;p79"/>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2" name="Google Shape;17232;p79"/>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33" name="Google Shape;17233;p79"/>
          <p:cNvGrpSpPr/>
          <p:nvPr/>
        </p:nvGrpSpPr>
        <p:grpSpPr>
          <a:xfrm>
            <a:off x="7042995" y="2489463"/>
            <a:ext cx="364441" cy="256225"/>
            <a:chOff x="7042995" y="2489463"/>
            <a:chExt cx="364441" cy="256225"/>
          </a:xfrm>
        </p:grpSpPr>
        <p:sp>
          <p:nvSpPr>
            <p:cNvPr id="17234" name="Google Shape;17234;p79"/>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5" name="Google Shape;17235;p79"/>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6" name="Google Shape;17236;p79"/>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7" name="Google Shape;17237;p79"/>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8" name="Google Shape;17238;p79"/>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9" name="Google Shape;17239;p79"/>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0" name="Google Shape;17240;p79"/>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1" name="Google Shape;17241;p79"/>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2" name="Google Shape;17242;p79"/>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3" name="Google Shape;17243;p79"/>
          <p:cNvGrpSpPr/>
          <p:nvPr/>
        </p:nvGrpSpPr>
        <p:grpSpPr>
          <a:xfrm>
            <a:off x="7517172" y="2437007"/>
            <a:ext cx="364284" cy="361243"/>
            <a:chOff x="7517172" y="2437007"/>
            <a:chExt cx="364284" cy="361243"/>
          </a:xfrm>
        </p:grpSpPr>
        <p:sp>
          <p:nvSpPr>
            <p:cNvPr id="17244" name="Google Shape;17244;p79"/>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5" name="Google Shape;17245;p79"/>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6" name="Google Shape;17246;p79"/>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7" name="Google Shape;17247;p79"/>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8" name="Google Shape;17248;p79"/>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9" name="Google Shape;17249;p79"/>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0" name="Google Shape;17250;p79"/>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1" name="Google Shape;17251;p79"/>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2" name="Google Shape;17252;p79"/>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3" name="Google Shape;17253;p79"/>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4" name="Google Shape;17254;p79"/>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5" name="Google Shape;17255;p79"/>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6" name="Google Shape;17256;p79"/>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7" name="Google Shape;17257;p79"/>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8" name="Google Shape;17258;p79"/>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9" name="Google Shape;17259;p79"/>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0" name="Google Shape;17260;p79"/>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1" name="Google Shape;17261;p79"/>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2" name="Google Shape;17262;p79"/>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3" name="Google Shape;17263;p79"/>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4" name="Google Shape;17264;p79"/>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65" name="Google Shape;17265;p79"/>
          <p:cNvGrpSpPr/>
          <p:nvPr/>
        </p:nvGrpSpPr>
        <p:grpSpPr>
          <a:xfrm>
            <a:off x="8006475" y="2436954"/>
            <a:ext cx="335290" cy="361321"/>
            <a:chOff x="8006475" y="2436954"/>
            <a:chExt cx="335290" cy="361321"/>
          </a:xfrm>
        </p:grpSpPr>
        <p:sp>
          <p:nvSpPr>
            <p:cNvPr id="17266" name="Google Shape;17266;p79"/>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7" name="Google Shape;17267;p79"/>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8" name="Google Shape;17268;p79"/>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9" name="Google Shape;17269;p79"/>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0" name="Google Shape;17270;p79"/>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1" name="Google Shape;17271;p79"/>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2" name="Google Shape;17272;p79"/>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3" name="Google Shape;17273;p79"/>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4" name="Google Shape;17274;p79"/>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5" name="Google Shape;17275;p79"/>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6" name="Google Shape;17276;p79"/>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7" name="Google Shape;17277;p79"/>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8" name="Google Shape;17278;p79"/>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9" name="Google Shape;17279;p79"/>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0" name="Google Shape;17280;p79"/>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1" name="Google Shape;17281;p79"/>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2" name="Google Shape;17282;p79"/>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3" name="Google Shape;17283;p79"/>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4" name="Google Shape;17284;p79"/>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85" name="Google Shape;17285;p79"/>
          <p:cNvGrpSpPr/>
          <p:nvPr/>
        </p:nvGrpSpPr>
        <p:grpSpPr>
          <a:xfrm>
            <a:off x="5596661" y="2909139"/>
            <a:ext cx="394326" cy="349682"/>
            <a:chOff x="5596661" y="2909139"/>
            <a:chExt cx="394326" cy="349682"/>
          </a:xfrm>
        </p:grpSpPr>
        <p:sp>
          <p:nvSpPr>
            <p:cNvPr id="17286" name="Google Shape;17286;p79"/>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7" name="Google Shape;17287;p79"/>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8" name="Google Shape;17288;p79"/>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9" name="Google Shape;17289;p79"/>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0" name="Google Shape;17290;p79"/>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1" name="Google Shape;17291;p79"/>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2" name="Google Shape;17292;p79"/>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3" name="Google Shape;17293;p79"/>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4" name="Google Shape;17294;p79"/>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5" name="Google Shape;17295;p79"/>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6" name="Google Shape;17296;p79"/>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7" name="Google Shape;17297;p79"/>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8" name="Google Shape;17298;p79"/>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9" name="Google Shape;17299;p79"/>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0" name="Google Shape;17300;p79"/>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1" name="Google Shape;17301;p79"/>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2" name="Google Shape;17302;p79"/>
          <p:cNvGrpSpPr/>
          <p:nvPr/>
        </p:nvGrpSpPr>
        <p:grpSpPr>
          <a:xfrm>
            <a:off x="874658" y="2914408"/>
            <a:ext cx="356891" cy="335709"/>
            <a:chOff x="874658" y="2914408"/>
            <a:chExt cx="356891" cy="335709"/>
          </a:xfrm>
        </p:grpSpPr>
        <p:sp>
          <p:nvSpPr>
            <p:cNvPr id="17303" name="Google Shape;17303;p79"/>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4" name="Google Shape;17304;p79"/>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5" name="Google Shape;17305;p79"/>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6" name="Google Shape;17306;p79"/>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7" name="Google Shape;17307;p79"/>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8" name="Google Shape;17308;p79"/>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9" name="Google Shape;17309;p79"/>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0" name="Google Shape;17310;p79"/>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1" name="Google Shape;17311;p79"/>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2" name="Google Shape;17312;p79"/>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3" name="Google Shape;17313;p79"/>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4" name="Google Shape;17314;p79"/>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5" name="Google Shape;17315;p79"/>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6" name="Google Shape;17316;p79"/>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7" name="Google Shape;17317;p79"/>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8" name="Google Shape;17318;p79"/>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9" name="Google Shape;17319;p79"/>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0" name="Google Shape;17320;p79"/>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1" name="Google Shape;17321;p79"/>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2" name="Google Shape;17322;p79"/>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23" name="Google Shape;17323;p79"/>
          <p:cNvGrpSpPr/>
          <p:nvPr/>
        </p:nvGrpSpPr>
        <p:grpSpPr>
          <a:xfrm>
            <a:off x="4230912" y="2929193"/>
            <a:ext cx="308813" cy="306165"/>
            <a:chOff x="4230912" y="2929193"/>
            <a:chExt cx="308813" cy="306165"/>
          </a:xfrm>
        </p:grpSpPr>
        <p:sp>
          <p:nvSpPr>
            <p:cNvPr id="17324" name="Google Shape;17324;p79"/>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5" name="Google Shape;17325;p79"/>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6" name="Google Shape;17326;p79"/>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7" name="Google Shape;17327;p79"/>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8" name="Google Shape;17328;p79"/>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9" name="Google Shape;17329;p79"/>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0" name="Google Shape;17330;p79"/>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1" name="Google Shape;17331;p79"/>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2" name="Google Shape;17332;p79"/>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3" name="Google Shape;17333;p79"/>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4" name="Google Shape;17334;p79"/>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5" name="Google Shape;17335;p79"/>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6" name="Google Shape;17336;p79"/>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7" name="Google Shape;17337;p79"/>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8" name="Google Shape;17338;p79"/>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9" name="Google Shape;17339;p79"/>
          <p:cNvGrpSpPr/>
          <p:nvPr/>
        </p:nvGrpSpPr>
        <p:grpSpPr>
          <a:xfrm>
            <a:off x="4627886" y="3401089"/>
            <a:ext cx="409111" cy="267944"/>
            <a:chOff x="4627886" y="3401089"/>
            <a:chExt cx="409111" cy="267944"/>
          </a:xfrm>
        </p:grpSpPr>
        <p:sp>
          <p:nvSpPr>
            <p:cNvPr id="17340" name="Google Shape;17340;p79"/>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1" name="Google Shape;17341;p79"/>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2" name="Google Shape;17342;p79"/>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3" name="Google Shape;17343;p79"/>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4" name="Google Shape;17344;p79"/>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5" name="Google Shape;17345;p79"/>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6" name="Google Shape;17346;p79"/>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7" name="Google Shape;17347;p79"/>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8" name="Google Shape;17348;p79"/>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9" name="Google Shape;17349;p79"/>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0" name="Google Shape;17350;p79"/>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51" name="Google Shape;17351;p79"/>
          <p:cNvGrpSpPr/>
          <p:nvPr/>
        </p:nvGrpSpPr>
        <p:grpSpPr>
          <a:xfrm>
            <a:off x="4652476" y="2898915"/>
            <a:ext cx="386016" cy="384495"/>
            <a:chOff x="4652476" y="2898915"/>
            <a:chExt cx="386016" cy="384495"/>
          </a:xfrm>
        </p:grpSpPr>
        <p:sp>
          <p:nvSpPr>
            <p:cNvPr id="17352" name="Google Shape;17352;p79"/>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3" name="Google Shape;17353;p79"/>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4" name="Google Shape;17354;p79"/>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5" name="Google Shape;17355;p79"/>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6" name="Google Shape;17356;p79"/>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7" name="Google Shape;17357;p79"/>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8" name="Google Shape;17358;p79"/>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9" name="Google Shape;17359;p79"/>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0" name="Google Shape;17360;p79"/>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61" name="Google Shape;17361;p79"/>
          <p:cNvGrpSpPr/>
          <p:nvPr/>
        </p:nvGrpSpPr>
        <p:grpSpPr>
          <a:xfrm>
            <a:off x="5156931" y="2922194"/>
            <a:ext cx="324699" cy="347611"/>
            <a:chOff x="5156931" y="2922194"/>
            <a:chExt cx="324699" cy="347611"/>
          </a:xfrm>
        </p:grpSpPr>
        <p:sp>
          <p:nvSpPr>
            <p:cNvPr id="17362" name="Google Shape;17362;p79"/>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3" name="Google Shape;17363;p79"/>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4" name="Google Shape;17364;p79"/>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5" name="Google Shape;17365;p79"/>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6" name="Google Shape;17366;p79"/>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7" name="Google Shape;17367;p79"/>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8" name="Google Shape;17368;p79"/>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9" name="Google Shape;17369;p79"/>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0" name="Google Shape;17370;p79"/>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1" name="Google Shape;17371;p79"/>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2" name="Google Shape;17372;p79"/>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3" name="Google Shape;17373;p79"/>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4" name="Google Shape;17374;p79"/>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5" name="Google Shape;17375;p79"/>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6" name="Google Shape;17376;p79"/>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7" name="Google Shape;17377;p79"/>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78" name="Google Shape;17378;p79"/>
          <p:cNvGrpSpPr/>
          <p:nvPr/>
        </p:nvGrpSpPr>
        <p:grpSpPr>
          <a:xfrm>
            <a:off x="6086331" y="2905337"/>
            <a:ext cx="364441" cy="364834"/>
            <a:chOff x="6086331" y="2905337"/>
            <a:chExt cx="364441" cy="364834"/>
          </a:xfrm>
        </p:grpSpPr>
        <p:sp>
          <p:nvSpPr>
            <p:cNvPr id="17379" name="Google Shape;17379;p79"/>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0" name="Google Shape;17380;p79"/>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1" name="Google Shape;17381;p79"/>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2" name="Google Shape;17382;p79"/>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3" name="Google Shape;17383;p79"/>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4" name="Google Shape;17384;p79"/>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85" name="Google Shape;17385;p79"/>
          <p:cNvGrpSpPr/>
          <p:nvPr/>
        </p:nvGrpSpPr>
        <p:grpSpPr>
          <a:xfrm>
            <a:off x="6554059" y="2907251"/>
            <a:ext cx="377706" cy="377680"/>
            <a:chOff x="6554059" y="2907251"/>
            <a:chExt cx="377706" cy="377680"/>
          </a:xfrm>
        </p:grpSpPr>
        <p:sp>
          <p:nvSpPr>
            <p:cNvPr id="17386" name="Google Shape;17386;p79"/>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7" name="Google Shape;17387;p79"/>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8" name="Google Shape;17388;p79"/>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9" name="Google Shape;17389;p79"/>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0" name="Google Shape;17390;p79"/>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1" name="Google Shape;17391;p79"/>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2" name="Google Shape;17392;p79"/>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3" name="Google Shape;17393;p79"/>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4" name="Google Shape;17394;p79"/>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5" name="Google Shape;17395;p79"/>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6" name="Google Shape;17396;p79"/>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7" name="Google Shape;17397;p79"/>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8" name="Google Shape;17398;p79"/>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9" name="Google Shape;17399;p79"/>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0" name="Google Shape;17400;p79"/>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1" name="Google Shape;17401;p79"/>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2" name="Google Shape;17402;p79"/>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3" name="Google Shape;17403;p79"/>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4" name="Google Shape;17404;p79"/>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5" name="Google Shape;17405;p79"/>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6" name="Google Shape;17406;p79"/>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07" name="Google Shape;17407;p79"/>
          <p:cNvGrpSpPr/>
          <p:nvPr/>
        </p:nvGrpSpPr>
        <p:grpSpPr>
          <a:xfrm>
            <a:off x="7491796" y="2945446"/>
            <a:ext cx="400801" cy="317542"/>
            <a:chOff x="7491796" y="2945446"/>
            <a:chExt cx="400801" cy="317542"/>
          </a:xfrm>
        </p:grpSpPr>
        <p:sp>
          <p:nvSpPr>
            <p:cNvPr id="17408" name="Google Shape;17408;p79"/>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9" name="Google Shape;17409;p79"/>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0" name="Google Shape;17410;p79"/>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1" name="Google Shape;17411;p79"/>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2" name="Google Shape;17412;p79"/>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3" name="Google Shape;17413;p79"/>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4" name="Google Shape;17414;p79"/>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5" name="Google Shape;17415;p79"/>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6" name="Google Shape;17416;p79"/>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7" name="Google Shape;17417;p79"/>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8" name="Google Shape;17418;p79"/>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9" name="Google Shape;17419;p79"/>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0" name="Google Shape;17420;p79"/>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1" name="Google Shape;17421;p79"/>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2" name="Google Shape;17422;p79"/>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3" name="Google Shape;17423;p79"/>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4" name="Google Shape;17424;p79"/>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5" name="Google Shape;17425;p79"/>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6" name="Google Shape;17426;p79"/>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7" name="Google Shape;17427;p79"/>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8" name="Google Shape;17428;p79"/>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9" name="Google Shape;17429;p79"/>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30" name="Google Shape;17430;p79"/>
          <p:cNvGrpSpPr/>
          <p:nvPr/>
        </p:nvGrpSpPr>
        <p:grpSpPr>
          <a:xfrm>
            <a:off x="7045643" y="2907723"/>
            <a:ext cx="345304" cy="365857"/>
            <a:chOff x="7045643" y="2907723"/>
            <a:chExt cx="345304" cy="365857"/>
          </a:xfrm>
        </p:grpSpPr>
        <p:sp>
          <p:nvSpPr>
            <p:cNvPr id="17431" name="Google Shape;17431;p79"/>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2" name="Google Shape;17432;p79"/>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3" name="Google Shape;17433;p79"/>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4" name="Google Shape;17434;p79"/>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5" name="Google Shape;17435;p79"/>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6" name="Google Shape;17436;p79"/>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7" name="Google Shape;17437;p79"/>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8" name="Google Shape;17438;p79"/>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9" name="Google Shape;17439;p79"/>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0" name="Google Shape;17440;p79"/>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1" name="Google Shape;17441;p79"/>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2" name="Google Shape;17442;p79"/>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3" name="Google Shape;17443;p79"/>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4" name="Google Shape;17444;p79"/>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5" name="Google Shape;17445;p79"/>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6" name="Google Shape;17446;p79"/>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7" name="Google Shape;17447;p79"/>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8" name="Google Shape;17448;p79"/>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9" name="Google Shape;17449;p79"/>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50" name="Google Shape;17450;p79"/>
          <p:cNvGrpSpPr/>
          <p:nvPr/>
        </p:nvGrpSpPr>
        <p:grpSpPr>
          <a:xfrm>
            <a:off x="7992843" y="2907251"/>
            <a:ext cx="347794" cy="366328"/>
            <a:chOff x="7992843" y="2907251"/>
            <a:chExt cx="347794" cy="366328"/>
          </a:xfrm>
        </p:grpSpPr>
        <p:sp>
          <p:nvSpPr>
            <p:cNvPr id="17451" name="Google Shape;17451;p79"/>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2" name="Google Shape;17452;p79"/>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3" name="Google Shape;17453;p79"/>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4" name="Google Shape;17454;p79"/>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5" name="Google Shape;17455;p79"/>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6" name="Google Shape;17456;p79"/>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7" name="Google Shape;17457;p79"/>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8" name="Google Shape;17458;p79"/>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9" name="Google Shape;17459;p79"/>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0" name="Google Shape;17460;p79"/>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1" name="Google Shape;17461;p79"/>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2" name="Google Shape;17462;p79"/>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3" name="Google Shape;17463;p79"/>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4" name="Google Shape;17464;p79"/>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5" name="Google Shape;17465;p79"/>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6" name="Google Shape;17466;p79"/>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7" name="Google Shape;17467;p79"/>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8" name="Google Shape;17468;p79"/>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9" name="Google Shape;17469;p79"/>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0" name="Google Shape;17470;p79"/>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1" name="Google Shape;17471;p79"/>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2" name="Google Shape;17472;p79"/>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3" name="Google Shape;17473;p79"/>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4" name="Google Shape;17474;p79"/>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5" name="Google Shape;17475;p79"/>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6" name="Google Shape;17476;p79"/>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7" name="Google Shape;17477;p79"/>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8" name="Google Shape;17478;p79"/>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9" name="Google Shape;17479;p79"/>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0" name="Google Shape;17480;p79"/>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1" name="Google Shape;17481;p79"/>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2" name="Google Shape;17482;p79"/>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3" name="Google Shape;17483;p79"/>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4" name="Google Shape;17484;p79"/>
          <p:cNvGrpSpPr/>
          <p:nvPr/>
        </p:nvGrpSpPr>
        <p:grpSpPr>
          <a:xfrm>
            <a:off x="873898" y="1512377"/>
            <a:ext cx="398127" cy="353457"/>
            <a:chOff x="873898" y="1512377"/>
            <a:chExt cx="398127" cy="353457"/>
          </a:xfrm>
        </p:grpSpPr>
        <p:sp>
          <p:nvSpPr>
            <p:cNvPr id="17485" name="Google Shape;17485;p79"/>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6" name="Google Shape;17486;p79"/>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7" name="Google Shape;17487;p79"/>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8" name="Google Shape;17488;p79"/>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9" name="Google Shape;17489;p79"/>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0" name="Google Shape;17490;p79"/>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1" name="Google Shape;17491;p79"/>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2" name="Google Shape;17492;p79"/>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3" name="Google Shape;17493;p79"/>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4" name="Google Shape;17494;p79"/>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5" name="Google Shape;17495;p79"/>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6" name="Google Shape;17496;p79"/>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7" name="Google Shape;17497;p79"/>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8" name="Google Shape;17498;p79"/>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9" name="Google Shape;17499;p79"/>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0" name="Google Shape;17500;p79"/>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1" name="Google Shape;17501;p79"/>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2" name="Google Shape;17502;p79"/>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3" name="Google Shape;17503;p79"/>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04" name="Google Shape;17504;p79"/>
          <p:cNvGrpSpPr/>
          <p:nvPr/>
        </p:nvGrpSpPr>
        <p:grpSpPr>
          <a:xfrm>
            <a:off x="1424125" y="1515680"/>
            <a:ext cx="246762" cy="347139"/>
            <a:chOff x="1424125" y="1515680"/>
            <a:chExt cx="246762" cy="347139"/>
          </a:xfrm>
        </p:grpSpPr>
        <p:sp>
          <p:nvSpPr>
            <p:cNvPr id="17505" name="Google Shape;17505;p79"/>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6" name="Google Shape;17506;p79"/>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7" name="Google Shape;17507;p79"/>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8" name="Google Shape;17508;p79"/>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9" name="Google Shape;17509;p79"/>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0" name="Google Shape;17510;p79"/>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1" name="Google Shape;17511;p79"/>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2" name="Google Shape;17512;p79"/>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3" name="Google Shape;17513;p79"/>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4" name="Google Shape;17514;p79"/>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5" name="Google Shape;17515;p79"/>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6" name="Google Shape;17516;p79"/>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7" name="Google Shape;17517;p79"/>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8" name="Google Shape;17518;p79"/>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9" name="Google Shape;17519;p79"/>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0" name="Google Shape;17520;p79"/>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1" name="Google Shape;17521;p79"/>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2" name="Google Shape;17522;p79"/>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3" name="Google Shape;17523;p79"/>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4" name="Google Shape;17524;p79"/>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25" name="Google Shape;17525;p79"/>
          <p:cNvGrpSpPr/>
          <p:nvPr/>
        </p:nvGrpSpPr>
        <p:grpSpPr>
          <a:xfrm>
            <a:off x="2319498" y="1512744"/>
            <a:ext cx="352697" cy="352723"/>
            <a:chOff x="2319498" y="1512744"/>
            <a:chExt cx="352697" cy="352723"/>
          </a:xfrm>
        </p:grpSpPr>
        <p:sp>
          <p:nvSpPr>
            <p:cNvPr id="17526" name="Google Shape;17526;p79"/>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7" name="Google Shape;17527;p79"/>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8" name="Google Shape;17528;p79"/>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9" name="Google Shape;17529;p79"/>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0" name="Google Shape;17530;p79"/>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1" name="Google Shape;17531;p79"/>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2" name="Google Shape;17532;p79"/>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3" name="Google Shape;17533;p79"/>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4" name="Google Shape;17534;p79"/>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5" name="Google Shape;17535;p79"/>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6" name="Google Shape;17536;p79"/>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7" name="Google Shape;17537;p79"/>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8" name="Google Shape;17538;p79"/>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9" name="Google Shape;17539;p79"/>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0" name="Google Shape;17540;p79"/>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1" name="Google Shape;17541;p79"/>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2" name="Google Shape;17542;p79"/>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3" name="Google Shape;17543;p79"/>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4" name="Google Shape;17544;p79"/>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45" name="Google Shape;17545;p79"/>
          <p:cNvGrpSpPr/>
          <p:nvPr/>
        </p:nvGrpSpPr>
        <p:grpSpPr>
          <a:xfrm>
            <a:off x="4236601" y="1512666"/>
            <a:ext cx="312981" cy="352697"/>
            <a:chOff x="4236601" y="1512666"/>
            <a:chExt cx="312981" cy="352697"/>
          </a:xfrm>
        </p:grpSpPr>
        <p:sp>
          <p:nvSpPr>
            <p:cNvPr id="17546" name="Google Shape;17546;p79"/>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7" name="Google Shape;17547;p79"/>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8" name="Google Shape;17548;p79"/>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9" name="Google Shape;17549;p79"/>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0" name="Google Shape;17550;p79"/>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1" name="Google Shape;17551;p79"/>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2" name="Google Shape;17552;p79"/>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3" name="Google Shape;17553;p79"/>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4" name="Google Shape;17554;p79"/>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5" name="Google Shape;17555;p79"/>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6" name="Google Shape;17556;p79"/>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7" name="Google Shape;17557;p79"/>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8" name="Google Shape;17558;p79"/>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9" name="Google Shape;17559;p79"/>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60" name="Google Shape;17560;p79"/>
          <p:cNvGrpSpPr/>
          <p:nvPr/>
        </p:nvGrpSpPr>
        <p:grpSpPr>
          <a:xfrm>
            <a:off x="849675" y="3347716"/>
            <a:ext cx="346300" cy="375818"/>
            <a:chOff x="849675" y="3347716"/>
            <a:chExt cx="346300" cy="375818"/>
          </a:xfrm>
        </p:grpSpPr>
        <p:sp>
          <p:nvSpPr>
            <p:cNvPr id="17561" name="Google Shape;17561;p79"/>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2" name="Google Shape;17562;p79"/>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3" name="Google Shape;17563;p79"/>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4" name="Google Shape;17564;p79"/>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5" name="Google Shape;17565;p79"/>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6" name="Google Shape;17566;p79"/>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7" name="Google Shape;17567;p79"/>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8" name="Google Shape;17568;p79"/>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9" name="Google Shape;17569;p79"/>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0" name="Google Shape;17570;p79"/>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1" name="Google Shape;17571;p79"/>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2" name="Google Shape;17572;p79"/>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3" name="Google Shape;17573;p79"/>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4" name="Google Shape;17574;p79"/>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5" name="Google Shape;17575;p79"/>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6" name="Google Shape;17576;p79"/>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7" name="Google Shape;17577;p79"/>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78" name="Google Shape;17578;p79"/>
          <p:cNvGrpSpPr/>
          <p:nvPr/>
        </p:nvGrpSpPr>
        <p:grpSpPr>
          <a:xfrm>
            <a:off x="1324219" y="3399202"/>
            <a:ext cx="376578" cy="272846"/>
            <a:chOff x="1324219" y="3399202"/>
            <a:chExt cx="376578" cy="272846"/>
          </a:xfrm>
        </p:grpSpPr>
        <p:sp>
          <p:nvSpPr>
            <p:cNvPr id="17579" name="Google Shape;17579;p79"/>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0" name="Google Shape;17580;p79"/>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1" name="Google Shape;17581;p79"/>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2" name="Google Shape;17582;p79"/>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3" name="Google Shape;17583;p79"/>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4" name="Google Shape;17584;p79"/>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5" name="Google Shape;17585;p79"/>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6" name="Google Shape;17586;p79"/>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7" name="Google Shape;17587;p79"/>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8" name="Google Shape;17588;p79"/>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9" name="Google Shape;17589;p79"/>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0" name="Google Shape;17590;p79"/>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1" name="Google Shape;17591;p79"/>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2" name="Google Shape;17592;p79"/>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3" name="Google Shape;17593;p79"/>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4" name="Google Shape;17594;p79"/>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5" name="Google Shape;17595;p79"/>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6" name="Google Shape;17596;p79"/>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7" name="Google Shape;17597;p79"/>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8" name="Google Shape;17598;p79"/>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9" name="Google Shape;17599;p79"/>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0" name="Google Shape;17600;p79"/>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1" name="Google Shape;17601;p79"/>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2" name="Google Shape;17602;p79"/>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3" name="Google Shape;17603;p79"/>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4" name="Google Shape;17604;p79"/>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5" name="Google Shape;17605;p79"/>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6" name="Google Shape;17606;p79"/>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7" name="Google Shape;17607;p79"/>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8" name="Google Shape;17608;p79"/>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9" name="Google Shape;17609;p79"/>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0" name="Google Shape;17610;p79"/>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1" name="Google Shape;17611;p79"/>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12" name="Google Shape;17612;p79"/>
          <p:cNvGrpSpPr/>
          <p:nvPr/>
        </p:nvGrpSpPr>
        <p:grpSpPr>
          <a:xfrm>
            <a:off x="1798763" y="3395401"/>
            <a:ext cx="376185" cy="280448"/>
            <a:chOff x="1798763" y="3395401"/>
            <a:chExt cx="376185" cy="280448"/>
          </a:xfrm>
        </p:grpSpPr>
        <p:sp>
          <p:nvSpPr>
            <p:cNvPr id="17613" name="Google Shape;17613;p79"/>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4" name="Google Shape;17614;p79"/>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5" name="Google Shape;17615;p79"/>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6" name="Google Shape;17616;p79"/>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7" name="Google Shape;17617;p79"/>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8" name="Google Shape;17618;p79"/>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9" name="Google Shape;17619;p79"/>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0" name="Google Shape;17620;p79"/>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1" name="Google Shape;17621;p79"/>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2" name="Google Shape;17622;p79"/>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3" name="Google Shape;17623;p79"/>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4" name="Google Shape;17624;p79"/>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5" name="Google Shape;17625;p79"/>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6" name="Google Shape;17626;p79"/>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7" name="Google Shape;17627;p79"/>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8" name="Google Shape;17628;p79"/>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9" name="Google Shape;17629;p79"/>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0" name="Google Shape;17630;p79"/>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1" name="Google Shape;17631;p79"/>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2" name="Google Shape;17632;p79"/>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3" name="Google Shape;17633;p79"/>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4" name="Google Shape;17634;p79"/>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5" name="Google Shape;17635;p79"/>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6" name="Google Shape;17636;p79"/>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7" name="Google Shape;17637;p79"/>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8" name="Google Shape;17638;p79"/>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9" name="Google Shape;17639;p79"/>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0" name="Google Shape;17640;p79"/>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1" name="Google Shape;17641;p79"/>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2" name="Google Shape;17642;p79"/>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3" name="Google Shape;17643;p79"/>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44" name="Google Shape;17644;p79"/>
          <p:cNvGrpSpPr/>
          <p:nvPr/>
        </p:nvGrpSpPr>
        <p:grpSpPr>
          <a:xfrm>
            <a:off x="2273307" y="3378754"/>
            <a:ext cx="375818" cy="313374"/>
            <a:chOff x="2273307" y="3378754"/>
            <a:chExt cx="375818" cy="313374"/>
          </a:xfrm>
        </p:grpSpPr>
        <p:sp>
          <p:nvSpPr>
            <p:cNvPr id="17645" name="Google Shape;17645;p79"/>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6" name="Google Shape;17646;p79"/>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7" name="Google Shape;17647;p79"/>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8" name="Google Shape;17648;p79"/>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9" name="Google Shape;17649;p79"/>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0" name="Google Shape;17650;p79"/>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1" name="Google Shape;17651;p79"/>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2" name="Google Shape;17652;p79"/>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3" name="Google Shape;17653;p79"/>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4" name="Google Shape;17654;p79"/>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5" name="Google Shape;17655;p79"/>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6" name="Google Shape;17656;p79"/>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7" name="Google Shape;17657;p79"/>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8" name="Google Shape;17658;p79"/>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9" name="Google Shape;17659;p79"/>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0" name="Google Shape;17660;p79"/>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1" name="Google Shape;17661;p79"/>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2" name="Google Shape;17662;p79"/>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3" name="Google Shape;17663;p79"/>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4" name="Google Shape;17664;p79"/>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5" name="Google Shape;17665;p79"/>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6" name="Google Shape;17666;p79"/>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7" name="Google Shape;17667;p79"/>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8" name="Google Shape;17668;p79"/>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9" name="Google Shape;17669;p79"/>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0" name="Google Shape;17670;p79"/>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1" name="Google Shape;17671;p79"/>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2" name="Google Shape;17672;p79"/>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3" name="Google Shape;17673;p79"/>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4" name="Google Shape;17674;p79"/>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5" name="Google Shape;17675;p79"/>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6" name="Google Shape;17676;p79"/>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7" name="Google Shape;17677;p79"/>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8" name="Google Shape;17678;p79"/>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9" name="Google Shape;17679;p79"/>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0" name="Google Shape;17680;p79"/>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1" name="Google Shape;17681;p79"/>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2" name="Google Shape;17682;p79"/>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3" name="Google Shape;17683;p79"/>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4" name="Google Shape;17684;p79"/>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5" name="Google Shape;17685;p79"/>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6" name="Google Shape;17686;p79"/>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7" name="Google Shape;17687;p79"/>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8" name="Google Shape;17688;p79"/>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9" name="Google Shape;17689;p79"/>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0" name="Google Shape;17690;p79"/>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1" name="Google Shape;17691;p79"/>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2" name="Google Shape;17692;p79"/>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3" name="Google Shape;17693;p79"/>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4" name="Google Shape;17694;p79"/>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5" name="Google Shape;17695;p79"/>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6" name="Google Shape;17696;p79"/>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7" name="Google Shape;17697;p79"/>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8" name="Google Shape;17698;p79"/>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9" name="Google Shape;17699;p79"/>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0" name="Google Shape;17700;p79"/>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1" name="Google Shape;17701;p79"/>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2" name="Google Shape;17702;p79"/>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3" name="Google Shape;17703;p79"/>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4" name="Google Shape;17704;p79"/>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5" name="Google Shape;17705;p79"/>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6" name="Google Shape;17706;p79"/>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7" name="Google Shape;17707;p79"/>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8" name="Google Shape;17708;p79"/>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9" name="Google Shape;17709;p79"/>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0" name="Google Shape;17710;p79"/>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1" name="Google Shape;17711;p79"/>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2" name="Google Shape;17712;p79"/>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3" name="Google Shape;17713;p79"/>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4" name="Google Shape;17714;p79"/>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5" name="Google Shape;17715;p79"/>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6" name="Google Shape;17716;p79"/>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7" name="Google Shape;17717;p79"/>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8" name="Google Shape;17718;p79"/>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9" name="Google Shape;17719;p79"/>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0" name="Google Shape;17720;p79"/>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1" name="Google Shape;17721;p79"/>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2" name="Google Shape;17722;p79"/>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3" name="Google Shape;17723;p79"/>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4" name="Google Shape;17724;p79"/>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5" name="Google Shape;17725;p79"/>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6" name="Google Shape;17726;p79"/>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7" name="Google Shape;17727;p79"/>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8" name="Google Shape;17728;p79"/>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29" name="Google Shape;17729;p79"/>
          <p:cNvGrpSpPr/>
          <p:nvPr/>
        </p:nvGrpSpPr>
        <p:grpSpPr>
          <a:xfrm>
            <a:off x="2747484" y="3359460"/>
            <a:ext cx="377706" cy="352330"/>
            <a:chOff x="2747484" y="3359460"/>
            <a:chExt cx="377706" cy="352330"/>
          </a:xfrm>
        </p:grpSpPr>
        <p:sp>
          <p:nvSpPr>
            <p:cNvPr id="17730" name="Google Shape;17730;p79"/>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1" name="Google Shape;17731;p79"/>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2" name="Google Shape;17732;p79"/>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3" name="Google Shape;17733;p79"/>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4" name="Google Shape;17734;p79"/>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5" name="Google Shape;17735;p79"/>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6" name="Google Shape;17736;p79"/>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7" name="Google Shape;17737;p79"/>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8" name="Google Shape;17738;p79"/>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9" name="Google Shape;17739;p79"/>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0" name="Google Shape;17740;p79"/>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1" name="Google Shape;17741;p79"/>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2" name="Google Shape;17742;p79"/>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3" name="Google Shape;17743;p79"/>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4" name="Google Shape;17744;p79"/>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5" name="Google Shape;17745;p79"/>
          <p:cNvGrpSpPr/>
          <p:nvPr/>
        </p:nvGrpSpPr>
        <p:grpSpPr>
          <a:xfrm>
            <a:off x="3696205" y="3371938"/>
            <a:ext cx="375792" cy="327373"/>
            <a:chOff x="3696205" y="3371938"/>
            <a:chExt cx="375792" cy="327373"/>
          </a:xfrm>
        </p:grpSpPr>
        <p:sp>
          <p:nvSpPr>
            <p:cNvPr id="17746" name="Google Shape;17746;p79"/>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7" name="Google Shape;17747;p79"/>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8" name="Google Shape;17748;p79"/>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9" name="Google Shape;17749;p79"/>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0" name="Google Shape;17750;p79"/>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1" name="Google Shape;17751;p79"/>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2" name="Google Shape;17752;p79"/>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3" name="Google Shape;17753;p79"/>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4" name="Google Shape;17754;p79"/>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5" name="Google Shape;17755;p79"/>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6" name="Google Shape;17756;p79"/>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7" name="Google Shape;17757;p79"/>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8" name="Google Shape;17758;p79"/>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9" name="Google Shape;17759;p79"/>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0" name="Google Shape;17760;p79"/>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1" name="Google Shape;17761;p79"/>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2" name="Google Shape;17762;p79"/>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3" name="Google Shape;17763;p79"/>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4" name="Google Shape;17764;p79"/>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5" name="Google Shape;17765;p79"/>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6" name="Google Shape;17766;p79"/>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7" name="Google Shape;17767;p79"/>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8" name="Google Shape;17768;p79"/>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69" name="Google Shape;17769;p79"/>
          <p:cNvGrpSpPr/>
          <p:nvPr/>
        </p:nvGrpSpPr>
        <p:grpSpPr>
          <a:xfrm>
            <a:off x="6567324" y="2436849"/>
            <a:ext cx="366722" cy="342892"/>
            <a:chOff x="6567324" y="2436849"/>
            <a:chExt cx="366722" cy="342892"/>
          </a:xfrm>
        </p:grpSpPr>
        <p:sp>
          <p:nvSpPr>
            <p:cNvPr id="17770" name="Google Shape;17770;p79"/>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1" name="Google Shape;17771;p79"/>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2" name="Google Shape;17772;p79"/>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3" name="Google Shape;17773;p79"/>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4" name="Google Shape;17774;p79"/>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5" name="Google Shape;17775;p79"/>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6" name="Google Shape;17776;p79"/>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7" name="Google Shape;17777;p79"/>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8" name="Google Shape;17778;p79"/>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9" name="Google Shape;17779;p79"/>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0" name="Google Shape;17780;p79"/>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1" name="Google Shape;17781;p79"/>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82" name="Google Shape;17782;p79"/>
          <p:cNvGrpSpPr/>
          <p:nvPr/>
        </p:nvGrpSpPr>
        <p:grpSpPr>
          <a:xfrm>
            <a:off x="4208970" y="3361347"/>
            <a:ext cx="299349" cy="348188"/>
            <a:chOff x="4208970" y="3361347"/>
            <a:chExt cx="299349" cy="348188"/>
          </a:xfrm>
        </p:grpSpPr>
        <p:sp>
          <p:nvSpPr>
            <p:cNvPr id="17783" name="Google Shape;17783;p79"/>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4" name="Google Shape;17784;p79"/>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5" name="Google Shape;17785;p79"/>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6" name="Google Shape;17786;p79"/>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7" name="Google Shape;17787;p79"/>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8" name="Google Shape;17788;p79"/>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9" name="Google Shape;17789;p79"/>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0" name="Google Shape;17790;p79"/>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1" name="Google Shape;17791;p79"/>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2" name="Google Shape;17792;p79"/>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3" name="Google Shape;17793;p79"/>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4" name="Google Shape;17794;p79"/>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5" name="Google Shape;17795;p79"/>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6" name="Google Shape;17796;p79"/>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7" name="Google Shape;17797;p79"/>
          <p:cNvGrpSpPr/>
          <p:nvPr/>
        </p:nvGrpSpPr>
        <p:grpSpPr>
          <a:xfrm>
            <a:off x="2786833" y="1512351"/>
            <a:ext cx="366722" cy="353667"/>
            <a:chOff x="2786833" y="1512351"/>
            <a:chExt cx="366722" cy="353667"/>
          </a:xfrm>
        </p:grpSpPr>
        <p:sp>
          <p:nvSpPr>
            <p:cNvPr id="17798" name="Google Shape;17798;p79"/>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9" name="Google Shape;17799;p79"/>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0" name="Google Shape;17800;p79"/>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1" name="Google Shape;17801;p79"/>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2" name="Google Shape;17802;p79"/>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3" name="Google Shape;17803;p79"/>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4" name="Google Shape;17804;p79"/>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5" name="Google Shape;17805;p79"/>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6" name="Google Shape;17806;p79"/>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7" name="Google Shape;17807;p79"/>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8" name="Google Shape;17808;p79"/>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9" name="Google Shape;17809;p79"/>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0" name="Google Shape;17810;p79"/>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1" name="Google Shape;17811;p79"/>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2" name="Google Shape;17812;p79"/>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3" name="Google Shape;17813;p79"/>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4" name="Google Shape;17814;p79"/>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5" name="Google Shape;17815;p79"/>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6" name="Google Shape;17816;p79"/>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7" name="Google Shape;17817;p79"/>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18" name="Google Shape;17818;p79"/>
          <p:cNvGrpSpPr/>
          <p:nvPr/>
        </p:nvGrpSpPr>
        <p:grpSpPr>
          <a:xfrm>
            <a:off x="1845321" y="1512744"/>
            <a:ext cx="352723" cy="353090"/>
            <a:chOff x="1845321" y="1512744"/>
            <a:chExt cx="352723" cy="353090"/>
          </a:xfrm>
        </p:grpSpPr>
        <p:sp>
          <p:nvSpPr>
            <p:cNvPr id="17819" name="Google Shape;17819;p79"/>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0" name="Google Shape;17820;p79"/>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1" name="Google Shape;17821;p79"/>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2" name="Google Shape;17822;p79"/>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3" name="Google Shape;17823;p79"/>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4" name="Google Shape;17824;p79"/>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5" name="Google Shape;17825;p79"/>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6" name="Google Shape;17826;p79"/>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7" name="Google Shape;17827;p79"/>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8" name="Google Shape;17828;p79"/>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9" name="Google Shape;17829;p79"/>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30" name="Google Shape;17830;p79"/>
          <p:cNvGrpSpPr/>
          <p:nvPr/>
        </p:nvGrpSpPr>
        <p:grpSpPr>
          <a:xfrm>
            <a:off x="3214452" y="3340533"/>
            <a:ext cx="392465" cy="389896"/>
            <a:chOff x="3214452" y="3340533"/>
            <a:chExt cx="392465" cy="389896"/>
          </a:xfrm>
        </p:grpSpPr>
        <p:sp>
          <p:nvSpPr>
            <p:cNvPr id="17831" name="Google Shape;17831;p79"/>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2" name="Google Shape;17832;p79"/>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3" name="Google Shape;17833;p79"/>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4" name="Google Shape;17834;p79"/>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5" name="Google Shape;17835;p79"/>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6" name="Google Shape;17836;p79"/>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7" name="Google Shape;17837;p79"/>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8" name="Google Shape;17838;p79"/>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9" name="Google Shape;17839;p79"/>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0" name="Google Shape;17840;p79"/>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1" name="Google Shape;17841;p79"/>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2" name="Google Shape;17842;p79"/>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3" name="Google Shape;17843;p79"/>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4" name="Google Shape;17844;p79"/>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5" name="Google Shape;17845;p79"/>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6" name="Google Shape;17846;p79"/>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7" name="Google Shape;17847;p79"/>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8" name="Google Shape;17848;p79"/>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9" name="Google Shape;17849;p79"/>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0" name="Google Shape;17850;p79"/>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1" name="Google Shape;17851;p79"/>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2" name="Google Shape;17852;p79"/>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3" name="Google Shape;17853;p79"/>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4" name="Google Shape;17854;p79"/>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5" name="Google Shape;17855;p79"/>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56" name="Google Shape;17856;p79"/>
          <p:cNvGrpSpPr/>
          <p:nvPr/>
        </p:nvGrpSpPr>
        <p:grpSpPr>
          <a:xfrm>
            <a:off x="3327229" y="1499899"/>
            <a:ext cx="234650" cy="378440"/>
            <a:chOff x="3327229" y="1499899"/>
            <a:chExt cx="234650" cy="378440"/>
          </a:xfrm>
        </p:grpSpPr>
        <p:sp>
          <p:nvSpPr>
            <p:cNvPr id="17857" name="Google Shape;17857;p79"/>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8" name="Google Shape;17858;p79"/>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9" name="Google Shape;17859;p79"/>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0" name="Google Shape;17860;p79"/>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1" name="Google Shape;17861;p79"/>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2" name="Google Shape;17862;p79"/>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3" name="Google Shape;17863;p79"/>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4" name="Google Shape;17864;p79"/>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5" name="Google Shape;17865;p79"/>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6" name="Google Shape;17866;p79"/>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7" name="Google Shape;17867;p79"/>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8" name="Google Shape;17868;p79"/>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9" name="Google Shape;17869;p79"/>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0" name="Google Shape;17870;p79"/>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1" name="Google Shape;17871;p79"/>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2" name="Google Shape;17872;p79"/>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3" name="Google Shape;17873;p79"/>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4" name="Google Shape;17874;p79"/>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5" name="Google Shape;17875;p79"/>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6" name="Google Shape;17876;p79"/>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7" name="Google Shape;17877;p79"/>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78" name="Google Shape;17878;p79"/>
          <p:cNvGrpSpPr/>
          <p:nvPr/>
        </p:nvGrpSpPr>
        <p:grpSpPr>
          <a:xfrm>
            <a:off x="3735553" y="1530151"/>
            <a:ext cx="366722" cy="317962"/>
            <a:chOff x="3735553" y="1530151"/>
            <a:chExt cx="366722" cy="317962"/>
          </a:xfrm>
        </p:grpSpPr>
        <p:sp>
          <p:nvSpPr>
            <p:cNvPr id="17879" name="Google Shape;17879;p79"/>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0" name="Google Shape;17880;p79"/>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1" name="Google Shape;17881;p79"/>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2" name="Google Shape;17882;p79"/>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3" name="Google Shape;17883;p79"/>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4" name="Google Shape;17884;p79"/>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5" name="Google Shape;17885;p79"/>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6" name="Google Shape;17886;p79"/>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7" name="Google Shape;17887;p79"/>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8" name="Google Shape;17888;p79"/>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9" name="Google Shape;17889;p79"/>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0" name="Google Shape;17890;p79"/>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91" name="Google Shape;17891;p79"/>
          <p:cNvGrpSpPr/>
          <p:nvPr/>
        </p:nvGrpSpPr>
        <p:grpSpPr>
          <a:xfrm>
            <a:off x="866322" y="2469775"/>
            <a:ext cx="379226" cy="322733"/>
            <a:chOff x="866322" y="2469775"/>
            <a:chExt cx="379226" cy="322733"/>
          </a:xfrm>
        </p:grpSpPr>
        <p:sp>
          <p:nvSpPr>
            <p:cNvPr id="17892" name="Google Shape;17892;p79"/>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3" name="Google Shape;17893;p79"/>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4" name="Google Shape;17894;p79"/>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5" name="Google Shape;17895;p79"/>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6" name="Google Shape;17896;p79"/>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7" name="Google Shape;17897;p79"/>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8" name="Google Shape;17898;p79"/>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9" name="Google Shape;17899;p79"/>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0" name="Google Shape;17900;p79"/>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1" name="Google Shape;17901;p79"/>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2" name="Google Shape;17902;p79"/>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3" name="Google Shape;17903;p79"/>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4" name="Google Shape;17904;p79"/>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5" name="Google Shape;17905;p79"/>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6" name="Google Shape;17906;p79"/>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7" name="Google Shape;17907;p79"/>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8" name="Google Shape;17908;p79"/>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9" name="Google Shape;17909;p79"/>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0" name="Google Shape;17910;p79"/>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1" name="Google Shape;17911;p79"/>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2" name="Google Shape;17912;p79"/>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3" name="Google Shape;17913;p79"/>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4" name="Google Shape;17914;p79"/>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5" name="Google Shape;17915;p79"/>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6" name="Google Shape;17916;p79"/>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7" name="Google Shape;17917;p79"/>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8" name="Google Shape;17918;p79"/>
          <p:cNvGrpSpPr/>
          <p:nvPr/>
        </p:nvGrpSpPr>
        <p:grpSpPr>
          <a:xfrm>
            <a:off x="1328387" y="2500814"/>
            <a:ext cx="404183" cy="289151"/>
            <a:chOff x="1328387" y="2500814"/>
            <a:chExt cx="404183" cy="289151"/>
          </a:xfrm>
        </p:grpSpPr>
        <p:sp>
          <p:nvSpPr>
            <p:cNvPr id="17919" name="Google Shape;17919;p79"/>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0" name="Google Shape;17920;p79"/>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1" name="Google Shape;17921;p79"/>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2" name="Google Shape;17922;p79"/>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3" name="Google Shape;17923;p79"/>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4" name="Google Shape;17924;p79"/>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5" name="Google Shape;17925;p79"/>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6" name="Google Shape;17926;p79"/>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7" name="Google Shape;17927;p79"/>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8" name="Google Shape;17928;p79"/>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9" name="Google Shape;17929;p79"/>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0" name="Google Shape;17930;p79"/>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1" name="Google Shape;17931;p79"/>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2" name="Google Shape;17932;p79"/>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3" name="Google Shape;17933;p79"/>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4" name="Google Shape;17934;p79"/>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5" name="Google Shape;17935;p79"/>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6" name="Google Shape;17936;p79"/>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7" name="Google Shape;17937;p79"/>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8" name="Google Shape;17938;p79"/>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9" name="Google Shape;17939;p79"/>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0" name="Google Shape;17940;p79"/>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1" name="Google Shape;17941;p79"/>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2" name="Google Shape;17942;p79"/>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3" name="Google Shape;17943;p79"/>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4" name="Google Shape;17944;p79"/>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5" name="Google Shape;17945;p79"/>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6" name="Google Shape;17946;p79"/>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7" name="Google Shape;17947;p79"/>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8" name="Google Shape;17948;p79"/>
          <p:cNvGrpSpPr/>
          <p:nvPr/>
        </p:nvGrpSpPr>
        <p:grpSpPr>
          <a:xfrm>
            <a:off x="1821465" y="2495702"/>
            <a:ext cx="365988" cy="270801"/>
            <a:chOff x="1821465" y="2495702"/>
            <a:chExt cx="365988" cy="270801"/>
          </a:xfrm>
        </p:grpSpPr>
        <p:sp>
          <p:nvSpPr>
            <p:cNvPr id="17949" name="Google Shape;17949;p79"/>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0" name="Google Shape;17950;p79"/>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1" name="Google Shape;17951;p79"/>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2" name="Google Shape;17952;p79"/>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3" name="Google Shape;17953;p79"/>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4" name="Google Shape;17954;p79"/>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5" name="Google Shape;17955;p79"/>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6" name="Google Shape;17956;p79"/>
          <p:cNvGrpSpPr/>
          <p:nvPr/>
        </p:nvGrpSpPr>
        <p:grpSpPr>
          <a:xfrm>
            <a:off x="3725723" y="2455776"/>
            <a:ext cx="354977" cy="351202"/>
            <a:chOff x="3725723" y="2455776"/>
            <a:chExt cx="354977" cy="351202"/>
          </a:xfrm>
        </p:grpSpPr>
        <p:sp>
          <p:nvSpPr>
            <p:cNvPr id="17957" name="Google Shape;17957;p79"/>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8" name="Google Shape;17958;p79"/>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9" name="Google Shape;17959;p79"/>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0" name="Google Shape;17960;p79"/>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1" name="Google Shape;17961;p79"/>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2" name="Google Shape;17962;p79"/>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3" name="Google Shape;17963;p79"/>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4" name="Google Shape;17964;p79"/>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5" name="Google Shape;17965;p79"/>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6" name="Google Shape;17966;p79"/>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7" name="Google Shape;17967;p79"/>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8" name="Google Shape;17968;p79"/>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9" name="Google Shape;17969;p79"/>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70" name="Google Shape;17970;p79"/>
          <p:cNvGrpSpPr/>
          <p:nvPr/>
        </p:nvGrpSpPr>
        <p:grpSpPr>
          <a:xfrm>
            <a:off x="5226165" y="1977641"/>
            <a:ext cx="230482" cy="388847"/>
            <a:chOff x="5226165" y="1977641"/>
            <a:chExt cx="230482" cy="388847"/>
          </a:xfrm>
        </p:grpSpPr>
        <p:sp>
          <p:nvSpPr>
            <p:cNvPr id="17971" name="Google Shape;17971;p79"/>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2" name="Google Shape;17972;p79"/>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3" name="Google Shape;17973;p79"/>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4" name="Google Shape;17974;p79"/>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5" name="Google Shape;17975;p79"/>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6" name="Google Shape;17976;p79"/>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7" name="Google Shape;17977;p79"/>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8" name="Google Shape;17978;p79"/>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9" name="Google Shape;17979;p79"/>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0" name="Google Shape;17980;p79"/>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1" name="Google Shape;17981;p79"/>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2" name="Google Shape;17982;p79"/>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3" name="Google Shape;17983;p79"/>
          <p:cNvGrpSpPr/>
          <p:nvPr/>
        </p:nvGrpSpPr>
        <p:grpSpPr>
          <a:xfrm>
            <a:off x="5632602" y="2025510"/>
            <a:ext cx="370130" cy="287264"/>
            <a:chOff x="5632602" y="2025510"/>
            <a:chExt cx="370130" cy="287264"/>
          </a:xfrm>
        </p:grpSpPr>
        <p:sp>
          <p:nvSpPr>
            <p:cNvPr id="17984" name="Google Shape;17984;p79"/>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5" name="Google Shape;17985;p79"/>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6" name="Google Shape;17986;p79"/>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7" name="Google Shape;17987;p79"/>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8" name="Google Shape;17988;p79"/>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9" name="Google Shape;17989;p79"/>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0" name="Google Shape;17990;p79"/>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1" name="Google Shape;17991;p79"/>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2" name="Google Shape;17992;p79"/>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3" name="Google Shape;17993;p79"/>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4" name="Google Shape;17994;p79"/>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5" name="Google Shape;17995;p79"/>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6" name="Google Shape;17996;p79"/>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7" name="Google Shape;17997;p79"/>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8" name="Google Shape;17998;p79"/>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9" name="Google Shape;17999;p79"/>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0" name="Google Shape;18000;p79"/>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1" name="Google Shape;18001;p79"/>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2" name="Google Shape;18002;p79"/>
          <p:cNvGrpSpPr/>
          <p:nvPr/>
        </p:nvGrpSpPr>
        <p:grpSpPr>
          <a:xfrm>
            <a:off x="4212378" y="2456537"/>
            <a:ext cx="331515" cy="330021"/>
            <a:chOff x="4212378" y="2456537"/>
            <a:chExt cx="331515" cy="330021"/>
          </a:xfrm>
        </p:grpSpPr>
        <p:sp>
          <p:nvSpPr>
            <p:cNvPr id="18003" name="Google Shape;18003;p79"/>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4" name="Google Shape;18004;p79"/>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5" name="Google Shape;18005;p79"/>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6" name="Google Shape;18006;p79"/>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7" name="Google Shape;18007;p79"/>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8" name="Google Shape;18008;p79"/>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9" name="Google Shape;18009;p79"/>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0" name="Google Shape;18010;p79"/>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1" name="Google Shape;18011;p79"/>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12" name="Google Shape;18012;p79"/>
          <p:cNvGrpSpPr/>
          <p:nvPr/>
        </p:nvGrpSpPr>
        <p:grpSpPr>
          <a:xfrm>
            <a:off x="6176013" y="1977825"/>
            <a:ext cx="235411" cy="347427"/>
            <a:chOff x="6176013" y="1977825"/>
            <a:chExt cx="235411" cy="347427"/>
          </a:xfrm>
        </p:grpSpPr>
        <p:sp>
          <p:nvSpPr>
            <p:cNvPr id="18013" name="Google Shape;18013;p79"/>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4" name="Google Shape;18014;p79"/>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5" name="Google Shape;18015;p79"/>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6" name="Google Shape;18016;p79"/>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7" name="Google Shape;18017;p79"/>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8" name="Google Shape;18018;p79"/>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9" name="Google Shape;18019;p79"/>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0" name="Google Shape;18020;p79"/>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1" name="Google Shape;18021;p79"/>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2" name="Google Shape;18022;p79"/>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3" name="Google Shape;18023;p79"/>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4" name="Google Shape;18024;p79"/>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5" name="Google Shape;18025;p79"/>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6" name="Google Shape;18026;p79"/>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7" name="Google Shape;18027;p79"/>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8" name="Google Shape;18028;p79"/>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9" name="Google Shape;18029;p79"/>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30" name="Google Shape;18030;p79"/>
          <p:cNvGrpSpPr/>
          <p:nvPr/>
        </p:nvGrpSpPr>
        <p:grpSpPr>
          <a:xfrm>
            <a:off x="6652077" y="1977458"/>
            <a:ext cx="235778" cy="347794"/>
            <a:chOff x="6652077" y="1977458"/>
            <a:chExt cx="235778" cy="347794"/>
          </a:xfrm>
        </p:grpSpPr>
        <p:sp>
          <p:nvSpPr>
            <p:cNvPr id="18031" name="Google Shape;18031;p79"/>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2" name="Google Shape;18032;p79"/>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3" name="Google Shape;18033;p79"/>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4" name="Google Shape;18034;p79"/>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5" name="Google Shape;18035;p79"/>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6" name="Google Shape;18036;p79"/>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7" name="Google Shape;18037;p79"/>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8" name="Google Shape;18038;p79"/>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9" name="Google Shape;18039;p79"/>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0" name="Google Shape;18040;p79"/>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1" name="Google Shape;18041;p79"/>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2" name="Google Shape;18042;p79"/>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3" name="Google Shape;18043;p79"/>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4" name="Google Shape;18044;p79"/>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5" name="Google Shape;18045;p79"/>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6" name="Google Shape;18046;p79"/>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7" name="Google Shape;18047;p79"/>
          <p:cNvGrpSpPr/>
          <p:nvPr/>
        </p:nvGrpSpPr>
        <p:grpSpPr>
          <a:xfrm>
            <a:off x="7072513" y="1997512"/>
            <a:ext cx="394352" cy="308052"/>
            <a:chOff x="7072513" y="1997512"/>
            <a:chExt cx="394352" cy="308052"/>
          </a:xfrm>
        </p:grpSpPr>
        <p:sp>
          <p:nvSpPr>
            <p:cNvPr id="18048" name="Google Shape;18048;p79"/>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9" name="Google Shape;18049;p79"/>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0" name="Google Shape;18050;p79"/>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1" name="Google Shape;18051;p79"/>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2" name="Google Shape;18052;p79"/>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3" name="Google Shape;18053;p79"/>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4" name="Google Shape;18054;p79"/>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5" name="Google Shape;18055;p79"/>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6" name="Google Shape;18056;p79"/>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7" name="Google Shape;18057;p79"/>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8" name="Google Shape;18058;p79"/>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59" name="Google Shape;18059;p79"/>
          <p:cNvGrpSpPr/>
          <p:nvPr/>
        </p:nvGrpSpPr>
        <p:grpSpPr>
          <a:xfrm>
            <a:off x="7576208" y="1977825"/>
            <a:ext cx="292533" cy="347454"/>
            <a:chOff x="7576208" y="1977825"/>
            <a:chExt cx="292533" cy="347454"/>
          </a:xfrm>
        </p:grpSpPr>
        <p:sp>
          <p:nvSpPr>
            <p:cNvPr id="18060" name="Google Shape;18060;p79"/>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1" name="Google Shape;18061;p79"/>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2" name="Google Shape;18062;p79"/>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3" name="Google Shape;18063;p79"/>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4" name="Google Shape;18064;p79"/>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5" name="Google Shape;18065;p79"/>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6" name="Google Shape;18066;p79"/>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7" name="Google Shape;18067;p79"/>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8" name="Google Shape;18068;p79"/>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9" name="Google Shape;18069;p79"/>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0" name="Google Shape;18070;p79"/>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1" name="Google Shape;18071;p79"/>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2" name="Google Shape;18072;p79"/>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73" name="Google Shape;18073;p79"/>
          <p:cNvGrpSpPr/>
          <p:nvPr/>
        </p:nvGrpSpPr>
        <p:grpSpPr>
          <a:xfrm>
            <a:off x="8023882" y="1977458"/>
            <a:ext cx="320557" cy="347794"/>
            <a:chOff x="8023882" y="1977458"/>
            <a:chExt cx="320557" cy="347794"/>
          </a:xfrm>
        </p:grpSpPr>
        <p:sp>
          <p:nvSpPr>
            <p:cNvPr id="18074" name="Google Shape;18074;p79"/>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5" name="Google Shape;18075;p79"/>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6" name="Google Shape;18076;p79"/>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7" name="Google Shape;18077;p79"/>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8" name="Google Shape;18078;p79"/>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9" name="Google Shape;18079;p79"/>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0" name="Google Shape;18080;p79"/>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1" name="Google Shape;18081;p79"/>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2" name="Google Shape;18082;p79"/>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3" name="Google Shape;18083;p79"/>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4" name="Google Shape;18084;p79"/>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5" name="Google Shape;18085;p79"/>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6" name="Google Shape;18086;p79"/>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7" name="Google Shape;18087;p79"/>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8" name="Google Shape;18088;p79"/>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9" name="Google Shape;18089;p79"/>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0" name="Google Shape;18090;p79"/>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1" name="Google Shape;18091;p79"/>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2" name="Google Shape;18092;p79"/>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3" name="Google Shape;18093;p79"/>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4" name="Google Shape;18094;p79"/>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5" name="Google Shape;18095;p79"/>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6" name="Google Shape;18096;p79"/>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7" name="Google Shape;18097;p79"/>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8" name="Google Shape;18098;p79"/>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9" name="Google Shape;18099;p79"/>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0" name="Google Shape;18100;p79"/>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1" name="Google Shape;18101;p79"/>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2" name="Google Shape;18102;p79"/>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3" name="Google Shape;18103;p79"/>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4" name="Google Shape;18104;p79"/>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5" name="Google Shape;18105;p79"/>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6" name="Google Shape;18106;p79"/>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7" name="Google Shape;18107;p79"/>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8" name="Google Shape;18108;p79"/>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9" name="Google Shape;18109;p79"/>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0" name="Google Shape;18110;p79"/>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1" name="Google Shape;18111;p79"/>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2" name="Google Shape;18112;p79"/>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3" name="Google Shape;18113;p79"/>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14" name="Google Shape;18114;p79"/>
          <p:cNvGrpSpPr/>
          <p:nvPr/>
        </p:nvGrpSpPr>
        <p:grpSpPr>
          <a:xfrm>
            <a:off x="5627674" y="2444819"/>
            <a:ext cx="345147" cy="342630"/>
            <a:chOff x="5627674" y="2444819"/>
            <a:chExt cx="345147" cy="342630"/>
          </a:xfrm>
        </p:grpSpPr>
        <p:sp>
          <p:nvSpPr>
            <p:cNvPr id="18115" name="Google Shape;18115;p79"/>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6" name="Google Shape;18116;p79"/>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7" name="Google Shape;18117;p79"/>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8" name="Google Shape;18118;p79"/>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9" name="Google Shape;18119;p79"/>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20" name="Google Shape;18120;p79"/>
          <p:cNvGrpSpPr/>
          <p:nvPr/>
        </p:nvGrpSpPr>
        <p:grpSpPr>
          <a:xfrm>
            <a:off x="4653996" y="2440257"/>
            <a:ext cx="396607" cy="348555"/>
            <a:chOff x="4653996" y="2440257"/>
            <a:chExt cx="396607" cy="348555"/>
          </a:xfrm>
        </p:grpSpPr>
        <p:sp>
          <p:nvSpPr>
            <p:cNvPr id="18121" name="Google Shape;18121;p79"/>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2" name="Google Shape;18122;p79"/>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3" name="Google Shape;18123;p79"/>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4" name="Google Shape;18124;p79"/>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5" name="Google Shape;18125;p79"/>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6" name="Google Shape;18126;p79"/>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7" name="Google Shape;18127;p79"/>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8" name="Google Shape;18128;p79"/>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9" name="Google Shape;18129;p79"/>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0" name="Google Shape;18130;p79"/>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1" name="Google Shape;18131;p79"/>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2" name="Google Shape;18132;p79"/>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3" name="Google Shape;18133;p79"/>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4" name="Google Shape;18134;p79"/>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5" name="Google Shape;18135;p79"/>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6" name="Google Shape;18136;p79"/>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7" name="Google Shape;18137;p79"/>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8" name="Google Shape;18138;p79"/>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39" name="Google Shape;18139;p79"/>
          <p:cNvGrpSpPr/>
          <p:nvPr/>
        </p:nvGrpSpPr>
        <p:grpSpPr>
          <a:xfrm>
            <a:off x="1854391" y="2895140"/>
            <a:ext cx="301630" cy="374272"/>
            <a:chOff x="1854391" y="2895140"/>
            <a:chExt cx="301630" cy="374272"/>
          </a:xfrm>
        </p:grpSpPr>
        <p:sp>
          <p:nvSpPr>
            <p:cNvPr id="18140" name="Google Shape;18140;p79"/>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1" name="Google Shape;18141;p79"/>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2" name="Google Shape;18142;p79"/>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3" name="Google Shape;18143;p79"/>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4" name="Google Shape;18144;p79"/>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5" name="Google Shape;18145;p79"/>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6" name="Google Shape;18146;p79"/>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7" name="Google Shape;18147;p79"/>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8" name="Google Shape;18148;p79"/>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9" name="Google Shape;18149;p79"/>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0" name="Google Shape;18150;p79"/>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1" name="Google Shape;18151;p79"/>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2" name="Google Shape;18152;p79"/>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3" name="Google Shape;18153;p79"/>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4" name="Google Shape;18154;p79"/>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5" name="Google Shape;18155;p79"/>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6" name="Google Shape;18156;p79"/>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7" name="Google Shape;18157;p79"/>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8" name="Google Shape;18158;p79"/>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9" name="Google Shape;18159;p79"/>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0" name="Google Shape;18160;p79"/>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1" name="Google Shape;18161;p79"/>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2" name="Google Shape;18162;p79"/>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3" name="Google Shape;18163;p79"/>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4" name="Google Shape;18164;p79"/>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5" name="Google Shape;18165;p79"/>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6" name="Google Shape;18166;p79"/>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7" name="Google Shape;18167;p79"/>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8" name="Google Shape;18168;p79"/>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9" name="Google Shape;18169;p79"/>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0" name="Google Shape;18170;p79"/>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1" name="Google Shape;18171;p79"/>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2" name="Google Shape;18172;p79"/>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3" name="Google Shape;18173;p79"/>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4" name="Google Shape;18174;p79"/>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5" name="Google Shape;18175;p79"/>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6" name="Google Shape;18176;p79"/>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7" name="Google Shape;18177;p79"/>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8" name="Google Shape;18178;p79"/>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9" name="Google Shape;18179;p79"/>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0" name="Google Shape;18180;p79"/>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1" name="Google Shape;18181;p79"/>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2" name="Google Shape;18182;p79"/>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3" name="Google Shape;18183;p79"/>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4" name="Google Shape;18184;p79"/>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5" name="Google Shape;18185;p79"/>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6" name="Google Shape;18186;p79"/>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7" name="Google Shape;18187;p79"/>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8" name="Google Shape;18188;p79"/>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89" name="Google Shape;18189;p79"/>
          <p:cNvGrpSpPr/>
          <p:nvPr/>
        </p:nvGrpSpPr>
        <p:grpSpPr>
          <a:xfrm>
            <a:off x="5172817" y="2438370"/>
            <a:ext cx="289518" cy="357651"/>
            <a:chOff x="5172817" y="2438370"/>
            <a:chExt cx="289518" cy="357651"/>
          </a:xfrm>
        </p:grpSpPr>
        <p:sp>
          <p:nvSpPr>
            <p:cNvPr id="18190" name="Google Shape;18190;p79"/>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1" name="Google Shape;18191;p79"/>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2" name="Google Shape;18192;p79"/>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3" name="Google Shape;18193;p79"/>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4" name="Google Shape;18194;p79"/>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5" name="Google Shape;18195;p79"/>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6" name="Google Shape;18196;p79"/>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7" name="Google Shape;18197;p79"/>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8" name="Google Shape;18198;p79"/>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9" name="Google Shape;18199;p79"/>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0" name="Google Shape;18200;p79"/>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01" name="Google Shape;18201;p79"/>
          <p:cNvGrpSpPr/>
          <p:nvPr/>
        </p:nvGrpSpPr>
        <p:grpSpPr>
          <a:xfrm>
            <a:off x="3234506" y="2484534"/>
            <a:ext cx="388297" cy="293320"/>
            <a:chOff x="3234506" y="2484534"/>
            <a:chExt cx="388297" cy="293320"/>
          </a:xfrm>
        </p:grpSpPr>
        <p:sp>
          <p:nvSpPr>
            <p:cNvPr id="18202" name="Google Shape;18202;p79"/>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3" name="Google Shape;18203;p79"/>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4" name="Google Shape;18204;p79"/>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5" name="Google Shape;18205;p79"/>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6" name="Google Shape;18206;p79"/>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7" name="Google Shape;18207;p79"/>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8" name="Google Shape;18208;p79"/>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9" name="Google Shape;18209;p79"/>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0" name="Google Shape;18210;p79"/>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1" name="Google Shape;18211;p79"/>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2" name="Google Shape;18212;p79"/>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3" name="Google Shape;18213;p79"/>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4" name="Google Shape;18214;p79"/>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5" name="Google Shape;18215;p79"/>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6" name="Google Shape;18216;p79"/>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7" name="Google Shape;18217;p79"/>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18" name="Google Shape;18218;p79"/>
          <p:cNvGrpSpPr/>
          <p:nvPr/>
        </p:nvGrpSpPr>
        <p:grpSpPr>
          <a:xfrm>
            <a:off x="6065149" y="3367036"/>
            <a:ext cx="362553" cy="356498"/>
            <a:chOff x="6065149" y="3367036"/>
            <a:chExt cx="362553" cy="356498"/>
          </a:xfrm>
        </p:grpSpPr>
        <p:sp>
          <p:nvSpPr>
            <p:cNvPr id="18219" name="Google Shape;18219;p79"/>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0" name="Google Shape;18220;p79"/>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1" name="Google Shape;18221;p79"/>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2" name="Google Shape;18222;p79"/>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3" name="Google Shape;18223;p79"/>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4" name="Google Shape;18224;p79"/>
          <p:cNvGrpSpPr/>
          <p:nvPr/>
        </p:nvGrpSpPr>
        <p:grpSpPr>
          <a:xfrm>
            <a:off x="2866317" y="3817357"/>
            <a:ext cx="362920" cy="356865"/>
            <a:chOff x="2866317" y="3817357"/>
            <a:chExt cx="362920" cy="356865"/>
          </a:xfrm>
        </p:grpSpPr>
        <p:sp>
          <p:nvSpPr>
            <p:cNvPr id="18225" name="Google Shape;18225;p79"/>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6" name="Google Shape;18226;p79"/>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7" name="Google Shape;18227;p79"/>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8" name="Google Shape;18228;p79"/>
          <p:cNvGrpSpPr/>
          <p:nvPr/>
        </p:nvGrpSpPr>
        <p:grpSpPr>
          <a:xfrm>
            <a:off x="6540821" y="3367036"/>
            <a:ext cx="362553" cy="356498"/>
            <a:chOff x="6540821" y="3367036"/>
            <a:chExt cx="362553" cy="356498"/>
          </a:xfrm>
        </p:grpSpPr>
        <p:sp>
          <p:nvSpPr>
            <p:cNvPr id="18229" name="Google Shape;18229;p79"/>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0" name="Google Shape;18230;p79"/>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1" name="Google Shape;18231;p79"/>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2" name="Google Shape;18232;p79"/>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3" name="Google Shape;18233;p79"/>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4" name="Google Shape;18234;p79"/>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5" name="Google Shape;18235;p79"/>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36" name="Google Shape;18236;p79"/>
          <p:cNvGrpSpPr/>
          <p:nvPr/>
        </p:nvGrpSpPr>
        <p:grpSpPr>
          <a:xfrm>
            <a:off x="2302458" y="2474704"/>
            <a:ext cx="354479" cy="312561"/>
            <a:chOff x="2302458" y="2474704"/>
            <a:chExt cx="354479" cy="312561"/>
          </a:xfrm>
        </p:grpSpPr>
        <p:sp>
          <p:nvSpPr>
            <p:cNvPr id="18237" name="Google Shape;18237;p79"/>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8" name="Google Shape;18238;p79"/>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9" name="Google Shape;18239;p79"/>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0" name="Google Shape;18240;p79"/>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1" name="Google Shape;18241;p79"/>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2" name="Google Shape;18242;p79"/>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3" name="Google Shape;18243;p79"/>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4" name="Google Shape;18244;p79"/>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5" name="Google Shape;18245;p79"/>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6" name="Google Shape;18246;p79"/>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7" name="Google Shape;18247;p79"/>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8" name="Google Shape;18248;p79"/>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49" name="Google Shape;18249;p79"/>
          <p:cNvGrpSpPr/>
          <p:nvPr/>
        </p:nvGrpSpPr>
        <p:grpSpPr>
          <a:xfrm>
            <a:off x="2831110" y="2442538"/>
            <a:ext cx="246002" cy="348922"/>
            <a:chOff x="2831110" y="2442538"/>
            <a:chExt cx="246002" cy="348922"/>
          </a:xfrm>
        </p:grpSpPr>
        <p:sp>
          <p:nvSpPr>
            <p:cNvPr id="18250" name="Google Shape;18250;p79"/>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1" name="Google Shape;18251;p79"/>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2" name="Google Shape;18252;p79"/>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3" name="Google Shape;18253;p79"/>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4" name="Google Shape;18254;p79"/>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5" name="Google Shape;18255;p79"/>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6" name="Google Shape;18256;p79"/>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7" name="Google Shape;18257;p79"/>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8" name="Google Shape;18258;p79"/>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9" name="Google Shape;18259;p79"/>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0" name="Google Shape;18260;p79"/>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1" name="Google Shape;18261;p79"/>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2" name="Google Shape;18262;p79"/>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3" name="Google Shape;18263;p79"/>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64" name="Google Shape;18264;p79"/>
          <p:cNvGrpSpPr/>
          <p:nvPr/>
        </p:nvGrpSpPr>
        <p:grpSpPr>
          <a:xfrm>
            <a:off x="3314750" y="3817357"/>
            <a:ext cx="362920" cy="356865"/>
            <a:chOff x="3314750" y="3817357"/>
            <a:chExt cx="362920" cy="356865"/>
          </a:xfrm>
        </p:grpSpPr>
        <p:sp>
          <p:nvSpPr>
            <p:cNvPr id="18265" name="Google Shape;18265;p79"/>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6" name="Google Shape;18266;p79"/>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7" name="Google Shape;18267;p79"/>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8" name="Google Shape;18268;p79"/>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9" name="Google Shape;18269;p79"/>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0" name="Google Shape;18270;p79"/>
          <p:cNvGrpSpPr/>
          <p:nvPr/>
        </p:nvGrpSpPr>
        <p:grpSpPr>
          <a:xfrm>
            <a:off x="7016492" y="3367036"/>
            <a:ext cx="362947" cy="356498"/>
            <a:chOff x="7016492" y="3367036"/>
            <a:chExt cx="362947" cy="356498"/>
          </a:xfrm>
        </p:grpSpPr>
        <p:sp>
          <p:nvSpPr>
            <p:cNvPr id="18271" name="Google Shape;18271;p79"/>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2" name="Google Shape;18272;p79"/>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3" name="Google Shape;18273;p79"/>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4" name="Google Shape;18274;p79"/>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5" name="Google Shape;18275;p79"/>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6" name="Google Shape;18276;p79"/>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7" name="Google Shape;18277;p79"/>
          <p:cNvGrpSpPr/>
          <p:nvPr/>
        </p:nvGrpSpPr>
        <p:grpSpPr>
          <a:xfrm>
            <a:off x="3763184" y="3817357"/>
            <a:ext cx="363314" cy="356576"/>
            <a:chOff x="3763184" y="3817357"/>
            <a:chExt cx="363314" cy="356576"/>
          </a:xfrm>
        </p:grpSpPr>
        <p:sp>
          <p:nvSpPr>
            <p:cNvPr id="18278" name="Google Shape;18278;p79"/>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9" name="Google Shape;18279;p79"/>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0" name="Google Shape;18280;p79"/>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1" name="Google Shape;18281;p79"/>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2" name="Google Shape;18282;p79"/>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3" name="Google Shape;18283;p79"/>
          <p:cNvGrpSpPr/>
          <p:nvPr/>
        </p:nvGrpSpPr>
        <p:grpSpPr>
          <a:xfrm>
            <a:off x="5108852" y="3817357"/>
            <a:ext cx="362947" cy="356576"/>
            <a:chOff x="5108852" y="3817357"/>
            <a:chExt cx="362947" cy="356576"/>
          </a:xfrm>
        </p:grpSpPr>
        <p:sp>
          <p:nvSpPr>
            <p:cNvPr id="18284" name="Google Shape;18284;p79"/>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5" name="Google Shape;18285;p79"/>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6" name="Google Shape;18286;p79"/>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7" name="Google Shape;18287;p79"/>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88" name="Google Shape;18288;p79"/>
          <p:cNvGrpSpPr/>
          <p:nvPr/>
        </p:nvGrpSpPr>
        <p:grpSpPr>
          <a:xfrm>
            <a:off x="6005720" y="3817357"/>
            <a:ext cx="362947" cy="356576"/>
            <a:chOff x="6005720" y="3817357"/>
            <a:chExt cx="362947" cy="356576"/>
          </a:xfrm>
        </p:grpSpPr>
        <p:sp>
          <p:nvSpPr>
            <p:cNvPr id="18289" name="Google Shape;18289;p79"/>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0" name="Google Shape;18290;p79"/>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1" name="Google Shape;18291;p79"/>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2" name="Google Shape;18292;p79"/>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3" name="Google Shape;18293;p79"/>
          <p:cNvGrpSpPr/>
          <p:nvPr/>
        </p:nvGrpSpPr>
        <p:grpSpPr>
          <a:xfrm>
            <a:off x="5589452" y="3367036"/>
            <a:ext cx="362580" cy="356498"/>
            <a:chOff x="5589452" y="3367036"/>
            <a:chExt cx="362580" cy="356498"/>
          </a:xfrm>
        </p:grpSpPr>
        <p:sp>
          <p:nvSpPr>
            <p:cNvPr id="18294" name="Google Shape;18294;p79"/>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5" name="Google Shape;18295;p79"/>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6" name="Google Shape;18296;p79"/>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7" name="Google Shape;18297;p79"/>
          <p:cNvGrpSpPr/>
          <p:nvPr/>
        </p:nvGrpSpPr>
        <p:grpSpPr>
          <a:xfrm>
            <a:off x="4211985" y="3817357"/>
            <a:ext cx="362947" cy="356576"/>
            <a:chOff x="4211985" y="3817357"/>
            <a:chExt cx="362947" cy="356576"/>
          </a:xfrm>
        </p:grpSpPr>
        <p:sp>
          <p:nvSpPr>
            <p:cNvPr id="18298" name="Google Shape;18298;p79"/>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9" name="Google Shape;18299;p79"/>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0" name="Google Shape;18300;p79"/>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1" name="Google Shape;18301;p79"/>
          <p:cNvGrpSpPr/>
          <p:nvPr/>
        </p:nvGrpSpPr>
        <p:grpSpPr>
          <a:xfrm>
            <a:off x="4660419" y="3817357"/>
            <a:ext cx="362947" cy="356576"/>
            <a:chOff x="4660419" y="3817357"/>
            <a:chExt cx="362947" cy="356576"/>
          </a:xfrm>
        </p:grpSpPr>
        <p:sp>
          <p:nvSpPr>
            <p:cNvPr id="18302" name="Google Shape;18302;p79"/>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3" name="Google Shape;18303;p79"/>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4" name="Google Shape;18304;p79"/>
            <p:cNvSpPr/>
            <p:nvPr/>
          </p:nvSpPr>
          <p:spPr>
            <a:xfrm>
              <a:off x="4702441" y="3871098"/>
              <a:ext cx="271351" cy="249016"/>
            </a:xfrm>
            <a:custGeom>
              <a:avLst/>
              <a:gdLst/>
              <a:ahLst/>
              <a:cxnLst/>
              <a:rect l="l" t="t" r="r" b="b"/>
              <a:pathLst>
                <a:path w="10351" h="9499" extrusionOk="0">
                  <a:moveTo>
                    <a:pt x="5200" y="0"/>
                  </a:moveTo>
                  <a:cubicBezTo>
                    <a:pt x="4034" y="0"/>
                    <a:pt x="2878" y="428"/>
                    <a:pt x="1978" y="1270"/>
                  </a:cubicBezTo>
                  <a:cubicBezTo>
                    <a:pt x="419" y="2714"/>
                    <a:pt x="0" y="5009"/>
                    <a:pt x="967" y="6900"/>
                  </a:cubicBezTo>
                  <a:cubicBezTo>
                    <a:pt x="982" y="6929"/>
                    <a:pt x="982" y="6958"/>
                    <a:pt x="967" y="6987"/>
                  </a:cubicBezTo>
                  <a:lnTo>
                    <a:pt x="505" y="8170"/>
                  </a:lnTo>
                  <a:cubicBezTo>
                    <a:pt x="476" y="8243"/>
                    <a:pt x="520" y="8315"/>
                    <a:pt x="592" y="8315"/>
                  </a:cubicBezTo>
                  <a:lnTo>
                    <a:pt x="2021" y="8315"/>
                  </a:lnTo>
                  <a:cubicBezTo>
                    <a:pt x="2050" y="8315"/>
                    <a:pt x="2079" y="8329"/>
                    <a:pt x="2093" y="8344"/>
                  </a:cubicBezTo>
                  <a:cubicBezTo>
                    <a:pt x="2959" y="9080"/>
                    <a:pt x="4056" y="9498"/>
                    <a:pt x="5197" y="9498"/>
                  </a:cubicBezTo>
                  <a:cubicBezTo>
                    <a:pt x="7333" y="9498"/>
                    <a:pt x="9196" y="8084"/>
                    <a:pt x="9773" y="6034"/>
                  </a:cubicBezTo>
                  <a:cubicBezTo>
                    <a:pt x="10350" y="3984"/>
                    <a:pt x="9499" y="1804"/>
                    <a:pt x="7680" y="693"/>
                  </a:cubicBezTo>
                  <a:cubicBezTo>
                    <a:pt x="6911" y="229"/>
                    <a:pt x="6053" y="0"/>
                    <a:pt x="5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5" name="Google Shape;18305;p79"/>
            <p:cNvSpPr/>
            <p:nvPr/>
          </p:nvSpPr>
          <p:spPr>
            <a:xfrm>
              <a:off x="4727791" y="3894351"/>
              <a:ext cx="220652" cy="202668"/>
            </a:xfrm>
            <a:custGeom>
              <a:avLst/>
              <a:gdLst/>
              <a:ahLst/>
              <a:cxnLst/>
              <a:rect l="l" t="t" r="r" b="b"/>
              <a:pathLst>
                <a:path w="8417" h="7731" extrusionOk="0">
                  <a:moveTo>
                    <a:pt x="4232" y="1"/>
                  </a:moveTo>
                  <a:cubicBezTo>
                    <a:pt x="3273" y="1"/>
                    <a:pt x="2320" y="357"/>
                    <a:pt x="1588" y="1047"/>
                  </a:cubicBezTo>
                  <a:cubicBezTo>
                    <a:pt x="318" y="2231"/>
                    <a:pt x="0" y="4122"/>
                    <a:pt x="809" y="5652"/>
                  </a:cubicBezTo>
                  <a:lnTo>
                    <a:pt x="939" y="5912"/>
                  </a:lnTo>
                  <a:cubicBezTo>
                    <a:pt x="982" y="5970"/>
                    <a:pt x="982" y="6056"/>
                    <a:pt x="953" y="6129"/>
                  </a:cubicBezTo>
                  <a:lnTo>
                    <a:pt x="823" y="6432"/>
                  </a:lnTo>
                  <a:cubicBezTo>
                    <a:pt x="809" y="6489"/>
                    <a:pt x="852" y="6533"/>
                    <a:pt x="910" y="6533"/>
                  </a:cubicBezTo>
                  <a:lnTo>
                    <a:pt x="1328" y="6533"/>
                  </a:lnTo>
                  <a:cubicBezTo>
                    <a:pt x="1386" y="6547"/>
                    <a:pt x="1458" y="6562"/>
                    <a:pt x="1502" y="6605"/>
                  </a:cubicBezTo>
                  <a:lnTo>
                    <a:pt x="1675" y="6764"/>
                  </a:lnTo>
                  <a:cubicBezTo>
                    <a:pt x="2382" y="7384"/>
                    <a:pt x="3292" y="7731"/>
                    <a:pt x="4230" y="7731"/>
                  </a:cubicBezTo>
                  <a:cubicBezTo>
                    <a:pt x="5962" y="7716"/>
                    <a:pt x="7478" y="6562"/>
                    <a:pt x="7940" y="4902"/>
                  </a:cubicBezTo>
                  <a:cubicBezTo>
                    <a:pt x="8416" y="3227"/>
                    <a:pt x="7709" y="1466"/>
                    <a:pt x="6222" y="557"/>
                  </a:cubicBezTo>
                  <a:cubicBezTo>
                    <a:pt x="5608" y="183"/>
                    <a:pt x="4919" y="1"/>
                    <a:pt x="4232"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6" name="Google Shape;18306;p79"/>
            <p:cNvSpPr/>
            <p:nvPr/>
          </p:nvSpPr>
          <p:spPr>
            <a:xfrm>
              <a:off x="4765619" y="3922742"/>
              <a:ext cx="147250" cy="144025"/>
            </a:xfrm>
            <a:custGeom>
              <a:avLst/>
              <a:gdLst/>
              <a:ahLst/>
              <a:cxnLst/>
              <a:rect l="l" t="t" r="r" b="b"/>
              <a:pathLst>
                <a:path w="5617" h="5494" extrusionOk="0">
                  <a:moveTo>
                    <a:pt x="1567" y="0"/>
                  </a:moveTo>
                  <a:cubicBezTo>
                    <a:pt x="1444" y="0"/>
                    <a:pt x="1322" y="51"/>
                    <a:pt x="1228" y="152"/>
                  </a:cubicBezTo>
                  <a:lnTo>
                    <a:pt x="275" y="1105"/>
                  </a:lnTo>
                  <a:cubicBezTo>
                    <a:pt x="30" y="1336"/>
                    <a:pt x="1" y="1697"/>
                    <a:pt x="203" y="1956"/>
                  </a:cubicBezTo>
                  <a:cubicBezTo>
                    <a:pt x="1141" y="3270"/>
                    <a:pt x="2296" y="4425"/>
                    <a:pt x="3610" y="5378"/>
                  </a:cubicBezTo>
                  <a:cubicBezTo>
                    <a:pt x="3725" y="5450"/>
                    <a:pt x="3855" y="5493"/>
                    <a:pt x="3999" y="5493"/>
                  </a:cubicBezTo>
                  <a:cubicBezTo>
                    <a:pt x="4173" y="5493"/>
                    <a:pt x="4346" y="5435"/>
                    <a:pt x="4476" y="5305"/>
                  </a:cubicBezTo>
                  <a:lnTo>
                    <a:pt x="5429" y="4353"/>
                  </a:lnTo>
                  <a:cubicBezTo>
                    <a:pt x="5616" y="4165"/>
                    <a:pt x="5616" y="3847"/>
                    <a:pt x="5429" y="3660"/>
                  </a:cubicBezTo>
                  <a:lnTo>
                    <a:pt x="4837" y="3068"/>
                  </a:lnTo>
                  <a:cubicBezTo>
                    <a:pt x="4743" y="2974"/>
                    <a:pt x="4617" y="2927"/>
                    <a:pt x="4490" y="2927"/>
                  </a:cubicBezTo>
                  <a:cubicBezTo>
                    <a:pt x="4364" y="2927"/>
                    <a:pt x="4238" y="2974"/>
                    <a:pt x="4144" y="3068"/>
                  </a:cubicBezTo>
                  <a:lnTo>
                    <a:pt x="3985" y="3241"/>
                  </a:lnTo>
                  <a:cubicBezTo>
                    <a:pt x="3936" y="3290"/>
                    <a:pt x="3860" y="3319"/>
                    <a:pt x="3785" y="3319"/>
                  </a:cubicBezTo>
                  <a:cubicBezTo>
                    <a:pt x="3750" y="3319"/>
                    <a:pt x="3714" y="3313"/>
                    <a:pt x="3682" y="3299"/>
                  </a:cubicBezTo>
                  <a:cubicBezTo>
                    <a:pt x="3032" y="3039"/>
                    <a:pt x="2527" y="2534"/>
                    <a:pt x="2267" y="1884"/>
                  </a:cubicBezTo>
                  <a:cubicBezTo>
                    <a:pt x="2224" y="1783"/>
                    <a:pt x="2253" y="1668"/>
                    <a:pt x="2339" y="1581"/>
                  </a:cubicBezTo>
                  <a:lnTo>
                    <a:pt x="2498" y="1422"/>
                  </a:lnTo>
                  <a:cubicBezTo>
                    <a:pt x="2686" y="1235"/>
                    <a:pt x="2686" y="932"/>
                    <a:pt x="2498" y="729"/>
                  </a:cubicBezTo>
                  <a:lnTo>
                    <a:pt x="1906" y="152"/>
                  </a:lnTo>
                  <a:cubicBezTo>
                    <a:pt x="1812" y="51"/>
                    <a:pt x="1690"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7" name="Google Shape;18307;p79"/>
          <p:cNvGrpSpPr/>
          <p:nvPr/>
        </p:nvGrpSpPr>
        <p:grpSpPr>
          <a:xfrm>
            <a:off x="5557286" y="3817357"/>
            <a:ext cx="362947" cy="356576"/>
            <a:chOff x="5557286" y="3817357"/>
            <a:chExt cx="362947" cy="356576"/>
          </a:xfrm>
        </p:grpSpPr>
        <p:sp>
          <p:nvSpPr>
            <p:cNvPr id="18308" name="Google Shape;18308;p79"/>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9" name="Google Shape;18309;p79"/>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0" name="Google Shape;18310;p79"/>
            <p:cNvSpPr/>
            <p:nvPr/>
          </p:nvSpPr>
          <p:spPr>
            <a:xfrm>
              <a:off x="5601563" y="3894456"/>
              <a:ext cx="268337" cy="202563"/>
            </a:xfrm>
            <a:custGeom>
              <a:avLst/>
              <a:gdLst/>
              <a:ahLst/>
              <a:cxnLst/>
              <a:rect l="l" t="t" r="r" b="b"/>
              <a:pathLst>
                <a:path w="10236" h="7727" extrusionOk="0">
                  <a:moveTo>
                    <a:pt x="5118" y="0"/>
                  </a:moveTo>
                  <a:cubicBezTo>
                    <a:pt x="3685" y="0"/>
                    <a:pt x="2253" y="83"/>
                    <a:pt x="824" y="249"/>
                  </a:cubicBezTo>
                  <a:cubicBezTo>
                    <a:pt x="564" y="278"/>
                    <a:pt x="347" y="480"/>
                    <a:pt x="304" y="755"/>
                  </a:cubicBezTo>
                  <a:cubicBezTo>
                    <a:pt x="1" y="2819"/>
                    <a:pt x="1" y="4912"/>
                    <a:pt x="304" y="6976"/>
                  </a:cubicBezTo>
                  <a:cubicBezTo>
                    <a:pt x="347" y="7236"/>
                    <a:pt x="564" y="7453"/>
                    <a:pt x="824" y="7482"/>
                  </a:cubicBezTo>
                  <a:cubicBezTo>
                    <a:pt x="2253" y="7640"/>
                    <a:pt x="3682" y="7712"/>
                    <a:pt x="5125" y="7727"/>
                  </a:cubicBezTo>
                  <a:cubicBezTo>
                    <a:pt x="6554" y="7712"/>
                    <a:pt x="7984" y="7640"/>
                    <a:pt x="9413" y="7482"/>
                  </a:cubicBezTo>
                  <a:cubicBezTo>
                    <a:pt x="9673" y="7453"/>
                    <a:pt x="9889" y="7236"/>
                    <a:pt x="9932" y="6976"/>
                  </a:cubicBezTo>
                  <a:cubicBezTo>
                    <a:pt x="10236" y="4912"/>
                    <a:pt x="10236" y="2819"/>
                    <a:pt x="9932" y="755"/>
                  </a:cubicBezTo>
                  <a:cubicBezTo>
                    <a:pt x="9889" y="480"/>
                    <a:pt x="9673" y="278"/>
                    <a:pt x="9413" y="249"/>
                  </a:cubicBezTo>
                  <a:cubicBezTo>
                    <a:pt x="7984" y="83"/>
                    <a:pt x="6551" y="0"/>
                    <a:pt x="51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1" name="Google Shape;18311;p79"/>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12" name="Google Shape;18312;p79"/>
          <p:cNvGrpSpPr/>
          <p:nvPr/>
        </p:nvGrpSpPr>
        <p:grpSpPr>
          <a:xfrm>
            <a:off x="7488021" y="3362475"/>
            <a:ext cx="372017" cy="365621"/>
            <a:chOff x="7488021" y="3362475"/>
            <a:chExt cx="372017" cy="365621"/>
          </a:xfrm>
        </p:grpSpPr>
        <p:sp>
          <p:nvSpPr>
            <p:cNvPr id="18313" name="Google Shape;18313;p79"/>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4" name="Google Shape;18314;p79"/>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5" name="Google Shape;18315;p79"/>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6" name="Google Shape;18316;p79"/>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7" name="Google Shape;18317;p79"/>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8" name="Google Shape;18318;p79"/>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9" name="Google Shape;18319;p79"/>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0" name="Google Shape;18320;p79"/>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1" name="Google Shape;18321;p79"/>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2" name="Google Shape;18322;p79"/>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23" name="Google Shape;18323;p79"/>
          <p:cNvGrpSpPr/>
          <p:nvPr/>
        </p:nvGrpSpPr>
        <p:grpSpPr>
          <a:xfrm>
            <a:off x="5113781" y="3367036"/>
            <a:ext cx="362553" cy="356498"/>
            <a:chOff x="5113781" y="3367036"/>
            <a:chExt cx="362553" cy="356498"/>
          </a:xfrm>
        </p:grpSpPr>
        <p:sp>
          <p:nvSpPr>
            <p:cNvPr id="18324" name="Google Shape;18324;p79"/>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5" name="Google Shape;18325;p79"/>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26" name="Google Shape;18326;p79"/>
          <p:cNvSpPr/>
          <p:nvPr/>
        </p:nvSpPr>
        <p:spPr>
          <a:xfrm>
            <a:off x="5172817"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27" name="Google Shape;18327;p79"/>
          <p:cNvGrpSpPr/>
          <p:nvPr/>
        </p:nvGrpSpPr>
        <p:grpSpPr>
          <a:xfrm>
            <a:off x="7968621" y="3365489"/>
            <a:ext cx="375818" cy="357651"/>
            <a:chOff x="7968621" y="3365489"/>
            <a:chExt cx="375818" cy="357651"/>
          </a:xfrm>
        </p:grpSpPr>
        <p:sp>
          <p:nvSpPr>
            <p:cNvPr id="18328" name="Google Shape;18328;p79"/>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9" name="Google Shape;18329;p79"/>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0" name="Google Shape;18330;p79"/>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1" name="Google Shape;18331;p79"/>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2" name="Google Shape;18332;p79"/>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3" name="Google Shape;18333;p79"/>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4" name="Google Shape;18334;p79"/>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5" name="Google Shape;18335;p79"/>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6" name="Google Shape;18336;p79"/>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7" name="Google Shape;18337;p79"/>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8" name="Google Shape;18338;p79"/>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9" name="Google Shape;18339;p79"/>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43"/>
        <p:cNvGrpSpPr/>
        <p:nvPr/>
      </p:nvGrpSpPr>
      <p:grpSpPr>
        <a:xfrm>
          <a:off x="0" y="0"/>
          <a:ext cx="0" cy="0"/>
          <a:chOff x="0" y="0"/>
          <a:chExt cx="0" cy="0"/>
        </a:xfrm>
      </p:grpSpPr>
      <p:pic>
        <p:nvPicPr>
          <p:cNvPr id="18344" name="Google Shape;18344;p80">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The Myth of Bigfoot Sasquatch by Slidesgo">
  <a:themeElements>
    <a:clrScheme name="Simple Light">
      <a:dk1>
        <a:srgbClr val="093156"/>
      </a:dk1>
      <a:lt1>
        <a:srgbClr val="FFFFFF"/>
      </a:lt1>
      <a:dk2>
        <a:srgbClr val="683735"/>
      </a:dk2>
      <a:lt2>
        <a:srgbClr val="77413E"/>
      </a:lt2>
      <a:accent1>
        <a:srgbClr val="2A5677"/>
      </a:accent1>
      <a:accent2>
        <a:srgbClr val="A2B9B6"/>
      </a:accent2>
      <a:accent3>
        <a:srgbClr val="536A67"/>
      </a:accent3>
      <a:accent4>
        <a:srgbClr val="FFAC00"/>
      </a:accent4>
      <a:accent5>
        <a:srgbClr val="FFCC71"/>
      </a:accent5>
      <a:accent6>
        <a:srgbClr val="9A80C1"/>
      </a:accent6>
      <a:hlink>
        <a:srgbClr val="09315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1095</TotalTime>
  <Words>2268</Words>
  <Application>Microsoft Office PowerPoint</Application>
  <PresentationFormat>Pokaz na ekranie (16:9)</PresentationFormat>
  <Paragraphs>394</Paragraphs>
  <Slides>68</Slides>
  <Notes>68</Notes>
  <HiddenSlides>49</HiddenSlides>
  <MMClips>0</MMClips>
  <ScaleCrop>false</ScaleCrop>
  <HeadingPairs>
    <vt:vector size="6" baseType="variant">
      <vt:variant>
        <vt:lpstr>Używane czcionki</vt:lpstr>
      </vt:variant>
      <vt:variant>
        <vt:i4>10</vt:i4>
      </vt:variant>
      <vt:variant>
        <vt:lpstr>Motyw</vt:lpstr>
      </vt:variant>
      <vt:variant>
        <vt:i4>2</vt:i4>
      </vt:variant>
      <vt:variant>
        <vt:lpstr>Tytuły slajdów</vt:lpstr>
      </vt:variant>
      <vt:variant>
        <vt:i4>68</vt:i4>
      </vt:variant>
    </vt:vector>
  </HeadingPairs>
  <TitlesOfParts>
    <vt:vector size="80" baseType="lpstr">
      <vt:lpstr>Freckle Face</vt:lpstr>
      <vt:lpstr>Roboto Medium</vt:lpstr>
      <vt:lpstr>Proxima Nova Semibold</vt:lpstr>
      <vt:lpstr>Red Hat Text</vt:lpstr>
      <vt:lpstr>Roboto Condensed Light</vt:lpstr>
      <vt:lpstr>Arial</vt:lpstr>
      <vt:lpstr>Proxima Nova</vt:lpstr>
      <vt:lpstr>Amatic SC</vt:lpstr>
      <vt:lpstr>Coda</vt:lpstr>
      <vt:lpstr>Calibri</vt:lpstr>
      <vt:lpstr>The Myth of Bigfoot Sasquatch by Slidesgo</vt:lpstr>
      <vt:lpstr>Slidesgo Final Pages</vt:lpstr>
      <vt:lpstr>Topic Modelling Bigfoot Sightings Project </vt:lpstr>
      <vt:lpstr>Table of Contents</vt:lpstr>
      <vt:lpstr>Introduction</vt:lpstr>
      <vt:lpstr>Introduction</vt:lpstr>
      <vt:lpstr>4 982</vt:lpstr>
      <vt:lpstr>Introduction - Research Questions</vt:lpstr>
      <vt:lpstr>Technicals</vt:lpstr>
      <vt:lpstr>Data Collection &amp; Preprocessing</vt:lpstr>
      <vt:lpstr>Vocabulary Analysis</vt:lpstr>
      <vt:lpstr>Vocabulary Analysis After Cleaning</vt:lpstr>
      <vt:lpstr>Technical Pipeline</vt:lpstr>
      <vt:lpstr>Challenges</vt:lpstr>
      <vt:lpstr>Results</vt:lpstr>
      <vt:lpstr>Key Findings (Topic Analysis)</vt:lpstr>
      <vt:lpstr>Geospatial Insights</vt:lpstr>
      <vt:lpstr>Seasonality &amp; Timeline</vt:lpstr>
      <vt:lpstr>Conclusions</vt:lpstr>
      <vt:lpstr>Conclusions &amp; Future Work</vt:lpstr>
      <vt:lpstr>Thanks!</vt:lpstr>
      <vt:lpstr>Contents of this template</vt:lpstr>
      <vt:lpstr>Table of Contents</vt:lpstr>
      <vt:lpstr>Whoa!</vt:lpstr>
      <vt:lpstr>Prezentacja programu PowerPoint</vt:lpstr>
      <vt:lpstr>Section A</vt:lpstr>
      <vt:lpstr>This is the slide title</vt:lpstr>
      <vt:lpstr>These are two columns</vt:lpstr>
      <vt:lpstr>These are three columns</vt:lpstr>
      <vt:lpstr>Pictures are helpful</vt:lpstr>
      <vt:lpstr>Prezentacja programu PowerPoint</vt:lpstr>
      <vt:lpstr>Awesome Words</vt:lpstr>
      <vt:lpstr>Section B</vt:lpstr>
      <vt:lpstr>These are four columns</vt:lpstr>
      <vt:lpstr>This is a graph</vt:lpstr>
      <vt:lpstr>These are six columns</vt:lpstr>
      <vt:lpstr>This is an infographic</vt:lpstr>
      <vt:lpstr>This is a table</vt:lpstr>
      <vt:lpstr>This is a map</vt:lpstr>
      <vt:lpstr>This is a timeline</vt:lpstr>
      <vt:lpstr>Big numbers may be useful</vt:lpstr>
      <vt:lpstr>This is another graph</vt:lpstr>
      <vt:lpstr>This is another table</vt:lpstr>
      <vt:lpstr>Percentages may be useful</vt:lpstr>
      <vt:lpstr>This is another infographic</vt:lpstr>
      <vt:lpstr>This is another timeline</vt:lpstr>
      <vt:lpstr>Our Team</vt:lpstr>
      <vt:lpstr>Desktop Web</vt:lpstr>
      <vt:lpstr>Tablet App</vt:lpstr>
      <vt:lpstr>Mobile App</vt:lpstr>
      <vt:lpstr>Thanks!</vt:lpstr>
      <vt:lpstr>Alternative Resources</vt:lpstr>
      <vt:lpstr>Nature Icon Pack</vt:lpstr>
      <vt:lpstr>Resources</vt:lpstr>
      <vt:lpstr>Fonts &amp; colors used</vt:lpstr>
      <vt:lpstr>Storyset</vt:lpstr>
      <vt:lpstr>Use our editable graphic resources... </vt:lpstr>
      <vt:lpstr>Prezentacja programu PowerPoint</vt:lpstr>
      <vt:lpstr>Prezentacja programu PowerPoint</vt:lpstr>
      <vt:lpstr>Prezentacja programu PowerPoint</vt:lpstr>
      <vt:lpstr>Prezentacja programu PowerPoint</vt:lpstr>
      <vt:lpstr>Prezentacja programu PowerPoint</vt:lpstr>
      <vt:lpstr>...and our sets of editable icons</vt:lpstr>
      <vt:lpstr>Educational Icons</vt:lpstr>
      <vt:lpstr>Business Icons</vt:lpstr>
      <vt:lpstr>Help &amp; Support Icons</vt:lpstr>
      <vt:lpstr>Creative Process Icons</vt:lpstr>
      <vt:lpstr>Nature Icons</vt:lpstr>
      <vt:lpstr>SEO &amp; Marketing Icons</vt:lpstr>
      <vt:lpstr>Prezentacja programu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Hrycenko Wojciech (STUD)</cp:lastModifiedBy>
  <cp:revision>6</cp:revision>
  <dcterms:modified xsi:type="dcterms:W3CDTF">2026-01-09T18:35:10Z</dcterms:modified>
</cp:coreProperties>
</file>